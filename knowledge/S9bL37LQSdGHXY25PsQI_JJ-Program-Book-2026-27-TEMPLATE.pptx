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34.JPG" ContentType="image/jpeg"/>
  <Override PartName="/ppt/media/image35.JPG" ContentType="image/jpeg"/>
  <Override PartName="/ppt/media/image36.JPG" ContentType="image/jpeg"/>
  <Override PartName="/ppt/media/image37.JPG" ContentType="image/jpeg"/>
  <Override PartName="/ppt/media/image38.JPG" ContentType="image/jpeg"/>
  <Override PartName="/ppt/media/image39.JPG" ContentType="image/jpeg"/>
  <Override PartName="/ppt/media/image40.JPG" ContentType="image/jpeg"/>
  <Override PartName="/ppt/media/image53.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9"/>
  </p:notesMasterIdLst>
  <p:sldIdLst>
    <p:sldId id="335" r:id="rId2"/>
    <p:sldId id="257" r:id="rId3"/>
    <p:sldId id="336" r:id="rId4"/>
    <p:sldId id="258" r:id="rId5"/>
    <p:sldId id="259" r:id="rId6"/>
    <p:sldId id="337" r:id="rId7"/>
    <p:sldId id="260" r:id="rId8"/>
    <p:sldId id="308" r:id="rId9"/>
    <p:sldId id="399" r:id="rId10"/>
    <p:sldId id="400" r:id="rId11"/>
    <p:sldId id="401" r:id="rId12"/>
    <p:sldId id="402" r:id="rId13"/>
    <p:sldId id="403" r:id="rId14"/>
    <p:sldId id="404" r:id="rId15"/>
    <p:sldId id="405" r:id="rId16"/>
    <p:sldId id="406" r:id="rId17"/>
    <p:sldId id="407" r:id="rId18"/>
    <p:sldId id="408" r:id="rId19"/>
    <p:sldId id="262" r:id="rId20"/>
    <p:sldId id="263" r:id="rId21"/>
    <p:sldId id="265" r:id="rId22"/>
    <p:sldId id="266" r:id="rId23"/>
    <p:sldId id="267" r:id="rId24"/>
    <p:sldId id="268" r:id="rId25"/>
    <p:sldId id="269" r:id="rId26"/>
    <p:sldId id="270" r:id="rId27"/>
    <p:sldId id="271" r:id="rId28"/>
    <p:sldId id="272" r:id="rId29"/>
    <p:sldId id="273" r:id="rId30"/>
    <p:sldId id="274" r:id="rId31"/>
    <p:sldId id="275" r:id="rId32"/>
    <p:sldId id="264"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409" r:id="rId66"/>
    <p:sldId id="338" r:id="rId67"/>
    <p:sldId id="328" r:id="rId68"/>
    <p:sldId id="329" r:id="rId69"/>
    <p:sldId id="331" r:id="rId70"/>
    <p:sldId id="332" r:id="rId71"/>
    <p:sldId id="333" r:id="rId72"/>
    <p:sldId id="334" r:id="rId73"/>
    <p:sldId id="339" r:id="rId74"/>
    <p:sldId id="330" r:id="rId75"/>
    <p:sldId id="394" r:id="rId76"/>
    <p:sldId id="343" r:id="rId77"/>
    <p:sldId id="347" r:id="rId78"/>
    <p:sldId id="391" r:id="rId79"/>
    <p:sldId id="392" r:id="rId80"/>
    <p:sldId id="348" r:id="rId81"/>
    <p:sldId id="356" r:id="rId82"/>
    <p:sldId id="393" r:id="rId83"/>
    <p:sldId id="414" r:id="rId84"/>
    <p:sldId id="416" r:id="rId85"/>
    <p:sldId id="415" r:id="rId86"/>
    <p:sldId id="413" r:id="rId87"/>
    <p:sldId id="417" r:id="rId88"/>
    <p:sldId id="418" r:id="rId89"/>
    <p:sldId id="419" r:id="rId90"/>
    <p:sldId id="358" r:id="rId91"/>
    <p:sldId id="363" r:id="rId92"/>
    <p:sldId id="362" r:id="rId93"/>
    <p:sldId id="360" r:id="rId94"/>
    <p:sldId id="361" r:id="rId95"/>
    <p:sldId id="423" r:id="rId96"/>
    <p:sldId id="420" r:id="rId97"/>
    <p:sldId id="421" r:id="rId98"/>
    <p:sldId id="364" r:id="rId99"/>
    <p:sldId id="365" r:id="rId100"/>
    <p:sldId id="366" r:id="rId101"/>
    <p:sldId id="367" r:id="rId102"/>
    <p:sldId id="369" r:id="rId103"/>
    <p:sldId id="411" r:id="rId104"/>
    <p:sldId id="410" r:id="rId105"/>
    <p:sldId id="412" r:id="rId106"/>
    <p:sldId id="372" r:id="rId107"/>
    <p:sldId id="373" r:id="rId108"/>
    <p:sldId id="374" r:id="rId109"/>
    <p:sldId id="375" r:id="rId110"/>
    <p:sldId id="376" r:id="rId111"/>
    <p:sldId id="377" r:id="rId112"/>
    <p:sldId id="378" r:id="rId113"/>
    <p:sldId id="379" r:id="rId114"/>
    <p:sldId id="380" r:id="rId115"/>
    <p:sldId id="381" r:id="rId116"/>
    <p:sldId id="382" r:id="rId117"/>
    <p:sldId id="383" r:id="rId118"/>
    <p:sldId id="384" r:id="rId119"/>
    <p:sldId id="385" r:id="rId120"/>
    <p:sldId id="386" r:id="rId121"/>
    <p:sldId id="387" r:id="rId122"/>
    <p:sldId id="340" r:id="rId123"/>
    <p:sldId id="324" r:id="rId124"/>
    <p:sldId id="325" r:id="rId125"/>
    <p:sldId id="341" r:id="rId126"/>
    <p:sldId id="326" r:id="rId127"/>
    <p:sldId id="389" r:id="rId128"/>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6DA6"/>
    <a:srgbClr val="1DA9E2"/>
    <a:srgbClr val="1D54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57" autoAdjust="0"/>
    <p:restoredTop sz="94694"/>
  </p:normalViewPr>
  <p:slideViewPr>
    <p:cSldViewPr>
      <p:cViewPr varScale="1">
        <p:scale>
          <a:sx n="64" d="100"/>
          <a:sy n="64" d="100"/>
        </p:scale>
        <p:origin x="2064" y="63"/>
      </p:cViewPr>
      <p:guideLst>
        <p:guide orient="horz" pos="2880"/>
        <p:guide pos="225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ie comeaux" userId="230154c0340f68ab" providerId="LiveId" clId="{00C2B174-1052-4CD2-A5E3-0E74A396B002}"/>
    <pc:docChg chg="undo redo custSel addSld delSld modSld sldOrd">
      <pc:chgData name="torie comeaux" userId="230154c0340f68ab" providerId="LiveId" clId="{00C2B174-1052-4CD2-A5E3-0E74A396B002}" dt="2026-09-01T02:44:36.142" v="4838" actId="20577"/>
      <pc:docMkLst>
        <pc:docMk/>
      </pc:docMkLst>
      <pc:sldChg chg="modSp mod">
        <pc:chgData name="torie comeaux" userId="230154c0340f68ab" providerId="LiveId" clId="{00C2B174-1052-4CD2-A5E3-0E74A396B002}" dt="2026-08-31T22:49:18.124" v="4793" actId="20577"/>
        <pc:sldMkLst>
          <pc:docMk/>
          <pc:sldMk cId="0" sldId="257"/>
        </pc:sldMkLst>
        <pc:graphicFrameChg chg="modGraphic">
          <ac:chgData name="torie comeaux" userId="230154c0340f68ab" providerId="LiveId" clId="{00C2B174-1052-4CD2-A5E3-0E74A396B002}" dt="2026-08-31T22:49:18.124" v="4793" actId="20577"/>
          <ac:graphicFrameMkLst>
            <pc:docMk/>
            <pc:sldMk cId="0" sldId="257"/>
            <ac:graphicFrameMk id="2" creationId="{00000000-0000-0000-0000-000000000000}"/>
          </ac:graphicFrameMkLst>
        </pc:graphicFrameChg>
      </pc:sldChg>
      <pc:sldChg chg="delSp modSp mod">
        <pc:chgData name="torie comeaux" userId="230154c0340f68ab" providerId="LiveId" clId="{00C2B174-1052-4CD2-A5E3-0E74A396B002}" dt="2026-08-31T20:39:36.959" v="4546" actId="478"/>
        <pc:sldMkLst>
          <pc:docMk/>
          <pc:sldMk cId="0" sldId="258"/>
        </pc:sldMkLst>
        <pc:spChg chg="del mod">
          <ac:chgData name="torie comeaux" userId="230154c0340f68ab" providerId="LiveId" clId="{00C2B174-1052-4CD2-A5E3-0E74A396B002}" dt="2026-08-31T20:39:36.959" v="4546" actId="478"/>
          <ac:spMkLst>
            <pc:docMk/>
            <pc:sldMk cId="0" sldId="258"/>
            <ac:spMk id="4" creationId="{089D13EE-ED91-EC58-AA0E-CBE1EA99764F}"/>
          </ac:spMkLst>
        </pc:spChg>
        <pc:spChg chg="mod">
          <ac:chgData name="torie comeaux" userId="230154c0340f68ab" providerId="LiveId" clId="{00C2B174-1052-4CD2-A5E3-0E74A396B002}" dt="2026-08-31T20:32:38.700" v="4414" actId="20577"/>
          <ac:spMkLst>
            <pc:docMk/>
            <pc:sldMk cId="0" sldId="258"/>
            <ac:spMk id="6" creationId="{00000000-0000-0000-0000-000000000000}"/>
          </ac:spMkLst>
        </pc:spChg>
        <pc:spChg chg="mod">
          <ac:chgData name="torie comeaux" userId="230154c0340f68ab" providerId="LiveId" clId="{00C2B174-1052-4CD2-A5E3-0E74A396B002}" dt="2026-08-31T20:38:41.908" v="4545" actId="20577"/>
          <ac:spMkLst>
            <pc:docMk/>
            <pc:sldMk cId="0" sldId="258"/>
            <ac:spMk id="7" creationId="{00000000-0000-0000-0000-000000000000}"/>
          </ac:spMkLst>
        </pc:spChg>
        <pc:spChg chg="mod">
          <ac:chgData name="torie comeaux" userId="230154c0340f68ab" providerId="LiveId" clId="{00C2B174-1052-4CD2-A5E3-0E74A396B002}" dt="2026-08-31T20:38:27.743" v="4514"/>
          <ac:spMkLst>
            <pc:docMk/>
            <pc:sldMk cId="0" sldId="258"/>
            <ac:spMk id="8" creationId="{00000000-0000-0000-0000-000000000000}"/>
          </ac:spMkLst>
        </pc:spChg>
        <pc:spChg chg="mod">
          <ac:chgData name="torie comeaux" userId="230154c0340f68ab" providerId="LiveId" clId="{00C2B174-1052-4CD2-A5E3-0E74A396B002}" dt="2026-08-31T20:33:14.311" v="4477" actId="6549"/>
          <ac:spMkLst>
            <pc:docMk/>
            <pc:sldMk cId="0" sldId="258"/>
            <ac:spMk id="9" creationId="{00000000-0000-0000-0000-000000000000}"/>
          </ac:spMkLst>
        </pc:spChg>
      </pc:sldChg>
      <pc:sldChg chg="modSp mod">
        <pc:chgData name="torie comeaux" userId="230154c0340f68ab" providerId="LiveId" clId="{00C2B174-1052-4CD2-A5E3-0E74A396B002}" dt="2026-08-31T20:29:03.125" v="4161" actId="1076"/>
        <pc:sldMkLst>
          <pc:docMk/>
          <pc:sldMk cId="0" sldId="259"/>
        </pc:sldMkLst>
        <pc:spChg chg="mod">
          <ac:chgData name="torie comeaux" userId="230154c0340f68ab" providerId="LiveId" clId="{00C2B174-1052-4CD2-A5E3-0E74A396B002}" dt="2026-08-31T17:25:31.599" v="4016" actId="1076"/>
          <ac:spMkLst>
            <pc:docMk/>
            <pc:sldMk cId="0" sldId="259"/>
            <ac:spMk id="15" creationId="{00000000-0000-0000-0000-000000000000}"/>
          </ac:spMkLst>
        </pc:spChg>
        <pc:spChg chg="mod">
          <ac:chgData name="torie comeaux" userId="230154c0340f68ab" providerId="LiveId" clId="{00C2B174-1052-4CD2-A5E3-0E74A396B002}" dt="2026-08-31T17:23:08.230" v="3887" actId="122"/>
          <ac:spMkLst>
            <pc:docMk/>
            <pc:sldMk cId="0" sldId="259"/>
            <ac:spMk id="16" creationId="{00000000-0000-0000-0000-000000000000}"/>
          </ac:spMkLst>
        </pc:spChg>
        <pc:spChg chg="mod">
          <ac:chgData name="torie comeaux" userId="230154c0340f68ab" providerId="LiveId" clId="{00C2B174-1052-4CD2-A5E3-0E74A396B002}" dt="2026-08-31T17:20:32.920" v="3734" actId="122"/>
          <ac:spMkLst>
            <pc:docMk/>
            <pc:sldMk cId="0" sldId="259"/>
            <ac:spMk id="17" creationId="{00000000-0000-0000-0000-000000000000}"/>
          </ac:spMkLst>
        </pc:spChg>
        <pc:spChg chg="mod">
          <ac:chgData name="torie comeaux" userId="230154c0340f68ab" providerId="LiveId" clId="{00C2B174-1052-4CD2-A5E3-0E74A396B002}" dt="2026-08-31T17:21:47.858" v="3794" actId="20577"/>
          <ac:spMkLst>
            <pc:docMk/>
            <pc:sldMk cId="0" sldId="259"/>
            <ac:spMk id="18" creationId="{00000000-0000-0000-0000-000000000000}"/>
          </ac:spMkLst>
        </pc:spChg>
        <pc:spChg chg="mod">
          <ac:chgData name="torie comeaux" userId="230154c0340f68ab" providerId="LiveId" clId="{00C2B174-1052-4CD2-A5E3-0E74A396B002}" dt="2026-08-31T17:22:03.539" v="3822" actId="20577"/>
          <ac:spMkLst>
            <pc:docMk/>
            <pc:sldMk cId="0" sldId="259"/>
            <ac:spMk id="20" creationId="{00000000-0000-0000-0000-000000000000}"/>
          </ac:spMkLst>
        </pc:spChg>
        <pc:spChg chg="mod">
          <ac:chgData name="torie comeaux" userId="230154c0340f68ab" providerId="LiveId" clId="{00C2B174-1052-4CD2-A5E3-0E74A396B002}" dt="2026-08-31T17:23:53.931" v="3913" actId="20577"/>
          <ac:spMkLst>
            <pc:docMk/>
            <pc:sldMk cId="0" sldId="259"/>
            <ac:spMk id="21" creationId="{00000000-0000-0000-0000-000000000000}"/>
          </ac:spMkLst>
        </pc:spChg>
        <pc:spChg chg="mod">
          <ac:chgData name="torie comeaux" userId="230154c0340f68ab" providerId="LiveId" clId="{00C2B174-1052-4CD2-A5E3-0E74A396B002}" dt="2026-08-31T17:24:07.208" v="3918" actId="122"/>
          <ac:spMkLst>
            <pc:docMk/>
            <pc:sldMk cId="0" sldId="259"/>
            <ac:spMk id="22" creationId="{00000000-0000-0000-0000-000000000000}"/>
          </ac:spMkLst>
        </pc:spChg>
        <pc:spChg chg="mod">
          <ac:chgData name="torie comeaux" userId="230154c0340f68ab" providerId="LiveId" clId="{00C2B174-1052-4CD2-A5E3-0E74A396B002}" dt="2026-08-31T17:24:27.553" v="3954" actId="122"/>
          <ac:spMkLst>
            <pc:docMk/>
            <pc:sldMk cId="0" sldId="259"/>
            <ac:spMk id="23" creationId="{00000000-0000-0000-0000-000000000000}"/>
          </ac:spMkLst>
        </pc:spChg>
        <pc:spChg chg="mod">
          <ac:chgData name="torie comeaux" userId="230154c0340f68ab" providerId="LiveId" clId="{00C2B174-1052-4CD2-A5E3-0E74A396B002}" dt="2026-08-31T17:24:36.877" v="3955" actId="1076"/>
          <ac:spMkLst>
            <pc:docMk/>
            <pc:sldMk cId="0" sldId="259"/>
            <ac:spMk id="24" creationId="{00000000-0000-0000-0000-000000000000}"/>
          </ac:spMkLst>
        </pc:spChg>
        <pc:spChg chg="mod">
          <ac:chgData name="torie comeaux" userId="230154c0340f68ab" providerId="LiveId" clId="{00C2B174-1052-4CD2-A5E3-0E74A396B002}" dt="2026-08-31T17:25:17.765" v="4013" actId="14100"/>
          <ac:spMkLst>
            <pc:docMk/>
            <pc:sldMk cId="0" sldId="259"/>
            <ac:spMk id="25" creationId="{00000000-0000-0000-0000-000000000000}"/>
          </ac:spMkLst>
        </pc:spChg>
        <pc:spChg chg="mod">
          <ac:chgData name="torie comeaux" userId="230154c0340f68ab" providerId="LiveId" clId="{00C2B174-1052-4CD2-A5E3-0E74A396B002}" dt="2026-08-31T17:25:44.655" v="4017" actId="1076"/>
          <ac:spMkLst>
            <pc:docMk/>
            <pc:sldMk cId="0" sldId="259"/>
            <ac:spMk id="26" creationId="{00000000-0000-0000-0000-000000000000}"/>
          </ac:spMkLst>
        </pc:spChg>
        <pc:spChg chg="mod">
          <ac:chgData name="torie comeaux" userId="230154c0340f68ab" providerId="LiveId" clId="{00C2B174-1052-4CD2-A5E3-0E74A396B002}" dt="2026-08-31T17:29:42.577" v="4152" actId="20577"/>
          <ac:spMkLst>
            <pc:docMk/>
            <pc:sldMk cId="0" sldId="259"/>
            <ac:spMk id="27" creationId="{00000000-0000-0000-0000-000000000000}"/>
          </ac:spMkLst>
        </pc:spChg>
        <pc:spChg chg="mod">
          <ac:chgData name="torie comeaux" userId="230154c0340f68ab" providerId="LiveId" clId="{00C2B174-1052-4CD2-A5E3-0E74A396B002}" dt="2026-08-31T17:29:51.313" v="4153" actId="1076"/>
          <ac:spMkLst>
            <pc:docMk/>
            <pc:sldMk cId="0" sldId="259"/>
            <ac:spMk id="28" creationId="{00000000-0000-0000-0000-000000000000}"/>
          </ac:spMkLst>
        </pc:spChg>
        <pc:spChg chg="mod">
          <ac:chgData name="torie comeaux" userId="230154c0340f68ab" providerId="LiveId" clId="{00C2B174-1052-4CD2-A5E3-0E74A396B002}" dt="2026-08-31T17:29:59.800" v="4154" actId="1076"/>
          <ac:spMkLst>
            <pc:docMk/>
            <pc:sldMk cId="0" sldId="259"/>
            <ac:spMk id="29" creationId="{00000000-0000-0000-0000-000000000000}"/>
          </ac:spMkLst>
        </pc:spChg>
        <pc:spChg chg="mod">
          <ac:chgData name="torie comeaux" userId="230154c0340f68ab" providerId="LiveId" clId="{00C2B174-1052-4CD2-A5E3-0E74A396B002}" dt="2026-08-31T20:29:03.125" v="4161" actId="1076"/>
          <ac:spMkLst>
            <pc:docMk/>
            <pc:sldMk cId="0" sldId="259"/>
            <ac:spMk id="30" creationId="{00000000-0000-0000-0000-000000000000}"/>
          </ac:spMkLst>
        </pc:spChg>
      </pc:sldChg>
      <pc:sldChg chg="delSp modSp mod">
        <pc:chgData name="torie comeaux" userId="230154c0340f68ab" providerId="LiveId" clId="{00C2B174-1052-4CD2-A5E3-0E74A396B002}" dt="2026-08-29T18:09:48.103" v="2431" actId="20577"/>
        <pc:sldMkLst>
          <pc:docMk/>
          <pc:sldMk cId="0" sldId="260"/>
        </pc:sldMkLst>
        <pc:spChg chg="mod">
          <ac:chgData name="torie comeaux" userId="230154c0340f68ab" providerId="LiveId" clId="{00C2B174-1052-4CD2-A5E3-0E74A396B002}" dt="2026-08-29T17:53:09.596" v="2124" actId="20577"/>
          <ac:spMkLst>
            <pc:docMk/>
            <pc:sldMk cId="0" sldId="260"/>
            <ac:spMk id="11" creationId="{49D86888-582E-53F6-79C7-6F8F3BACE51C}"/>
          </ac:spMkLst>
        </pc:spChg>
        <pc:graphicFrameChg chg="mod modGraphic">
          <ac:chgData name="torie comeaux" userId="230154c0340f68ab" providerId="LiveId" clId="{00C2B174-1052-4CD2-A5E3-0E74A396B002}" dt="2026-08-29T18:09:48.103" v="2431" actId="20577"/>
          <ac:graphicFrameMkLst>
            <pc:docMk/>
            <pc:sldMk cId="0" sldId="260"/>
            <ac:graphicFrameMk id="3" creationId="{E3099A20-40EE-7413-20E4-34CD309D6308}"/>
          </ac:graphicFrameMkLst>
        </pc:graphicFrameChg>
      </pc:sldChg>
      <pc:sldChg chg="modSp mod">
        <pc:chgData name="torie comeaux" userId="230154c0340f68ab" providerId="LiveId" clId="{00C2B174-1052-4CD2-A5E3-0E74A396B002}" dt="2026-08-31T20:50:15.805" v="4596" actId="14100"/>
        <pc:sldMkLst>
          <pc:docMk/>
          <pc:sldMk cId="0" sldId="262"/>
        </pc:sldMkLst>
        <pc:spChg chg="mod">
          <ac:chgData name="torie comeaux" userId="230154c0340f68ab" providerId="LiveId" clId="{00C2B174-1052-4CD2-A5E3-0E74A396B002}" dt="2026-08-31T20:50:15.805" v="4596" actId="14100"/>
          <ac:spMkLst>
            <pc:docMk/>
            <pc:sldMk cId="0" sldId="262"/>
            <ac:spMk id="13" creationId="{00000000-0000-0000-0000-000000000000}"/>
          </ac:spMkLst>
        </pc:spChg>
      </pc:sldChg>
      <pc:sldChg chg="modSp mod">
        <pc:chgData name="torie comeaux" userId="230154c0340f68ab" providerId="LiveId" clId="{00C2B174-1052-4CD2-A5E3-0E74A396B002}" dt="2026-08-31T20:50:19.605" v="4597" actId="14100"/>
        <pc:sldMkLst>
          <pc:docMk/>
          <pc:sldMk cId="0" sldId="263"/>
        </pc:sldMkLst>
        <pc:spChg chg="mod">
          <ac:chgData name="torie comeaux" userId="230154c0340f68ab" providerId="LiveId" clId="{00C2B174-1052-4CD2-A5E3-0E74A396B002}" dt="2026-08-31T20:50:19.605" v="4597" actId="14100"/>
          <ac:spMkLst>
            <pc:docMk/>
            <pc:sldMk cId="0" sldId="263"/>
            <ac:spMk id="7" creationId="{00000000-0000-0000-0000-000000000000}"/>
          </ac:spMkLst>
        </pc:spChg>
      </pc:sldChg>
      <pc:sldChg chg="modSp mod">
        <pc:chgData name="torie comeaux" userId="230154c0340f68ab" providerId="LiveId" clId="{00C2B174-1052-4CD2-A5E3-0E74A396B002}" dt="2026-08-31T20:51:34.198" v="4618" actId="20577"/>
        <pc:sldMkLst>
          <pc:docMk/>
          <pc:sldMk cId="0" sldId="264"/>
        </pc:sldMkLst>
        <pc:spChg chg="mod">
          <ac:chgData name="torie comeaux" userId="230154c0340f68ab" providerId="LiveId" clId="{00C2B174-1052-4CD2-A5E3-0E74A396B002}" dt="2026-08-31T20:51:34.198" v="4618" actId="20577"/>
          <ac:spMkLst>
            <pc:docMk/>
            <pc:sldMk cId="0" sldId="264"/>
            <ac:spMk id="6" creationId="{00000000-0000-0000-0000-000000000000}"/>
          </ac:spMkLst>
        </pc:spChg>
      </pc:sldChg>
      <pc:sldChg chg="modSp mod">
        <pc:chgData name="torie comeaux" userId="230154c0340f68ab" providerId="LiveId" clId="{00C2B174-1052-4CD2-A5E3-0E74A396B002}" dt="2026-08-31T20:50:23.914" v="4598" actId="14100"/>
        <pc:sldMkLst>
          <pc:docMk/>
          <pc:sldMk cId="3036044320" sldId="265"/>
        </pc:sldMkLst>
        <pc:spChg chg="mod">
          <ac:chgData name="torie comeaux" userId="230154c0340f68ab" providerId="LiveId" clId="{00C2B174-1052-4CD2-A5E3-0E74A396B002}" dt="2026-08-31T20:50:23.914" v="4598" actId="14100"/>
          <ac:spMkLst>
            <pc:docMk/>
            <pc:sldMk cId="3036044320" sldId="265"/>
            <ac:spMk id="9" creationId="{22299C38-CDC0-E93A-AEBE-45B48FBA86EB}"/>
          </ac:spMkLst>
        </pc:spChg>
      </pc:sldChg>
      <pc:sldChg chg="modSp mod">
        <pc:chgData name="torie comeaux" userId="230154c0340f68ab" providerId="LiveId" clId="{00C2B174-1052-4CD2-A5E3-0E74A396B002}" dt="2026-08-31T20:50:28.707" v="4599" actId="14100"/>
        <pc:sldMkLst>
          <pc:docMk/>
          <pc:sldMk cId="580810530" sldId="266"/>
        </pc:sldMkLst>
        <pc:spChg chg="mod">
          <ac:chgData name="torie comeaux" userId="230154c0340f68ab" providerId="LiveId" clId="{00C2B174-1052-4CD2-A5E3-0E74A396B002}" dt="2026-08-31T20:50:28.707" v="4599" actId="14100"/>
          <ac:spMkLst>
            <pc:docMk/>
            <pc:sldMk cId="580810530" sldId="266"/>
            <ac:spMk id="9" creationId="{9E5DD580-C2B1-1DE7-CAE5-1D03373BB1E8}"/>
          </ac:spMkLst>
        </pc:spChg>
      </pc:sldChg>
      <pc:sldChg chg="modSp mod">
        <pc:chgData name="torie comeaux" userId="230154c0340f68ab" providerId="LiveId" clId="{00C2B174-1052-4CD2-A5E3-0E74A396B002}" dt="2026-08-31T20:50:36.938" v="4600" actId="14100"/>
        <pc:sldMkLst>
          <pc:docMk/>
          <pc:sldMk cId="2362867753" sldId="267"/>
        </pc:sldMkLst>
        <pc:spChg chg="mod">
          <ac:chgData name="torie comeaux" userId="230154c0340f68ab" providerId="LiveId" clId="{00C2B174-1052-4CD2-A5E3-0E74A396B002}" dt="2026-08-31T20:50:36.938" v="4600" actId="14100"/>
          <ac:spMkLst>
            <pc:docMk/>
            <pc:sldMk cId="2362867753" sldId="267"/>
            <ac:spMk id="9" creationId="{46C6AA84-7C2A-98C5-88D2-8C3698907A8C}"/>
          </ac:spMkLst>
        </pc:spChg>
      </pc:sldChg>
      <pc:sldChg chg="modSp mod">
        <pc:chgData name="torie comeaux" userId="230154c0340f68ab" providerId="LiveId" clId="{00C2B174-1052-4CD2-A5E3-0E74A396B002}" dt="2026-08-31T20:50:40.380" v="4601" actId="14100"/>
        <pc:sldMkLst>
          <pc:docMk/>
          <pc:sldMk cId="854625341" sldId="268"/>
        </pc:sldMkLst>
        <pc:spChg chg="mod">
          <ac:chgData name="torie comeaux" userId="230154c0340f68ab" providerId="LiveId" clId="{00C2B174-1052-4CD2-A5E3-0E74A396B002}" dt="2026-08-31T20:50:40.380" v="4601" actId="14100"/>
          <ac:spMkLst>
            <pc:docMk/>
            <pc:sldMk cId="854625341" sldId="268"/>
            <ac:spMk id="9" creationId="{4991E54D-DB1A-91B5-74BB-F4BF57B5E503}"/>
          </ac:spMkLst>
        </pc:spChg>
      </pc:sldChg>
      <pc:sldChg chg="modSp mod">
        <pc:chgData name="torie comeaux" userId="230154c0340f68ab" providerId="LiveId" clId="{00C2B174-1052-4CD2-A5E3-0E74A396B002}" dt="2026-08-31T20:50:43.543" v="4602" actId="14100"/>
        <pc:sldMkLst>
          <pc:docMk/>
          <pc:sldMk cId="2100221518" sldId="269"/>
        </pc:sldMkLst>
        <pc:spChg chg="mod">
          <ac:chgData name="torie comeaux" userId="230154c0340f68ab" providerId="LiveId" clId="{00C2B174-1052-4CD2-A5E3-0E74A396B002}" dt="2026-08-31T20:50:43.543" v="4602" actId="14100"/>
          <ac:spMkLst>
            <pc:docMk/>
            <pc:sldMk cId="2100221518" sldId="269"/>
            <ac:spMk id="9" creationId="{C7FA0FE1-ED8D-1668-E146-8C9B0C611CDD}"/>
          </ac:spMkLst>
        </pc:spChg>
      </pc:sldChg>
      <pc:sldChg chg="modSp mod">
        <pc:chgData name="torie comeaux" userId="230154c0340f68ab" providerId="LiveId" clId="{00C2B174-1052-4CD2-A5E3-0E74A396B002}" dt="2026-08-31T20:49:08.596" v="4590" actId="14100"/>
        <pc:sldMkLst>
          <pc:docMk/>
          <pc:sldMk cId="1483035185" sldId="270"/>
        </pc:sldMkLst>
        <pc:spChg chg="mod">
          <ac:chgData name="torie comeaux" userId="230154c0340f68ab" providerId="LiveId" clId="{00C2B174-1052-4CD2-A5E3-0E74A396B002}" dt="2026-08-31T20:49:08.596" v="4590" actId="14100"/>
          <ac:spMkLst>
            <pc:docMk/>
            <pc:sldMk cId="1483035185" sldId="270"/>
            <ac:spMk id="9" creationId="{A56D1777-94E2-615D-469B-E53C5BB01CD2}"/>
          </ac:spMkLst>
        </pc:spChg>
      </pc:sldChg>
      <pc:sldChg chg="addSp delSp modSp mod">
        <pc:chgData name="torie comeaux" userId="230154c0340f68ab" providerId="LiveId" clId="{00C2B174-1052-4CD2-A5E3-0E74A396B002}" dt="2026-08-31T20:50:58.060" v="4606" actId="20577"/>
        <pc:sldMkLst>
          <pc:docMk/>
          <pc:sldMk cId="0" sldId="271"/>
        </pc:sldMkLst>
        <pc:spChg chg="add del mod">
          <ac:chgData name="torie comeaux" userId="230154c0340f68ab" providerId="LiveId" clId="{00C2B174-1052-4CD2-A5E3-0E74A396B002}" dt="2026-08-31T20:50:58.060" v="4606" actId="20577"/>
          <ac:spMkLst>
            <pc:docMk/>
            <pc:sldMk cId="0" sldId="271"/>
            <ac:spMk id="7" creationId="{00000000-0000-0000-0000-000000000000}"/>
          </ac:spMkLst>
        </pc:spChg>
      </pc:sldChg>
      <pc:sldChg chg="modSp mod">
        <pc:chgData name="torie comeaux" userId="230154c0340f68ab" providerId="LiveId" clId="{00C2B174-1052-4CD2-A5E3-0E74A396B002}" dt="2026-08-31T20:51:07.353" v="4608" actId="6549"/>
        <pc:sldMkLst>
          <pc:docMk/>
          <pc:sldMk cId="0" sldId="272"/>
        </pc:sldMkLst>
        <pc:spChg chg="mod">
          <ac:chgData name="torie comeaux" userId="230154c0340f68ab" providerId="LiveId" clId="{00C2B174-1052-4CD2-A5E3-0E74A396B002}" dt="2026-08-31T20:51:07.353" v="4608" actId="6549"/>
          <ac:spMkLst>
            <pc:docMk/>
            <pc:sldMk cId="0" sldId="272"/>
            <ac:spMk id="7" creationId="{00000000-0000-0000-0000-000000000000}"/>
          </ac:spMkLst>
        </pc:spChg>
      </pc:sldChg>
      <pc:sldChg chg="modSp mod">
        <pc:chgData name="torie comeaux" userId="230154c0340f68ab" providerId="LiveId" clId="{00C2B174-1052-4CD2-A5E3-0E74A396B002}" dt="2026-08-31T20:51:13.547" v="4612" actId="20577"/>
        <pc:sldMkLst>
          <pc:docMk/>
          <pc:sldMk cId="0" sldId="273"/>
        </pc:sldMkLst>
        <pc:spChg chg="mod">
          <ac:chgData name="torie comeaux" userId="230154c0340f68ab" providerId="LiveId" clId="{00C2B174-1052-4CD2-A5E3-0E74A396B002}" dt="2026-08-31T20:51:13.547" v="4612" actId="20577"/>
          <ac:spMkLst>
            <pc:docMk/>
            <pc:sldMk cId="0" sldId="273"/>
            <ac:spMk id="5" creationId="{00000000-0000-0000-0000-000000000000}"/>
          </ac:spMkLst>
        </pc:spChg>
      </pc:sldChg>
      <pc:sldChg chg="modSp mod">
        <pc:chgData name="torie comeaux" userId="230154c0340f68ab" providerId="LiveId" clId="{00C2B174-1052-4CD2-A5E3-0E74A396B002}" dt="2026-08-31T20:51:24.399" v="4614" actId="6549"/>
        <pc:sldMkLst>
          <pc:docMk/>
          <pc:sldMk cId="0" sldId="274"/>
        </pc:sldMkLst>
        <pc:spChg chg="mod">
          <ac:chgData name="torie comeaux" userId="230154c0340f68ab" providerId="LiveId" clId="{00C2B174-1052-4CD2-A5E3-0E74A396B002}" dt="2026-08-31T20:51:24.399" v="4614" actId="6549"/>
          <ac:spMkLst>
            <pc:docMk/>
            <pc:sldMk cId="0" sldId="274"/>
            <ac:spMk id="6" creationId="{00000000-0000-0000-0000-000000000000}"/>
          </ac:spMkLst>
        </pc:spChg>
      </pc:sldChg>
      <pc:sldChg chg="modSp mod">
        <pc:chgData name="torie comeaux" userId="230154c0340f68ab" providerId="LiveId" clId="{00C2B174-1052-4CD2-A5E3-0E74A396B002}" dt="2026-08-31T20:51:29.766" v="4616" actId="20577"/>
        <pc:sldMkLst>
          <pc:docMk/>
          <pc:sldMk cId="0" sldId="275"/>
        </pc:sldMkLst>
        <pc:spChg chg="mod">
          <ac:chgData name="torie comeaux" userId="230154c0340f68ab" providerId="LiveId" clId="{00C2B174-1052-4CD2-A5E3-0E74A396B002}" dt="2026-08-31T20:51:29.766" v="4616" actId="20577"/>
          <ac:spMkLst>
            <pc:docMk/>
            <pc:sldMk cId="0" sldId="275"/>
            <ac:spMk id="5" creationId="{00000000-0000-0000-0000-000000000000}"/>
          </ac:spMkLst>
        </pc:spChg>
      </pc:sldChg>
      <pc:sldChg chg="modSp mod">
        <pc:chgData name="torie comeaux" userId="230154c0340f68ab" providerId="LiveId" clId="{00C2B174-1052-4CD2-A5E3-0E74A396B002}" dt="2026-08-31T20:51:39.936" v="4620" actId="20577"/>
        <pc:sldMkLst>
          <pc:docMk/>
          <pc:sldMk cId="0" sldId="276"/>
        </pc:sldMkLst>
        <pc:spChg chg="mod">
          <ac:chgData name="torie comeaux" userId="230154c0340f68ab" providerId="LiveId" clId="{00C2B174-1052-4CD2-A5E3-0E74A396B002}" dt="2026-08-31T20:51:39.936" v="4620" actId="20577"/>
          <ac:spMkLst>
            <pc:docMk/>
            <pc:sldMk cId="0" sldId="276"/>
            <ac:spMk id="7" creationId="{00000000-0000-0000-0000-000000000000}"/>
          </ac:spMkLst>
        </pc:spChg>
      </pc:sldChg>
      <pc:sldChg chg="modSp mod">
        <pc:chgData name="torie comeaux" userId="230154c0340f68ab" providerId="LiveId" clId="{00C2B174-1052-4CD2-A5E3-0E74A396B002}" dt="2026-08-31T20:51:45.202" v="4622" actId="6549"/>
        <pc:sldMkLst>
          <pc:docMk/>
          <pc:sldMk cId="0" sldId="277"/>
        </pc:sldMkLst>
        <pc:spChg chg="mod">
          <ac:chgData name="torie comeaux" userId="230154c0340f68ab" providerId="LiveId" clId="{00C2B174-1052-4CD2-A5E3-0E74A396B002}" dt="2026-08-31T20:51:45.202" v="4622" actId="6549"/>
          <ac:spMkLst>
            <pc:docMk/>
            <pc:sldMk cId="0" sldId="277"/>
            <ac:spMk id="5" creationId="{00000000-0000-0000-0000-000000000000}"/>
          </ac:spMkLst>
        </pc:spChg>
      </pc:sldChg>
      <pc:sldChg chg="modSp mod">
        <pc:chgData name="torie comeaux" userId="230154c0340f68ab" providerId="LiveId" clId="{00C2B174-1052-4CD2-A5E3-0E74A396B002}" dt="2026-08-31T20:51:50.227" v="4624" actId="6549"/>
        <pc:sldMkLst>
          <pc:docMk/>
          <pc:sldMk cId="0" sldId="278"/>
        </pc:sldMkLst>
        <pc:spChg chg="mod">
          <ac:chgData name="torie comeaux" userId="230154c0340f68ab" providerId="LiveId" clId="{00C2B174-1052-4CD2-A5E3-0E74A396B002}" dt="2026-08-31T20:51:50.227" v="4624" actId="6549"/>
          <ac:spMkLst>
            <pc:docMk/>
            <pc:sldMk cId="0" sldId="278"/>
            <ac:spMk id="7" creationId="{00000000-0000-0000-0000-000000000000}"/>
          </ac:spMkLst>
        </pc:spChg>
      </pc:sldChg>
      <pc:sldChg chg="modSp mod">
        <pc:chgData name="torie comeaux" userId="230154c0340f68ab" providerId="LiveId" clId="{00C2B174-1052-4CD2-A5E3-0E74A396B002}" dt="2026-08-31T20:51:55.826" v="4626" actId="6549"/>
        <pc:sldMkLst>
          <pc:docMk/>
          <pc:sldMk cId="0" sldId="279"/>
        </pc:sldMkLst>
        <pc:spChg chg="mod">
          <ac:chgData name="torie comeaux" userId="230154c0340f68ab" providerId="LiveId" clId="{00C2B174-1052-4CD2-A5E3-0E74A396B002}" dt="2026-08-31T20:51:55.826" v="4626" actId="6549"/>
          <ac:spMkLst>
            <pc:docMk/>
            <pc:sldMk cId="0" sldId="279"/>
            <ac:spMk id="7" creationId="{00000000-0000-0000-0000-000000000000}"/>
          </ac:spMkLst>
        </pc:spChg>
      </pc:sldChg>
      <pc:sldChg chg="modSp mod">
        <pc:chgData name="torie comeaux" userId="230154c0340f68ab" providerId="LiveId" clId="{00C2B174-1052-4CD2-A5E3-0E74A396B002}" dt="2026-08-31T20:52:06.138" v="4630" actId="20577"/>
        <pc:sldMkLst>
          <pc:docMk/>
          <pc:sldMk cId="0" sldId="280"/>
        </pc:sldMkLst>
        <pc:spChg chg="mod">
          <ac:chgData name="torie comeaux" userId="230154c0340f68ab" providerId="LiveId" clId="{00C2B174-1052-4CD2-A5E3-0E74A396B002}" dt="2026-08-31T20:52:06.138" v="4630" actId="20577"/>
          <ac:spMkLst>
            <pc:docMk/>
            <pc:sldMk cId="0" sldId="280"/>
            <ac:spMk id="5" creationId="{00000000-0000-0000-0000-000000000000}"/>
          </ac:spMkLst>
        </pc:spChg>
      </pc:sldChg>
      <pc:sldChg chg="modSp mod">
        <pc:chgData name="torie comeaux" userId="230154c0340f68ab" providerId="LiveId" clId="{00C2B174-1052-4CD2-A5E3-0E74A396B002}" dt="2026-08-31T20:52:11.702" v="4632" actId="6549"/>
        <pc:sldMkLst>
          <pc:docMk/>
          <pc:sldMk cId="0" sldId="281"/>
        </pc:sldMkLst>
        <pc:spChg chg="mod">
          <ac:chgData name="torie comeaux" userId="230154c0340f68ab" providerId="LiveId" clId="{00C2B174-1052-4CD2-A5E3-0E74A396B002}" dt="2026-08-31T20:52:11.702" v="4632" actId="6549"/>
          <ac:spMkLst>
            <pc:docMk/>
            <pc:sldMk cId="0" sldId="281"/>
            <ac:spMk id="5" creationId="{00000000-0000-0000-0000-000000000000}"/>
          </ac:spMkLst>
        </pc:spChg>
      </pc:sldChg>
      <pc:sldChg chg="modSp mod">
        <pc:chgData name="torie comeaux" userId="230154c0340f68ab" providerId="LiveId" clId="{00C2B174-1052-4CD2-A5E3-0E74A396B002}" dt="2026-08-31T20:52:16.776" v="4636" actId="20577"/>
        <pc:sldMkLst>
          <pc:docMk/>
          <pc:sldMk cId="0" sldId="282"/>
        </pc:sldMkLst>
        <pc:spChg chg="mod">
          <ac:chgData name="torie comeaux" userId="230154c0340f68ab" providerId="LiveId" clId="{00C2B174-1052-4CD2-A5E3-0E74A396B002}" dt="2026-08-31T20:52:16.776" v="4636" actId="20577"/>
          <ac:spMkLst>
            <pc:docMk/>
            <pc:sldMk cId="0" sldId="282"/>
            <ac:spMk id="5" creationId="{00000000-0000-0000-0000-000000000000}"/>
          </ac:spMkLst>
        </pc:spChg>
      </pc:sldChg>
      <pc:sldChg chg="modSp mod">
        <pc:chgData name="torie comeaux" userId="230154c0340f68ab" providerId="LiveId" clId="{00C2B174-1052-4CD2-A5E3-0E74A396B002}" dt="2026-08-31T20:52:22.240" v="4638" actId="20577"/>
        <pc:sldMkLst>
          <pc:docMk/>
          <pc:sldMk cId="0" sldId="283"/>
        </pc:sldMkLst>
        <pc:spChg chg="mod">
          <ac:chgData name="torie comeaux" userId="230154c0340f68ab" providerId="LiveId" clId="{00C2B174-1052-4CD2-A5E3-0E74A396B002}" dt="2026-08-31T20:52:22.240" v="4638" actId="20577"/>
          <ac:spMkLst>
            <pc:docMk/>
            <pc:sldMk cId="0" sldId="283"/>
            <ac:spMk id="7" creationId="{00000000-0000-0000-0000-000000000000}"/>
          </ac:spMkLst>
        </pc:spChg>
      </pc:sldChg>
      <pc:sldChg chg="modSp mod">
        <pc:chgData name="torie comeaux" userId="230154c0340f68ab" providerId="LiveId" clId="{00C2B174-1052-4CD2-A5E3-0E74A396B002}" dt="2026-08-31T20:52:28.006" v="4640" actId="20577"/>
        <pc:sldMkLst>
          <pc:docMk/>
          <pc:sldMk cId="0" sldId="284"/>
        </pc:sldMkLst>
        <pc:spChg chg="mod">
          <ac:chgData name="torie comeaux" userId="230154c0340f68ab" providerId="LiveId" clId="{00C2B174-1052-4CD2-A5E3-0E74A396B002}" dt="2026-08-31T20:52:28.006" v="4640" actId="20577"/>
          <ac:spMkLst>
            <pc:docMk/>
            <pc:sldMk cId="0" sldId="284"/>
            <ac:spMk id="5" creationId="{00000000-0000-0000-0000-000000000000}"/>
          </ac:spMkLst>
        </pc:spChg>
      </pc:sldChg>
      <pc:sldChg chg="modSp mod">
        <pc:chgData name="torie comeaux" userId="230154c0340f68ab" providerId="LiveId" clId="{00C2B174-1052-4CD2-A5E3-0E74A396B002}" dt="2026-08-31T20:52:33.964" v="4642" actId="20577"/>
        <pc:sldMkLst>
          <pc:docMk/>
          <pc:sldMk cId="0" sldId="285"/>
        </pc:sldMkLst>
        <pc:spChg chg="mod">
          <ac:chgData name="torie comeaux" userId="230154c0340f68ab" providerId="LiveId" clId="{00C2B174-1052-4CD2-A5E3-0E74A396B002}" dt="2026-08-31T20:52:33.964" v="4642" actId="20577"/>
          <ac:spMkLst>
            <pc:docMk/>
            <pc:sldMk cId="0" sldId="285"/>
            <ac:spMk id="5" creationId="{00000000-0000-0000-0000-000000000000}"/>
          </ac:spMkLst>
        </pc:spChg>
      </pc:sldChg>
      <pc:sldChg chg="modSp mod">
        <pc:chgData name="torie comeaux" userId="230154c0340f68ab" providerId="LiveId" clId="{00C2B174-1052-4CD2-A5E3-0E74A396B002}" dt="2026-08-31T20:52:39.394" v="4644" actId="6549"/>
        <pc:sldMkLst>
          <pc:docMk/>
          <pc:sldMk cId="0" sldId="286"/>
        </pc:sldMkLst>
        <pc:spChg chg="mod">
          <ac:chgData name="torie comeaux" userId="230154c0340f68ab" providerId="LiveId" clId="{00C2B174-1052-4CD2-A5E3-0E74A396B002}" dt="2026-08-31T20:52:39.394" v="4644" actId="6549"/>
          <ac:spMkLst>
            <pc:docMk/>
            <pc:sldMk cId="0" sldId="286"/>
            <ac:spMk id="5" creationId="{00000000-0000-0000-0000-000000000000}"/>
          </ac:spMkLst>
        </pc:spChg>
      </pc:sldChg>
      <pc:sldChg chg="modSp mod">
        <pc:chgData name="torie comeaux" userId="230154c0340f68ab" providerId="LiveId" clId="{00C2B174-1052-4CD2-A5E3-0E74A396B002}" dt="2026-08-31T20:52:44.446" v="4646" actId="6549"/>
        <pc:sldMkLst>
          <pc:docMk/>
          <pc:sldMk cId="0" sldId="287"/>
        </pc:sldMkLst>
        <pc:spChg chg="mod">
          <ac:chgData name="torie comeaux" userId="230154c0340f68ab" providerId="LiveId" clId="{00C2B174-1052-4CD2-A5E3-0E74A396B002}" dt="2026-08-31T20:52:44.446" v="4646" actId="6549"/>
          <ac:spMkLst>
            <pc:docMk/>
            <pc:sldMk cId="0" sldId="287"/>
            <ac:spMk id="6" creationId="{00000000-0000-0000-0000-000000000000}"/>
          </ac:spMkLst>
        </pc:spChg>
      </pc:sldChg>
      <pc:sldChg chg="modSp mod">
        <pc:chgData name="torie comeaux" userId="230154c0340f68ab" providerId="LiveId" clId="{00C2B174-1052-4CD2-A5E3-0E74A396B002}" dt="2026-08-31T20:52:49.766" v="4648" actId="20577"/>
        <pc:sldMkLst>
          <pc:docMk/>
          <pc:sldMk cId="0" sldId="288"/>
        </pc:sldMkLst>
        <pc:spChg chg="mod">
          <ac:chgData name="torie comeaux" userId="230154c0340f68ab" providerId="LiveId" clId="{00C2B174-1052-4CD2-A5E3-0E74A396B002}" dt="2026-08-31T20:52:49.766" v="4648" actId="20577"/>
          <ac:spMkLst>
            <pc:docMk/>
            <pc:sldMk cId="0" sldId="288"/>
            <ac:spMk id="5" creationId="{00000000-0000-0000-0000-000000000000}"/>
          </ac:spMkLst>
        </pc:spChg>
      </pc:sldChg>
      <pc:sldChg chg="modSp mod">
        <pc:chgData name="torie comeaux" userId="230154c0340f68ab" providerId="LiveId" clId="{00C2B174-1052-4CD2-A5E3-0E74A396B002}" dt="2026-08-31T20:52:54.632" v="4650" actId="20577"/>
        <pc:sldMkLst>
          <pc:docMk/>
          <pc:sldMk cId="0" sldId="289"/>
        </pc:sldMkLst>
        <pc:spChg chg="mod">
          <ac:chgData name="torie comeaux" userId="230154c0340f68ab" providerId="LiveId" clId="{00C2B174-1052-4CD2-A5E3-0E74A396B002}" dt="2026-08-31T20:52:54.632" v="4650" actId="20577"/>
          <ac:spMkLst>
            <pc:docMk/>
            <pc:sldMk cId="0" sldId="289"/>
            <ac:spMk id="5" creationId="{00000000-0000-0000-0000-000000000000}"/>
          </ac:spMkLst>
        </pc:spChg>
      </pc:sldChg>
      <pc:sldChg chg="modSp mod">
        <pc:chgData name="torie comeaux" userId="230154c0340f68ab" providerId="LiveId" clId="{00C2B174-1052-4CD2-A5E3-0E74A396B002}" dt="2026-08-31T20:52:59.650" v="4652" actId="20577"/>
        <pc:sldMkLst>
          <pc:docMk/>
          <pc:sldMk cId="0" sldId="290"/>
        </pc:sldMkLst>
        <pc:spChg chg="mod">
          <ac:chgData name="torie comeaux" userId="230154c0340f68ab" providerId="LiveId" clId="{00C2B174-1052-4CD2-A5E3-0E74A396B002}" dt="2026-08-31T20:52:59.650" v="4652" actId="20577"/>
          <ac:spMkLst>
            <pc:docMk/>
            <pc:sldMk cId="0" sldId="290"/>
            <ac:spMk id="6" creationId="{00000000-0000-0000-0000-000000000000}"/>
          </ac:spMkLst>
        </pc:spChg>
      </pc:sldChg>
      <pc:sldChg chg="modSp mod">
        <pc:chgData name="torie comeaux" userId="230154c0340f68ab" providerId="LiveId" clId="{00C2B174-1052-4CD2-A5E3-0E74A396B002}" dt="2026-08-31T20:53:04.832" v="4654" actId="20577"/>
        <pc:sldMkLst>
          <pc:docMk/>
          <pc:sldMk cId="0" sldId="291"/>
        </pc:sldMkLst>
        <pc:spChg chg="mod">
          <ac:chgData name="torie comeaux" userId="230154c0340f68ab" providerId="LiveId" clId="{00C2B174-1052-4CD2-A5E3-0E74A396B002}" dt="2026-08-31T20:53:04.832" v="4654" actId="20577"/>
          <ac:spMkLst>
            <pc:docMk/>
            <pc:sldMk cId="0" sldId="291"/>
            <ac:spMk id="5" creationId="{00000000-0000-0000-0000-000000000000}"/>
          </ac:spMkLst>
        </pc:spChg>
      </pc:sldChg>
      <pc:sldChg chg="modSp mod">
        <pc:chgData name="torie comeaux" userId="230154c0340f68ab" providerId="LiveId" clId="{00C2B174-1052-4CD2-A5E3-0E74A396B002}" dt="2026-08-31T20:53:12.197" v="4658" actId="6549"/>
        <pc:sldMkLst>
          <pc:docMk/>
          <pc:sldMk cId="0" sldId="292"/>
        </pc:sldMkLst>
        <pc:spChg chg="mod">
          <ac:chgData name="torie comeaux" userId="230154c0340f68ab" providerId="LiveId" clId="{00C2B174-1052-4CD2-A5E3-0E74A396B002}" dt="2026-08-31T20:53:12.197" v="4658" actId="6549"/>
          <ac:spMkLst>
            <pc:docMk/>
            <pc:sldMk cId="0" sldId="292"/>
            <ac:spMk id="4" creationId="{00000000-0000-0000-0000-000000000000}"/>
          </ac:spMkLst>
        </pc:spChg>
      </pc:sldChg>
      <pc:sldChg chg="modSp mod">
        <pc:chgData name="torie comeaux" userId="230154c0340f68ab" providerId="LiveId" clId="{00C2B174-1052-4CD2-A5E3-0E74A396B002}" dt="2026-08-31T20:53:18.109" v="4660" actId="6549"/>
        <pc:sldMkLst>
          <pc:docMk/>
          <pc:sldMk cId="0" sldId="293"/>
        </pc:sldMkLst>
        <pc:spChg chg="mod">
          <ac:chgData name="torie comeaux" userId="230154c0340f68ab" providerId="LiveId" clId="{00C2B174-1052-4CD2-A5E3-0E74A396B002}" dt="2026-08-31T20:53:18.109" v="4660" actId="6549"/>
          <ac:spMkLst>
            <pc:docMk/>
            <pc:sldMk cId="0" sldId="293"/>
            <ac:spMk id="4" creationId="{00000000-0000-0000-0000-000000000000}"/>
          </ac:spMkLst>
        </pc:spChg>
      </pc:sldChg>
      <pc:sldChg chg="modSp mod">
        <pc:chgData name="torie comeaux" userId="230154c0340f68ab" providerId="LiveId" clId="{00C2B174-1052-4CD2-A5E3-0E74A396B002}" dt="2026-08-31T20:53:22.797" v="4662" actId="6549"/>
        <pc:sldMkLst>
          <pc:docMk/>
          <pc:sldMk cId="0" sldId="294"/>
        </pc:sldMkLst>
        <pc:spChg chg="mod">
          <ac:chgData name="torie comeaux" userId="230154c0340f68ab" providerId="LiveId" clId="{00C2B174-1052-4CD2-A5E3-0E74A396B002}" dt="2026-08-31T20:53:22.797" v="4662" actId="6549"/>
          <ac:spMkLst>
            <pc:docMk/>
            <pc:sldMk cId="0" sldId="294"/>
            <ac:spMk id="4" creationId="{00000000-0000-0000-0000-000000000000}"/>
          </ac:spMkLst>
        </pc:spChg>
      </pc:sldChg>
      <pc:sldChg chg="modSp mod">
        <pc:chgData name="torie comeaux" userId="230154c0340f68ab" providerId="LiveId" clId="{00C2B174-1052-4CD2-A5E3-0E74A396B002}" dt="2026-08-31T20:53:28.820" v="4664" actId="6549"/>
        <pc:sldMkLst>
          <pc:docMk/>
          <pc:sldMk cId="0" sldId="295"/>
        </pc:sldMkLst>
        <pc:spChg chg="mod">
          <ac:chgData name="torie comeaux" userId="230154c0340f68ab" providerId="LiveId" clId="{00C2B174-1052-4CD2-A5E3-0E74A396B002}" dt="2026-08-31T20:53:28.820" v="4664" actId="6549"/>
          <ac:spMkLst>
            <pc:docMk/>
            <pc:sldMk cId="0" sldId="295"/>
            <ac:spMk id="6" creationId="{00000000-0000-0000-0000-000000000000}"/>
          </ac:spMkLst>
        </pc:spChg>
      </pc:sldChg>
      <pc:sldChg chg="modSp mod ord">
        <pc:chgData name="torie comeaux" userId="230154c0340f68ab" providerId="LiveId" clId="{00C2B174-1052-4CD2-A5E3-0E74A396B002}" dt="2026-08-31T20:53:35.159" v="4666" actId="6549"/>
        <pc:sldMkLst>
          <pc:docMk/>
          <pc:sldMk cId="0" sldId="296"/>
        </pc:sldMkLst>
        <pc:spChg chg="mod">
          <ac:chgData name="torie comeaux" userId="230154c0340f68ab" providerId="LiveId" clId="{00C2B174-1052-4CD2-A5E3-0E74A396B002}" dt="2026-08-31T20:53:35.159" v="4666" actId="6549"/>
          <ac:spMkLst>
            <pc:docMk/>
            <pc:sldMk cId="0" sldId="296"/>
            <ac:spMk id="4" creationId="{00000000-0000-0000-0000-000000000000}"/>
          </ac:spMkLst>
        </pc:spChg>
      </pc:sldChg>
      <pc:sldChg chg="modSp mod">
        <pc:chgData name="torie comeaux" userId="230154c0340f68ab" providerId="LiveId" clId="{00C2B174-1052-4CD2-A5E3-0E74A396B002}" dt="2026-08-31T20:53:40.430" v="4668" actId="20577"/>
        <pc:sldMkLst>
          <pc:docMk/>
          <pc:sldMk cId="0" sldId="297"/>
        </pc:sldMkLst>
        <pc:spChg chg="mod">
          <ac:chgData name="torie comeaux" userId="230154c0340f68ab" providerId="LiveId" clId="{00C2B174-1052-4CD2-A5E3-0E74A396B002}" dt="2026-08-31T20:53:40.430" v="4668" actId="20577"/>
          <ac:spMkLst>
            <pc:docMk/>
            <pc:sldMk cId="0" sldId="297"/>
            <ac:spMk id="4" creationId="{00000000-0000-0000-0000-000000000000}"/>
          </ac:spMkLst>
        </pc:spChg>
      </pc:sldChg>
      <pc:sldChg chg="modSp mod">
        <pc:chgData name="torie comeaux" userId="230154c0340f68ab" providerId="LiveId" clId="{00C2B174-1052-4CD2-A5E3-0E74A396B002}" dt="2026-08-31T20:53:44.717" v="4670" actId="20577"/>
        <pc:sldMkLst>
          <pc:docMk/>
          <pc:sldMk cId="0" sldId="298"/>
        </pc:sldMkLst>
        <pc:spChg chg="mod">
          <ac:chgData name="torie comeaux" userId="230154c0340f68ab" providerId="LiveId" clId="{00C2B174-1052-4CD2-A5E3-0E74A396B002}" dt="2026-08-31T20:53:44.717" v="4670" actId="20577"/>
          <ac:spMkLst>
            <pc:docMk/>
            <pc:sldMk cId="0" sldId="298"/>
            <ac:spMk id="4" creationId="{00000000-0000-0000-0000-000000000000}"/>
          </ac:spMkLst>
        </pc:spChg>
      </pc:sldChg>
      <pc:sldChg chg="modSp mod">
        <pc:chgData name="torie comeaux" userId="230154c0340f68ab" providerId="LiveId" clId="{00C2B174-1052-4CD2-A5E3-0E74A396B002}" dt="2026-08-31T20:54:07.160" v="4673" actId="6549"/>
        <pc:sldMkLst>
          <pc:docMk/>
          <pc:sldMk cId="0" sldId="299"/>
        </pc:sldMkLst>
        <pc:spChg chg="mod">
          <ac:chgData name="torie comeaux" userId="230154c0340f68ab" providerId="LiveId" clId="{00C2B174-1052-4CD2-A5E3-0E74A396B002}" dt="2026-08-31T20:54:07.160" v="4673" actId="6549"/>
          <ac:spMkLst>
            <pc:docMk/>
            <pc:sldMk cId="0" sldId="299"/>
            <ac:spMk id="4" creationId="{00000000-0000-0000-0000-000000000000}"/>
          </ac:spMkLst>
        </pc:spChg>
      </pc:sldChg>
      <pc:sldChg chg="addSp delSp modSp mod">
        <pc:chgData name="torie comeaux" userId="230154c0340f68ab" providerId="LiveId" clId="{00C2B174-1052-4CD2-A5E3-0E74A396B002}" dt="2026-09-01T02:35:19.914" v="4794" actId="14100"/>
        <pc:sldMkLst>
          <pc:docMk/>
          <pc:sldMk cId="3775080090" sldId="308"/>
        </pc:sldMkLst>
        <pc:spChg chg="add mod">
          <ac:chgData name="torie comeaux" userId="230154c0340f68ab" providerId="LiveId" clId="{00C2B174-1052-4CD2-A5E3-0E74A396B002}" dt="2026-09-01T02:35:19.914" v="4794" actId="14100"/>
          <ac:spMkLst>
            <pc:docMk/>
            <pc:sldMk cId="3775080090" sldId="308"/>
            <ac:spMk id="4" creationId="{647C61B7-C0B1-8970-A1CF-DA4660D9A9A0}"/>
          </ac:spMkLst>
        </pc:spChg>
        <pc:spChg chg="mod">
          <ac:chgData name="torie comeaux" userId="230154c0340f68ab" providerId="LiveId" clId="{00C2B174-1052-4CD2-A5E3-0E74A396B002}" dt="2026-08-31T16:49:41.334" v="3248" actId="1076"/>
          <ac:spMkLst>
            <pc:docMk/>
            <pc:sldMk cId="3775080090" sldId="308"/>
            <ac:spMk id="11" creationId="{8B0FF4CF-3B67-6ECD-4799-828144DE4133}"/>
          </ac:spMkLst>
        </pc:spChg>
        <pc:graphicFrameChg chg="mod modGraphic">
          <ac:chgData name="torie comeaux" userId="230154c0340f68ab" providerId="LiveId" clId="{00C2B174-1052-4CD2-A5E3-0E74A396B002}" dt="2026-08-31T17:14:38.900" v="3697" actId="14734"/>
          <ac:graphicFrameMkLst>
            <pc:docMk/>
            <pc:sldMk cId="3775080090" sldId="308"/>
            <ac:graphicFrameMk id="3" creationId="{76FAB2A1-6691-5CE3-8E64-0F72FD5F3111}"/>
          </ac:graphicFrameMkLst>
        </pc:graphicFrameChg>
        <pc:picChg chg="del">
          <ac:chgData name="torie comeaux" userId="230154c0340f68ab" providerId="LiveId" clId="{00C2B174-1052-4CD2-A5E3-0E74A396B002}" dt="2026-08-31T16:35:11.627" v="3022" actId="478"/>
          <ac:picMkLst>
            <pc:docMk/>
            <pc:sldMk cId="3775080090" sldId="308"/>
            <ac:picMk id="7" creationId="{B2608179-69C5-A6F5-7C89-937474A76B9C}"/>
          </ac:picMkLst>
        </pc:picChg>
      </pc:sldChg>
      <pc:sldChg chg="del">
        <pc:chgData name="torie comeaux" userId="230154c0340f68ab" providerId="LiveId" clId="{00C2B174-1052-4CD2-A5E3-0E74A396B002}" dt="2026-08-29T17:50:40.127" v="1940" actId="47"/>
        <pc:sldMkLst>
          <pc:docMk/>
          <pc:sldMk cId="1028896151" sldId="310"/>
        </pc:sldMkLst>
      </pc:sldChg>
      <pc:sldChg chg="del">
        <pc:chgData name="torie comeaux" userId="230154c0340f68ab" providerId="LiveId" clId="{00C2B174-1052-4CD2-A5E3-0E74A396B002}" dt="2026-08-29T17:50:40.127" v="1940" actId="47"/>
        <pc:sldMkLst>
          <pc:docMk/>
          <pc:sldMk cId="1604561804" sldId="311"/>
        </pc:sldMkLst>
      </pc:sldChg>
      <pc:sldChg chg="del">
        <pc:chgData name="torie comeaux" userId="230154c0340f68ab" providerId="LiveId" clId="{00C2B174-1052-4CD2-A5E3-0E74A396B002}" dt="2026-08-29T17:50:40.127" v="1940" actId="47"/>
        <pc:sldMkLst>
          <pc:docMk/>
          <pc:sldMk cId="1283297232" sldId="312"/>
        </pc:sldMkLst>
      </pc:sldChg>
      <pc:sldChg chg="del">
        <pc:chgData name="torie comeaux" userId="230154c0340f68ab" providerId="LiveId" clId="{00C2B174-1052-4CD2-A5E3-0E74A396B002}" dt="2026-08-29T17:50:45.661" v="1941" actId="47"/>
        <pc:sldMkLst>
          <pc:docMk/>
          <pc:sldMk cId="3703486926" sldId="313"/>
        </pc:sldMkLst>
      </pc:sldChg>
      <pc:sldChg chg="del">
        <pc:chgData name="torie comeaux" userId="230154c0340f68ab" providerId="LiveId" clId="{00C2B174-1052-4CD2-A5E3-0E74A396B002}" dt="2026-08-29T17:50:45.661" v="1941" actId="47"/>
        <pc:sldMkLst>
          <pc:docMk/>
          <pc:sldMk cId="2237598721" sldId="314"/>
        </pc:sldMkLst>
      </pc:sldChg>
      <pc:sldChg chg="del">
        <pc:chgData name="torie comeaux" userId="230154c0340f68ab" providerId="LiveId" clId="{00C2B174-1052-4CD2-A5E3-0E74A396B002}" dt="2026-08-29T17:50:45.661" v="1941" actId="47"/>
        <pc:sldMkLst>
          <pc:docMk/>
          <pc:sldMk cId="167488099" sldId="315"/>
        </pc:sldMkLst>
      </pc:sldChg>
      <pc:sldChg chg="del">
        <pc:chgData name="torie comeaux" userId="230154c0340f68ab" providerId="LiveId" clId="{00C2B174-1052-4CD2-A5E3-0E74A396B002}" dt="2026-08-29T17:51:18.129" v="1943" actId="47"/>
        <pc:sldMkLst>
          <pc:docMk/>
          <pc:sldMk cId="2916844021" sldId="316"/>
        </pc:sldMkLst>
      </pc:sldChg>
      <pc:sldChg chg="del">
        <pc:chgData name="torie comeaux" userId="230154c0340f68ab" providerId="LiveId" clId="{00C2B174-1052-4CD2-A5E3-0E74A396B002}" dt="2026-08-29T17:51:18.129" v="1943" actId="47"/>
        <pc:sldMkLst>
          <pc:docMk/>
          <pc:sldMk cId="4240326120" sldId="317"/>
        </pc:sldMkLst>
      </pc:sldChg>
      <pc:sldChg chg="del">
        <pc:chgData name="torie comeaux" userId="230154c0340f68ab" providerId="LiveId" clId="{00C2B174-1052-4CD2-A5E3-0E74A396B002}" dt="2026-08-29T17:51:15.469" v="1942" actId="47"/>
        <pc:sldMkLst>
          <pc:docMk/>
          <pc:sldMk cId="559595337" sldId="318"/>
        </pc:sldMkLst>
      </pc:sldChg>
      <pc:sldChg chg="del">
        <pc:chgData name="torie comeaux" userId="230154c0340f68ab" providerId="LiveId" clId="{00C2B174-1052-4CD2-A5E3-0E74A396B002}" dt="2026-08-29T17:51:15.469" v="1942" actId="47"/>
        <pc:sldMkLst>
          <pc:docMk/>
          <pc:sldMk cId="1411550566" sldId="319"/>
        </pc:sldMkLst>
      </pc:sldChg>
      <pc:sldChg chg="modSp mod">
        <pc:chgData name="torie comeaux" userId="230154c0340f68ab" providerId="LiveId" clId="{00C2B174-1052-4CD2-A5E3-0E74A396B002}" dt="2026-08-29T17:27:31.131" v="1877" actId="20577"/>
        <pc:sldMkLst>
          <pc:docMk/>
          <pc:sldMk cId="4121671989" sldId="324"/>
        </pc:sldMkLst>
        <pc:spChg chg="mod">
          <ac:chgData name="torie comeaux" userId="230154c0340f68ab" providerId="LiveId" clId="{00C2B174-1052-4CD2-A5E3-0E74A396B002}" dt="2026-08-29T17:27:31.131" v="1877" actId="20577"/>
          <ac:spMkLst>
            <pc:docMk/>
            <pc:sldMk cId="4121671989" sldId="324"/>
            <ac:spMk id="2" creationId="{F5702B97-EFDE-507C-A62B-BFAE47E7C0D8}"/>
          </ac:spMkLst>
        </pc:spChg>
      </pc:sldChg>
      <pc:sldChg chg="modSp mod">
        <pc:chgData name="torie comeaux" userId="230154c0340f68ab" providerId="LiveId" clId="{00C2B174-1052-4CD2-A5E3-0E74A396B002}" dt="2026-08-29T17:27:15.115" v="1868" actId="20577"/>
        <pc:sldMkLst>
          <pc:docMk/>
          <pc:sldMk cId="3677843054" sldId="325"/>
        </pc:sldMkLst>
        <pc:spChg chg="mod">
          <ac:chgData name="torie comeaux" userId="230154c0340f68ab" providerId="LiveId" clId="{00C2B174-1052-4CD2-A5E3-0E74A396B002}" dt="2026-08-29T17:27:15.115" v="1868" actId="20577"/>
          <ac:spMkLst>
            <pc:docMk/>
            <pc:sldMk cId="3677843054" sldId="325"/>
            <ac:spMk id="2" creationId="{089A79FB-00FF-1F11-610C-866CEE8EC1E4}"/>
          </ac:spMkLst>
        </pc:spChg>
      </pc:sldChg>
      <pc:sldChg chg="addSp delSp modSp mod">
        <pc:chgData name="torie comeaux" userId="230154c0340f68ab" providerId="LiveId" clId="{00C2B174-1052-4CD2-A5E3-0E74A396B002}" dt="2026-08-31T16:26:02.702" v="3021" actId="1076"/>
        <pc:sldMkLst>
          <pc:docMk/>
          <pc:sldMk cId="134774444" sldId="326"/>
        </pc:sldMkLst>
        <pc:spChg chg="mod">
          <ac:chgData name="torie comeaux" userId="230154c0340f68ab" providerId="LiveId" clId="{00C2B174-1052-4CD2-A5E3-0E74A396B002}" dt="2026-08-29T16:33:35.454" v="1652" actId="20577"/>
          <ac:spMkLst>
            <pc:docMk/>
            <pc:sldMk cId="134774444" sldId="326"/>
            <ac:spMk id="2" creationId="{3A26D373-923D-94BC-95B2-02B6F6036F86}"/>
          </ac:spMkLst>
        </pc:spChg>
        <pc:spChg chg="mod">
          <ac:chgData name="torie comeaux" userId="230154c0340f68ab" providerId="LiveId" clId="{00C2B174-1052-4CD2-A5E3-0E74A396B002}" dt="2026-08-29T15:39:51.522" v="797" actId="20577"/>
          <ac:spMkLst>
            <pc:docMk/>
            <pc:sldMk cId="134774444" sldId="326"/>
            <ac:spMk id="7" creationId="{17DBDB81-20A6-C908-AF14-3DF6227574FE}"/>
          </ac:spMkLst>
        </pc:spChg>
        <pc:graphicFrameChg chg="mod modGraphic">
          <ac:chgData name="torie comeaux" userId="230154c0340f68ab" providerId="LiveId" clId="{00C2B174-1052-4CD2-A5E3-0E74A396B002}" dt="2026-08-29T16:35:43.397" v="1675" actId="14100"/>
          <ac:graphicFrameMkLst>
            <pc:docMk/>
            <pc:sldMk cId="134774444" sldId="326"/>
            <ac:graphicFrameMk id="3" creationId="{677193D7-CB97-0AB9-61BA-3EB229B7071C}"/>
          </ac:graphicFrameMkLst>
        </pc:graphicFrameChg>
        <pc:picChg chg="add mod">
          <ac:chgData name="torie comeaux" userId="230154c0340f68ab" providerId="LiveId" clId="{00C2B174-1052-4CD2-A5E3-0E74A396B002}" dt="2026-08-31T16:26:02.702" v="3021" actId="1076"/>
          <ac:picMkLst>
            <pc:docMk/>
            <pc:sldMk cId="134774444" sldId="326"/>
            <ac:picMk id="11" creationId="{818E8023-C785-875E-7E00-F343F916AA00}"/>
          </ac:picMkLst>
        </pc:picChg>
        <pc:picChg chg="add mod ord">
          <ac:chgData name="torie comeaux" userId="230154c0340f68ab" providerId="LiveId" clId="{00C2B174-1052-4CD2-A5E3-0E74A396B002}" dt="2026-08-31T16:25:55.736" v="3019" actId="1076"/>
          <ac:picMkLst>
            <pc:docMk/>
            <pc:sldMk cId="134774444" sldId="326"/>
            <ac:picMk id="15" creationId="{B7B7F6BD-385C-DCD4-A6DC-B5FB6C7A4F69}"/>
          </ac:picMkLst>
        </pc:picChg>
      </pc:sldChg>
      <pc:sldChg chg="del">
        <pc:chgData name="torie comeaux" userId="230154c0340f68ab" providerId="LiveId" clId="{00C2B174-1052-4CD2-A5E3-0E74A396B002}" dt="2026-08-29T16:37:04.033" v="1680" actId="47"/>
        <pc:sldMkLst>
          <pc:docMk/>
          <pc:sldMk cId="2892831410" sldId="327"/>
        </pc:sldMkLst>
      </pc:sldChg>
      <pc:sldChg chg="modSp mod">
        <pc:chgData name="torie comeaux" userId="230154c0340f68ab" providerId="LiveId" clId="{00C2B174-1052-4CD2-A5E3-0E74A396B002}" dt="2026-08-29T16:43:12.663" v="1715" actId="20577"/>
        <pc:sldMkLst>
          <pc:docMk/>
          <pc:sldMk cId="3262598439" sldId="328"/>
        </pc:sldMkLst>
        <pc:spChg chg="mod">
          <ac:chgData name="torie comeaux" userId="230154c0340f68ab" providerId="LiveId" clId="{00C2B174-1052-4CD2-A5E3-0E74A396B002}" dt="2026-08-29T16:43:12.663" v="1715" actId="20577"/>
          <ac:spMkLst>
            <pc:docMk/>
            <pc:sldMk cId="3262598439" sldId="328"/>
            <ac:spMk id="11" creationId="{A77303AB-1577-A9A9-1A48-856B07F49528}"/>
          </ac:spMkLst>
        </pc:spChg>
        <pc:spChg chg="mod">
          <ac:chgData name="torie comeaux" userId="230154c0340f68ab" providerId="LiveId" clId="{00C2B174-1052-4CD2-A5E3-0E74A396B002}" dt="2026-08-29T16:43:01.331" v="1709" actId="20577"/>
          <ac:spMkLst>
            <pc:docMk/>
            <pc:sldMk cId="3262598439" sldId="328"/>
            <ac:spMk id="15" creationId="{796CCB32-56A1-7773-9B18-3B3ADB379132}"/>
          </ac:spMkLst>
        </pc:spChg>
      </pc:sldChg>
      <pc:sldChg chg="modSp mod">
        <pc:chgData name="torie comeaux" userId="230154c0340f68ab" providerId="LiveId" clId="{00C2B174-1052-4CD2-A5E3-0E74A396B002}" dt="2026-09-01T02:44:36.142" v="4838" actId="20577"/>
        <pc:sldMkLst>
          <pc:docMk/>
          <pc:sldMk cId="434469077" sldId="329"/>
        </pc:sldMkLst>
        <pc:spChg chg="mod">
          <ac:chgData name="torie comeaux" userId="230154c0340f68ab" providerId="LiveId" clId="{00C2B174-1052-4CD2-A5E3-0E74A396B002}" dt="2026-08-29T16:41:57.155" v="1701" actId="20577"/>
          <ac:spMkLst>
            <pc:docMk/>
            <pc:sldMk cId="434469077" sldId="329"/>
            <ac:spMk id="2" creationId="{F0EC334B-C1F8-0F6B-6E59-366BBBAC2F83}"/>
          </ac:spMkLst>
        </pc:spChg>
        <pc:spChg chg="mod">
          <ac:chgData name="torie comeaux" userId="230154c0340f68ab" providerId="LiveId" clId="{00C2B174-1052-4CD2-A5E3-0E74A396B002}" dt="2026-09-01T02:44:36.142" v="4838" actId="20577"/>
          <ac:spMkLst>
            <pc:docMk/>
            <pc:sldMk cId="434469077" sldId="329"/>
            <ac:spMk id="4" creationId="{DB22AA4D-FEA4-647B-A70E-8A87FBD9D650}"/>
          </ac:spMkLst>
        </pc:spChg>
      </pc:sldChg>
      <pc:sldChg chg="addSp delSp modSp mod">
        <pc:chgData name="torie comeaux" userId="230154c0340f68ab" providerId="LiveId" clId="{00C2B174-1052-4CD2-A5E3-0E74A396B002}" dt="2026-08-29T15:24:41.281" v="403" actId="14100"/>
        <pc:sldMkLst>
          <pc:docMk/>
          <pc:sldMk cId="4182280313" sldId="330"/>
        </pc:sldMkLst>
        <pc:picChg chg="add mod">
          <ac:chgData name="torie comeaux" userId="230154c0340f68ab" providerId="LiveId" clId="{00C2B174-1052-4CD2-A5E3-0E74A396B002}" dt="2026-08-29T15:24:41.281" v="403" actId="14100"/>
          <ac:picMkLst>
            <pc:docMk/>
            <pc:sldMk cId="4182280313" sldId="330"/>
            <ac:picMk id="3" creationId="{A90C38BE-3C47-C6F7-801A-331F9F47CFE1}"/>
          </ac:picMkLst>
        </pc:picChg>
      </pc:sldChg>
      <pc:sldChg chg="modSp mod">
        <pc:chgData name="torie comeaux" userId="230154c0340f68ab" providerId="LiveId" clId="{00C2B174-1052-4CD2-A5E3-0E74A396B002}" dt="2026-08-31T20:37:18.651" v="4492" actId="20577"/>
        <pc:sldMkLst>
          <pc:docMk/>
          <pc:sldMk cId="2220956367" sldId="331"/>
        </pc:sldMkLst>
        <pc:spChg chg="mod">
          <ac:chgData name="torie comeaux" userId="230154c0340f68ab" providerId="LiveId" clId="{00C2B174-1052-4CD2-A5E3-0E74A396B002}" dt="2026-08-28T20:50:54.336" v="392" actId="20577"/>
          <ac:spMkLst>
            <pc:docMk/>
            <pc:sldMk cId="2220956367" sldId="331"/>
            <ac:spMk id="3" creationId="{3A5A9D3D-224B-65F9-809F-589AA849EF95}"/>
          </ac:spMkLst>
        </pc:spChg>
        <pc:spChg chg="mod">
          <ac:chgData name="torie comeaux" userId="230154c0340f68ab" providerId="LiveId" clId="{00C2B174-1052-4CD2-A5E3-0E74A396B002}" dt="2026-08-31T20:37:18.651" v="4492" actId="20577"/>
          <ac:spMkLst>
            <pc:docMk/>
            <pc:sldMk cId="2220956367" sldId="331"/>
            <ac:spMk id="4" creationId="{DCCE46C8-1083-EFE0-C18E-98F6A3C54C44}"/>
          </ac:spMkLst>
        </pc:spChg>
      </pc:sldChg>
      <pc:sldChg chg="modSp mod">
        <pc:chgData name="torie comeaux" userId="230154c0340f68ab" providerId="LiveId" clId="{00C2B174-1052-4CD2-A5E3-0E74A396B002}" dt="2026-08-28T20:34:02.368" v="3" actId="20577"/>
        <pc:sldMkLst>
          <pc:docMk/>
          <pc:sldMk cId="531176374" sldId="335"/>
        </pc:sldMkLst>
        <pc:spChg chg="mod">
          <ac:chgData name="torie comeaux" userId="230154c0340f68ab" providerId="LiveId" clId="{00C2B174-1052-4CD2-A5E3-0E74A396B002}" dt="2026-08-28T20:34:02.368" v="3" actId="20577"/>
          <ac:spMkLst>
            <pc:docMk/>
            <pc:sldMk cId="531176374" sldId="335"/>
            <ac:spMk id="6" creationId="{276FA3AF-2204-B6CA-EDC5-32EB3BC2EAF7}"/>
          </ac:spMkLst>
        </pc:spChg>
      </pc:sldChg>
      <pc:sldChg chg="delSp del mod">
        <pc:chgData name="torie comeaux" userId="230154c0340f68ab" providerId="LiveId" clId="{00C2B174-1052-4CD2-A5E3-0E74A396B002}" dt="2026-08-29T20:38:31.297" v="2655" actId="47"/>
        <pc:sldMkLst>
          <pc:docMk/>
          <pc:sldMk cId="4172301406" sldId="342"/>
        </pc:sldMkLst>
      </pc:sldChg>
      <pc:sldChg chg="addSp delSp modSp mod">
        <pc:chgData name="torie comeaux" userId="230154c0340f68ab" providerId="LiveId" clId="{00C2B174-1052-4CD2-A5E3-0E74A396B002}" dt="2026-08-29T20:38:14.373" v="2654" actId="14100"/>
        <pc:sldMkLst>
          <pc:docMk/>
          <pc:sldMk cId="2118203150" sldId="343"/>
        </pc:sldMkLst>
        <pc:picChg chg="add mod">
          <ac:chgData name="torie comeaux" userId="230154c0340f68ab" providerId="LiveId" clId="{00C2B174-1052-4CD2-A5E3-0E74A396B002}" dt="2026-08-29T20:38:14.373" v="2654" actId="14100"/>
          <ac:picMkLst>
            <pc:docMk/>
            <pc:sldMk cId="2118203150" sldId="343"/>
            <ac:picMk id="5" creationId="{4BF85029-5553-0367-4676-ABCAE72BCD4C}"/>
          </ac:picMkLst>
        </pc:picChg>
      </pc:sldChg>
      <pc:sldChg chg="del">
        <pc:chgData name="torie comeaux" userId="230154c0340f68ab" providerId="LiveId" clId="{00C2B174-1052-4CD2-A5E3-0E74A396B002}" dt="2026-08-29T15:25:01.582" v="406" actId="47"/>
        <pc:sldMkLst>
          <pc:docMk/>
          <pc:sldMk cId="3869723532" sldId="344"/>
        </pc:sldMkLst>
      </pc:sldChg>
      <pc:sldChg chg="del">
        <pc:chgData name="torie comeaux" userId="230154c0340f68ab" providerId="LiveId" clId="{00C2B174-1052-4CD2-A5E3-0E74A396B002}" dt="2026-08-29T15:25:06.041" v="408" actId="47"/>
        <pc:sldMkLst>
          <pc:docMk/>
          <pc:sldMk cId="1102355003" sldId="345"/>
        </pc:sldMkLst>
      </pc:sldChg>
      <pc:sldChg chg="del">
        <pc:chgData name="torie comeaux" userId="230154c0340f68ab" providerId="LiveId" clId="{00C2B174-1052-4CD2-A5E3-0E74A396B002}" dt="2026-08-29T15:25:04.781" v="407" actId="47"/>
        <pc:sldMkLst>
          <pc:docMk/>
          <pc:sldMk cId="220704547" sldId="346"/>
        </pc:sldMkLst>
      </pc:sldChg>
      <pc:sldChg chg="addSp delSp modSp mod">
        <pc:chgData name="torie comeaux" userId="230154c0340f68ab" providerId="LiveId" clId="{00C2B174-1052-4CD2-A5E3-0E74A396B002}" dt="2026-08-29T20:36:42.716" v="2631" actId="14100"/>
        <pc:sldMkLst>
          <pc:docMk/>
          <pc:sldMk cId="2419523984" sldId="347"/>
        </pc:sldMkLst>
        <pc:picChg chg="add mod">
          <ac:chgData name="torie comeaux" userId="230154c0340f68ab" providerId="LiveId" clId="{00C2B174-1052-4CD2-A5E3-0E74A396B002}" dt="2026-08-29T20:36:42.716" v="2631" actId="14100"/>
          <ac:picMkLst>
            <pc:docMk/>
            <pc:sldMk cId="2419523984" sldId="347"/>
            <ac:picMk id="5" creationId="{74694918-8201-6965-A703-C6D9E678BECE}"/>
          </ac:picMkLst>
        </pc:picChg>
      </pc:sldChg>
      <pc:sldChg chg="addSp delSp modSp mod">
        <pc:chgData name="torie comeaux" userId="230154c0340f68ab" providerId="LiveId" clId="{00C2B174-1052-4CD2-A5E3-0E74A396B002}" dt="2026-08-29T20:37:42.186" v="2648" actId="14100"/>
        <pc:sldMkLst>
          <pc:docMk/>
          <pc:sldMk cId="3598373333" sldId="348"/>
        </pc:sldMkLst>
        <pc:picChg chg="add mod">
          <ac:chgData name="torie comeaux" userId="230154c0340f68ab" providerId="LiveId" clId="{00C2B174-1052-4CD2-A5E3-0E74A396B002}" dt="2026-08-29T20:37:42.186" v="2648" actId="14100"/>
          <ac:picMkLst>
            <pc:docMk/>
            <pc:sldMk cId="3598373333" sldId="348"/>
            <ac:picMk id="5" creationId="{BFCABAB5-87A6-66FE-7EFE-01704A140C5D}"/>
          </ac:picMkLst>
        </pc:picChg>
      </pc:sldChg>
      <pc:sldChg chg="del">
        <pc:chgData name="torie comeaux" userId="230154c0340f68ab" providerId="LiveId" clId="{00C2B174-1052-4CD2-A5E3-0E74A396B002}" dt="2026-08-29T17:44:22.497" v="1880" actId="47"/>
        <pc:sldMkLst>
          <pc:docMk/>
          <pc:sldMk cId="3289612081" sldId="349"/>
        </pc:sldMkLst>
      </pc:sldChg>
      <pc:sldChg chg="del">
        <pc:chgData name="torie comeaux" userId="230154c0340f68ab" providerId="LiveId" clId="{00C2B174-1052-4CD2-A5E3-0E74A396B002}" dt="2026-08-29T17:44:23.626" v="1881" actId="47"/>
        <pc:sldMkLst>
          <pc:docMk/>
          <pc:sldMk cId="2036250496" sldId="350"/>
        </pc:sldMkLst>
      </pc:sldChg>
      <pc:sldChg chg="del">
        <pc:chgData name="torie comeaux" userId="230154c0340f68ab" providerId="LiveId" clId="{00C2B174-1052-4CD2-A5E3-0E74A396B002}" dt="2026-08-29T17:44:26.281" v="1883" actId="47"/>
        <pc:sldMkLst>
          <pc:docMk/>
          <pc:sldMk cId="335181045" sldId="351"/>
        </pc:sldMkLst>
      </pc:sldChg>
      <pc:sldChg chg="del">
        <pc:chgData name="torie comeaux" userId="230154c0340f68ab" providerId="LiveId" clId="{00C2B174-1052-4CD2-A5E3-0E74A396B002}" dt="2026-08-29T17:44:27.424" v="1884" actId="47"/>
        <pc:sldMkLst>
          <pc:docMk/>
          <pc:sldMk cId="2884348247" sldId="352"/>
        </pc:sldMkLst>
      </pc:sldChg>
      <pc:sldChg chg="del">
        <pc:chgData name="torie comeaux" userId="230154c0340f68ab" providerId="LiveId" clId="{00C2B174-1052-4CD2-A5E3-0E74A396B002}" dt="2026-08-29T17:44:25.029" v="1882" actId="47"/>
        <pc:sldMkLst>
          <pc:docMk/>
          <pc:sldMk cId="3579139593" sldId="353"/>
        </pc:sldMkLst>
      </pc:sldChg>
      <pc:sldChg chg="del">
        <pc:chgData name="torie comeaux" userId="230154c0340f68ab" providerId="LiveId" clId="{00C2B174-1052-4CD2-A5E3-0E74A396B002}" dt="2026-08-29T17:44:31.745" v="1885" actId="47"/>
        <pc:sldMkLst>
          <pc:docMk/>
          <pc:sldMk cId="2762853483" sldId="355"/>
        </pc:sldMkLst>
      </pc:sldChg>
      <pc:sldChg chg="addSp delSp modSp mod">
        <pc:chgData name="torie comeaux" userId="230154c0340f68ab" providerId="LiveId" clId="{00C2B174-1052-4CD2-A5E3-0E74A396B002}" dt="2026-08-29T20:32:04.121" v="2607" actId="14100"/>
        <pc:sldMkLst>
          <pc:docMk/>
          <pc:sldMk cId="2578459818" sldId="356"/>
        </pc:sldMkLst>
        <pc:picChg chg="add mod">
          <ac:chgData name="torie comeaux" userId="230154c0340f68ab" providerId="LiveId" clId="{00C2B174-1052-4CD2-A5E3-0E74A396B002}" dt="2026-08-29T20:32:04.121" v="2607" actId="14100"/>
          <ac:picMkLst>
            <pc:docMk/>
            <pc:sldMk cId="2578459818" sldId="356"/>
            <ac:picMk id="5" creationId="{89FC54DB-6A16-DA00-0A8C-3EF1119C2065}"/>
          </ac:picMkLst>
        </pc:picChg>
      </pc:sldChg>
      <pc:sldChg chg="addSp delSp modSp del mod">
        <pc:chgData name="torie comeaux" userId="230154c0340f68ab" providerId="LiveId" clId="{00C2B174-1052-4CD2-A5E3-0E74A396B002}" dt="2026-08-31T17:19:36.872" v="3726" actId="47"/>
        <pc:sldMkLst>
          <pc:docMk/>
          <pc:sldMk cId="3787048204" sldId="357"/>
        </pc:sldMkLst>
      </pc:sldChg>
      <pc:sldChg chg="addSp delSp modSp mod">
        <pc:chgData name="torie comeaux" userId="230154c0340f68ab" providerId="LiveId" clId="{00C2B174-1052-4CD2-A5E3-0E74A396B002}" dt="2026-08-31T22:31:06.560" v="4703" actId="14100"/>
        <pc:sldMkLst>
          <pc:docMk/>
          <pc:sldMk cId="2715154633" sldId="358"/>
        </pc:sldMkLst>
        <pc:picChg chg="add del mod">
          <ac:chgData name="torie comeaux" userId="230154c0340f68ab" providerId="LiveId" clId="{00C2B174-1052-4CD2-A5E3-0E74A396B002}" dt="2026-08-31T22:10:09.757" v="4677" actId="478"/>
          <ac:picMkLst>
            <pc:docMk/>
            <pc:sldMk cId="2715154633" sldId="358"/>
            <ac:picMk id="5" creationId="{E6A1F82A-5A1B-4F14-875E-05C36C7723D7}"/>
          </ac:picMkLst>
        </pc:picChg>
        <pc:picChg chg="add mod">
          <ac:chgData name="torie comeaux" userId="230154c0340f68ab" providerId="LiveId" clId="{00C2B174-1052-4CD2-A5E3-0E74A396B002}" dt="2026-08-31T22:31:06.560" v="4703" actId="14100"/>
          <ac:picMkLst>
            <pc:docMk/>
            <pc:sldMk cId="2715154633" sldId="358"/>
            <ac:picMk id="7" creationId="{DA9D19C6-BB69-5F2B-8C26-301A514A505B}"/>
          </ac:picMkLst>
        </pc:picChg>
      </pc:sldChg>
      <pc:sldChg chg="addSp delSp modSp del mod">
        <pc:chgData name="torie comeaux" userId="230154c0340f68ab" providerId="LiveId" clId="{00C2B174-1052-4CD2-A5E3-0E74A396B002}" dt="2026-08-31T22:33:12.705" v="4716" actId="47"/>
        <pc:sldMkLst>
          <pc:docMk/>
          <pc:sldMk cId="1876246743" sldId="359"/>
        </pc:sldMkLst>
        <pc:picChg chg="add mod">
          <ac:chgData name="torie comeaux" userId="230154c0340f68ab" providerId="LiveId" clId="{00C2B174-1052-4CD2-A5E3-0E74A396B002}" dt="2026-08-31T22:31:52.120" v="4714" actId="14100"/>
          <ac:picMkLst>
            <pc:docMk/>
            <pc:sldMk cId="1876246743" sldId="359"/>
            <ac:picMk id="5" creationId="{31D30A05-6476-1E68-2490-5826F6D64D73}"/>
          </ac:picMkLst>
        </pc:picChg>
      </pc:sldChg>
      <pc:sldChg chg="addSp delSp modSp mod ord">
        <pc:chgData name="torie comeaux" userId="230154c0340f68ab" providerId="LiveId" clId="{00C2B174-1052-4CD2-A5E3-0E74A396B002}" dt="2026-08-31T22:45:38.424" v="4764" actId="14100"/>
        <pc:sldMkLst>
          <pc:docMk/>
          <pc:sldMk cId="3230723612" sldId="360"/>
        </pc:sldMkLst>
        <pc:picChg chg="add del">
          <ac:chgData name="torie comeaux" userId="230154c0340f68ab" providerId="LiveId" clId="{00C2B174-1052-4CD2-A5E3-0E74A396B002}" dt="2026-08-31T22:18:28.534" v="4683" actId="478"/>
          <ac:picMkLst>
            <pc:docMk/>
            <pc:sldMk cId="3230723612" sldId="360"/>
            <ac:picMk id="5" creationId="{B86909ED-5D18-9ADF-81F6-EF741013CDC5}"/>
          </ac:picMkLst>
        </pc:picChg>
        <pc:picChg chg="add mod">
          <ac:chgData name="torie comeaux" userId="230154c0340f68ab" providerId="LiveId" clId="{00C2B174-1052-4CD2-A5E3-0E74A396B002}" dt="2026-08-31T22:45:38.424" v="4764" actId="14100"/>
          <ac:picMkLst>
            <pc:docMk/>
            <pc:sldMk cId="3230723612" sldId="360"/>
            <ac:picMk id="7" creationId="{8BEAD1B4-E319-0B1B-D1DB-CE6249A8715D}"/>
          </ac:picMkLst>
        </pc:picChg>
      </pc:sldChg>
      <pc:sldChg chg="addSp delSp modSp mod ord">
        <pc:chgData name="torie comeaux" userId="230154c0340f68ab" providerId="LiveId" clId="{00C2B174-1052-4CD2-A5E3-0E74A396B002}" dt="2026-08-31T22:45:55.044" v="4768" actId="14100"/>
        <pc:sldMkLst>
          <pc:docMk/>
          <pc:sldMk cId="618288129" sldId="361"/>
        </pc:sldMkLst>
        <pc:picChg chg="add mod">
          <ac:chgData name="torie comeaux" userId="230154c0340f68ab" providerId="LiveId" clId="{00C2B174-1052-4CD2-A5E3-0E74A396B002}" dt="2026-08-31T22:45:55.044" v="4768" actId="14100"/>
          <ac:picMkLst>
            <pc:docMk/>
            <pc:sldMk cId="618288129" sldId="361"/>
            <ac:picMk id="5" creationId="{9E275CFF-406D-54B4-8872-168D9F024DC0}"/>
          </ac:picMkLst>
        </pc:picChg>
      </pc:sldChg>
      <pc:sldChg chg="addSp delSp modSp mod ord">
        <pc:chgData name="torie comeaux" userId="230154c0340f68ab" providerId="LiveId" clId="{00C2B174-1052-4CD2-A5E3-0E74A396B002}" dt="2026-08-31T22:45:26.879" v="4761" actId="14100"/>
        <pc:sldMkLst>
          <pc:docMk/>
          <pc:sldMk cId="1111214194" sldId="362"/>
        </pc:sldMkLst>
        <pc:picChg chg="add del mod">
          <ac:chgData name="torie comeaux" userId="230154c0340f68ab" providerId="LiveId" clId="{00C2B174-1052-4CD2-A5E3-0E74A396B002}" dt="2026-08-31T22:35:08.910" v="4730" actId="478"/>
          <ac:picMkLst>
            <pc:docMk/>
            <pc:sldMk cId="1111214194" sldId="362"/>
            <ac:picMk id="5" creationId="{C6EF30CB-5BAD-22A3-7935-2E4A5952FEFC}"/>
          </ac:picMkLst>
        </pc:picChg>
        <pc:picChg chg="add del">
          <ac:chgData name="torie comeaux" userId="230154c0340f68ab" providerId="LiveId" clId="{00C2B174-1052-4CD2-A5E3-0E74A396B002}" dt="2026-08-31T22:30:08.599" v="4691" actId="21"/>
          <ac:picMkLst>
            <pc:docMk/>
            <pc:sldMk cId="1111214194" sldId="362"/>
            <ac:picMk id="7" creationId="{125679EC-E1DB-9005-8768-B00665CD27D0}"/>
          </ac:picMkLst>
        </pc:picChg>
        <pc:picChg chg="add del mod">
          <ac:chgData name="torie comeaux" userId="230154c0340f68ab" providerId="LiveId" clId="{00C2B174-1052-4CD2-A5E3-0E74A396B002}" dt="2026-08-31T22:41:22.089" v="4753" actId="478"/>
          <ac:picMkLst>
            <pc:docMk/>
            <pc:sldMk cId="1111214194" sldId="362"/>
            <ac:picMk id="9" creationId="{E3252197-0E28-8AFA-5F5E-AB3BDA143B94}"/>
          </ac:picMkLst>
        </pc:picChg>
        <pc:picChg chg="add mod">
          <ac:chgData name="torie comeaux" userId="230154c0340f68ab" providerId="LiveId" clId="{00C2B174-1052-4CD2-A5E3-0E74A396B002}" dt="2026-08-31T22:45:26.879" v="4761" actId="14100"/>
          <ac:picMkLst>
            <pc:docMk/>
            <pc:sldMk cId="1111214194" sldId="362"/>
            <ac:picMk id="11" creationId="{BCD06270-C125-F8B7-96E7-F9A04B3A1A0F}"/>
          </ac:picMkLst>
        </pc:picChg>
      </pc:sldChg>
      <pc:sldChg chg="addSp delSp modSp mod ord">
        <pc:chgData name="torie comeaux" userId="230154c0340f68ab" providerId="LiveId" clId="{00C2B174-1052-4CD2-A5E3-0E74A396B002}" dt="2026-08-31T22:41:02.972" v="4750"/>
        <pc:sldMkLst>
          <pc:docMk/>
          <pc:sldMk cId="4030417079" sldId="363"/>
        </pc:sldMkLst>
        <pc:picChg chg="add mod">
          <ac:chgData name="torie comeaux" userId="230154c0340f68ab" providerId="LiveId" clId="{00C2B174-1052-4CD2-A5E3-0E74A396B002}" dt="2026-08-31T22:31:28.927" v="4709" actId="14100"/>
          <ac:picMkLst>
            <pc:docMk/>
            <pc:sldMk cId="4030417079" sldId="363"/>
            <ac:picMk id="5" creationId="{533322A5-6C07-9281-AAA2-064599F443F6}"/>
          </ac:picMkLst>
        </pc:picChg>
      </pc:sldChg>
      <pc:sldChg chg="addSp delSp modSp mod ord">
        <pc:chgData name="torie comeaux" userId="230154c0340f68ab" providerId="LiveId" clId="{00C2B174-1052-4CD2-A5E3-0E74A396B002}" dt="2026-08-31T17:19:17.446" v="3725"/>
        <pc:sldMkLst>
          <pc:docMk/>
          <pc:sldMk cId="2064580705" sldId="364"/>
        </pc:sldMkLst>
        <pc:picChg chg="add mod">
          <ac:chgData name="torie comeaux" userId="230154c0340f68ab" providerId="LiveId" clId="{00C2B174-1052-4CD2-A5E3-0E74A396B002}" dt="2026-08-29T20:43:30.091" v="2683" actId="14100"/>
          <ac:picMkLst>
            <pc:docMk/>
            <pc:sldMk cId="2064580705" sldId="364"/>
            <ac:picMk id="5" creationId="{B9244B40-BA9E-C895-8A2A-6C95ECD58805}"/>
          </ac:picMkLst>
        </pc:picChg>
      </pc:sldChg>
      <pc:sldChg chg="addSp delSp modSp add del mod ord">
        <pc:chgData name="torie comeaux" userId="230154c0340f68ab" providerId="LiveId" clId="{00C2B174-1052-4CD2-A5E3-0E74A396B002}" dt="2026-08-29T20:53:24.586" v="2740"/>
        <pc:sldMkLst>
          <pc:docMk/>
          <pc:sldMk cId="4026331481" sldId="365"/>
        </pc:sldMkLst>
        <pc:picChg chg="add mod">
          <ac:chgData name="torie comeaux" userId="230154c0340f68ab" providerId="LiveId" clId="{00C2B174-1052-4CD2-A5E3-0E74A396B002}" dt="2026-08-29T20:53:16.764" v="2738" actId="14100"/>
          <ac:picMkLst>
            <pc:docMk/>
            <pc:sldMk cId="4026331481" sldId="365"/>
            <ac:picMk id="7" creationId="{60B75B23-BD33-070E-3433-6DB2D8432BD8}"/>
          </ac:picMkLst>
        </pc:picChg>
      </pc:sldChg>
      <pc:sldChg chg="addSp delSp modSp mod">
        <pc:chgData name="torie comeaux" userId="230154c0340f68ab" providerId="LiveId" clId="{00C2B174-1052-4CD2-A5E3-0E74A396B002}" dt="2026-08-29T22:05:12.292" v="2875" actId="14100"/>
        <pc:sldMkLst>
          <pc:docMk/>
          <pc:sldMk cId="829798349" sldId="366"/>
        </pc:sldMkLst>
        <pc:picChg chg="add mod">
          <ac:chgData name="torie comeaux" userId="230154c0340f68ab" providerId="LiveId" clId="{00C2B174-1052-4CD2-A5E3-0E74A396B002}" dt="2026-08-29T22:05:12.292" v="2875" actId="14100"/>
          <ac:picMkLst>
            <pc:docMk/>
            <pc:sldMk cId="829798349" sldId="366"/>
            <ac:picMk id="5" creationId="{36E10C33-529F-BCA4-3CE4-0E96B4B1A564}"/>
          </ac:picMkLst>
        </pc:picChg>
      </pc:sldChg>
      <pc:sldChg chg="addSp delSp modSp mod ord">
        <pc:chgData name="torie comeaux" userId="230154c0340f68ab" providerId="LiveId" clId="{00C2B174-1052-4CD2-A5E3-0E74A396B002}" dt="2026-08-29T20:59:27.112" v="2754" actId="14100"/>
        <pc:sldMkLst>
          <pc:docMk/>
          <pc:sldMk cId="487251422" sldId="367"/>
        </pc:sldMkLst>
        <pc:picChg chg="add mod">
          <ac:chgData name="torie comeaux" userId="230154c0340f68ab" providerId="LiveId" clId="{00C2B174-1052-4CD2-A5E3-0E74A396B002}" dt="2026-08-29T20:59:27.112" v="2754" actId="14100"/>
          <ac:picMkLst>
            <pc:docMk/>
            <pc:sldMk cId="487251422" sldId="367"/>
            <ac:picMk id="7" creationId="{8040E750-1F16-9D26-75D9-C4CEF4CA046D}"/>
          </ac:picMkLst>
        </pc:picChg>
      </pc:sldChg>
      <pc:sldChg chg="del ord">
        <pc:chgData name="torie comeaux" userId="230154c0340f68ab" providerId="LiveId" clId="{00C2B174-1052-4CD2-A5E3-0E74A396B002}" dt="2026-08-29T20:45:39.604" v="2687" actId="47"/>
        <pc:sldMkLst>
          <pc:docMk/>
          <pc:sldMk cId="4262683429" sldId="368"/>
        </pc:sldMkLst>
      </pc:sldChg>
      <pc:sldChg chg="addSp delSp modSp mod ord">
        <pc:chgData name="torie comeaux" userId="230154c0340f68ab" providerId="LiveId" clId="{00C2B174-1052-4CD2-A5E3-0E74A396B002}" dt="2026-08-29T21:03:23.834" v="2763" actId="14100"/>
        <pc:sldMkLst>
          <pc:docMk/>
          <pc:sldMk cId="2853441551" sldId="369"/>
        </pc:sldMkLst>
        <pc:picChg chg="add mod">
          <ac:chgData name="torie comeaux" userId="230154c0340f68ab" providerId="LiveId" clId="{00C2B174-1052-4CD2-A5E3-0E74A396B002}" dt="2026-08-29T21:03:23.834" v="2763" actId="14100"/>
          <ac:picMkLst>
            <pc:docMk/>
            <pc:sldMk cId="2853441551" sldId="369"/>
            <ac:picMk id="5" creationId="{81B75F14-A400-722E-272D-567940F45794}"/>
          </ac:picMkLst>
        </pc:picChg>
      </pc:sldChg>
      <pc:sldChg chg="del ord">
        <pc:chgData name="torie comeaux" userId="230154c0340f68ab" providerId="LiveId" clId="{00C2B174-1052-4CD2-A5E3-0E74A396B002}" dt="2026-08-29T20:45:46.095" v="2689" actId="47"/>
        <pc:sldMkLst>
          <pc:docMk/>
          <pc:sldMk cId="1623193794" sldId="370"/>
        </pc:sldMkLst>
      </pc:sldChg>
      <pc:sldChg chg="del ord">
        <pc:chgData name="torie comeaux" userId="230154c0340f68ab" providerId="LiveId" clId="{00C2B174-1052-4CD2-A5E3-0E74A396B002}" dt="2026-08-29T20:45:48.517" v="2690" actId="47"/>
        <pc:sldMkLst>
          <pc:docMk/>
          <pc:sldMk cId="1987149438" sldId="371"/>
        </pc:sldMkLst>
      </pc:sldChg>
      <pc:sldChg chg="addSp delSp modSp mod">
        <pc:chgData name="torie comeaux" userId="230154c0340f68ab" providerId="LiveId" clId="{00C2B174-1052-4CD2-A5E3-0E74A396B002}" dt="2026-08-29T22:35:11.624" v="2936" actId="14100"/>
        <pc:sldMkLst>
          <pc:docMk/>
          <pc:sldMk cId="3409481225" sldId="372"/>
        </pc:sldMkLst>
        <pc:picChg chg="add mod">
          <ac:chgData name="torie comeaux" userId="230154c0340f68ab" providerId="LiveId" clId="{00C2B174-1052-4CD2-A5E3-0E74A396B002}" dt="2026-08-29T22:35:11.624" v="2936" actId="14100"/>
          <ac:picMkLst>
            <pc:docMk/>
            <pc:sldMk cId="3409481225" sldId="372"/>
            <ac:picMk id="5" creationId="{B65CC442-DBD2-D8B8-ACC1-32813B8F89F6}"/>
          </ac:picMkLst>
        </pc:picChg>
      </pc:sldChg>
      <pc:sldChg chg="addSp delSp modSp mod">
        <pc:chgData name="torie comeaux" userId="230154c0340f68ab" providerId="LiveId" clId="{00C2B174-1052-4CD2-A5E3-0E74A396B002}" dt="2026-08-29T22:10:27.330" v="2884" actId="14100"/>
        <pc:sldMkLst>
          <pc:docMk/>
          <pc:sldMk cId="1762239357" sldId="373"/>
        </pc:sldMkLst>
        <pc:picChg chg="add mod">
          <ac:chgData name="torie comeaux" userId="230154c0340f68ab" providerId="LiveId" clId="{00C2B174-1052-4CD2-A5E3-0E74A396B002}" dt="2026-08-29T22:10:27.330" v="2884" actId="14100"/>
          <ac:picMkLst>
            <pc:docMk/>
            <pc:sldMk cId="1762239357" sldId="373"/>
            <ac:picMk id="5" creationId="{12FC4746-7C46-7F23-72E6-1B4785DDD17B}"/>
          </ac:picMkLst>
        </pc:picChg>
      </pc:sldChg>
      <pc:sldChg chg="addSp delSp modSp mod">
        <pc:chgData name="torie comeaux" userId="230154c0340f68ab" providerId="LiveId" clId="{00C2B174-1052-4CD2-A5E3-0E74A396B002}" dt="2026-08-29T22:10:46.365" v="2889" actId="14100"/>
        <pc:sldMkLst>
          <pc:docMk/>
          <pc:sldMk cId="4057697013" sldId="374"/>
        </pc:sldMkLst>
        <pc:picChg chg="add mod">
          <ac:chgData name="torie comeaux" userId="230154c0340f68ab" providerId="LiveId" clId="{00C2B174-1052-4CD2-A5E3-0E74A396B002}" dt="2026-08-29T22:10:46.365" v="2889" actId="14100"/>
          <ac:picMkLst>
            <pc:docMk/>
            <pc:sldMk cId="4057697013" sldId="374"/>
            <ac:picMk id="3" creationId="{1E299E9B-6A94-3D80-D641-03603B33AB5D}"/>
          </ac:picMkLst>
        </pc:picChg>
      </pc:sldChg>
      <pc:sldChg chg="addSp delSp modSp mod">
        <pc:chgData name="torie comeaux" userId="230154c0340f68ab" providerId="LiveId" clId="{00C2B174-1052-4CD2-A5E3-0E74A396B002}" dt="2026-08-29T22:18:05.718" v="2897" actId="14100"/>
        <pc:sldMkLst>
          <pc:docMk/>
          <pc:sldMk cId="280505955" sldId="375"/>
        </pc:sldMkLst>
        <pc:picChg chg="add mod">
          <ac:chgData name="torie comeaux" userId="230154c0340f68ab" providerId="LiveId" clId="{00C2B174-1052-4CD2-A5E3-0E74A396B002}" dt="2026-08-29T22:18:05.718" v="2897" actId="14100"/>
          <ac:picMkLst>
            <pc:docMk/>
            <pc:sldMk cId="280505955" sldId="375"/>
            <ac:picMk id="5" creationId="{40DAE177-6D74-A65C-4370-7F95F84AFFC2}"/>
          </ac:picMkLst>
        </pc:picChg>
      </pc:sldChg>
      <pc:sldChg chg="addSp delSp modSp mod">
        <pc:chgData name="torie comeaux" userId="230154c0340f68ab" providerId="LiveId" clId="{00C2B174-1052-4CD2-A5E3-0E74A396B002}" dt="2026-08-29T22:19:39.267" v="2912" actId="14100"/>
        <pc:sldMkLst>
          <pc:docMk/>
          <pc:sldMk cId="1873286962" sldId="376"/>
        </pc:sldMkLst>
        <pc:picChg chg="add mod">
          <ac:chgData name="torie comeaux" userId="230154c0340f68ab" providerId="LiveId" clId="{00C2B174-1052-4CD2-A5E3-0E74A396B002}" dt="2026-08-29T22:19:39.267" v="2912" actId="14100"/>
          <ac:picMkLst>
            <pc:docMk/>
            <pc:sldMk cId="1873286962" sldId="376"/>
            <ac:picMk id="7" creationId="{140E4A20-7E3B-5138-036A-937AEAD38484}"/>
          </ac:picMkLst>
        </pc:picChg>
      </pc:sldChg>
      <pc:sldChg chg="addSp delSp modSp mod">
        <pc:chgData name="torie comeaux" userId="230154c0340f68ab" providerId="LiveId" clId="{00C2B174-1052-4CD2-A5E3-0E74A396B002}" dt="2026-08-29T22:23:33.264" v="2928" actId="14100"/>
        <pc:sldMkLst>
          <pc:docMk/>
          <pc:sldMk cId="3940743374" sldId="377"/>
        </pc:sldMkLst>
        <pc:picChg chg="add mod">
          <ac:chgData name="torie comeaux" userId="230154c0340f68ab" providerId="LiveId" clId="{00C2B174-1052-4CD2-A5E3-0E74A396B002}" dt="2026-08-29T22:23:33.264" v="2928" actId="14100"/>
          <ac:picMkLst>
            <pc:docMk/>
            <pc:sldMk cId="3940743374" sldId="377"/>
            <ac:picMk id="5" creationId="{8562A7C4-2590-EDA1-3CE2-5F12B43810CA}"/>
          </ac:picMkLst>
        </pc:picChg>
      </pc:sldChg>
      <pc:sldChg chg="addSp delSp modSp mod">
        <pc:chgData name="torie comeaux" userId="230154c0340f68ab" providerId="LiveId" clId="{00C2B174-1052-4CD2-A5E3-0E74A396B002}" dt="2026-08-29T22:23:10.048" v="2921" actId="14100"/>
        <pc:sldMkLst>
          <pc:docMk/>
          <pc:sldMk cId="4167186360" sldId="378"/>
        </pc:sldMkLst>
        <pc:picChg chg="add mod">
          <ac:chgData name="torie comeaux" userId="230154c0340f68ab" providerId="LiveId" clId="{00C2B174-1052-4CD2-A5E3-0E74A396B002}" dt="2026-08-29T22:23:10.048" v="2921" actId="14100"/>
          <ac:picMkLst>
            <pc:docMk/>
            <pc:sldMk cId="4167186360" sldId="378"/>
            <ac:picMk id="5" creationId="{6E69660E-A736-C205-5189-630678454C02}"/>
          </ac:picMkLst>
        </pc:picChg>
      </pc:sldChg>
      <pc:sldChg chg="addSp delSp modSp mod ord">
        <pc:chgData name="torie comeaux" userId="230154c0340f68ab" providerId="LiveId" clId="{00C2B174-1052-4CD2-A5E3-0E74A396B002}" dt="2026-08-29T20:48:39.588" v="2707" actId="14100"/>
        <pc:sldMkLst>
          <pc:docMk/>
          <pc:sldMk cId="2276093773" sldId="379"/>
        </pc:sldMkLst>
        <pc:picChg chg="add mod">
          <ac:chgData name="torie comeaux" userId="230154c0340f68ab" providerId="LiveId" clId="{00C2B174-1052-4CD2-A5E3-0E74A396B002}" dt="2026-08-29T20:48:39.588" v="2707" actId="14100"/>
          <ac:picMkLst>
            <pc:docMk/>
            <pc:sldMk cId="2276093773" sldId="379"/>
            <ac:picMk id="3" creationId="{0673D375-22F3-8B00-9A69-836E02AA3F31}"/>
          </ac:picMkLst>
        </pc:picChg>
      </pc:sldChg>
      <pc:sldChg chg="addSp delSp modSp mod">
        <pc:chgData name="torie comeaux" userId="230154c0340f68ab" providerId="LiveId" clId="{00C2B174-1052-4CD2-A5E3-0E74A396B002}" dt="2026-08-29T21:30:08.822" v="2821" actId="14100"/>
        <pc:sldMkLst>
          <pc:docMk/>
          <pc:sldMk cId="3914682280" sldId="380"/>
        </pc:sldMkLst>
        <pc:picChg chg="add mod">
          <ac:chgData name="torie comeaux" userId="230154c0340f68ab" providerId="LiveId" clId="{00C2B174-1052-4CD2-A5E3-0E74A396B002}" dt="2026-08-29T21:30:08.822" v="2821" actId="14100"/>
          <ac:picMkLst>
            <pc:docMk/>
            <pc:sldMk cId="3914682280" sldId="380"/>
            <ac:picMk id="7" creationId="{1BC5916E-CB93-C1C9-97D3-964229818106}"/>
          </ac:picMkLst>
        </pc:picChg>
      </pc:sldChg>
      <pc:sldChg chg="addSp delSp modSp mod">
        <pc:chgData name="torie comeaux" userId="230154c0340f68ab" providerId="LiveId" clId="{00C2B174-1052-4CD2-A5E3-0E74A396B002}" dt="2026-08-29T21:28:21.404" v="2804" actId="14100"/>
        <pc:sldMkLst>
          <pc:docMk/>
          <pc:sldMk cId="1735918529" sldId="381"/>
        </pc:sldMkLst>
        <pc:picChg chg="add mod">
          <ac:chgData name="torie comeaux" userId="230154c0340f68ab" providerId="LiveId" clId="{00C2B174-1052-4CD2-A5E3-0E74A396B002}" dt="2026-08-29T21:28:21.404" v="2804" actId="14100"/>
          <ac:picMkLst>
            <pc:docMk/>
            <pc:sldMk cId="1735918529" sldId="381"/>
            <ac:picMk id="5" creationId="{80E2AE51-B573-D1AB-F8A4-C71A1AC89C89}"/>
          </ac:picMkLst>
        </pc:picChg>
      </pc:sldChg>
      <pc:sldChg chg="addSp delSp modSp mod">
        <pc:chgData name="torie comeaux" userId="230154c0340f68ab" providerId="LiveId" clId="{00C2B174-1052-4CD2-A5E3-0E74A396B002}" dt="2026-08-29T21:28:47.676" v="2811" actId="14100"/>
        <pc:sldMkLst>
          <pc:docMk/>
          <pc:sldMk cId="2257813495" sldId="382"/>
        </pc:sldMkLst>
        <pc:picChg chg="add mod">
          <ac:chgData name="torie comeaux" userId="230154c0340f68ab" providerId="LiveId" clId="{00C2B174-1052-4CD2-A5E3-0E74A396B002}" dt="2026-08-29T21:28:47.676" v="2811" actId="14100"/>
          <ac:picMkLst>
            <pc:docMk/>
            <pc:sldMk cId="2257813495" sldId="382"/>
            <ac:picMk id="5" creationId="{1A639137-EC73-003F-34B5-3DFC75629499}"/>
          </ac:picMkLst>
        </pc:picChg>
      </pc:sldChg>
      <pc:sldChg chg="addSp delSp modSp mod">
        <pc:chgData name="torie comeaux" userId="230154c0340f68ab" providerId="LiveId" clId="{00C2B174-1052-4CD2-A5E3-0E74A396B002}" dt="2026-08-29T22:03:30.951" v="2856" actId="14100"/>
        <pc:sldMkLst>
          <pc:docMk/>
          <pc:sldMk cId="3503446352" sldId="383"/>
        </pc:sldMkLst>
        <pc:picChg chg="add mod">
          <ac:chgData name="torie comeaux" userId="230154c0340f68ab" providerId="LiveId" clId="{00C2B174-1052-4CD2-A5E3-0E74A396B002}" dt="2026-08-29T22:03:30.951" v="2856" actId="14100"/>
          <ac:picMkLst>
            <pc:docMk/>
            <pc:sldMk cId="3503446352" sldId="383"/>
            <ac:picMk id="5" creationId="{C1DB9B21-AE16-C381-E7CA-F5AA71EB2B41}"/>
          </ac:picMkLst>
        </pc:picChg>
      </pc:sldChg>
      <pc:sldChg chg="addSp delSp modSp mod">
        <pc:chgData name="torie comeaux" userId="230154c0340f68ab" providerId="LiveId" clId="{00C2B174-1052-4CD2-A5E3-0E74A396B002}" dt="2026-08-29T22:02:56.926" v="2847" actId="14100"/>
        <pc:sldMkLst>
          <pc:docMk/>
          <pc:sldMk cId="3041414273" sldId="384"/>
        </pc:sldMkLst>
        <pc:picChg chg="add mod">
          <ac:chgData name="torie comeaux" userId="230154c0340f68ab" providerId="LiveId" clId="{00C2B174-1052-4CD2-A5E3-0E74A396B002}" dt="2026-08-29T22:02:56.926" v="2847" actId="14100"/>
          <ac:picMkLst>
            <pc:docMk/>
            <pc:sldMk cId="3041414273" sldId="384"/>
            <ac:picMk id="5" creationId="{8E4C0B26-DC01-F865-983E-FACA9B80F293}"/>
          </ac:picMkLst>
        </pc:picChg>
      </pc:sldChg>
      <pc:sldChg chg="addSp delSp modSp mod">
        <pc:chgData name="torie comeaux" userId="230154c0340f68ab" providerId="LiveId" clId="{00C2B174-1052-4CD2-A5E3-0E74A396B002}" dt="2026-08-29T22:03:19.872" v="2854" actId="14100"/>
        <pc:sldMkLst>
          <pc:docMk/>
          <pc:sldMk cId="1031400368" sldId="385"/>
        </pc:sldMkLst>
        <pc:picChg chg="add mod">
          <ac:chgData name="torie comeaux" userId="230154c0340f68ab" providerId="LiveId" clId="{00C2B174-1052-4CD2-A5E3-0E74A396B002}" dt="2026-08-29T22:03:19.872" v="2854" actId="14100"/>
          <ac:picMkLst>
            <pc:docMk/>
            <pc:sldMk cId="1031400368" sldId="385"/>
            <ac:picMk id="5" creationId="{0280A846-6DBF-B2C8-6A6C-D0E2ABE551E5}"/>
          </ac:picMkLst>
        </pc:picChg>
      </pc:sldChg>
      <pc:sldChg chg="addSp delSp modSp mod">
        <pc:chgData name="torie comeaux" userId="230154c0340f68ab" providerId="LiveId" clId="{00C2B174-1052-4CD2-A5E3-0E74A396B002}" dt="2026-08-29T22:03:50.370" v="2861" actId="14100"/>
        <pc:sldMkLst>
          <pc:docMk/>
          <pc:sldMk cId="4007456307" sldId="386"/>
        </pc:sldMkLst>
        <pc:picChg chg="add mod">
          <ac:chgData name="torie comeaux" userId="230154c0340f68ab" providerId="LiveId" clId="{00C2B174-1052-4CD2-A5E3-0E74A396B002}" dt="2026-08-29T22:03:50.370" v="2861" actId="14100"/>
          <ac:picMkLst>
            <pc:docMk/>
            <pc:sldMk cId="4007456307" sldId="386"/>
            <ac:picMk id="5" creationId="{1D076E19-E886-5872-0735-9D53AB8F5892}"/>
          </ac:picMkLst>
        </pc:picChg>
      </pc:sldChg>
      <pc:sldChg chg="addSp delSp modSp mod">
        <pc:chgData name="torie comeaux" userId="230154c0340f68ab" providerId="LiveId" clId="{00C2B174-1052-4CD2-A5E3-0E74A396B002}" dt="2026-08-29T22:04:17.832" v="2870" actId="14100"/>
        <pc:sldMkLst>
          <pc:docMk/>
          <pc:sldMk cId="3649824292" sldId="387"/>
        </pc:sldMkLst>
        <pc:picChg chg="add mod">
          <ac:chgData name="torie comeaux" userId="230154c0340f68ab" providerId="LiveId" clId="{00C2B174-1052-4CD2-A5E3-0E74A396B002}" dt="2026-08-29T22:04:17.832" v="2870" actId="14100"/>
          <ac:picMkLst>
            <pc:docMk/>
            <pc:sldMk cId="3649824292" sldId="387"/>
            <ac:picMk id="5" creationId="{F9651C38-5ECD-E795-07A6-2B5481365647}"/>
          </ac:picMkLst>
        </pc:picChg>
      </pc:sldChg>
      <pc:sldChg chg="del">
        <pc:chgData name="torie comeaux" userId="230154c0340f68ab" providerId="LiveId" clId="{00C2B174-1052-4CD2-A5E3-0E74A396B002}" dt="2026-08-29T22:02:21.435" v="2840" actId="47"/>
        <pc:sldMkLst>
          <pc:docMk/>
          <pc:sldMk cId="1503051580" sldId="388"/>
        </pc:sldMkLst>
      </pc:sldChg>
      <pc:sldChg chg="modSp add del mod ord">
        <pc:chgData name="torie comeaux" userId="230154c0340f68ab" providerId="LiveId" clId="{00C2B174-1052-4CD2-A5E3-0E74A396B002}" dt="2026-08-29T18:05:55.895" v="2411" actId="2696"/>
        <pc:sldMkLst>
          <pc:docMk/>
          <pc:sldMk cId="83125169" sldId="390"/>
        </pc:sldMkLst>
      </pc:sldChg>
      <pc:sldChg chg="addSp modSp add mod">
        <pc:chgData name="torie comeaux" userId="230154c0340f68ab" providerId="LiveId" clId="{00C2B174-1052-4CD2-A5E3-0E74A396B002}" dt="2026-08-29T20:36:10.615" v="2621" actId="14100"/>
        <pc:sldMkLst>
          <pc:docMk/>
          <pc:sldMk cId="2426256200" sldId="391"/>
        </pc:sldMkLst>
        <pc:picChg chg="add mod">
          <ac:chgData name="torie comeaux" userId="230154c0340f68ab" providerId="LiveId" clId="{00C2B174-1052-4CD2-A5E3-0E74A396B002}" dt="2026-08-29T20:36:10.615" v="2621" actId="14100"/>
          <ac:picMkLst>
            <pc:docMk/>
            <pc:sldMk cId="2426256200" sldId="391"/>
            <ac:picMk id="3" creationId="{5F2AD615-4803-15E5-9ED6-B06D64C7255C}"/>
          </ac:picMkLst>
        </pc:picChg>
      </pc:sldChg>
      <pc:sldChg chg="modSp add del mod ord">
        <pc:chgData name="torie comeaux" userId="230154c0340f68ab" providerId="LiveId" clId="{00C2B174-1052-4CD2-A5E3-0E74A396B002}" dt="2026-08-28T20:49:53.323" v="373" actId="47"/>
        <pc:sldMkLst>
          <pc:docMk/>
          <pc:sldMk cId="2802416162" sldId="391"/>
        </pc:sldMkLst>
      </pc:sldChg>
      <pc:sldChg chg="addSp modSp add mod">
        <pc:chgData name="torie comeaux" userId="230154c0340f68ab" providerId="LiveId" clId="{00C2B174-1052-4CD2-A5E3-0E74A396B002}" dt="2026-08-29T20:37:21.104" v="2643" actId="14100"/>
        <pc:sldMkLst>
          <pc:docMk/>
          <pc:sldMk cId="821419412" sldId="392"/>
        </pc:sldMkLst>
        <pc:picChg chg="add mod">
          <ac:chgData name="torie comeaux" userId="230154c0340f68ab" providerId="LiveId" clId="{00C2B174-1052-4CD2-A5E3-0E74A396B002}" dt="2026-08-29T20:37:21.104" v="2643" actId="14100"/>
          <ac:picMkLst>
            <pc:docMk/>
            <pc:sldMk cId="821419412" sldId="392"/>
            <ac:picMk id="3" creationId="{C7761905-B941-01E4-AB62-7C8F562B80C7}"/>
          </ac:picMkLst>
        </pc:picChg>
      </pc:sldChg>
      <pc:sldChg chg="addSp modSp add mod ord">
        <pc:chgData name="torie comeaux" userId="230154c0340f68ab" providerId="LiveId" clId="{00C2B174-1052-4CD2-A5E3-0E74A396B002}" dt="2026-08-31T12:37:17.226" v="2955" actId="14100"/>
        <pc:sldMkLst>
          <pc:docMk/>
          <pc:sldMk cId="1454266473" sldId="393"/>
        </pc:sldMkLst>
        <pc:picChg chg="add mod">
          <ac:chgData name="torie comeaux" userId="230154c0340f68ab" providerId="LiveId" clId="{00C2B174-1052-4CD2-A5E3-0E74A396B002}" dt="2026-08-31T12:37:17.226" v="2955" actId="14100"/>
          <ac:picMkLst>
            <pc:docMk/>
            <pc:sldMk cId="1454266473" sldId="393"/>
            <ac:picMk id="3" creationId="{102A0707-23EC-4E25-61CB-AB42DD92A3CA}"/>
          </ac:picMkLst>
        </pc:picChg>
      </pc:sldChg>
      <pc:sldChg chg="new del">
        <pc:chgData name="torie comeaux" userId="230154c0340f68ab" providerId="LiveId" clId="{00C2B174-1052-4CD2-A5E3-0E74A396B002}" dt="2026-08-29T15:55:54.373" v="1280" actId="680"/>
        <pc:sldMkLst>
          <pc:docMk/>
          <pc:sldMk cId="3150164636" sldId="393"/>
        </pc:sldMkLst>
      </pc:sldChg>
      <pc:sldChg chg="addSp delSp modSp add del mod">
        <pc:chgData name="torie comeaux" userId="230154c0340f68ab" providerId="LiveId" clId="{00C2B174-1052-4CD2-A5E3-0E74A396B002}" dt="2026-08-29T16:36:00.726" v="1679" actId="47"/>
        <pc:sldMkLst>
          <pc:docMk/>
          <pc:sldMk cId="3518184871" sldId="393"/>
        </pc:sldMkLst>
      </pc:sldChg>
      <pc:sldChg chg="addSp modSp add mod">
        <pc:chgData name="torie comeaux" userId="230154c0340f68ab" providerId="LiveId" clId="{00C2B174-1052-4CD2-A5E3-0E74A396B002}" dt="2026-08-29T20:39:40.970" v="2661" actId="14100"/>
        <pc:sldMkLst>
          <pc:docMk/>
          <pc:sldMk cId="200161225" sldId="394"/>
        </pc:sldMkLst>
        <pc:picChg chg="add mod">
          <ac:chgData name="torie comeaux" userId="230154c0340f68ab" providerId="LiveId" clId="{00C2B174-1052-4CD2-A5E3-0E74A396B002}" dt="2026-08-29T20:39:40.970" v="2661" actId="14100"/>
          <ac:picMkLst>
            <pc:docMk/>
            <pc:sldMk cId="200161225" sldId="394"/>
            <ac:picMk id="3" creationId="{F86B58BC-C71F-1189-529D-1BE9B6AB3425}"/>
          </ac:picMkLst>
        </pc:picChg>
      </pc:sldChg>
      <pc:sldChg chg="add del ord">
        <pc:chgData name="torie comeaux" userId="230154c0340f68ab" providerId="LiveId" clId="{00C2B174-1052-4CD2-A5E3-0E74A396B002}" dt="2026-08-31T17:19:14.424" v="3723" actId="47"/>
        <pc:sldMkLst>
          <pc:docMk/>
          <pc:sldMk cId="1137602368" sldId="395"/>
        </pc:sldMkLst>
      </pc:sldChg>
      <pc:sldChg chg="add del">
        <pc:chgData name="torie comeaux" userId="230154c0340f68ab" providerId="LiveId" clId="{00C2B174-1052-4CD2-A5E3-0E74A396B002}" dt="2026-08-31T22:48:32.653" v="4783" actId="47"/>
        <pc:sldMkLst>
          <pc:docMk/>
          <pc:sldMk cId="97925910" sldId="396"/>
        </pc:sldMkLst>
      </pc:sldChg>
      <pc:sldChg chg="modSp add del mod ord">
        <pc:chgData name="torie comeaux" userId="230154c0340f68ab" providerId="LiveId" clId="{00C2B174-1052-4CD2-A5E3-0E74A396B002}" dt="2026-08-29T22:49:48.818" v="2946" actId="2696"/>
        <pc:sldMkLst>
          <pc:docMk/>
          <pc:sldMk cId="1584230661" sldId="397"/>
        </pc:sldMkLst>
      </pc:sldChg>
      <pc:sldChg chg="modSp add del mod ord">
        <pc:chgData name="torie comeaux" userId="230154c0340f68ab" providerId="LiveId" clId="{00C2B174-1052-4CD2-A5E3-0E74A396B002}" dt="2026-08-29T22:49:59.043" v="2947" actId="2696"/>
        <pc:sldMkLst>
          <pc:docMk/>
          <pc:sldMk cId="1528953535" sldId="398"/>
        </pc:sldMkLst>
      </pc:sldChg>
      <pc:sldChg chg="add">
        <pc:chgData name="torie comeaux" userId="230154c0340f68ab" providerId="LiveId" clId="{00C2B174-1052-4CD2-A5E3-0E74A396B002}" dt="2026-08-29T17:50:24.700" v="1939"/>
        <pc:sldMkLst>
          <pc:docMk/>
          <pc:sldMk cId="528970409" sldId="399"/>
        </pc:sldMkLst>
      </pc:sldChg>
      <pc:sldChg chg="add">
        <pc:chgData name="torie comeaux" userId="230154c0340f68ab" providerId="LiveId" clId="{00C2B174-1052-4CD2-A5E3-0E74A396B002}" dt="2026-08-29T17:50:24.700" v="1939"/>
        <pc:sldMkLst>
          <pc:docMk/>
          <pc:sldMk cId="4265380213" sldId="400"/>
        </pc:sldMkLst>
      </pc:sldChg>
      <pc:sldChg chg="addSp delSp modSp add mod">
        <pc:chgData name="torie comeaux" userId="230154c0340f68ab" providerId="LiveId" clId="{00C2B174-1052-4CD2-A5E3-0E74A396B002}" dt="2026-08-31T20:45:15.498" v="4557" actId="207"/>
        <pc:sldMkLst>
          <pc:docMk/>
          <pc:sldMk cId="1275597851" sldId="401"/>
        </pc:sldMkLst>
        <pc:spChg chg="add del">
          <ac:chgData name="torie comeaux" userId="230154c0340f68ab" providerId="LiveId" clId="{00C2B174-1052-4CD2-A5E3-0E74A396B002}" dt="2026-08-31T20:43:39.699" v="4550" actId="22"/>
          <ac:spMkLst>
            <pc:docMk/>
            <pc:sldMk cId="1275597851" sldId="401"/>
            <ac:spMk id="5" creationId="{153F7519-79DB-44E0-1597-981DFED55303}"/>
          </ac:spMkLst>
        </pc:spChg>
        <pc:spChg chg="add mod">
          <ac:chgData name="torie comeaux" userId="230154c0340f68ab" providerId="LiveId" clId="{00C2B174-1052-4CD2-A5E3-0E74A396B002}" dt="2026-08-31T20:45:15.498" v="4557" actId="207"/>
          <ac:spMkLst>
            <pc:docMk/>
            <pc:sldMk cId="1275597851" sldId="401"/>
            <ac:spMk id="7" creationId="{156C9C43-B56A-9496-4CA6-92E2211A1FFB}"/>
          </ac:spMkLst>
        </pc:spChg>
      </pc:sldChg>
      <pc:sldChg chg="modSp add mod">
        <pc:chgData name="torie comeaux" userId="230154c0340f68ab" providerId="LiveId" clId="{00C2B174-1052-4CD2-A5E3-0E74A396B002}" dt="2026-08-31T20:42:59.046" v="4548" actId="14100"/>
        <pc:sldMkLst>
          <pc:docMk/>
          <pc:sldMk cId="947963845" sldId="402"/>
        </pc:sldMkLst>
        <pc:spChg chg="mod">
          <ac:chgData name="torie comeaux" userId="230154c0340f68ab" providerId="LiveId" clId="{00C2B174-1052-4CD2-A5E3-0E74A396B002}" dt="2026-08-31T20:42:59.046" v="4548" actId="14100"/>
          <ac:spMkLst>
            <pc:docMk/>
            <pc:sldMk cId="947963845" sldId="402"/>
            <ac:spMk id="2" creationId="{1C0AF58F-D1B1-53DC-D1AF-EC22F48A58A0}"/>
          </ac:spMkLst>
        </pc:spChg>
      </pc:sldChg>
      <pc:sldChg chg="modSp add mod">
        <pc:chgData name="torie comeaux" userId="230154c0340f68ab" providerId="LiveId" clId="{00C2B174-1052-4CD2-A5E3-0E74A396B002}" dt="2026-08-31T20:49:50.766" v="4591" actId="14100"/>
        <pc:sldMkLst>
          <pc:docMk/>
          <pc:sldMk cId="3254662410" sldId="403"/>
        </pc:sldMkLst>
        <pc:spChg chg="mod">
          <ac:chgData name="torie comeaux" userId="230154c0340f68ab" providerId="LiveId" clId="{00C2B174-1052-4CD2-A5E3-0E74A396B002}" dt="2026-08-31T20:49:50.766" v="4591" actId="14100"/>
          <ac:spMkLst>
            <pc:docMk/>
            <pc:sldMk cId="3254662410" sldId="403"/>
            <ac:spMk id="2" creationId="{DCC44C50-66EA-97C6-9B60-F9A6B0A31A82}"/>
          </ac:spMkLst>
        </pc:spChg>
      </pc:sldChg>
      <pc:sldChg chg="modSp add mod">
        <pc:chgData name="torie comeaux" userId="230154c0340f68ab" providerId="LiveId" clId="{00C2B174-1052-4CD2-A5E3-0E74A396B002}" dt="2026-08-31T20:49:54.845" v="4592" actId="14100"/>
        <pc:sldMkLst>
          <pc:docMk/>
          <pc:sldMk cId="1640138815" sldId="404"/>
        </pc:sldMkLst>
        <pc:spChg chg="mod">
          <ac:chgData name="torie comeaux" userId="230154c0340f68ab" providerId="LiveId" clId="{00C2B174-1052-4CD2-A5E3-0E74A396B002}" dt="2026-08-31T20:49:54.845" v="4592" actId="14100"/>
          <ac:spMkLst>
            <pc:docMk/>
            <pc:sldMk cId="1640138815" sldId="404"/>
            <ac:spMk id="2" creationId="{2F9CE4A4-D43D-05F7-E456-03ADBFD0F942}"/>
          </ac:spMkLst>
        </pc:spChg>
      </pc:sldChg>
      <pc:sldChg chg="modSp add mod">
        <pc:chgData name="torie comeaux" userId="230154c0340f68ab" providerId="LiveId" clId="{00C2B174-1052-4CD2-A5E3-0E74A396B002}" dt="2026-08-31T20:49:58.820" v="4593" actId="14100"/>
        <pc:sldMkLst>
          <pc:docMk/>
          <pc:sldMk cId="4224067911" sldId="405"/>
        </pc:sldMkLst>
        <pc:spChg chg="mod">
          <ac:chgData name="torie comeaux" userId="230154c0340f68ab" providerId="LiveId" clId="{00C2B174-1052-4CD2-A5E3-0E74A396B002}" dt="2026-08-31T20:49:58.820" v="4593" actId="14100"/>
          <ac:spMkLst>
            <pc:docMk/>
            <pc:sldMk cId="4224067911" sldId="405"/>
            <ac:spMk id="2" creationId="{A4CA0C0D-428D-8025-4EB2-6C0B281AD585}"/>
          </ac:spMkLst>
        </pc:spChg>
      </pc:sldChg>
      <pc:sldChg chg="modSp add mod">
        <pc:chgData name="torie comeaux" userId="230154c0340f68ab" providerId="LiveId" clId="{00C2B174-1052-4CD2-A5E3-0E74A396B002}" dt="2026-08-31T20:50:04.137" v="4594" actId="14100"/>
        <pc:sldMkLst>
          <pc:docMk/>
          <pc:sldMk cId="919127924" sldId="406"/>
        </pc:sldMkLst>
        <pc:spChg chg="mod">
          <ac:chgData name="torie comeaux" userId="230154c0340f68ab" providerId="LiveId" clId="{00C2B174-1052-4CD2-A5E3-0E74A396B002}" dt="2026-08-31T20:50:04.137" v="4594" actId="14100"/>
          <ac:spMkLst>
            <pc:docMk/>
            <pc:sldMk cId="919127924" sldId="406"/>
            <ac:spMk id="2" creationId="{9FDF5548-AAB6-FF7B-8C22-E053E412AF49}"/>
          </ac:spMkLst>
        </pc:spChg>
      </pc:sldChg>
      <pc:sldChg chg="modSp add mod">
        <pc:chgData name="torie comeaux" userId="230154c0340f68ab" providerId="LiveId" clId="{00C2B174-1052-4CD2-A5E3-0E74A396B002}" dt="2026-08-31T20:50:08.204" v="4595" actId="14100"/>
        <pc:sldMkLst>
          <pc:docMk/>
          <pc:sldMk cId="426236605" sldId="407"/>
        </pc:sldMkLst>
        <pc:spChg chg="mod">
          <ac:chgData name="torie comeaux" userId="230154c0340f68ab" providerId="LiveId" clId="{00C2B174-1052-4CD2-A5E3-0E74A396B002}" dt="2026-08-31T20:50:08.204" v="4595" actId="14100"/>
          <ac:spMkLst>
            <pc:docMk/>
            <pc:sldMk cId="426236605" sldId="407"/>
            <ac:spMk id="2" creationId="{60CC2AB3-5687-DB2E-26BD-37A3443701E9}"/>
          </ac:spMkLst>
        </pc:spChg>
      </pc:sldChg>
      <pc:sldChg chg="modSp add mod">
        <pc:chgData name="torie comeaux" userId="230154c0340f68ab" providerId="LiveId" clId="{00C2B174-1052-4CD2-A5E3-0E74A396B002}" dt="2026-08-31T20:42:19.128" v="4547" actId="14100"/>
        <pc:sldMkLst>
          <pc:docMk/>
          <pc:sldMk cId="3540198997" sldId="408"/>
        </pc:sldMkLst>
        <pc:spChg chg="mod">
          <ac:chgData name="torie comeaux" userId="230154c0340f68ab" providerId="LiveId" clId="{00C2B174-1052-4CD2-A5E3-0E74A396B002}" dt="2026-08-31T20:42:19.128" v="4547" actId="14100"/>
          <ac:spMkLst>
            <pc:docMk/>
            <pc:sldMk cId="3540198997" sldId="408"/>
            <ac:spMk id="2" creationId="{886F54D8-A5D2-FCFB-0188-2B20E7D03A50}"/>
          </ac:spMkLst>
        </pc:spChg>
      </pc:sldChg>
      <pc:sldChg chg="modSp add mod">
        <pc:chgData name="torie comeaux" userId="230154c0340f68ab" providerId="LiveId" clId="{00C2B174-1052-4CD2-A5E3-0E74A396B002}" dt="2026-09-01T02:39:44.478" v="4818" actId="20577"/>
        <pc:sldMkLst>
          <pc:docMk/>
          <pc:sldMk cId="3971310066" sldId="409"/>
        </pc:sldMkLst>
        <pc:spChg chg="mod">
          <ac:chgData name="torie comeaux" userId="230154c0340f68ab" providerId="LiveId" clId="{00C2B174-1052-4CD2-A5E3-0E74A396B002}" dt="2026-09-01T02:39:44.478" v="4818" actId="20577"/>
          <ac:spMkLst>
            <pc:docMk/>
            <pc:sldMk cId="3971310066" sldId="409"/>
            <ac:spMk id="2" creationId="{4730967F-005F-29F8-F163-749CEFC550BB}"/>
          </ac:spMkLst>
        </pc:spChg>
      </pc:sldChg>
      <pc:sldChg chg="addSp modSp add mod">
        <pc:chgData name="torie comeaux" userId="230154c0340f68ab" providerId="LiveId" clId="{00C2B174-1052-4CD2-A5E3-0E74A396B002}" dt="2026-08-29T21:12:30.276" v="2773" actId="14100"/>
        <pc:sldMkLst>
          <pc:docMk/>
          <pc:sldMk cId="552752867" sldId="410"/>
        </pc:sldMkLst>
        <pc:picChg chg="add mod">
          <ac:chgData name="torie comeaux" userId="230154c0340f68ab" providerId="LiveId" clId="{00C2B174-1052-4CD2-A5E3-0E74A396B002}" dt="2026-08-29T21:12:30.276" v="2773" actId="14100"/>
          <ac:picMkLst>
            <pc:docMk/>
            <pc:sldMk cId="552752867" sldId="410"/>
            <ac:picMk id="3" creationId="{0A15A835-B8C5-633F-54BF-B65DB09B8063}"/>
          </ac:picMkLst>
        </pc:picChg>
      </pc:sldChg>
      <pc:sldChg chg="addSp modSp add mod">
        <pc:chgData name="torie comeaux" userId="230154c0340f68ab" providerId="LiveId" clId="{00C2B174-1052-4CD2-A5E3-0E74A396B002}" dt="2026-08-29T21:31:01.804" v="2827" actId="14100"/>
        <pc:sldMkLst>
          <pc:docMk/>
          <pc:sldMk cId="2437645824" sldId="411"/>
        </pc:sldMkLst>
        <pc:picChg chg="add mod">
          <ac:chgData name="torie comeaux" userId="230154c0340f68ab" providerId="LiveId" clId="{00C2B174-1052-4CD2-A5E3-0E74A396B002}" dt="2026-08-29T21:31:01.804" v="2827" actId="14100"/>
          <ac:picMkLst>
            <pc:docMk/>
            <pc:sldMk cId="2437645824" sldId="411"/>
            <ac:picMk id="3" creationId="{3FF88256-A60D-42C9-5FC8-A4FCD23D2F07}"/>
          </ac:picMkLst>
        </pc:picChg>
      </pc:sldChg>
      <pc:sldChg chg="addSp modSp add mod">
        <pc:chgData name="torie comeaux" userId="230154c0340f68ab" providerId="LiveId" clId="{00C2B174-1052-4CD2-A5E3-0E74A396B002}" dt="2026-08-29T21:15:59.795" v="2781" actId="14100"/>
        <pc:sldMkLst>
          <pc:docMk/>
          <pc:sldMk cId="3221004947" sldId="412"/>
        </pc:sldMkLst>
        <pc:picChg chg="add mod">
          <ac:chgData name="torie comeaux" userId="230154c0340f68ab" providerId="LiveId" clId="{00C2B174-1052-4CD2-A5E3-0E74A396B002}" dt="2026-08-29T21:15:59.795" v="2781" actId="14100"/>
          <ac:picMkLst>
            <pc:docMk/>
            <pc:sldMk cId="3221004947" sldId="412"/>
            <ac:picMk id="3" creationId="{6F50DEB8-92D0-3344-2650-A034BD09B1C1}"/>
          </ac:picMkLst>
        </pc:picChg>
      </pc:sldChg>
      <pc:sldChg chg="addSp delSp modSp add mod">
        <pc:chgData name="torie comeaux" userId="230154c0340f68ab" providerId="LiveId" clId="{00C2B174-1052-4CD2-A5E3-0E74A396B002}" dt="2026-08-31T13:29:45.668" v="2994" actId="14100"/>
        <pc:sldMkLst>
          <pc:docMk/>
          <pc:sldMk cId="2283344113" sldId="413"/>
        </pc:sldMkLst>
        <pc:picChg chg="add del">
          <ac:chgData name="torie comeaux" userId="230154c0340f68ab" providerId="LiveId" clId="{00C2B174-1052-4CD2-A5E3-0E74A396B002}" dt="2026-08-31T13:12:41.881" v="2964" actId="478"/>
          <ac:picMkLst>
            <pc:docMk/>
            <pc:sldMk cId="2283344113" sldId="413"/>
            <ac:picMk id="3" creationId="{3B6B39A8-ABB5-9C61-0939-FE2F9EAB8A0E}"/>
          </ac:picMkLst>
        </pc:picChg>
        <pc:picChg chg="add mod">
          <ac:chgData name="torie comeaux" userId="230154c0340f68ab" providerId="LiveId" clId="{00C2B174-1052-4CD2-A5E3-0E74A396B002}" dt="2026-08-31T13:29:45.668" v="2994" actId="14100"/>
          <ac:picMkLst>
            <pc:docMk/>
            <pc:sldMk cId="2283344113" sldId="413"/>
            <ac:picMk id="6" creationId="{3B0FFD2B-EDAB-2195-3FFC-46DCA445F0F5}"/>
          </ac:picMkLst>
        </pc:picChg>
      </pc:sldChg>
      <pc:sldChg chg="addSp delSp modSp add mod">
        <pc:chgData name="torie comeaux" userId="230154c0340f68ab" providerId="LiveId" clId="{00C2B174-1052-4CD2-A5E3-0E74A396B002}" dt="2026-08-31T13:28:33.613" v="2975" actId="14100"/>
        <pc:sldMkLst>
          <pc:docMk/>
          <pc:sldMk cId="2854930516" sldId="414"/>
        </pc:sldMkLst>
        <pc:picChg chg="add del">
          <ac:chgData name="torie comeaux" userId="230154c0340f68ab" providerId="LiveId" clId="{00C2B174-1052-4CD2-A5E3-0E74A396B002}" dt="2026-08-31T12:41:44.778" v="2957" actId="478"/>
          <ac:picMkLst>
            <pc:docMk/>
            <pc:sldMk cId="2854930516" sldId="414"/>
            <ac:picMk id="3" creationId="{E33ADC4E-50D1-4576-9B00-78D222DC91A4}"/>
          </ac:picMkLst>
        </pc:picChg>
        <pc:picChg chg="add mod">
          <ac:chgData name="torie comeaux" userId="230154c0340f68ab" providerId="LiveId" clId="{00C2B174-1052-4CD2-A5E3-0E74A396B002}" dt="2026-08-31T13:28:33.613" v="2975" actId="14100"/>
          <ac:picMkLst>
            <pc:docMk/>
            <pc:sldMk cId="2854930516" sldId="414"/>
            <ac:picMk id="6" creationId="{604D9851-4D16-23FB-7B23-DC19C6FD612B}"/>
          </ac:picMkLst>
        </pc:picChg>
      </pc:sldChg>
      <pc:sldChg chg="addSp modSp add mod">
        <pc:chgData name="torie comeaux" userId="230154c0340f68ab" providerId="LiveId" clId="{00C2B174-1052-4CD2-A5E3-0E74A396B002}" dt="2026-08-31T13:29:23.815" v="2989" actId="14100"/>
        <pc:sldMkLst>
          <pc:docMk/>
          <pc:sldMk cId="4177212764" sldId="415"/>
        </pc:sldMkLst>
        <pc:picChg chg="add mod">
          <ac:chgData name="torie comeaux" userId="230154c0340f68ab" providerId="LiveId" clId="{00C2B174-1052-4CD2-A5E3-0E74A396B002}" dt="2026-08-31T13:29:23.815" v="2989" actId="14100"/>
          <ac:picMkLst>
            <pc:docMk/>
            <pc:sldMk cId="4177212764" sldId="415"/>
            <ac:picMk id="3" creationId="{5F8CDF16-7A54-406B-A3FB-00D0BCA477F2}"/>
          </ac:picMkLst>
        </pc:picChg>
      </pc:sldChg>
      <pc:sldChg chg="addSp delSp modSp add mod">
        <pc:chgData name="torie comeaux" userId="230154c0340f68ab" providerId="LiveId" clId="{00C2B174-1052-4CD2-A5E3-0E74A396B002}" dt="2026-08-31T13:28:58.989" v="2982" actId="14100"/>
        <pc:sldMkLst>
          <pc:docMk/>
          <pc:sldMk cId="1870169942" sldId="416"/>
        </pc:sldMkLst>
        <pc:picChg chg="add del">
          <ac:chgData name="torie comeaux" userId="230154c0340f68ab" providerId="LiveId" clId="{00C2B174-1052-4CD2-A5E3-0E74A396B002}" dt="2026-08-31T12:44:55.631" v="2960" actId="478"/>
          <ac:picMkLst>
            <pc:docMk/>
            <pc:sldMk cId="1870169942" sldId="416"/>
            <ac:picMk id="3" creationId="{22B3A6CB-18EC-2D5B-1BBB-4BC9F61AF7C0}"/>
          </ac:picMkLst>
        </pc:picChg>
        <pc:picChg chg="add mod">
          <ac:chgData name="torie comeaux" userId="230154c0340f68ab" providerId="LiveId" clId="{00C2B174-1052-4CD2-A5E3-0E74A396B002}" dt="2026-08-31T13:28:58.989" v="2982" actId="14100"/>
          <ac:picMkLst>
            <pc:docMk/>
            <pc:sldMk cId="1870169942" sldId="416"/>
            <ac:picMk id="6" creationId="{38A0CD0F-D174-9063-AEDC-7EC2B7334641}"/>
          </ac:picMkLst>
        </pc:picChg>
      </pc:sldChg>
      <pc:sldChg chg="addSp modSp add mod">
        <pc:chgData name="torie comeaux" userId="230154c0340f68ab" providerId="LiveId" clId="{00C2B174-1052-4CD2-A5E3-0E74A396B002}" dt="2026-08-31T13:30:20.392" v="3003" actId="14100"/>
        <pc:sldMkLst>
          <pc:docMk/>
          <pc:sldMk cId="1375966081" sldId="417"/>
        </pc:sldMkLst>
        <pc:picChg chg="add mod">
          <ac:chgData name="torie comeaux" userId="230154c0340f68ab" providerId="LiveId" clId="{00C2B174-1052-4CD2-A5E3-0E74A396B002}" dt="2026-08-31T13:30:20.392" v="3003" actId="14100"/>
          <ac:picMkLst>
            <pc:docMk/>
            <pc:sldMk cId="1375966081" sldId="417"/>
            <ac:picMk id="3" creationId="{4887718A-79E1-58EF-7BAC-9AE0754C04A4}"/>
          </ac:picMkLst>
        </pc:picChg>
      </pc:sldChg>
      <pc:sldChg chg="addSp modSp add mod">
        <pc:chgData name="torie comeaux" userId="230154c0340f68ab" providerId="LiveId" clId="{00C2B174-1052-4CD2-A5E3-0E74A396B002}" dt="2026-08-31T13:31:05.449" v="3010" actId="14100"/>
        <pc:sldMkLst>
          <pc:docMk/>
          <pc:sldMk cId="2989460543" sldId="418"/>
        </pc:sldMkLst>
        <pc:picChg chg="add mod">
          <ac:chgData name="torie comeaux" userId="230154c0340f68ab" providerId="LiveId" clId="{00C2B174-1052-4CD2-A5E3-0E74A396B002}" dt="2026-08-31T13:31:05.449" v="3010" actId="14100"/>
          <ac:picMkLst>
            <pc:docMk/>
            <pc:sldMk cId="2989460543" sldId="418"/>
            <ac:picMk id="3" creationId="{743B5C83-9ADD-8EF0-BA0A-1A879B8B9E78}"/>
          </ac:picMkLst>
        </pc:picChg>
      </pc:sldChg>
      <pc:sldChg chg="addSp modSp add mod">
        <pc:chgData name="torie comeaux" userId="230154c0340f68ab" providerId="LiveId" clId="{00C2B174-1052-4CD2-A5E3-0E74A396B002}" dt="2026-08-31T13:32:18.889" v="3018" actId="14100"/>
        <pc:sldMkLst>
          <pc:docMk/>
          <pc:sldMk cId="2572900205" sldId="419"/>
        </pc:sldMkLst>
        <pc:picChg chg="add mod">
          <ac:chgData name="torie comeaux" userId="230154c0340f68ab" providerId="LiveId" clId="{00C2B174-1052-4CD2-A5E3-0E74A396B002}" dt="2026-08-31T13:32:18.889" v="3018" actId="14100"/>
          <ac:picMkLst>
            <pc:docMk/>
            <pc:sldMk cId="2572900205" sldId="419"/>
            <ac:picMk id="3" creationId="{1811B89C-84CE-75DF-6B18-1366718EB8D5}"/>
          </ac:picMkLst>
        </pc:picChg>
      </pc:sldChg>
      <pc:sldChg chg="addSp modSp add mod">
        <pc:chgData name="torie comeaux" userId="230154c0340f68ab" providerId="LiveId" clId="{00C2B174-1052-4CD2-A5E3-0E74A396B002}" dt="2026-08-31T22:46:20.131" v="4776" actId="14100"/>
        <pc:sldMkLst>
          <pc:docMk/>
          <pc:sldMk cId="2336598020" sldId="420"/>
        </pc:sldMkLst>
        <pc:picChg chg="add mod">
          <ac:chgData name="torie comeaux" userId="230154c0340f68ab" providerId="LiveId" clId="{00C2B174-1052-4CD2-A5E3-0E74A396B002}" dt="2026-08-31T22:46:20.131" v="4776" actId="14100"/>
          <ac:picMkLst>
            <pc:docMk/>
            <pc:sldMk cId="2336598020" sldId="420"/>
            <ac:picMk id="7" creationId="{125679EC-E1DB-9005-8768-B00665CD27D0}"/>
          </ac:picMkLst>
        </pc:picChg>
      </pc:sldChg>
      <pc:sldChg chg="addSp delSp modSp add mod">
        <pc:chgData name="torie comeaux" userId="230154c0340f68ab" providerId="LiveId" clId="{00C2B174-1052-4CD2-A5E3-0E74A396B002}" dt="2026-08-31T22:46:39.381" v="4781" actId="14100"/>
        <pc:sldMkLst>
          <pc:docMk/>
          <pc:sldMk cId="3081049188" sldId="421"/>
        </pc:sldMkLst>
        <pc:picChg chg="add del mod">
          <ac:chgData name="torie comeaux" userId="230154c0340f68ab" providerId="LiveId" clId="{00C2B174-1052-4CD2-A5E3-0E74A396B002}" dt="2026-08-31T22:35:35.917" v="4733" actId="478"/>
          <ac:picMkLst>
            <pc:docMk/>
            <pc:sldMk cId="3081049188" sldId="421"/>
            <ac:picMk id="3" creationId="{1440748E-245D-1E1F-B7D1-98434CBC60A0}"/>
          </ac:picMkLst>
        </pc:picChg>
        <pc:picChg chg="add mod">
          <ac:chgData name="torie comeaux" userId="230154c0340f68ab" providerId="LiveId" clId="{00C2B174-1052-4CD2-A5E3-0E74A396B002}" dt="2026-08-31T22:46:39.381" v="4781" actId="14100"/>
          <ac:picMkLst>
            <pc:docMk/>
            <pc:sldMk cId="3081049188" sldId="421"/>
            <ac:picMk id="6" creationId="{2C5C64DD-11EE-61C2-7482-B3DD4C834FBE}"/>
          </ac:picMkLst>
        </pc:picChg>
      </pc:sldChg>
      <pc:sldChg chg="delSp add del mod">
        <pc:chgData name="torie comeaux" userId="230154c0340f68ab" providerId="LiveId" clId="{00C2B174-1052-4CD2-A5E3-0E74A396B002}" dt="2026-08-31T22:46:43.390" v="4782" actId="47"/>
        <pc:sldMkLst>
          <pc:docMk/>
          <pc:sldMk cId="1490129851" sldId="422"/>
        </pc:sldMkLst>
        <pc:picChg chg="del">
          <ac:chgData name="torie comeaux" userId="230154c0340f68ab" providerId="LiveId" clId="{00C2B174-1052-4CD2-A5E3-0E74A396B002}" dt="2026-08-31T22:29:57.260" v="4690" actId="478"/>
          <ac:picMkLst>
            <pc:docMk/>
            <pc:sldMk cId="1490129851" sldId="422"/>
            <ac:picMk id="3" creationId="{819DBC85-25BB-EE20-F08E-0CD7B480F2AB}"/>
          </ac:picMkLst>
        </pc:picChg>
      </pc:sldChg>
      <pc:sldChg chg="addSp delSp modSp add mod ord">
        <pc:chgData name="torie comeaux" userId="230154c0340f68ab" providerId="LiveId" clId="{00C2B174-1052-4CD2-A5E3-0E74A396B002}" dt="2026-08-31T22:46:06.611" v="4771" actId="14100"/>
        <pc:sldMkLst>
          <pc:docMk/>
          <pc:sldMk cId="528066075" sldId="423"/>
        </pc:sldMkLst>
        <pc:picChg chg="add del mod">
          <ac:chgData name="torie comeaux" userId="230154c0340f68ab" providerId="LiveId" clId="{00C2B174-1052-4CD2-A5E3-0E74A396B002}" dt="2026-08-31T22:34:16.544" v="4726" actId="478"/>
          <ac:picMkLst>
            <pc:docMk/>
            <pc:sldMk cId="528066075" sldId="423"/>
            <ac:picMk id="3" creationId="{43037CD6-5535-A6DD-593C-2B53DA3A739A}"/>
          </ac:picMkLst>
        </pc:picChg>
        <pc:picChg chg="del">
          <ac:chgData name="torie comeaux" userId="230154c0340f68ab" providerId="LiveId" clId="{00C2B174-1052-4CD2-A5E3-0E74A396B002}" dt="2026-08-31T22:33:21.764" v="4718" actId="478"/>
          <ac:picMkLst>
            <pc:docMk/>
            <pc:sldMk cId="528066075" sldId="423"/>
            <ac:picMk id="5" creationId="{5C014A83-E961-C9BA-C90E-6A9B230FA881}"/>
          </ac:picMkLst>
        </pc:picChg>
        <pc:picChg chg="add mod">
          <ac:chgData name="torie comeaux" userId="230154c0340f68ab" providerId="LiveId" clId="{00C2B174-1052-4CD2-A5E3-0E74A396B002}" dt="2026-08-31T22:46:06.611" v="4771" actId="14100"/>
          <ac:picMkLst>
            <pc:docMk/>
            <pc:sldMk cId="528066075" sldId="423"/>
            <ac:picMk id="7" creationId="{2DFAAA32-9F25-F72C-C864-F98C9A6D34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CB213A73-6CB4-794D-89E9-964A0A71B2BE}" type="datetimeFigureOut">
              <a:rPr lang="en-US" smtClean="0"/>
              <a:t>8/31/2026</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A303376E-E1B2-BD47-AF84-768940997121}" type="slidenum">
              <a:rPr lang="en-US" smtClean="0"/>
              <a:t>‹#›</a:t>
            </a:fld>
            <a:endParaRPr lang="en-US"/>
          </a:p>
        </p:txBody>
      </p:sp>
    </p:spTree>
    <p:extLst>
      <p:ext uri="{BB962C8B-B14F-4D97-AF65-F5344CB8AC3E}">
        <p14:creationId xmlns:p14="http://schemas.microsoft.com/office/powerpoint/2010/main" val="1106779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03376E-E1B2-BD47-AF84-768940997121}" type="slidenum">
              <a:rPr lang="en-US" smtClean="0"/>
              <a:t>5</a:t>
            </a:fld>
            <a:endParaRPr lang="en-US"/>
          </a:p>
        </p:txBody>
      </p:sp>
    </p:spTree>
    <p:extLst>
      <p:ext uri="{BB962C8B-B14F-4D97-AF65-F5344CB8AC3E}">
        <p14:creationId xmlns:p14="http://schemas.microsoft.com/office/powerpoint/2010/main" val="2323753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03376E-E1B2-BD47-AF84-768940997121}" type="slidenum">
              <a:rPr lang="en-US" smtClean="0"/>
              <a:t>21</a:t>
            </a:fld>
            <a:endParaRPr lang="en-US"/>
          </a:p>
        </p:txBody>
      </p:sp>
    </p:spTree>
    <p:extLst>
      <p:ext uri="{BB962C8B-B14F-4D97-AF65-F5344CB8AC3E}">
        <p14:creationId xmlns:p14="http://schemas.microsoft.com/office/powerpoint/2010/main" val="1499909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5328-3B0E-025B-7142-C19B50AEC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B3E3F-F9C7-77FF-810F-CAE66D752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0AE81-E796-35B9-3477-696688398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177E2-8480-766D-7F23-40740F92BEF9}"/>
              </a:ext>
            </a:extLst>
          </p:cNvPr>
          <p:cNvSpPr>
            <a:spLocks noGrp="1"/>
          </p:cNvSpPr>
          <p:nvPr>
            <p:ph type="sldNum" sz="quarter" idx="5"/>
          </p:nvPr>
        </p:nvSpPr>
        <p:spPr/>
        <p:txBody>
          <a:bodyPr/>
          <a:lstStyle/>
          <a:p>
            <a:fld id="{A303376E-E1B2-BD47-AF84-768940997121}" type="slidenum">
              <a:rPr lang="en-US" smtClean="0"/>
              <a:t>22</a:t>
            </a:fld>
            <a:endParaRPr lang="en-US"/>
          </a:p>
        </p:txBody>
      </p:sp>
    </p:spTree>
    <p:extLst>
      <p:ext uri="{BB962C8B-B14F-4D97-AF65-F5344CB8AC3E}">
        <p14:creationId xmlns:p14="http://schemas.microsoft.com/office/powerpoint/2010/main" val="256296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C3236-A5B9-0119-2CB3-99D43CD4E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373A1-530B-B9A0-4F54-D070FEF0C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6E245-F707-2D14-22D7-E9EBB37E7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89E203-5056-F974-F63E-CFFDA98CB814}"/>
              </a:ext>
            </a:extLst>
          </p:cNvPr>
          <p:cNvSpPr>
            <a:spLocks noGrp="1"/>
          </p:cNvSpPr>
          <p:nvPr>
            <p:ph type="sldNum" sz="quarter" idx="5"/>
          </p:nvPr>
        </p:nvSpPr>
        <p:spPr/>
        <p:txBody>
          <a:bodyPr/>
          <a:lstStyle/>
          <a:p>
            <a:fld id="{A303376E-E1B2-BD47-AF84-768940997121}" type="slidenum">
              <a:rPr lang="en-US" smtClean="0"/>
              <a:t>23</a:t>
            </a:fld>
            <a:endParaRPr lang="en-US"/>
          </a:p>
        </p:txBody>
      </p:sp>
    </p:spTree>
    <p:extLst>
      <p:ext uri="{BB962C8B-B14F-4D97-AF65-F5344CB8AC3E}">
        <p14:creationId xmlns:p14="http://schemas.microsoft.com/office/powerpoint/2010/main" val="209229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2C713-A52F-51E3-D678-7901A31B6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84D1B-50B8-969A-88A3-AFF540452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AB6504-E232-6E9A-483B-80E5E423C7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0B3C1C-D2F6-1B2F-2407-80BA30DE9E6F}"/>
              </a:ext>
            </a:extLst>
          </p:cNvPr>
          <p:cNvSpPr>
            <a:spLocks noGrp="1"/>
          </p:cNvSpPr>
          <p:nvPr>
            <p:ph type="sldNum" sz="quarter" idx="5"/>
          </p:nvPr>
        </p:nvSpPr>
        <p:spPr/>
        <p:txBody>
          <a:bodyPr/>
          <a:lstStyle/>
          <a:p>
            <a:fld id="{A303376E-E1B2-BD47-AF84-768940997121}" type="slidenum">
              <a:rPr lang="en-US" smtClean="0"/>
              <a:t>24</a:t>
            </a:fld>
            <a:endParaRPr lang="en-US"/>
          </a:p>
        </p:txBody>
      </p:sp>
    </p:spTree>
    <p:extLst>
      <p:ext uri="{BB962C8B-B14F-4D97-AF65-F5344CB8AC3E}">
        <p14:creationId xmlns:p14="http://schemas.microsoft.com/office/powerpoint/2010/main" val="39417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F0BC-39F5-7025-2D96-27C471E00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C35CC-962B-AA89-C7F5-6ABD1F039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AB326-F77A-77F9-D612-D2277E35DB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EABAC5-844D-383B-D01B-67B72E99D7E0}"/>
              </a:ext>
            </a:extLst>
          </p:cNvPr>
          <p:cNvSpPr>
            <a:spLocks noGrp="1"/>
          </p:cNvSpPr>
          <p:nvPr>
            <p:ph type="sldNum" sz="quarter" idx="5"/>
          </p:nvPr>
        </p:nvSpPr>
        <p:spPr/>
        <p:txBody>
          <a:bodyPr/>
          <a:lstStyle/>
          <a:p>
            <a:fld id="{A303376E-E1B2-BD47-AF84-768940997121}" type="slidenum">
              <a:rPr lang="en-US" smtClean="0"/>
              <a:t>25</a:t>
            </a:fld>
            <a:endParaRPr lang="en-US"/>
          </a:p>
        </p:txBody>
      </p:sp>
    </p:spTree>
    <p:extLst>
      <p:ext uri="{BB962C8B-B14F-4D97-AF65-F5344CB8AC3E}">
        <p14:creationId xmlns:p14="http://schemas.microsoft.com/office/powerpoint/2010/main" val="462112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009CB-1DB0-9042-4DE2-F175D755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EBE1A-1095-17E0-24C0-AA7BB9F6D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CB580-81A5-5B22-E61F-5FC9D369EE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F83A6-E745-EE4C-E0F2-BB5860C23A5E}"/>
              </a:ext>
            </a:extLst>
          </p:cNvPr>
          <p:cNvSpPr>
            <a:spLocks noGrp="1"/>
          </p:cNvSpPr>
          <p:nvPr>
            <p:ph type="sldNum" sz="quarter" idx="5"/>
          </p:nvPr>
        </p:nvSpPr>
        <p:spPr/>
        <p:txBody>
          <a:bodyPr/>
          <a:lstStyle/>
          <a:p>
            <a:fld id="{A303376E-E1B2-BD47-AF84-768940997121}" type="slidenum">
              <a:rPr lang="en-US" smtClean="0"/>
              <a:t>26</a:t>
            </a:fld>
            <a:endParaRPr lang="en-US"/>
          </a:p>
        </p:txBody>
      </p:sp>
    </p:spTree>
    <p:extLst>
      <p:ext uri="{BB962C8B-B14F-4D97-AF65-F5344CB8AC3E}">
        <p14:creationId xmlns:p14="http://schemas.microsoft.com/office/powerpoint/2010/main" val="2388211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03376E-E1B2-BD47-AF84-768940997121}" type="slidenum">
              <a:rPr lang="en-US" smtClean="0"/>
              <a:t>67</a:t>
            </a:fld>
            <a:endParaRPr lang="en-US"/>
          </a:p>
        </p:txBody>
      </p:sp>
    </p:spTree>
    <p:extLst>
      <p:ext uri="{BB962C8B-B14F-4D97-AF65-F5344CB8AC3E}">
        <p14:creationId xmlns:p14="http://schemas.microsoft.com/office/powerpoint/2010/main" val="4220680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6" name="Holder 6"/>
          <p:cNvSpPr>
            <a:spLocks noGrp="1"/>
          </p:cNvSpPr>
          <p:nvPr>
            <p:ph type="sldNum" sz="quarter" idx="7"/>
          </p:nvPr>
        </p:nvSpPr>
        <p:spPr/>
        <p:txBody>
          <a:bodyPr lIns="0" tIns="0" rIns="0" bIns="0"/>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pic>
        <p:nvPicPr>
          <p:cNvPr id="10" name="Picture 9">
            <a:extLst>
              <a:ext uri="{FF2B5EF4-FFF2-40B4-BE49-F238E27FC236}">
                <a16:creationId xmlns:a16="http://schemas.microsoft.com/office/drawing/2014/main" id="{333A9C43-570A-67EC-0929-38A251433F11}"/>
              </a:ext>
            </a:extLst>
          </p:cNvPr>
          <p:cNvPicPr/>
          <p:nvPr userDrawn="1"/>
        </p:nvPicPr>
        <p:blipFill>
          <a:blip r:embed="rId2"/>
          <a:stretch>
            <a:fillRect/>
          </a:stretch>
        </p:blipFill>
        <p:spPr>
          <a:xfrm>
            <a:off x="388620" y="355532"/>
            <a:ext cx="1440180" cy="1439379"/>
          </a:xfrm>
          <a:prstGeom prst="rect">
            <a:avLst/>
          </a:prstGeom>
        </p:spPr>
      </p:pic>
      <p:pic>
        <p:nvPicPr>
          <p:cNvPr id="13" name="Picture 12" descr="A blue and pink wave&#10;&#10;AI-generated content may be incorrect.">
            <a:extLst>
              <a:ext uri="{FF2B5EF4-FFF2-40B4-BE49-F238E27FC236}">
                <a16:creationId xmlns:a16="http://schemas.microsoft.com/office/drawing/2014/main" id="{C183F7EC-638E-8BE7-3ADA-9CFB59ECAB9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2" name="object 343">
            <a:extLst>
              <a:ext uri="{FF2B5EF4-FFF2-40B4-BE49-F238E27FC236}">
                <a16:creationId xmlns:a16="http://schemas.microsoft.com/office/drawing/2014/main" id="{8A9048B8-639D-ABC7-A825-675AAF04929A}"/>
              </a:ext>
            </a:extLst>
          </p:cNvPr>
          <p:cNvSpPr txBox="1"/>
          <p:nvPr userDrawn="1"/>
        </p:nvSpPr>
        <p:spPr>
          <a:xfrm>
            <a:off x="2054097" y="660617"/>
            <a:ext cx="5013198" cy="757900"/>
          </a:xfrm>
          <a:prstGeom prst="rect">
            <a:avLst/>
          </a:prstGeom>
        </p:spPr>
        <p:txBody>
          <a:bodyPr vert="horz" wrap="square" lIns="0" tIns="77470" rIns="0" bIns="0" rtlCol="0">
            <a:spAutoFit/>
          </a:bodyPr>
          <a:lstStyle/>
          <a:p>
            <a:pPr marL="3810" algn="l">
              <a:lnSpc>
                <a:spcPct val="100000"/>
              </a:lnSpc>
              <a:spcBef>
                <a:spcPts val="610"/>
              </a:spcBef>
            </a:pPr>
            <a:r>
              <a:rPr sz="2000" spc="-80" dirty="0">
                <a:solidFill>
                  <a:srgbClr val="0070C0"/>
                </a:solidFill>
                <a:latin typeface="Arial Black"/>
                <a:cs typeface="Arial Black"/>
              </a:rPr>
              <a:t>Jack</a:t>
            </a:r>
            <a:r>
              <a:rPr sz="2000" spc="-225" dirty="0">
                <a:solidFill>
                  <a:srgbClr val="0070C0"/>
                </a:solidFill>
                <a:latin typeface="Arial Black"/>
                <a:cs typeface="Arial Black"/>
              </a:rPr>
              <a:t> </a:t>
            </a:r>
            <a:r>
              <a:rPr sz="2000" dirty="0">
                <a:solidFill>
                  <a:srgbClr val="0070C0"/>
                </a:solidFill>
                <a:latin typeface="Arial Black"/>
                <a:cs typeface="Arial Black"/>
              </a:rPr>
              <a:t>and</a:t>
            </a:r>
            <a:r>
              <a:rPr sz="2000" spc="-225" dirty="0">
                <a:solidFill>
                  <a:srgbClr val="0070C0"/>
                </a:solidFill>
                <a:latin typeface="Arial Black"/>
                <a:cs typeface="Arial Black"/>
              </a:rPr>
              <a:t> </a:t>
            </a:r>
            <a:r>
              <a:rPr sz="2000" spc="-75" dirty="0">
                <a:solidFill>
                  <a:srgbClr val="0070C0"/>
                </a:solidFill>
                <a:latin typeface="Arial Black"/>
                <a:cs typeface="Arial Black"/>
              </a:rPr>
              <a:t>Jill</a:t>
            </a:r>
            <a:r>
              <a:rPr sz="2000" spc="-225" dirty="0">
                <a:solidFill>
                  <a:srgbClr val="0070C0"/>
                </a:solidFill>
                <a:latin typeface="Arial Black"/>
                <a:cs typeface="Arial Black"/>
              </a:rPr>
              <a:t> </a:t>
            </a:r>
            <a:r>
              <a:rPr sz="2000" spc="-55" dirty="0">
                <a:solidFill>
                  <a:srgbClr val="0070C0"/>
                </a:solidFill>
                <a:latin typeface="Arial Black"/>
                <a:cs typeface="Arial Black"/>
              </a:rPr>
              <a:t>of</a:t>
            </a:r>
            <a:r>
              <a:rPr sz="2000" spc="-225" dirty="0">
                <a:solidFill>
                  <a:srgbClr val="0070C0"/>
                </a:solidFill>
                <a:latin typeface="Arial Black"/>
                <a:cs typeface="Arial Black"/>
              </a:rPr>
              <a:t> </a:t>
            </a:r>
            <a:r>
              <a:rPr sz="2000" spc="-40" dirty="0">
                <a:solidFill>
                  <a:srgbClr val="0070C0"/>
                </a:solidFill>
                <a:latin typeface="Arial Black"/>
                <a:cs typeface="Arial Black"/>
              </a:rPr>
              <a:t>America,</a:t>
            </a:r>
            <a:r>
              <a:rPr sz="2000" spc="-225" dirty="0">
                <a:solidFill>
                  <a:srgbClr val="0070C0"/>
                </a:solidFill>
                <a:latin typeface="Arial Black"/>
                <a:cs typeface="Arial Black"/>
              </a:rPr>
              <a:t> </a:t>
            </a:r>
            <a:r>
              <a:rPr sz="2000" spc="-20" dirty="0">
                <a:solidFill>
                  <a:srgbClr val="0070C0"/>
                </a:solidFill>
                <a:latin typeface="Arial Black"/>
                <a:cs typeface="Arial Black"/>
              </a:rPr>
              <a:t>Inc.</a:t>
            </a:r>
            <a:endParaRPr sz="2000" dirty="0">
              <a:solidFill>
                <a:srgbClr val="0070C0"/>
              </a:solidFill>
              <a:latin typeface="Arial Black"/>
              <a:cs typeface="Arial Black"/>
            </a:endParaRPr>
          </a:p>
          <a:p>
            <a:pPr algn="l">
              <a:lnSpc>
                <a:spcPct val="100000"/>
              </a:lnSpc>
              <a:spcBef>
                <a:spcPts val="455"/>
              </a:spcBef>
            </a:pPr>
            <a:r>
              <a:rPr sz="2000" i="1" dirty="0">
                <a:solidFill>
                  <a:srgbClr val="0070C0"/>
                </a:solidFill>
                <a:latin typeface="Century Gothic"/>
                <a:cs typeface="Century Gothic"/>
              </a:rPr>
              <a:t>Montgomery</a:t>
            </a:r>
            <a:r>
              <a:rPr sz="2000" i="1" spc="105" dirty="0">
                <a:solidFill>
                  <a:srgbClr val="0070C0"/>
                </a:solidFill>
                <a:latin typeface="Century Gothic"/>
                <a:cs typeface="Century Gothic"/>
              </a:rPr>
              <a:t> </a:t>
            </a:r>
            <a:r>
              <a:rPr sz="2000" i="1" dirty="0">
                <a:solidFill>
                  <a:srgbClr val="0070C0"/>
                </a:solidFill>
                <a:latin typeface="Century Gothic"/>
                <a:cs typeface="Century Gothic"/>
              </a:rPr>
              <a:t>County</a:t>
            </a:r>
            <a:r>
              <a:rPr sz="2000" i="1" spc="105" dirty="0">
                <a:solidFill>
                  <a:srgbClr val="0070C0"/>
                </a:solidFill>
                <a:latin typeface="Century Gothic"/>
                <a:cs typeface="Century Gothic"/>
              </a:rPr>
              <a:t> </a:t>
            </a:r>
            <a:r>
              <a:rPr sz="2000" i="1" dirty="0">
                <a:solidFill>
                  <a:srgbClr val="0070C0"/>
                </a:solidFill>
                <a:latin typeface="Century Gothic"/>
                <a:cs typeface="Century Gothic"/>
              </a:rPr>
              <a:t>Maryland</a:t>
            </a:r>
            <a:r>
              <a:rPr sz="2000" i="1" spc="110" dirty="0">
                <a:solidFill>
                  <a:srgbClr val="0070C0"/>
                </a:solidFill>
                <a:latin typeface="Century Gothic"/>
                <a:cs typeface="Century Gothic"/>
              </a:rPr>
              <a:t> </a:t>
            </a:r>
            <a:r>
              <a:rPr sz="2000" i="1" spc="-10" dirty="0">
                <a:solidFill>
                  <a:srgbClr val="0070C0"/>
                </a:solidFill>
                <a:latin typeface="Century Gothic"/>
                <a:cs typeface="Century Gothic"/>
              </a:rPr>
              <a:t>Chapter</a:t>
            </a:r>
            <a:endParaRPr sz="2000" dirty="0">
              <a:solidFill>
                <a:srgbClr val="0070C0"/>
              </a:solidFill>
              <a:latin typeface="Century Gothic"/>
              <a:cs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Slide">
    <p:spTree>
      <p:nvGrpSpPr>
        <p:cNvPr id="1" name=""/>
        <p:cNvGrpSpPr/>
        <p:nvPr/>
      </p:nvGrpSpPr>
      <p:grpSpPr>
        <a:xfrm>
          <a:off x="0" y="0"/>
          <a:ext cx="0" cy="0"/>
          <a:chOff x="0" y="0"/>
          <a:chExt cx="0" cy="0"/>
        </a:xfrm>
      </p:grpSpPr>
      <p:sp>
        <p:nvSpPr>
          <p:cNvPr id="6" name="Holder 6"/>
          <p:cNvSpPr>
            <a:spLocks noGrp="1"/>
          </p:cNvSpPr>
          <p:nvPr>
            <p:ph type="sldNum" sz="quarter" idx="7"/>
          </p:nvPr>
        </p:nvSpPr>
        <p:spPr/>
        <p:txBody>
          <a:bodyPr lIns="0" tIns="0" rIns="0" bIns="0"/>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pic>
        <p:nvPicPr>
          <p:cNvPr id="13" name="Picture 12" descr="A blue and pink wave&#10;&#10;AI-generated content may be incorrect.">
            <a:extLst>
              <a:ext uri="{FF2B5EF4-FFF2-40B4-BE49-F238E27FC236}">
                <a16:creationId xmlns:a16="http://schemas.microsoft.com/office/drawing/2014/main" id="{C183F7EC-638E-8BE7-3ADA-9CFB59ECAB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pic>
        <p:nvPicPr>
          <p:cNvPr id="2" name="Picture 1" descr="A light bulb with people silhouettes&#10;&#10;AI-generated content may be incorrect.">
            <a:extLst>
              <a:ext uri="{FF2B5EF4-FFF2-40B4-BE49-F238E27FC236}">
                <a16:creationId xmlns:a16="http://schemas.microsoft.com/office/drawing/2014/main" id="{499342B9-1BA9-FE7A-7806-CF0C91445F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1530" y="3048000"/>
            <a:ext cx="3369339" cy="3505200"/>
          </a:xfrm>
          <a:prstGeom prst="rect">
            <a:avLst/>
          </a:prstGeom>
        </p:spPr>
      </p:pic>
      <p:sp>
        <p:nvSpPr>
          <p:cNvPr id="3" name="object 343">
            <a:extLst>
              <a:ext uri="{FF2B5EF4-FFF2-40B4-BE49-F238E27FC236}">
                <a16:creationId xmlns:a16="http://schemas.microsoft.com/office/drawing/2014/main" id="{34C5296F-8BE3-384A-C81F-2A9409F688DF}"/>
              </a:ext>
            </a:extLst>
          </p:cNvPr>
          <p:cNvSpPr txBox="1"/>
          <p:nvPr userDrawn="1"/>
        </p:nvSpPr>
        <p:spPr>
          <a:xfrm>
            <a:off x="1379601" y="533400"/>
            <a:ext cx="5013198" cy="757900"/>
          </a:xfrm>
          <a:prstGeom prst="rect">
            <a:avLst/>
          </a:prstGeom>
        </p:spPr>
        <p:txBody>
          <a:bodyPr vert="horz" wrap="square" lIns="0" tIns="77470" rIns="0" bIns="0" rtlCol="0">
            <a:spAutoFit/>
          </a:bodyPr>
          <a:lstStyle/>
          <a:p>
            <a:pPr marL="3810" algn="ctr">
              <a:lnSpc>
                <a:spcPct val="100000"/>
              </a:lnSpc>
              <a:spcBef>
                <a:spcPts val="610"/>
              </a:spcBef>
            </a:pPr>
            <a:r>
              <a:rPr sz="2000" spc="-80" dirty="0">
                <a:solidFill>
                  <a:srgbClr val="0070C0"/>
                </a:solidFill>
                <a:latin typeface="Arial Black"/>
                <a:cs typeface="Arial Black"/>
              </a:rPr>
              <a:t>Jack</a:t>
            </a:r>
            <a:r>
              <a:rPr sz="2000" spc="-225" dirty="0">
                <a:solidFill>
                  <a:srgbClr val="0070C0"/>
                </a:solidFill>
                <a:latin typeface="Arial Black"/>
                <a:cs typeface="Arial Black"/>
              </a:rPr>
              <a:t> </a:t>
            </a:r>
            <a:r>
              <a:rPr sz="2000" dirty="0">
                <a:solidFill>
                  <a:srgbClr val="0070C0"/>
                </a:solidFill>
                <a:latin typeface="Arial Black"/>
                <a:cs typeface="Arial Black"/>
              </a:rPr>
              <a:t>and</a:t>
            </a:r>
            <a:r>
              <a:rPr sz="2000" spc="-225" dirty="0">
                <a:solidFill>
                  <a:srgbClr val="0070C0"/>
                </a:solidFill>
                <a:latin typeface="Arial Black"/>
                <a:cs typeface="Arial Black"/>
              </a:rPr>
              <a:t> </a:t>
            </a:r>
            <a:r>
              <a:rPr sz="2000" spc="-75" dirty="0">
                <a:solidFill>
                  <a:srgbClr val="0070C0"/>
                </a:solidFill>
                <a:latin typeface="Arial Black"/>
                <a:cs typeface="Arial Black"/>
              </a:rPr>
              <a:t>Jill</a:t>
            </a:r>
            <a:r>
              <a:rPr sz="2000" spc="-225" dirty="0">
                <a:solidFill>
                  <a:srgbClr val="0070C0"/>
                </a:solidFill>
                <a:latin typeface="Arial Black"/>
                <a:cs typeface="Arial Black"/>
              </a:rPr>
              <a:t> </a:t>
            </a:r>
            <a:r>
              <a:rPr sz="2000" spc="-55" dirty="0">
                <a:solidFill>
                  <a:srgbClr val="0070C0"/>
                </a:solidFill>
                <a:latin typeface="Arial Black"/>
                <a:cs typeface="Arial Black"/>
              </a:rPr>
              <a:t>of</a:t>
            </a:r>
            <a:r>
              <a:rPr sz="2000" spc="-225" dirty="0">
                <a:solidFill>
                  <a:srgbClr val="0070C0"/>
                </a:solidFill>
                <a:latin typeface="Arial Black"/>
                <a:cs typeface="Arial Black"/>
              </a:rPr>
              <a:t> </a:t>
            </a:r>
            <a:r>
              <a:rPr sz="2000" spc="-40" dirty="0">
                <a:solidFill>
                  <a:srgbClr val="0070C0"/>
                </a:solidFill>
                <a:latin typeface="Arial Black"/>
                <a:cs typeface="Arial Black"/>
              </a:rPr>
              <a:t>America,</a:t>
            </a:r>
            <a:r>
              <a:rPr sz="2000" spc="-225" dirty="0">
                <a:solidFill>
                  <a:srgbClr val="0070C0"/>
                </a:solidFill>
                <a:latin typeface="Arial Black"/>
                <a:cs typeface="Arial Black"/>
              </a:rPr>
              <a:t> </a:t>
            </a:r>
            <a:r>
              <a:rPr sz="2000" spc="-20" dirty="0">
                <a:solidFill>
                  <a:srgbClr val="0070C0"/>
                </a:solidFill>
                <a:latin typeface="Arial Black"/>
                <a:cs typeface="Arial Black"/>
              </a:rPr>
              <a:t>Inc.</a:t>
            </a:r>
            <a:endParaRPr sz="2000" dirty="0">
              <a:solidFill>
                <a:srgbClr val="0070C0"/>
              </a:solidFill>
              <a:latin typeface="Arial Black"/>
              <a:cs typeface="Arial Black"/>
            </a:endParaRPr>
          </a:p>
          <a:p>
            <a:pPr algn="ctr">
              <a:lnSpc>
                <a:spcPct val="100000"/>
              </a:lnSpc>
              <a:spcBef>
                <a:spcPts val="455"/>
              </a:spcBef>
            </a:pPr>
            <a:r>
              <a:rPr sz="2000" i="1" dirty="0">
                <a:solidFill>
                  <a:srgbClr val="0070C0"/>
                </a:solidFill>
                <a:latin typeface="Century Gothic"/>
                <a:cs typeface="Century Gothic"/>
              </a:rPr>
              <a:t>Montgomery</a:t>
            </a:r>
            <a:r>
              <a:rPr sz="2000" i="1" spc="105" dirty="0">
                <a:solidFill>
                  <a:srgbClr val="0070C0"/>
                </a:solidFill>
                <a:latin typeface="Century Gothic"/>
                <a:cs typeface="Century Gothic"/>
              </a:rPr>
              <a:t> </a:t>
            </a:r>
            <a:r>
              <a:rPr sz="2000" i="1" dirty="0">
                <a:solidFill>
                  <a:srgbClr val="0070C0"/>
                </a:solidFill>
                <a:latin typeface="Century Gothic"/>
                <a:cs typeface="Century Gothic"/>
              </a:rPr>
              <a:t>County</a:t>
            </a:r>
            <a:r>
              <a:rPr sz="2000" i="1" spc="105" dirty="0">
                <a:solidFill>
                  <a:srgbClr val="0070C0"/>
                </a:solidFill>
                <a:latin typeface="Century Gothic"/>
                <a:cs typeface="Century Gothic"/>
              </a:rPr>
              <a:t> </a:t>
            </a:r>
            <a:r>
              <a:rPr sz="2000" i="1" dirty="0">
                <a:solidFill>
                  <a:srgbClr val="0070C0"/>
                </a:solidFill>
                <a:latin typeface="Century Gothic"/>
                <a:cs typeface="Century Gothic"/>
              </a:rPr>
              <a:t>Maryland</a:t>
            </a:r>
            <a:r>
              <a:rPr sz="2000" i="1" spc="110" dirty="0">
                <a:solidFill>
                  <a:srgbClr val="0070C0"/>
                </a:solidFill>
                <a:latin typeface="Century Gothic"/>
                <a:cs typeface="Century Gothic"/>
              </a:rPr>
              <a:t> </a:t>
            </a:r>
            <a:r>
              <a:rPr sz="2000" i="1" spc="-10" dirty="0">
                <a:solidFill>
                  <a:srgbClr val="0070C0"/>
                </a:solidFill>
                <a:latin typeface="Century Gothic"/>
                <a:cs typeface="Century Gothic"/>
              </a:rPr>
              <a:t>Chapter</a:t>
            </a:r>
            <a:endParaRPr sz="2000" dirty="0">
              <a:solidFill>
                <a:srgbClr val="0070C0"/>
              </a:solidFill>
              <a:latin typeface="Century Gothic"/>
              <a:cs typeface="Century Gothic"/>
            </a:endParaRPr>
          </a:p>
        </p:txBody>
      </p:sp>
    </p:spTree>
    <p:extLst>
      <p:ext uri="{BB962C8B-B14F-4D97-AF65-F5344CB8AC3E}">
        <p14:creationId xmlns:p14="http://schemas.microsoft.com/office/powerpoint/2010/main" val="4072447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Holder 6"/>
          <p:cNvSpPr>
            <a:spLocks noGrp="1"/>
          </p:cNvSpPr>
          <p:nvPr>
            <p:ph type="sldNum" sz="quarter" idx="7"/>
          </p:nvPr>
        </p:nvSpPr>
        <p:spPr/>
        <p:txBody>
          <a:bodyPr lIns="0" tIns="0" rIns="0" bIns="0"/>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pic>
        <p:nvPicPr>
          <p:cNvPr id="7" name="Picture 6" descr="A blue and pink line on a black background&#10;&#10;AI-generated content may be incorrect.">
            <a:extLst>
              <a:ext uri="{FF2B5EF4-FFF2-40B4-BE49-F238E27FC236}">
                <a16:creationId xmlns:a16="http://schemas.microsoft.com/office/drawing/2014/main" id="{6FE3298B-4BD8-71AF-AE7B-1D51737634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772400" cy="1905000"/>
          </a:xfrm>
          <a:prstGeom prst="rect">
            <a:avLst/>
          </a:prstGeom>
        </p:spPr>
      </p:pic>
      <p:sp>
        <p:nvSpPr>
          <p:cNvPr id="8" name="object 343">
            <a:extLst>
              <a:ext uri="{FF2B5EF4-FFF2-40B4-BE49-F238E27FC236}">
                <a16:creationId xmlns:a16="http://schemas.microsoft.com/office/drawing/2014/main" id="{ABE36E47-CF06-70F4-0B52-BB9A6937580F}"/>
              </a:ext>
            </a:extLst>
          </p:cNvPr>
          <p:cNvSpPr txBox="1"/>
          <p:nvPr userDrawn="1"/>
        </p:nvSpPr>
        <p:spPr>
          <a:xfrm>
            <a:off x="3505200" y="439861"/>
            <a:ext cx="4032885" cy="542456"/>
          </a:xfrm>
          <a:prstGeom prst="rect">
            <a:avLst/>
          </a:prstGeom>
        </p:spPr>
        <p:txBody>
          <a:bodyPr vert="horz" wrap="square" lIns="0" tIns="77470" rIns="0" bIns="0" rtlCol="0">
            <a:spAutoFit/>
          </a:bodyPr>
          <a:lstStyle/>
          <a:p>
            <a:pPr marL="3810" algn="ctr">
              <a:lnSpc>
                <a:spcPct val="100000"/>
              </a:lnSpc>
              <a:spcBef>
                <a:spcPts val="610"/>
              </a:spcBef>
            </a:pPr>
            <a:r>
              <a:rPr sz="1400" spc="-80" dirty="0">
                <a:solidFill>
                  <a:srgbClr val="0070C0"/>
                </a:solidFill>
                <a:latin typeface="Arial Black"/>
                <a:cs typeface="Arial Black"/>
              </a:rPr>
              <a:t>Jack</a:t>
            </a:r>
            <a:r>
              <a:rPr sz="1400" spc="-225" dirty="0">
                <a:solidFill>
                  <a:srgbClr val="0070C0"/>
                </a:solidFill>
                <a:latin typeface="Arial Black"/>
                <a:cs typeface="Arial Black"/>
              </a:rPr>
              <a:t> </a:t>
            </a:r>
            <a:r>
              <a:rPr sz="1400" dirty="0">
                <a:solidFill>
                  <a:srgbClr val="0070C0"/>
                </a:solidFill>
                <a:latin typeface="Arial Black"/>
                <a:cs typeface="Arial Black"/>
              </a:rPr>
              <a:t>and</a:t>
            </a:r>
            <a:r>
              <a:rPr sz="1400" spc="-225" dirty="0">
                <a:solidFill>
                  <a:srgbClr val="0070C0"/>
                </a:solidFill>
                <a:latin typeface="Arial Black"/>
                <a:cs typeface="Arial Black"/>
              </a:rPr>
              <a:t> </a:t>
            </a:r>
            <a:r>
              <a:rPr sz="1400" spc="-75" dirty="0">
                <a:solidFill>
                  <a:srgbClr val="0070C0"/>
                </a:solidFill>
                <a:latin typeface="Arial Black"/>
                <a:cs typeface="Arial Black"/>
              </a:rPr>
              <a:t>Jill</a:t>
            </a:r>
            <a:r>
              <a:rPr sz="1400" spc="-225" dirty="0">
                <a:solidFill>
                  <a:srgbClr val="0070C0"/>
                </a:solidFill>
                <a:latin typeface="Arial Black"/>
                <a:cs typeface="Arial Black"/>
              </a:rPr>
              <a:t> </a:t>
            </a:r>
            <a:r>
              <a:rPr sz="1400" spc="-55" dirty="0">
                <a:solidFill>
                  <a:srgbClr val="0070C0"/>
                </a:solidFill>
                <a:latin typeface="Arial Black"/>
                <a:cs typeface="Arial Black"/>
              </a:rPr>
              <a:t>of</a:t>
            </a:r>
            <a:r>
              <a:rPr sz="1400" spc="-225" dirty="0">
                <a:solidFill>
                  <a:srgbClr val="0070C0"/>
                </a:solidFill>
                <a:latin typeface="Arial Black"/>
                <a:cs typeface="Arial Black"/>
              </a:rPr>
              <a:t> </a:t>
            </a:r>
            <a:r>
              <a:rPr sz="1400" spc="-40" dirty="0">
                <a:solidFill>
                  <a:srgbClr val="0070C0"/>
                </a:solidFill>
                <a:latin typeface="Arial Black"/>
                <a:cs typeface="Arial Black"/>
              </a:rPr>
              <a:t>America,</a:t>
            </a:r>
            <a:r>
              <a:rPr sz="1400" spc="-225" dirty="0">
                <a:solidFill>
                  <a:srgbClr val="0070C0"/>
                </a:solidFill>
                <a:latin typeface="Arial Black"/>
                <a:cs typeface="Arial Black"/>
              </a:rPr>
              <a:t> </a:t>
            </a:r>
            <a:r>
              <a:rPr sz="1400" spc="-20" dirty="0">
                <a:solidFill>
                  <a:srgbClr val="0070C0"/>
                </a:solidFill>
                <a:latin typeface="Arial Black"/>
                <a:cs typeface="Arial Black"/>
              </a:rPr>
              <a:t>Inc.</a:t>
            </a:r>
            <a:endParaRPr sz="1400" dirty="0">
              <a:solidFill>
                <a:srgbClr val="0070C0"/>
              </a:solidFill>
              <a:latin typeface="Arial Black"/>
              <a:cs typeface="Arial Black"/>
            </a:endParaRPr>
          </a:p>
          <a:p>
            <a:pPr algn="ctr">
              <a:lnSpc>
                <a:spcPct val="100000"/>
              </a:lnSpc>
              <a:spcBef>
                <a:spcPts val="455"/>
              </a:spcBef>
            </a:pPr>
            <a:r>
              <a:rPr sz="1200" i="1" dirty="0">
                <a:solidFill>
                  <a:srgbClr val="0070C0"/>
                </a:solidFill>
                <a:latin typeface="Century Gothic"/>
                <a:cs typeface="Century Gothic"/>
              </a:rPr>
              <a:t>Montgomery</a:t>
            </a:r>
            <a:r>
              <a:rPr sz="1200" i="1" spc="105" dirty="0">
                <a:solidFill>
                  <a:srgbClr val="0070C0"/>
                </a:solidFill>
                <a:latin typeface="Century Gothic"/>
                <a:cs typeface="Century Gothic"/>
              </a:rPr>
              <a:t> </a:t>
            </a:r>
            <a:r>
              <a:rPr sz="1200" i="1" dirty="0">
                <a:solidFill>
                  <a:srgbClr val="0070C0"/>
                </a:solidFill>
                <a:latin typeface="Century Gothic"/>
                <a:cs typeface="Century Gothic"/>
              </a:rPr>
              <a:t>County</a:t>
            </a:r>
            <a:r>
              <a:rPr sz="1200" i="1" spc="105" dirty="0">
                <a:solidFill>
                  <a:srgbClr val="0070C0"/>
                </a:solidFill>
                <a:latin typeface="Century Gothic"/>
                <a:cs typeface="Century Gothic"/>
              </a:rPr>
              <a:t> </a:t>
            </a:r>
            <a:r>
              <a:rPr sz="1200" i="1" dirty="0">
                <a:solidFill>
                  <a:srgbClr val="0070C0"/>
                </a:solidFill>
                <a:latin typeface="Century Gothic"/>
                <a:cs typeface="Century Gothic"/>
              </a:rPr>
              <a:t>Maryland</a:t>
            </a:r>
            <a:r>
              <a:rPr sz="1200" i="1" spc="110" dirty="0">
                <a:solidFill>
                  <a:srgbClr val="0070C0"/>
                </a:solidFill>
                <a:latin typeface="Century Gothic"/>
                <a:cs typeface="Century Gothic"/>
              </a:rPr>
              <a:t> </a:t>
            </a:r>
            <a:r>
              <a:rPr sz="1200" i="1" spc="-10" dirty="0">
                <a:solidFill>
                  <a:srgbClr val="0070C0"/>
                </a:solidFill>
                <a:latin typeface="Century Gothic"/>
                <a:cs typeface="Century Gothic"/>
              </a:rPr>
              <a:t>Chapter</a:t>
            </a:r>
            <a:endParaRPr sz="1200" dirty="0">
              <a:solidFill>
                <a:srgbClr val="0070C0"/>
              </a:solidFill>
              <a:latin typeface="Century Gothic"/>
              <a:cs typeface="Century Gothic"/>
            </a:endParaRPr>
          </a:p>
        </p:txBody>
      </p:sp>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7" name="Holder 7"/>
          <p:cNvSpPr>
            <a:spLocks noGrp="1"/>
          </p:cNvSpPr>
          <p:nvPr>
            <p:ph type="sldNum" sz="quarter" idx="7"/>
          </p:nvPr>
        </p:nvSpPr>
        <p:spPr/>
        <p:txBody>
          <a:bodyPr lIns="0" tIns="0" rIns="0" bIns="0"/>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pic>
        <p:nvPicPr>
          <p:cNvPr id="8" name="Picture 7" descr="A blue and pink line on a black background&#10;&#10;AI-generated content may be incorrect.">
            <a:extLst>
              <a:ext uri="{FF2B5EF4-FFF2-40B4-BE49-F238E27FC236}">
                <a16:creationId xmlns:a16="http://schemas.microsoft.com/office/drawing/2014/main" id="{790D8E1A-C32B-BDDC-B3C6-D9EEB9696F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772400" cy="1905000"/>
          </a:xfrm>
          <a:prstGeom prst="rect">
            <a:avLst/>
          </a:prstGeom>
        </p:spPr>
      </p:pic>
      <p:sp>
        <p:nvSpPr>
          <p:cNvPr id="9" name="object 343">
            <a:extLst>
              <a:ext uri="{FF2B5EF4-FFF2-40B4-BE49-F238E27FC236}">
                <a16:creationId xmlns:a16="http://schemas.microsoft.com/office/drawing/2014/main" id="{B4F8C85F-B18A-F275-7572-C382A77D0D22}"/>
              </a:ext>
            </a:extLst>
          </p:cNvPr>
          <p:cNvSpPr txBox="1"/>
          <p:nvPr userDrawn="1"/>
        </p:nvSpPr>
        <p:spPr>
          <a:xfrm>
            <a:off x="3505200" y="439861"/>
            <a:ext cx="4032885" cy="542456"/>
          </a:xfrm>
          <a:prstGeom prst="rect">
            <a:avLst/>
          </a:prstGeom>
        </p:spPr>
        <p:txBody>
          <a:bodyPr vert="horz" wrap="square" lIns="0" tIns="77470" rIns="0" bIns="0" rtlCol="0">
            <a:spAutoFit/>
          </a:bodyPr>
          <a:lstStyle/>
          <a:p>
            <a:pPr marL="3810" algn="ctr">
              <a:lnSpc>
                <a:spcPct val="100000"/>
              </a:lnSpc>
              <a:spcBef>
                <a:spcPts val="610"/>
              </a:spcBef>
            </a:pPr>
            <a:r>
              <a:rPr sz="1400" spc="-80" dirty="0">
                <a:solidFill>
                  <a:srgbClr val="0070C0"/>
                </a:solidFill>
                <a:latin typeface="Arial Black"/>
                <a:cs typeface="Arial Black"/>
              </a:rPr>
              <a:t>Jack</a:t>
            </a:r>
            <a:r>
              <a:rPr sz="1400" spc="-225" dirty="0">
                <a:solidFill>
                  <a:srgbClr val="0070C0"/>
                </a:solidFill>
                <a:latin typeface="Arial Black"/>
                <a:cs typeface="Arial Black"/>
              </a:rPr>
              <a:t> </a:t>
            </a:r>
            <a:r>
              <a:rPr sz="1400" dirty="0">
                <a:solidFill>
                  <a:srgbClr val="0070C0"/>
                </a:solidFill>
                <a:latin typeface="Arial Black"/>
                <a:cs typeface="Arial Black"/>
              </a:rPr>
              <a:t>and</a:t>
            </a:r>
            <a:r>
              <a:rPr sz="1400" spc="-225" dirty="0">
                <a:solidFill>
                  <a:srgbClr val="0070C0"/>
                </a:solidFill>
                <a:latin typeface="Arial Black"/>
                <a:cs typeface="Arial Black"/>
              </a:rPr>
              <a:t> </a:t>
            </a:r>
            <a:r>
              <a:rPr sz="1400" spc="-75" dirty="0">
                <a:solidFill>
                  <a:srgbClr val="0070C0"/>
                </a:solidFill>
                <a:latin typeface="Arial Black"/>
                <a:cs typeface="Arial Black"/>
              </a:rPr>
              <a:t>Jill</a:t>
            </a:r>
            <a:r>
              <a:rPr sz="1400" spc="-225" dirty="0">
                <a:solidFill>
                  <a:srgbClr val="0070C0"/>
                </a:solidFill>
                <a:latin typeface="Arial Black"/>
                <a:cs typeface="Arial Black"/>
              </a:rPr>
              <a:t> </a:t>
            </a:r>
            <a:r>
              <a:rPr sz="1400" spc="-55" dirty="0">
                <a:solidFill>
                  <a:srgbClr val="0070C0"/>
                </a:solidFill>
                <a:latin typeface="Arial Black"/>
                <a:cs typeface="Arial Black"/>
              </a:rPr>
              <a:t>of</a:t>
            </a:r>
            <a:r>
              <a:rPr sz="1400" spc="-225" dirty="0">
                <a:solidFill>
                  <a:srgbClr val="0070C0"/>
                </a:solidFill>
                <a:latin typeface="Arial Black"/>
                <a:cs typeface="Arial Black"/>
              </a:rPr>
              <a:t> </a:t>
            </a:r>
            <a:r>
              <a:rPr sz="1400" spc="-40" dirty="0">
                <a:solidFill>
                  <a:srgbClr val="0070C0"/>
                </a:solidFill>
                <a:latin typeface="Arial Black"/>
                <a:cs typeface="Arial Black"/>
              </a:rPr>
              <a:t>America,</a:t>
            </a:r>
            <a:r>
              <a:rPr sz="1400" spc="-225" dirty="0">
                <a:solidFill>
                  <a:srgbClr val="0070C0"/>
                </a:solidFill>
                <a:latin typeface="Arial Black"/>
                <a:cs typeface="Arial Black"/>
              </a:rPr>
              <a:t> </a:t>
            </a:r>
            <a:r>
              <a:rPr sz="1400" spc="-20" dirty="0">
                <a:solidFill>
                  <a:srgbClr val="0070C0"/>
                </a:solidFill>
                <a:latin typeface="Arial Black"/>
                <a:cs typeface="Arial Black"/>
              </a:rPr>
              <a:t>Inc.</a:t>
            </a:r>
            <a:endParaRPr sz="1400" dirty="0">
              <a:solidFill>
                <a:srgbClr val="0070C0"/>
              </a:solidFill>
              <a:latin typeface="Arial Black"/>
              <a:cs typeface="Arial Black"/>
            </a:endParaRPr>
          </a:p>
          <a:p>
            <a:pPr algn="ctr">
              <a:lnSpc>
                <a:spcPct val="100000"/>
              </a:lnSpc>
              <a:spcBef>
                <a:spcPts val="455"/>
              </a:spcBef>
            </a:pPr>
            <a:r>
              <a:rPr sz="1200" i="1" dirty="0">
                <a:solidFill>
                  <a:srgbClr val="0070C0"/>
                </a:solidFill>
                <a:latin typeface="Century Gothic"/>
                <a:cs typeface="Century Gothic"/>
              </a:rPr>
              <a:t>Montgomery</a:t>
            </a:r>
            <a:r>
              <a:rPr sz="1200" i="1" spc="105" dirty="0">
                <a:solidFill>
                  <a:srgbClr val="0070C0"/>
                </a:solidFill>
                <a:latin typeface="Century Gothic"/>
                <a:cs typeface="Century Gothic"/>
              </a:rPr>
              <a:t> </a:t>
            </a:r>
            <a:r>
              <a:rPr sz="1200" i="1" dirty="0">
                <a:solidFill>
                  <a:srgbClr val="0070C0"/>
                </a:solidFill>
                <a:latin typeface="Century Gothic"/>
                <a:cs typeface="Century Gothic"/>
              </a:rPr>
              <a:t>County</a:t>
            </a:r>
            <a:r>
              <a:rPr sz="1200" i="1" spc="105" dirty="0">
                <a:solidFill>
                  <a:srgbClr val="0070C0"/>
                </a:solidFill>
                <a:latin typeface="Century Gothic"/>
                <a:cs typeface="Century Gothic"/>
              </a:rPr>
              <a:t> </a:t>
            </a:r>
            <a:r>
              <a:rPr sz="1200" i="1" dirty="0">
                <a:solidFill>
                  <a:srgbClr val="0070C0"/>
                </a:solidFill>
                <a:latin typeface="Century Gothic"/>
                <a:cs typeface="Century Gothic"/>
              </a:rPr>
              <a:t>Maryland</a:t>
            </a:r>
            <a:r>
              <a:rPr sz="1200" i="1" spc="110" dirty="0">
                <a:solidFill>
                  <a:srgbClr val="0070C0"/>
                </a:solidFill>
                <a:latin typeface="Century Gothic"/>
                <a:cs typeface="Century Gothic"/>
              </a:rPr>
              <a:t> </a:t>
            </a:r>
            <a:r>
              <a:rPr sz="1200" i="1" spc="-10" dirty="0">
                <a:solidFill>
                  <a:srgbClr val="0070C0"/>
                </a:solidFill>
                <a:latin typeface="Century Gothic"/>
                <a:cs typeface="Century Gothic"/>
              </a:rPr>
              <a:t>Chapter</a:t>
            </a:r>
            <a:endParaRPr sz="1200" dirty="0">
              <a:solidFill>
                <a:srgbClr val="0070C0"/>
              </a:solidFill>
              <a:latin typeface="Century Gothic"/>
              <a:cs typeface="Century Gothic"/>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5" name="Holder 5"/>
          <p:cNvSpPr>
            <a:spLocks noGrp="1"/>
          </p:cNvSpPr>
          <p:nvPr>
            <p:ph type="sldNum" sz="quarter" idx="7"/>
          </p:nvPr>
        </p:nvSpPr>
        <p:spPr/>
        <p:txBody>
          <a:bodyPr lIns="0" tIns="0" rIns="0" bIns="0"/>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sp>
        <p:nvSpPr>
          <p:cNvPr id="6" name="Rectangle 5">
            <a:extLst>
              <a:ext uri="{FF2B5EF4-FFF2-40B4-BE49-F238E27FC236}">
                <a16:creationId xmlns:a16="http://schemas.microsoft.com/office/drawing/2014/main" id="{E836FF1F-4CE4-E1A7-2145-169DC3816567}"/>
              </a:ext>
            </a:extLst>
          </p:cNvPr>
          <p:cNvSpPr/>
          <p:nvPr userDrawn="1"/>
        </p:nvSpPr>
        <p:spPr>
          <a:xfrm>
            <a:off x="-8965" y="0"/>
            <a:ext cx="7790330" cy="568645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01">
            <a:extLst>
              <a:ext uri="{FF2B5EF4-FFF2-40B4-BE49-F238E27FC236}">
                <a16:creationId xmlns:a16="http://schemas.microsoft.com/office/drawing/2014/main" id="{D28AE2D9-1C0D-D445-8753-B8427C26AA15}"/>
              </a:ext>
            </a:extLst>
          </p:cNvPr>
          <p:cNvSpPr/>
          <p:nvPr userDrawn="1"/>
        </p:nvSpPr>
        <p:spPr>
          <a:xfrm>
            <a:off x="-17929" y="4760259"/>
            <a:ext cx="7808259" cy="5334000"/>
          </a:xfrm>
          <a:custGeom>
            <a:avLst/>
            <a:gdLst/>
            <a:ahLst/>
            <a:cxnLst/>
            <a:rect l="l" t="t" r="r" b="b"/>
            <a:pathLst>
              <a:path w="7772400" h="4356100">
                <a:moveTo>
                  <a:pt x="7772400" y="0"/>
                </a:moveTo>
                <a:lnTo>
                  <a:pt x="0" y="0"/>
                </a:lnTo>
                <a:lnTo>
                  <a:pt x="0" y="4356100"/>
                </a:lnTo>
                <a:lnTo>
                  <a:pt x="7772400" y="4356100"/>
                </a:lnTo>
                <a:lnTo>
                  <a:pt x="7772400" y="0"/>
                </a:lnTo>
                <a:close/>
              </a:path>
            </a:pathLst>
          </a:custGeom>
          <a:solidFill>
            <a:srgbClr val="1B5595"/>
          </a:solidFill>
        </p:spPr>
        <p:txBody>
          <a:bodyPr wrap="square" lIns="0" tIns="0" rIns="0" bIns="0" rtlCol="0"/>
          <a:lstStyle/>
          <a:p>
            <a:endParaRPr/>
          </a:p>
        </p:txBody>
      </p:sp>
      <p:pic>
        <p:nvPicPr>
          <p:cNvPr id="8" name="Picture 7" descr="A blue and pink line on a black background&#10;&#10;AI-generated content may be incorrect.">
            <a:extLst>
              <a:ext uri="{FF2B5EF4-FFF2-40B4-BE49-F238E27FC236}">
                <a16:creationId xmlns:a16="http://schemas.microsoft.com/office/drawing/2014/main" id="{FDB8621E-3C47-639A-C4DF-7211BD4DE4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17929" y="3160643"/>
            <a:ext cx="7826184" cy="1905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4" name="Holder 4"/>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a:t>
            </a:fld>
            <a:endParaRPr lang="en-US" spc="-50" dirty="0">
              <a:latin typeface="Arial" panose="020B0604020202020204" pitchFamily="34" charset="0"/>
              <a:cs typeface="Arial" panose="020B0604020202020204" pitchFamily="34" charset="0"/>
            </a:endParaRPr>
          </a:p>
        </p:txBody>
      </p:sp>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9502914"/>
            <a:ext cx="7772400" cy="555625"/>
          </a:xfrm>
          <a:custGeom>
            <a:avLst/>
            <a:gdLst/>
            <a:ahLst/>
            <a:cxnLst/>
            <a:rect l="l" t="t" r="r" b="b"/>
            <a:pathLst>
              <a:path w="7772400" h="555625">
                <a:moveTo>
                  <a:pt x="7772400" y="0"/>
                </a:moveTo>
                <a:lnTo>
                  <a:pt x="0" y="0"/>
                </a:lnTo>
                <a:lnTo>
                  <a:pt x="0" y="555485"/>
                </a:lnTo>
                <a:lnTo>
                  <a:pt x="7772400" y="555485"/>
                </a:lnTo>
                <a:lnTo>
                  <a:pt x="7772400" y="0"/>
                </a:lnTo>
                <a:close/>
              </a:path>
            </a:pathLst>
          </a:custGeom>
          <a:solidFill>
            <a:srgbClr val="1D5495"/>
          </a:solidFill>
        </p:spPr>
        <p:txBody>
          <a:bodyPr wrap="square" lIns="0" tIns="0" rIns="0" bIns="0" rtlCol="0"/>
          <a:lstStyle/>
          <a:p>
            <a:endParaRPr/>
          </a:p>
        </p:txBody>
      </p:sp>
      <p:sp>
        <p:nvSpPr>
          <p:cNvPr id="6" name="Holder 6"/>
          <p:cNvSpPr>
            <a:spLocks noGrp="1"/>
          </p:cNvSpPr>
          <p:nvPr>
            <p:ph type="sldNum" sz="quarter" idx="7"/>
          </p:nvPr>
        </p:nvSpPr>
        <p:spPr>
          <a:xfrm>
            <a:off x="7067295" y="9529591"/>
            <a:ext cx="161290" cy="185420"/>
          </a:xfrm>
          <a:prstGeom prst="rect">
            <a:avLst/>
          </a:prstGeom>
        </p:spPr>
        <p:txBody>
          <a:bodyPr wrap="square" lIns="0" tIns="0" rIns="0" bIns="0">
            <a:spAutoFit/>
          </a:bodyPr>
          <a:lstStyle>
            <a:lvl1pPr>
              <a:defRPr sz="900" b="0" i="0">
                <a:solidFill>
                  <a:schemeClr val="bg1"/>
                </a:solidFill>
                <a:latin typeface="Lucida Sans Unicode"/>
                <a:cs typeface="Lucida Sans Unicode"/>
              </a:defRPr>
            </a:lvl1pPr>
          </a:lstStyle>
          <a:p>
            <a:pPr marL="38100">
              <a:lnSpc>
                <a:spcPct val="100000"/>
              </a:lnSpc>
              <a:spcBef>
                <a:spcPts val="14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6" r:id="rId2"/>
    <p:sldLayoutId id="2147483662" r:id="rId3"/>
    <p:sldLayoutId id="2147483663" r:id="rId4"/>
    <p:sldLayoutId id="2147483664" r:id="rId5"/>
    <p:sldLayoutId id="2147483665"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2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hyperlink" Target="mailto:financialsec@jjmcmc.org" TargetMode="External"/><Relationship Id="rId13" Type="http://schemas.openxmlformats.org/officeDocument/2006/relationships/hyperlink" Target="mailto:jessicataylorwhite@gmail.com" TargetMode="External"/><Relationship Id="rId3" Type="http://schemas.openxmlformats.org/officeDocument/2006/relationships/hyperlink" Target="mailto:vicepresident@jjmcmc.org" TargetMode="External"/><Relationship Id="rId7" Type="http://schemas.openxmlformats.org/officeDocument/2006/relationships/hyperlink" Target="mailto:treasurer@jjmcmc.org" TargetMode="External"/><Relationship Id="rId12" Type="http://schemas.openxmlformats.org/officeDocument/2006/relationships/hyperlink" Target="mailto:mariasmedia@gmail.com" TargetMode="External"/><Relationship Id="rId2" Type="http://schemas.openxmlformats.org/officeDocument/2006/relationships/hyperlink" Target="mailto:president@jjmcmc.org" TargetMode="External"/><Relationship Id="rId1" Type="http://schemas.openxmlformats.org/officeDocument/2006/relationships/slideLayout" Target="../slideLayouts/slideLayout3.xml"/><Relationship Id="rId6" Type="http://schemas.openxmlformats.org/officeDocument/2006/relationships/hyperlink" Target="mailto:correspondingsec@jjmcmc.org" TargetMode="External"/><Relationship Id="rId11" Type="http://schemas.openxmlformats.org/officeDocument/2006/relationships/hyperlink" Target="mailto:foundationchair@jjmcmc.org" TargetMode="External"/><Relationship Id="rId5" Type="http://schemas.openxmlformats.org/officeDocument/2006/relationships/hyperlink" Target="mailto:recordingsec@jjmcmc.org" TargetMode="External"/><Relationship Id="rId10" Type="http://schemas.openxmlformats.org/officeDocument/2006/relationships/hyperlink" Target="mailto:parliamentarian@jjmcmc.org" TargetMode="External"/><Relationship Id="rId4" Type="http://schemas.openxmlformats.org/officeDocument/2006/relationships/hyperlink" Target="mailto:programming@jjmcmc.org" TargetMode="External"/><Relationship Id="rId9" Type="http://schemas.openxmlformats.org/officeDocument/2006/relationships/hyperlink" Target="mailto:editor@jjmcmc.org" TargetMode="External"/><Relationship Id="rId14" Type="http://schemas.openxmlformats.org/officeDocument/2006/relationships/hyperlink" Target="mailto:liafordjour@icloud.com"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mailto:Henryjriemer@gmail.com" TargetMode="External"/><Relationship Id="rId13" Type="http://schemas.openxmlformats.org/officeDocument/2006/relationships/hyperlink" Target="mailto:adonniadams@gmail.com" TargetMode="External"/><Relationship Id="rId3" Type="http://schemas.openxmlformats.org/officeDocument/2006/relationships/hyperlink" Target="mailto:ethannjacas@gmail.com" TargetMode="External"/><Relationship Id="rId7" Type="http://schemas.openxmlformats.org/officeDocument/2006/relationships/hyperlink" Target="mailto:tchanelew22@gmail.com" TargetMode="External"/><Relationship Id="rId12" Type="http://schemas.openxmlformats.org/officeDocument/2006/relationships/hyperlink" Target="mailto:princenya6@gmail.com" TargetMode="External"/><Relationship Id="rId2" Type="http://schemas.openxmlformats.org/officeDocument/2006/relationships/hyperlink" Target="mailto:messiahxd@icloud.com" TargetMode="External"/><Relationship Id="rId1" Type="http://schemas.openxmlformats.org/officeDocument/2006/relationships/slideLayout" Target="../slideLayouts/slideLayout3.xml"/><Relationship Id="rId6" Type="http://schemas.openxmlformats.org/officeDocument/2006/relationships/hyperlink" Target="mailto:Therealisaac0@gmail.com" TargetMode="External"/><Relationship Id="rId11" Type="http://schemas.openxmlformats.org/officeDocument/2006/relationships/hyperlink" Target="mailto:NSJ09@icloud.com" TargetMode="External"/><Relationship Id="rId5" Type="http://schemas.openxmlformats.org/officeDocument/2006/relationships/hyperlink" Target="mailto:amira.mhoon123@icloud.com" TargetMode="External"/><Relationship Id="rId15" Type="http://schemas.openxmlformats.org/officeDocument/2006/relationships/image" Target="../media/image9.jpeg"/><Relationship Id="rId10" Type="http://schemas.openxmlformats.org/officeDocument/2006/relationships/hyperlink" Target="mailto:gvsampson1@gmail.com" TargetMode="External"/><Relationship Id="rId4" Type="http://schemas.openxmlformats.org/officeDocument/2006/relationships/hyperlink" Target="mailto:rachelcushenberry@gmail.com" TargetMode="External"/><Relationship Id="rId9" Type="http://schemas.openxmlformats.org/officeDocument/2006/relationships/hyperlink" Target="mailto:adamwhite09@icloud.com" TargetMode="External"/><Relationship Id="rId14" Type="http://schemas.openxmlformats.org/officeDocument/2006/relationships/hyperlink" Target="mailto:koens549@icloud.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9.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jpeg"/><Relationship Id="rId7" Type="http://schemas.openxmlformats.org/officeDocument/2006/relationships/image" Target="../media/image35.JPG"/><Relationship Id="rId12" Type="http://schemas.openxmlformats.org/officeDocument/2006/relationships/image" Target="../media/image40.JPG"/><Relationship Id="rId2" Type="http://schemas.openxmlformats.org/officeDocument/2006/relationships/image" Target="../media/image30.jpeg"/><Relationship Id="rId1" Type="http://schemas.openxmlformats.org/officeDocument/2006/relationships/slideLayout" Target="../slideLayouts/slideLayout3.xml"/><Relationship Id="rId6" Type="http://schemas.openxmlformats.org/officeDocument/2006/relationships/image" Target="../media/image34.JPG"/><Relationship Id="rId11" Type="http://schemas.openxmlformats.org/officeDocument/2006/relationships/image" Target="../media/image39.JPG"/><Relationship Id="rId5" Type="http://schemas.openxmlformats.org/officeDocument/2006/relationships/image" Target="../media/image33.jpeg"/><Relationship Id="rId10" Type="http://schemas.openxmlformats.org/officeDocument/2006/relationships/image" Target="../media/image38.JPG"/><Relationship Id="rId4" Type="http://schemas.openxmlformats.org/officeDocument/2006/relationships/image" Target="../media/image32.jpeg"/><Relationship Id="rId9" Type="http://schemas.openxmlformats.org/officeDocument/2006/relationships/image" Target="../media/image37.JPG"/></Relationships>
</file>

<file path=ppt/slides/_rels/slide71.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41.JPEG"/><Relationship Id="rId1" Type="http://schemas.openxmlformats.org/officeDocument/2006/relationships/slideLayout" Target="../slideLayouts/slideLayout3.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 Id="rId9" Type="http://schemas.openxmlformats.org/officeDocument/2006/relationships/image" Target="../media/image48.jpeg"/></Relationships>
</file>

<file path=ppt/slides/_rels/slide72.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50.jpeg"/><Relationship Id="rId7" Type="http://schemas.openxmlformats.org/officeDocument/2006/relationships/image" Target="../media/image54.jpeg"/><Relationship Id="rId2" Type="http://schemas.openxmlformats.org/officeDocument/2006/relationships/image" Target="../media/image49.jpeg"/><Relationship Id="rId1" Type="http://schemas.openxmlformats.org/officeDocument/2006/relationships/slideLayout" Target="../slideLayouts/slideLayout3.xml"/><Relationship Id="rId6" Type="http://schemas.openxmlformats.org/officeDocument/2006/relationships/image" Target="../media/image53.JPG"/><Relationship Id="rId5" Type="http://schemas.openxmlformats.org/officeDocument/2006/relationships/image" Target="../media/image52.jpeg"/><Relationship Id="rId4" Type="http://schemas.openxmlformats.org/officeDocument/2006/relationships/image" Target="../media/image51.jpeg"/></Relationships>
</file>

<file path=ppt/slides/_rels/slide7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97930A-C336-02E8-CDA7-245D736AEC3D}"/>
              </a:ext>
            </a:extLst>
          </p:cNvPr>
          <p:cNvSpPr txBox="1"/>
          <p:nvPr/>
        </p:nvSpPr>
        <p:spPr>
          <a:xfrm>
            <a:off x="1295400" y="6781800"/>
            <a:ext cx="5181600" cy="1323439"/>
          </a:xfrm>
          <a:prstGeom prst="rect">
            <a:avLst/>
          </a:prstGeom>
          <a:noFill/>
        </p:spPr>
        <p:txBody>
          <a:bodyPr wrap="square" rtlCol="0">
            <a:spAutoFit/>
          </a:bodyPr>
          <a:lstStyle/>
          <a:p>
            <a:pPr algn="ctr"/>
            <a:r>
              <a:rPr lang="en-US" sz="4000" b="1" dirty="0">
                <a:solidFill>
                  <a:schemeClr val="bg1"/>
                </a:solidFill>
                <a:latin typeface="Century Gothic" panose="020B0502020202020204" pitchFamily="34" charset="0"/>
              </a:rPr>
              <a:t>Chapter Program Handbook</a:t>
            </a:r>
          </a:p>
        </p:txBody>
      </p:sp>
      <p:grpSp>
        <p:nvGrpSpPr>
          <p:cNvPr id="8" name="Group 7">
            <a:extLst>
              <a:ext uri="{FF2B5EF4-FFF2-40B4-BE49-F238E27FC236}">
                <a16:creationId xmlns:a16="http://schemas.microsoft.com/office/drawing/2014/main" id="{CF6A3388-F558-417E-E1D1-83ADECC78050}"/>
              </a:ext>
            </a:extLst>
          </p:cNvPr>
          <p:cNvGrpSpPr/>
          <p:nvPr/>
        </p:nvGrpSpPr>
        <p:grpSpPr>
          <a:xfrm>
            <a:off x="2019300" y="8305800"/>
            <a:ext cx="3733800" cy="500391"/>
            <a:chOff x="2019300" y="9144000"/>
            <a:chExt cx="3733800" cy="500391"/>
          </a:xfrm>
        </p:grpSpPr>
        <p:sp>
          <p:nvSpPr>
            <p:cNvPr id="5" name="Rectangle 4">
              <a:extLst>
                <a:ext uri="{FF2B5EF4-FFF2-40B4-BE49-F238E27FC236}">
                  <a16:creationId xmlns:a16="http://schemas.microsoft.com/office/drawing/2014/main" id="{1D625B70-E39B-6430-B5E2-CEB1A8FCD5BA}"/>
                </a:ext>
              </a:extLst>
            </p:cNvPr>
            <p:cNvSpPr/>
            <p:nvPr/>
          </p:nvSpPr>
          <p:spPr>
            <a:xfrm>
              <a:off x="2019300" y="9144000"/>
              <a:ext cx="3733800" cy="500391"/>
            </a:xfrm>
            <a:prstGeom prst="rect">
              <a:avLst/>
            </a:prstGeom>
            <a:solidFill>
              <a:srgbClr val="F16D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6FA3AF-2204-B6CA-EDC5-32EB3BC2EAF7}"/>
                </a:ext>
              </a:extLst>
            </p:cNvPr>
            <p:cNvSpPr txBox="1"/>
            <p:nvPr/>
          </p:nvSpPr>
          <p:spPr>
            <a:xfrm>
              <a:off x="2095500" y="9194140"/>
              <a:ext cx="3657600" cy="400110"/>
            </a:xfrm>
            <a:prstGeom prst="rect">
              <a:avLst/>
            </a:prstGeom>
            <a:noFill/>
          </p:spPr>
          <p:txBody>
            <a:bodyPr wrap="square" rtlCol="0">
              <a:spAutoFit/>
            </a:bodyPr>
            <a:lstStyle/>
            <a:p>
              <a:pPr algn="l"/>
              <a:r>
                <a:rPr lang="en-US" sz="2000" b="1" dirty="0">
                  <a:solidFill>
                    <a:srgbClr val="002060"/>
                  </a:solidFill>
                </a:rPr>
                <a:t>2026–2027 PROGRAM YEAR</a:t>
              </a:r>
              <a:endParaRPr lang="en-US" sz="2000" dirty="0">
                <a:solidFill>
                  <a:srgbClr val="002060"/>
                </a:solidFill>
              </a:endParaRPr>
            </a:p>
          </p:txBody>
        </p:sp>
      </p:grpSp>
    </p:spTree>
    <p:extLst>
      <p:ext uri="{BB962C8B-B14F-4D97-AF65-F5344CB8AC3E}">
        <p14:creationId xmlns:p14="http://schemas.microsoft.com/office/powerpoint/2010/main" val="531176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778516687"/>
              </p:ext>
            </p:extLst>
          </p:nvPr>
        </p:nvGraphicFramePr>
        <p:xfrm>
          <a:off x="876300" y="1447800"/>
          <a:ext cx="6019800" cy="7749537"/>
        </p:xfrm>
        <a:graphic>
          <a:graphicData uri="http://schemas.openxmlformats.org/drawingml/2006/table">
            <a:tbl>
              <a:tblPr firstRow="1" bandRow="1">
                <a:tableStyleId>{2D5ABB26-0587-4C30-8999-92F81FD0307C}</a:tableStyleId>
              </a:tblPr>
              <a:tblGrid>
                <a:gridCol w="1125855">
                  <a:extLst>
                    <a:ext uri="{9D8B030D-6E8A-4147-A177-3AD203B41FA5}">
                      <a16:colId xmlns:a16="http://schemas.microsoft.com/office/drawing/2014/main" val="20000"/>
                    </a:ext>
                  </a:extLst>
                </a:gridCol>
                <a:gridCol w="4289425">
                  <a:extLst>
                    <a:ext uri="{9D8B030D-6E8A-4147-A177-3AD203B41FA5}">
                      <a16:colId xmlns:a16="http://schemas.microsoft.com/office/drawing/2014/main" val="20001"/>
                    </a:ext>
                  </a:extLst>
                </a:gridCol>
                <a:gridCol w="604520">
                  <a:extLst>
                    <a:ext uri="{9D8B030D-6E8A-4147-A177-3AD203B41FA5}">
                      <a16:colId xmlns:a16="http://schemas.microsoft.com/office/drawing/2014/main" val="20002"/>
                    </a:ext>
                  </a:extLst>
                </a:gridCol>
              </a:tblGrid>
              <a:tr h="344805">
                <a:tc>
                  <a:txBody>
                    <a:bodyPr/>
                    <a:lstStyle/>
                    <a:p>
                      <a:pPr marR="2540" algn="ctr">
                        <a:lnSpc>
                          <a:spcPct val="100000"/>
                        </a:lnSpc>
                        <a:spcBef>
                          <a:spcPts val="70"/>
                        </a:spcBef>
                      </a:pPr>
                      <a:r>
                        <a:rPr sz="1400" spc="0" dirty="0">
                          <a:solidFill>
                            <a:srgbClr val="1D5495"/>
                          </a:solidFill>
                          <a:latin typeface="Arial Black"/>
                          <a:cs typeface="Arial Black"/>
                        </a:rPr>
                        <a:t>SECTION 1</a:t>
                      </a:r>
                      <a:endParaRPr sz="1400" spc="0" dirty="0">
                        <a:latin typeface="Arial Black"/>
                        <a:cs typeface="Arial Black"/>
                      </a:endParaRPr>
                    </a:p>
                  </a:txBody>
                  <a:tcPr marL="0" marR="0" marT="8890" marB="0">
                    <a:lnB w="12700">
                      <a:solidFill>
                        <a:srgbClr val="F06CA6"/>
                      </a:solidFill>
                      <a:prstDash val="solid"/>
                    </a:lnB>
                  </a:tcPr>
                </a:tc>
                <a:tc>
                  <a:txBody>
                    <a:bodyPr/>
                    <a:lstStyle/>
                    <a:p>
                      <a:pPr marL="160655">
                        <a:lnSpc>
                          <a:spcPct val="100000"/>
                        </a:lnSpc>
                        <a:spcBef>
                          <a:spcPts val="165"/>
                        </a:spcBef>
                      </a:pPr>
                      <a:r>
                        <a:rPr sz="1200" spc="0" dirty="0">
                          <a:solidFill>
                            <a:srgbClr val="1D5495"/>
                          </a:solidFill>
                          <a:latin typeface="Arial Black"/>
                          <a:cs typeface="Arial Black"/>
                        </a:rPr>
                        <a:t>Program Handbook Checklist </a:t>
                      </a:r>
                      <a:br>
                        <a:rPr lang="en-US" sz="1200" spc="0" dirty="0">
                          <a:solidFill>
                            <a:srgbClr val="1D5495"/>
                          </a:solidFill>
                          <a:latin typeface="Arial Black"/>
                          <a:cs typeface="Arial Black"/>
                        </a:rPr>
                      </a:br>
                      <a:r>
                        <a:rPr sz="1200" spc="0" dirty="0">
                          <a:solidFill>
                            <a:srgbClr val="1D5495"/>
                          </a:solidFill>
                          <a:latin typeface="Arial Black"/>
                          <a:cs typeface="Arial Black"/>
                        </a:rPr>
                        <a:t>and Chapter History</a:t>
                      </a:r>
                      <a:endParaRPr sz="1200" spc="0" dirty="0">
                        <a:latin typeface="Arial Black"/>
                        <a:cs typeface="Arial Black"/>
                      </a:endParaRPr>
                    </a:p>
                  </a:txBody>
                  <a:tcPr marL="0" marR="0" marT="20955" marB="0">
                    <a:lnB w="12700">
                      <a:solidFill>
                        <a:srgbClr val="F06CA6"/>
                      </a:solidFill>
                      <a:prstDash val="solid"/>
                    </a:lnB>
                  </a:tcPr>
                </a:tc>
                <a:tc>
                  <a:txBody>
                    <a:bodyPr/>
                    <a:lstStyle/>
                    <a:p>
                      <a:pPr marL="53340" algn="ctr">
                        <a:lnSpc>
                          <a:spcPct val="100000"/>
                        </a:lnSpc>
                        <a:spcBef>
                          <a:spcPts val="165"/>
                        </a:spcBef>
                      </a:pPr>
                      <a:r>
                        <a:rPr lang="en-US" sz="1200" u="sng" spc="0" dirty="0">
                          <a:solidFill>
                            <a:srgbClr val="1DA9E2"/>
                          </a:solidFill>
                          <a:uFill>
                            <a:solidFill>
                              <a:srgbClr val="1EA9E1"/>
                            </a:solidFill>
                          </a:uFill>
                          <a:latin typeface="Arial Black"/>
                          <a:cs typeface="Arial Black"/>
                        </a:rPr>
                        <a:t>03</a:t>
                      </a:r>
                      <a:endParaRPr sz="1200" spc="0" dirty="0">
                        <a:solidFill>
                          <a:srgbClr val="1DA9E2"/>
                        </a:solidFill>
                        <a:latin typeface="Arial Black"/>
                        <a:cs typeface="Arial Black"/>
                      </a:endParaRPr>
                    </a:p>
                  </a:txBody>
                  <a:tcPr marL="0" marR="0" marT="20955" marB="0">
                    <a:lnB w="12700">
                      <a:solidFill>
                        <a:srgbClr val="F06CA6"/>
                      </a:solidFill>
                      <a:prstDash val="solid"/>
                    </a:lnB>
                  </a:tcPr>
                </a:tc>
                <a:extLst>
                  <a:ext uri="{0D108BD9-81ED-4DB2-BD59-A6C34878D82A}">
                    <a16:rowId xmlns:a16="http://schemas.microsoft.com/office/drawing/2014/main" val="10000"/>
                  </a:ext>
                </a:extLst>
              </a:tr>
              <a:tr h="502284">
                <a:tc>
                  <a:txBody>
                    <a:bodyPr/>
                    <a:lstStyle/>
                    <a:p>
                      <a:pPr marR="2540" algn="ctr">
                        <a:lnSpc>
                          <a:spcPct val="100000"/>
                        </a:lnSpc>
                        <a:spcBef>
                          <a:spcPts val="1315"/>
                        </a:spcBef>
                      </a:pPr>
                      <a:r>
                        <a:rPr sz="1400" spc="0" dirty="0">
                          <a:solidFill>
                            <a:srgbClr val="1D5495"/>
                          </a:solidFill>
                          <a:latin typeface="Arial Black"/>
                          <a:cs typeface="Arial Black"/>
                        </a:rPr>
                        <a:t>SECTION 2</a:t>
                      </a:r>
                      <a:endParaRPr sz="1400" spc="0" dirty="0">
                        <a:latin typeface="Arial Black"/>
                        <a:cs typeface="Arial Black"/>
                      </a:endParaRPr>
                    </a:p>
                  </a:txBody>
                  <a:tcPr marL="0" marR="0" marT="167005" marB="0">
                    <a:lnT w="12700">
                      <a:solidFill>
                        <a:srgbClr val="F06CA6"/>
                      </a:solidFill>
                      <a:prstDash val="solid"/>
                    </a:lnT>
                    <a:lnB w="12700">
                      <a:solidFill>
                        <a:srgbClr val="F06CA6"/>
                      </a:solidFill>
                      <a:prstDash val="solid"/>
                    </a:lnB>
                  </a:tcPr>
                </a:tc>
                <a:tc>
                  <a:txBody>
                    <a:bodyPr/>
                    <a:lstStyle/>
                    <a:p>
                      <a:pPr>
                        <a:lnSpc>
                          <a:spcPct val="100000"/>
                        </a:lnSpc>
                        <a:spcBef>
                          <a:spcPts val="30"/>
                        </a:spcBef>
                      </a:pPr>
                      <a:endParaRPr sz="1200" spc="0" dirty="0">
                        <a:latin typeface="Times New Roman"/>
                        <a:cs typeface="Times New Roman"/>
                      </a:endParaRPr>
                    </a:p>
                    <a:p>
                      <a:pPr marL="103505">
                        <a:lnSpc>
                          <a:spcPct val="100000"/>
                        </a:lnSpc>
                      </a:pPr>
                      <a:r>
                        <a:rPr lang="en-US" sz="1200" spc="0" dirty="0">
                          <a:solidFill>
                            <a:srgbClr val="1D5495"/>
                          </a:solidFill>
                          <a:latin typeface="Arial Black"/>
                          <a:cs typeface="Arial Black"/>
                        </a:rPr>
                        <a:t>Chapter Information </a:t>
                      </a:r>
                      <a:endParaRPr sz="1200" spc="0" dirty="0">
                        <a:latin typeface="Arial Black"/>
                        <a:cs typeface="Arial Black"/>
                      </a:endParaRPr>
                    </a:p>
                  </a:txBody>
                  <a:tcPr marL="0" marR="0" marT="3810" marB="0">
                    <a:lnT w="12700">
                      <a:solidFill>
                        <a:srgbClr val="F06CA6"/>
                      </a:solidFill>
                      <a:prstDash val="solid"/>
                    </a:lnT>
                    <a:lnB w="12700">
                      <a:solidFill>
                        <a:srgbClr val="F06CA6"/>
                      </a:solidFill>
                      <a:prstDash val="solid"/>
                    </a:lnB>
                  </a:tcPr>
                </a:tc>
                <a:tc>
                  <a:txBody>
                    <a:bodyPr/>
                    <a:lstStyle/>
                    <a:p>
                      <a:pPr>
                        <a:lnSpc>
                          <a:spcPct val="100000"/>
                        </a:lnSpc>
                        <a:spcBef>
                          <a:spcPts val="30"/>
                        </a:spcBef>
                      </a:pPr>
                      <a:endParaRPr sz="1200" spc="0" dirty="0">
                        <a:latin typeface="Times New Roman"/>
                        <a:cs typeface="Times New Roman"/>
                      </a:endParaRPr>
                    </a:p>
                    <a:p>
                      <a:pPr marL="53975" algn="ctr">
                        <a:lnSpc>
                          <a:spcPct val="100000"/>
                        </a:lnSpc>
                      </a:pPr>
                      <a:r>
                        <a:rPr lang="en-US" sz="1200" u="sng" spc="0" dirty="0">
                          <a:solidFill>
                            <a:srgbClr val="1DA9E2"/>
                          </a:solidFill>
                          <a:uFill>
                            <a:solidFill>
                              <a:srgbClr val="1EA9E1"/>
                            </a:solidFill>
                          </a:uFill>
                          <a:latin typeface="Arial Black"/>
                          <a:cs typeface="Arial Black"/>
                          <a:hlinkClick r:id="rId2" action="ppaction://hlinksldjump">
                            <a:extLst>
                              <a:ext uri="{A12FA001-AC4F-418D-AE19-62706E023703}">
                                <ahyp:hlinkClr xmlns:ahyp="http://schemas.microsoft.com/office/drawing/2018/hyperlinkcolor" val="tx"/>
                              </a:ext>
                            </a:extLst>
                          </a:hlinkClick>
                        </a:rPr>
                        <a:t>06</a:t>
                      </a:r>
                      <a:endParaRPr sz="1200" spc="0" dirty="0">
                        <a:solidFill>
                          <a:srgbClr val="1DA9E2"/>
                        </a:solidFill>
                        <a:latin typeface="Arial Black"/>
                        <a:cs typeface="Arial Black"/>
                      </a:endParaRPr>
                    </a:p>
                  </a:txBody>
                  <a:tcPr marL="0" marR="0" marT="3810" marB="0">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01"/>
                  </a:ext>
                </a:extLst>
              </a:tr>
              <a:tr h="415290">
                <a:tc>
                  <a:txBody>
                    <a:bodyPr/>
                    <a:lstStyle/>
                    <a:p>
                      <a:pPr>
                        <a:lnSpc>
                          <a:spcPct val="100000"/>
                        </a:lnSpc>
                      </a:pPr>
                      <a:endParaRPr sz="1200" spc="0">
                        <a:latin typeface="Times New Roman"/>
                        <a:cs typeface="Times New Roman"/>
                      </a:endParaRPr>
                    </a:p>
                  </a:txBody>
                  <a:tcPr marL="0" marR="0" marT="0" marB="0">
                    <a:lnT w="12700">
                      <a:solidFill>
                        <a:srgbClr val="F06CA6"/>
                      </a:solidFill>
                      <a:prstDash val="solid"/>
                    </a:lnT>
                  </a:tcPr>
                </a:tc>
                <a:tc>
                  <a:txBody>
                    <a:bodyPr/>
                    <a:lstStyle/>
                    <a:p>
                      <a:pPr marL="103505" lvl="0">
                        <a:lnSpc>
                          <a:spcPct val="100000"/>
                        </a:lnSpc>
                        <a:spcBef>
                          <a:spcPts val="960"/>
                        </a:spcBef>
                      </a:pPr>
                      <a:r>
                        <a:rPr lang="en-US" sz="1200" spc="0" dirty="0">
                          <a:solidFill>
                            <a:srgbClr val="1D5495"/>
                          </a:solidFill>
                          <a:latin typeface="Lucida Sans Unicode"/>
                          <a:cs typeface="Lucida Sans Unicode"/>
                        </a:rPr>
                        <a:t>Chapter Officers </a:t>
                      </a:r>
                      <a:endParaRPr sz="1200" spc="0" dirty="0">
                        <a:latin typeface="Lucida Sans Unicode"/>
                        <a:cs typeface="Lucida Sans Unicode"/>
                      </a:endParaRPr>
                    </a:p>
                  </a:txBody>
                  <a:tcPr marL="0" marR="0" marT="121920" marB="0">
                    <a:lnT w="12700">
                      <a:solidFill>
                        <a:srgbClr val="F06CA6"/>
                      </a:solidFill>
                      <a:prstDash val="solid"/>
                    </a:lnT>
                  </a:tcPr>
                </a:tc>
                <a:tc>
                  <a:txBody>
                    <a:bodyPr/>
                    <a:lstStyle/>
                    <a:p>
                      <a:pPr>
                        <a:lnSpc>
                          <a:spcPct val="100000"/>
                        </a:lnSpc>
                      </a:pPr>
                      <a:endParaRPr sz="1200" spc="0">
                        <a:latin typeface="Times New Roman"/>
                        <a:cs typeface="Times New Roman"/>
                      </a:endParaRPr>
                    </a:p>
                  </a:txBody>
                  <a:tcPr marL="0" marR="0" marT="0" marB="0">
                    <a:lnT w="12700">
                      <a:solidFill>
                        <a:srgbClr val="F06CA6"/>
                      </a:solidFill>
                      <a:prstDash val="solid"/>
                    </a:lnT>
                  </a:tcPr>
                </a:tc>
                <a:extLst>
                  <a:ext uri="{0D108BD9-81ED-4DB2-BD59-A6C34878D82A}">
                    <a16:rowId xmlns:a16="http://schemas.microsoft.com/office/drawing/2014/main" val="10002"/>
                  </a:ext>
                </a:extLst>
              </a:tr>
              <a:tr h="388620">
                <a:tc>
                  <a:txBody>
                    <a:bodyPr/>
                    <a:lstStyle/>
                    <a:p>
                      <a:pPr>
                        <a:lnSpc>
                          <a:spcPct val="100000"/>
                        </a:lnSpc>
                      </a:pPr>
                      <a:endParaRPr sz="1200" spc="0">
                        <a:latin typeface="Times New Roman"/>
                        <a:cs typeface="Times New Roman"/>
                      </a:endParaRPr>
                    </a:p>
                  </a:txBody>
                  <a:tcPr marL="0" marR="0" marT="0" marB="0"/>
                </a:tc>
                <a:tc>
                  <a:txBody>
                    <a:bodyPr/>
                    <a:lstStyle/>
                    <a:p>
                      <a:pPr marL="103505" lvl="0">
                        <a:lnSpc>
                          <a:spcPct val="100000"/>
                        </a:lnSpc>
                        <a:spcBef>
                          <a:spcPts val="750"/>
                        </a:spcBef>
                      </a:pPr>
                      <a:r>
                        <a:rPr lang="en-US" sz="1200" spc="0" dirty="0">
                          <a:solidFill>
                            <a:srgbClr val="1D5495"/>
                          </a:solidFill>
                          <a:latin typeface="Lucida Sans Unicode"/>
                          <a:cs typeface="Lucida Sans Unicode"/>
                        </a:rPr>
                        <a:t>Chapter Teen Officers </a:t>
                      </a:r>
                      <a:endParaRPr sz="1200" spc="0" dirty="0">
                        <a:latin typeface="Lucida Sans Unicode"/>
                        <a:cs typeface="Lucida Sans Unicode"/>
                      </a:endParaRPr>
                    </a:p>
                  </a:txBody>
                  <a:tcPr marL="0" marR="0" marT="95250" marB="0"/>
                </a:tc>
                <a:tc>
                  <a:txBody>
                    <a:bodyPr/>
                    <a:lstStyle/>
                    <a:p>
                      <a:pPr>
                        <a:lnSpc>
                          <a:spcPct val="100000"/>
                        </a:lnSpc>
                      </a:pPr>
                      <a:endParaRPr sz="1200" spc="0">
                        <a:latin typeface="Times New Roman"/>
                        <a:cs typeface="Times New Roman"/>
                      </a:endParaRPr>
                    </a:p>
                  </a:txBody>
                  <a:tcPr marL="0" marR="0" marT="0" marB="0"/>
                </a:tc>
                <a:extLst>
                  <a:ext uri="{0D108BD9-81ED-4DB2-BD59-A6C34878D82A}">
                    <a16:rowId xmlns:a16="http://schemas.microsoft.com/office/drawing/2014/main" val="10003"/>
                  </a:ext>
                </a:extLst>
              </a:tr>
              <a:tr h="387985">
                <a:tc>
                  <a:txBody>
                    <a:bodyPr/>
                    <a:lstStyle/>
                    <a:p>
                      <a:pPr>
                        <a:lnSpc>
                          <a:spcPct val="100000"/>
                        </a:lnSpc>
                      </a:pPr>
                      <a:endParaRPr sz="1200" spc="0">
                        <a:latin typeface="Times New Roman"/>
                        <a:cs typeface="Times New Roman"/>
                      </a:endParaRPr>
                    </a:p>
                  </a:txBody>
                  <a:tcPr marL="0" marR="0" marT="0" marB="0"/>
                </a:tc>
                <a:tc>
                  <a:txBody>
                    <a:bodyPr/>
                    <a:lstStyle/>
                    <a:p>
                      <a:pPr marL="103505" lvl="0">
                        <a:lnSpc>
                          <a:spcPct val="100000"/>
                        </a:lnSpc>
                        <a:spcBef>
                          <a:spcPts val="750"/>
                        </a:spcBef>
                      </a:pPr>
                      <a:r>
                        <a:rPr lang="en-US" sz="1200" spc="0" dirty="0">
                          <a:solidFill>
                            <a:srgbClr val="1D5495"/>
                          </a:solidFill>
                          <a:latin typeface="Lucida Sans Unicode"/>
                          <a:cs typeface="Lucida Sans Unicode"/>
                        </a:rPr>
                        <a:t>Chapter Rosters </a:t>
                      </a:r>
                      <a:endParaRPr sz="1200" spc="0" dirty="0">
                        <a:latin typeface="Lucida Sans Unicode"/>
                        <a:cs typeface="Lucida Sans Unicode"/>
                      </a:endParaRPr>
                    </a:p>
                  </a:txBody>
                  <a:tcPr marL="0" marR="0" marT="95250" marB="0">
                    <a:lnB>
                      <a:noFill/>
                    </a:lnB>
                    <a:noFill/>
                  </a:tcPr>
                </a:tc>
                <a:tc>
                  <a:txBody>
                    <a:bodyPr/>
                    <a:lstStyle/>
                    <a:p>
                      <a:pPr>
                        <a:lnSpc>
                          <a:spcPct val="100000"/>
                        </a:lnSpc>
                      </a:pPr>
                      <a:endParaRPr sz="1200" spc="0" dirty="0">
                        <a:latin typeface="Times New Roman"/>
                        <a:cs typeface="Times New Roman"/>
                      </a:endParaRPr>
                    </a:p>
                  </a:txBody>
                  <a:tcPr marL="0" marR="0" marT="0" marB="0"/>
                </a:tc>
                <a:extLst>
                  <a:ext uri="{0D108BD9-81ED-4DB2-BD59-A6C34878D82A}">
                    <a16:rowId xmlns:a16="http://schemas.microsoft.com/office/drawing/2014/main" val="10004"/>
                  </a:ext>
                </a:extLst>
              </a:tr>
              <a:tr h="642620">
                <a:tc>
                  <a:txBody>
                    <a:bodyPr/>
                    <a:lstStyle/>
                    <a:p>
                      <a:pPr>
                        <a:lnSpc>
                          <a:spcPct val="100000"/>
                        </a:lnSpc>
                        <a:spcBef>
                          <a:spcPts val="20"/>
                        </a:spcBef>
                      </a:pPr>
                      <a:endParaRPr sz="1400" spc="0" dirty="0">
                        <a:latin typeface="Times New Roman"/>
                        <a:cs typeface="Times New Roman"/>
                      </a:endParaRPr>
                    </a:p>
                    <a:p>
                      <a:pPr marR="2540" algn="ctr">
                        <a:lnSpc>
                          <a:spcPct val="100000"/>
                        </a:lnSpc>
                      </a:pPr>
                      <a:r>
                        <a:rPr sz="1400" spc="0" dirty="0">
                          <a:solidFill>
                            <a:srgbClr val="1D5495"/>
                          </a:solidFill>
                          <a:latin typeface="Arial Black"/>
                          <a:cs typeface="Arial Black"/>
                        </a:rPr>
                        <a:t>SECTION 3</a:t>
                      </a:r>
                      <a:endParaRPr sz="1400" spc="0" dirty="0">
                        <a:latin typeface="Arial Black"/>
                        <a:cs typeface="Arial Black"/>
                      </a:endParaRPr>
                    </a:p>
                  </a:txBody>
                  <a:tcPr marL="0" marR="0" marT="2540" marB="0" anchor="ctr">
                    <a:lnB w="12700">
                      <a:solidFill>
                        <a:srgbClr val="F06CA6"/>
                      </a:solidFill>
                      <a:prstDash val="solid"/>
                    </a:lnB>
                  </a:tcPr>
                </a:tc>
                <a:tc>
                  <a:txBody>
                    <a:bodyPr/>
                    <a:lstStyle/>
                    <a:p>
                      <a:pPr marL="103505" marR="1272540" lvl="0" indent="0" defTabSz="914400" eaLnBrk="1" fontAlgn="auto" latinLnBrk="0" hangingPunct="1">
                        <a:lnSpc>
                          <a:spcPct val="100000"/>
                        </a:lnSpc>
                        <a:spcBef>
                          <a:spcPts val="1005"/>
                        </a:spcBef>
                        <a:spcAft>
                          <a:spcPts val="0"/>
                        </a:spcAft>
                        <a:buClrTx/>
                        <a:buSzTx/>
                        <a:buFontTx/>
                        <a:buNone/>
                        <a:tabLst/>
                        <a:defRPr/>
                      </a:pPr>
                      <a:r>
                        <a:rPr lang="en-US" sz="1200" spc="0" dirty="0">
                          <a:solidFill>
                            <a:srgbClr val="1D5495"/>
                          </a:solidFill>
                          <a:latin typeface="Arial Black"/>
                          <a:cs typeface="Arial Black"/>
                        </a:rPr>
                        <a:t>National Recognition Days </a:t>
                      </a:r>
                      <a:endParaRPr lang="en-US" sz="1200" spc="0" dirty="0">
                        <a:latin typeface="Arial Black"/>
                        <a:cs typeface="Arial Black"/>
                      </a:endParaRPr>
                    </a:p>
                  </a:txBody>
                  <a:tcPr marL="0" marR="0" marT="127635" marB="0" anchor="ctr">
                    <a:lnT>
                      <a:noFill/>
                    </a:lnT>
                    <a:lnB w="12700">
                      <a:solidFill>
                        <a:srgbClr val="F06CA6"/>
                      </a:solidFill>
                      <a:prstDash val="solid"/>
                    </a:lnB>
                  </a:tcPr>
                </a:tc>
                <a:tc>
                  <a:txBody>
                    <a:bodyPr/>
                    <a:lstStyle/>
                    <a:p>
                      <a:pPr>
                        <a:lnSpc>
                          <a:spcPct val="100000"/>
                        </a:lnSpc>
                        <a:spcBef>
                          <a:spcPts val="345"/>
                        </a:spcBef>
                      </a:pPr>
                      <a:endParaRPr sz="1200" spc="0" dirty="0">
                        <a:latin typeface="Times New Roman"/>
                        <a:cs typeface="Times New Roman"/>
                      </a:endParaRPr>
                    </a:p>
                    <a:p>
                      <a:pPr marL="53975" algn="ctr">
                        <a:lnSpc>
                          <a:spcPct val="100000"/>
                        </a:lnSpc>
                      </a:pPr>
                      <a:r>
                        <a:rPr sz="1200" u="sng" spc="0" dirty="0">
                          <a:solidFill>
                            <a:srgbClr val="1DA9E2"/>
                          </a:solidFill>
                          <a:uFill>
                            <a:solidFill>
                              <a:srgbClr val="1EA9E1"/>
                            </a:solidFill>
                          </a:uFill>
                          <a:latin typeface="Arial Black"/>
                          <a:cs typeface="Arial Black"/>
                        </a:rPr>
                        <a:t>6</a:t>
                      </a:r>
                      <a:r>
                        <a:rPr lang="en-US" sz="1200" u="sng" spc="0" dirty="0">
                          <a:solidFill>
                            <a:srgbClr val="1DA9E2"/>
                          </a:solidFill>
                          <a:uFill>
                            <a:solidFill>
                              <a:srgbClr val="1EA9E1"/>
                            </a:solidFill>
                          </a:uFill>
                          <a:latin typeface="Arial Black"/>
                          <a:cs typeface="Arial Black"/>
                        </a:rPr>
                        <a:t>6</a:t>
                      </a:r>
                      <a:endParaRPr sz="1200" spc="0" dirty="0">
                        <a:solidFill>
                          <a:srgbClr val="1DA9E2"/>
                        </a:solidFill>
                        <a:latin typeface="Arial Black"/>
                        <a:cs typeface="Arial Black"/>
                      </a:endParaRPr>
                    </a:p>
                  </a:txBody>
                  <a:tcPr marL="0" marR="0" marT="43815" marB="0" anchor="ctr">
                    <a:lnB w="12700">
                      <a:solidFill>
                        <a:srgbClr val="F06CA6"/>
                      </a:solidFill>
                      <a:prstDash val="solid"/>
                    </a:lnB>
                  </a:tcPr>
                </a:tc>
                <a:extLst>
                  <a:ext uri="{0D108BD9-81ED-4DB2-BD59-A6C34878D82A}">
                    <a16:rowId xmlns:a16="http://schemas.microsoft.com/office/drawing/2014/main" val="10007"/>
                  </a:ext>
                </a:extLst>
              </a:tr>
              <a:tr h="414655">
                <a:tc>
                  <a:txBody>
                    <a:bodyPr/>
                    <a:lstStyle/>
                    <a:p>
                      <a:pPr>
                        <a:lnSpc>
                          <a:spcPct val="100000"/>
                        </a:lnSpc>
                      </a:pPr>
                      <a:endParaRPr sz="1200" spc="0" dirty="0">
                        <a:latin typeface="Times New Roman"/>
                        <a:cs typeface="Times New Roman"/>
                      </a:endParaRPr>
                    </a:p>
                  </a:txBody>
                  <a:tcPr marL="0" marR="0" marT="0" marB="0">
                    <a:lnT w="12700">
                      <a:solidFill>
                        <a:srgbClr val="F06CA6"/>
                      </a:solidFill>
                      <a:prstDash val="solid"/>
                    </a:lnT>
                  </a:tcPr>
                </a:tc>
                <a:tc>
                  <a:txBody>
                    <a:bodyPr/>
                    <a:lstStyle/>
                    <a:p>
                      <a:pPr marL="103505" lvl="0">
                        <a:lnSpc>
                          <a:spcPct val="100000"/>
                        </a:lnSpc>
                        <a:spcBef>
                          <a:spcPts val="960"/>
                        </a:spcBef>
                      </a:pPr>
                      <a:r>
                        <a:rPr lang="en-US" sz="1200" spc="0" dirty="0">
                          <a:solidFill>
                            <a:srgbClr val="1D5495"/>
                          </a:solidFill>
                          <a:latin typeface="Lucida Sans Unicode"/>
                          <a:cs typeface="Lucida Sans Unicode"/>
                        </a:rPr>
                        <a:t>Carole Robertson Day (September 2026) </a:t>
                      </a:r>
                      <a:endParaRPr sz="1200" spc="0" dirty="0">
                        <a:latin typeface="Lucida Sans Unicode"/>
                        <a:cs typeface="Lucida Sans Unicode"/>
                      </a:endParaRPr>
                    </a:p>
                  </a:txBody>
                  <a:tcPr marL="0" marR="0" marT="121920" marB="0">
                    <a:lnT w="12700">
                      <a:solidFill>
                        <a:srgbClr val="F06CA6"/>
                      </a:solidFill>
                      <a:prstDash val="solid"/>
                    </a:lnT>
                  </a:tcPr>
                </a:tc>
                <a:tc>
                  <a:txBody>
                    <a:bodyPr/>
                    <a:lstStyle/>
                    <a:p>
                      <a:pPr>
                        <a:lnSpc>
                          <a:spcPct val="100000"/>
                        </a:lnSpc>
                      </a:pPr>
                      <a:endParaRPr sz="1200" spc="0" dirty="0">
                        <a:latin typeface="Times New Roman"/>
                        <a:cs typeface="Times New Roman"/>
                      </a:endParaRPr>
                    </a:p>
                  </a:txBody>
                  <a:tcPr marL="0" marR="0" marT="0" marB="0">
                    <a:lnT w="12700">
                      <a:solidFill>
                        <a:srgbClr val="F06CA6"/>
                      </a:solidFill>
                      <a:prstDash val="solid"/>
                    </a:lnT>
                  </a:tcPr>
                </a:tc>
                <a:extLst>
                  <a:ext uri="{0D108BD9-81ED-4DB2-BD59-A6C34878D82A}">
                    <a16:rowId xmlns:a16="http://schemas.microsoft.com/office/drawing/2014/main" val="10008"/>
                  </a:ext>
                </a:extLst>
              </a:tr>
              <a:tr h="416559">
                <a:tc>
                  <a:txBody>
                    <a:bodyPr/>
                    <a:lstStyle/>
                    <a:p>
                      <a:pPr>
                        <a:lnSpc>
                          <a:spcPct val="100000"/>
                        </a:lnSpc>
                      </a:pPr>
                      <a:endParaRPr sz="1200" spc="0" dirty="0">
                        <a:latin typeface="Times New Roman"/>
                        <a:cs typeface="Times New Roman"/>
                      </a:endParaRPr>
                    </a:p>
                  </a:txBody>
                  <a:tcPr marL="0" marR="0" marT="0" marB="0" anchor="ctr"/>
                </a:tc>
                <a:tc>
                  <a:txBody>
                    <a:bodyPr/>
                    <a:lstStyle/>
                    <a:p>
                      <a:pPr marL="103505" lvl="0">
                        <a:lnSpc>
                          <a:spcPct val="100000"/>
                        </a:lnSpc>
                        <a:spcBef>
                          <a:spcPts val="750"/>
                        </a:spcBef>
                      </a:pPr>
                      <a:r>
                        <a:rPr lang="en-US" sz="1200" spc="0" dirty="0">
                          <a:solidFill>
                            <a:srgbClr val="1D5495"/>
                          </a:solidFill>
                          <a:latin typeface="Lucida Sans Unicode"/>
                          <a:cs typeface="Lucida Sans Unicode"/>
                        </a:rPr>
                        <a:t>Jack and Jill Day (September 2026) </a:t>
                      </a:r>
                      <a:endParaRPr sz="1200" spc="0" dirty="0">
                        <a:latin typeface="Lucida Sans Unicode"/>
                        <a:cs typeface="Lucida Sans Unicode"/>
                      </a:endParaRPr>
                    </a:p>
                  </a:txBody>
                  <a:tcPr marL="0" marR="0" marT="95250" marB="0" anchor="ctr"/>
                </a:tc>
                <a:tc>
                  <a:txBody>
                    <a:bodyPr/>
                    <a:lstStyle/>
                    <a:p>
                      <a:pPr>
                        <a:lnSpc>
                          <a:spcPct val="100000"/>
                        </a:lnSpc>
                      </a:pPr>
                      <a:endParaRPr sz="1200" spc="0" dirty="0">
                        <a:latin typeface="Times New Roman"/>
                        <a:cs typeface="Times New Roman"/>
                      </a:endParaRPr>
                    </a:p>
                  </a:txBody>
                  <a:tcPr marL="0" marR="0" marT="0" marB="0"/>
                </a:tc>
                <a:extLst>
                  <a:ext uri="{0D108BD9-81ED-4DB2-BD59-A6C34878D82A}">
                    <a16:rowId xmlns:a16="http://schemas.microsoft.com/office/drawing/2014/main" val="10009"/>
                  </a:ext>
                </a:extLst>
              </a:tr>
              <a:tr h="445770">
                <a:tc>
                  <a:txBody>
                    <a:bodyPr/>
                    <a:lstStyle/>
                    <a:p>
                      <a:pPr>
                        <a:lnSpc>
                          <a:spcPct val="100000"/>
                        </a:lnSpc>
                      </a:pPr>
                      <a:endParaRPr sz="1200" spc="0">
                        <a:latin typeface="Times New Roman"/>
                        <a:cs typeface="Times New Roman"/>
                      </a:endParaRPr>
                    </a:p>
                  </a:txBody>
                  <a:tcPr marL="0" marR="0" marT="0" marB="0"/>
                </a:tc>
                <a:tc>
                  <a:txBody>
                    <a:bodyPr/>
                    <a:lstStyle/>
                    <a:p>
                      <a:pPr marL="103505" lvl="0">
                        <a:lnSpc>
                          <a:spcPct val="100000"/>
                        </a:lnSpc>
                        <a:spcBef>
                          <a:spcPts val="975"/>
                        </a:spcBef>
                      </a:pPr>
                      <a:r>
                        <a:rPr lang="en-US" sz="1200" spc="0" dirty="0">
                          <a:solidFill>
                            <a:srgbClr val="1D5495"/>
                          </a:solidFill>
                          <a:latin typeface="Lucida Sans Unicode"/>
                          <a:cs typeface="Lucida Sans Unicode"/>
                        </a:rPr>
                        <a:t>MLK Day of Service (January 2027) </a:t>
                      </a:r>
                      <a:endParaRPr sz="1200" spc="0" dirty="0">
                        <a:latin typeface="Lucida Sans Unicode"/>
                        <a:cs typeface="Lucida Sans Unicode"/>
                      </a:endParaRPr>
                    </a:p>
                  </a:txBody>
                  <a:tcPr marL="0" marR="0" marT="123825" marB="0"/>
                </a:tc>
                <a:tc>
                  <a:txBody>
                    <a:bodyPr/>
                    <a:lstStyle/>
                    <a:p>
                      <a:pPr>
                        <a:lnSpc>
                          <a:spcPct val="100000"/>
                        </a:lnSpc>
                      </a:pPr>
                      <a:endParaRPr sz="1200" spc="0">
                        <a:latin typeface="Times New Roman"/>
                        <a:cs typeface="Times New Roman"/>
                      </a:endParaRPr>
                    </a:p>
                  </a:txBody>
                  <a:tcPr marL="0" marR="0" marT="0" marB="0"/>
                </a:tc>
                <a:extLst>
                  <a:ext uri="{0D108BD9-81ED-4DB2-BD59-A6C34878D82A}">
                    <a16:rowId xmlns:a16="http://schemas.microsoft.com/office/drawing/2014/main" val="10010"/>
                  </a:ext>
                </a:extLst>
              </a:tr>
              <a:tr h="416559">
                <a:tc>
                  <a:txBody>
                    <a:bodyPr/>
                    <a:lstStyle/>
                    <a:p>
                      <a:pPr>
                        <a:lnSpc>
                          <a:spcPct val="100000"/>
                        </a:lnSpc>
                      </a:pPr>
                      <a:endParaRPr sz="1200" spc="0">
                        <a:latin typeface="Times New Roman"/>
                        <a:cs typeface="Times New Roman"/>
                      </a:endParaRPr>
                    </a:p>
                  </a:txBody>
                  <a:tcPr marL="0" marR="0" marT="0" marB="0"/>
                </a:tc>
                <a:tc>
                  <a:txBody>
                    <a:bodyPr/>
                    <a:lstStyle/>
                    <a:p>
                      <a:pPr marL="103505" lvl="0">
                        <a:lnSpc>
                          <a:spcPct val="100000"/>
                        </a:lnSpc>
                        <a:spcBef>
                          <a:spcPts val="975"/>
                        </a:spcBef>
                      </a:pPr>
                      <a:r>
                        <a:rPr lang="en-US" sz="1200" spc="0" dirty="0">
                          <a:solidFill>
                            <a:srgbClr val="1D5495"/>
                          </a:solidFill>
                          <a:latin typeface="Lucida Sans Unicode"/>
                          <a:cs typeface="Lucida Sans Unicode"/>
                        </a:rPr>
                        <a:t>Founders’ Day (January 2027) </a:t>
                      </a:r>
                      <a:endParaRPr sz="1200" spc="0" dirty="0">
                        <a:latin typeface="Lucida Sans Unicode"/>
                        <a:cs typeface="Lucida Sans Unicode"/>
                      </a:endParaRPr>
                    </a:p>
                  </a:txBody>
                  <a:tcPr marL="0" marR="0" marT="123825" marB="0"/>
                </a:tc>
                <a:tc>
                  <a:txBody>
                    <a:bodyPr/>
                    <a:lstStyle/>
                    <a:p>
                      <a:pPr>
                        <a:lnSpc>
                          <a:spcPct val="100000"/>
                        </a:lnSpc>
                      </a:pPr>
                      <a:endParaRPr sz="1200" spc="0">
                        <a:latin typeface="Times New Roman"/>
                        <a:cs typeface="Times New Roman"/>
                      </a:endParaRPr>
                    </a:p>
                  </a:txBody>
                  <a:tcPr marL="0" marR="0" marT="0" marB="0"/>
                </a:tc>
                <a:extLst>
                  <a:ext uri="{0D108BD9-81ED-4DB2-BD59-A6C34878D82A}">
                    <a16:rowId xmlns:a16="http://schemas.microsoft.com/office/drawing/2014/main" val="10011"/>
                  </a:ext>
                </a:extLst>
              </a:tr>
              <a:tr h="387985">
                <a:tc>
                  <a:txBody>
                    <a:bodyPr/>
                    <a:lstStyle/>
                    <a:p>
                      <a:pPr>
                        <a:lnSpc>
                          <a:spcPct val="100000"/>
                        </a:lnSpc>
                      </a:pPr>
                      <a:endParaRPr sz="1200" spc="0">
                        <a:latin typeface="Times New Roman"/>
                        <a:cs typeface="Times New Roman"/>
                      </a:endParaRPr>
                    </a:p>
                  </a:txBody>
                  <a:tcPr marL="0" marR="0" marT="0" marB="0"/>
                </a:tc>
                <a:tc>
                  <a:txBody>
                    <a:bodyPr/>
                    <a:lstStyle/>
                    <a:p>
                      <a:pPr marL="103505" lvl="0">
                        <a:lnSpc>
                          <a:spcPct val="100000"/>
                        </a:lnSpc>
                        <a:spcBef>
                          <a:spcPts val="750"/>
                        </a:spcBef>
                      </a:pPr>
                      <a:r>
                        <a:rPr lang="en-US" sz="1200" spc="0" dirty="0">
                          <a:solidFill>
                            <a:srgbClr val="1D5495"/>
                          </a:solidFill>
                          <a:latin typeface="Lucida Sans Unicode"/>
                          <a:cs typeface="Lucida Sans Unicode"/>
                        </a:rPr>
                        <a:t>National Black Family Day (May 2026) </a:t>
                      </a:r>
                      <a:endParaRPr sz="1200" spc="0" dirty="0">
                        <a:latin typeface="Lucida Sans Unicode"/>
                        <a:cs typeface="Lucida Sans Unicode"/>
                      </a:endParaRPr>
                    </a:p>
                  </a:txBody>
                  <a:tcPr marL="0" marR="0" marT="95250" marB="0"/>
                </a:tc>
                <a:tc>
                  <a:txBody>
                    <a:bodyPr/>
                    <a:lstStyle/>
                    <a:p>
                      <a:pPr>
                        <a:lnSpc>
                          <a:spcPct val="100000"/>
                        </a:lnSpc>
                      </a:pPr>
                      <a:endParaRPr sz="1200" spc="0">
                        <a:latin typeface="Times New Roman"/>
                        <a:cs typeface="Times New Roman"/>
                      </a:endParaRPr>
                    </a:p>
                  </a:txBody>
                  <a:tcPr marL="0" marR="0" marT="0" marB="0"/>
                </a:tc>
                <a:extLst>
                  <a:ext uri="{0D108BD9-81ED-4DB2-BD59-A6C34878D82A}">
                    <a16:rowId xmlns:a16="http://schemas.microsoft.com/office/drawing/2014/main" val="10012"/>
                  </a:ext>
                </a:extLst>
              </a:tr>
              <a:tr h="473709">
                <a:tc>
                  <a:txBody>
                    <a:bodyPr/>
                    <a:lstStyle/>
                    <a:p>
                      <a:pPr marR="2540" algn="ctr">
                        <a:lnSpc>
                          <a:spcPct val="100000"/>
                        </a:lnSpc>
                        <a:spcBef>
                          <a:spcPts val="985"/>
                        </a:spcBef>
                      </a:pPr>
                      <a:r>
                        <a:rPr sz="1400" spc="0" dirty="0">
                          <a:solidFill>
                            <a:srgbClr val="1D5495"/>
                          </a:solidFill>
                          <a:latin typeface="Arial Black"/>
                          <a:cs typeface="Arial Black"/>
                        </a:rPr>
                        <a:t>SECTION 4</a:t>
                      </a:r>
                      <a:endParaRPr sz="1400" spc="0" dirty="0">
                        <a:latin typeface="Arial Black"/>
                        <a:cs typeface="Arial Black"/>
                      </a:endParaRPr>
                    </a:p>
                  </a:txBody>
                  <a:tcPr marL="0" marR="0" marT="125095" marB="0">
                    <a:lnB w="12700">
                      <a:solidFill>
                        <a:srgbClr val="F06CA6"/>
                      </a:solidFill>
                      <a:prstDash val="solid"/>
                    </a:lnB>
                  </a:tcPr>
                </a:tc>
                <a:tc>
                  <a:txBody>
                    <a:bodyPr/>
                    <a:lstStyle/>
                    <a:p>
                      <a:pPr marL="12700" lvl="0" indent="0">
                        <a:lnSpc>
                          <a:spcPct val="100000"/>
                        </a:lnSpc>
                        <a:spcBef>
                          <a:spcPts val="1080"/>
                        </a:spcBef>
                        <a:tabLst/>
                      </a:pPr>
                      <a:r>
                        <a:rPr lang="en-US" sz="1200" spc="0" dirty="0">
                          <a:solidFill>
                            <a:srgbClr val="1D5495"/>
                          </a:solidFill>
                          <a:latin typeface="Arial Black"/>
                          <a:cs typeface="Arial Black"/>
                        </a:rPr>
                        <a:t>National Program Committee Programming </a:t>
                      </a:r>
                      <a:br>
                        <a:rPr lang="en-US" sz="1200" spc="0" dirty="0">
                          <a:solidFill>
                            <a:srgbClr val="1D5495"/>
                          </a:solidFill>
                          <a:latin typeface="Arial Black"/>
                          <a:cs typeface="Arial Black"/>
                        </a:rPr>
                      </a:br>
                      <a:r>
                        <a:rPr lang="en-US" sz="1200" spc="0" dirty="0">
                          <a:solidFill>
                            <a:srgbClr val="1D5495"/>
                          </a:solidFill>
                          <a:latin typeface="Arial Black"/>
                          <a:cs typeface="Arial Black"/>
                        </a:rPr>
                        <a:t>Grade Group Activity Forms </a:t>
                      </a:r>
                      <a:endParaRPr sz="1200" spc="0" dirty="0">
                        <a:latin typeface="Arial Black"/>
                        <a:cs typeface="Arial Black"/>
                      </a:endParaRPr>
                    </a:p>
                  </a:txBody>
                  <a:tcPr marL="0" marR="0" marT="137160" marB="0">
                    <a:lnB w="12700">
                      <a:solidFill>
                        <a:srgbClr val="F06CA6"/>
                      </a:solidFill>
                      <a:prstDash val="solid"/>
                    </a:lnB>
                  </a:tcPr>
                </a:tc>
                <a:tc>
                  <a:txBody>
                    <a:bodyPr/>
                    <a:lstStyle/>
                    <a:p>
                      <a:pPr marL="53975" algn="ctr">
                        <a:lnSpc>
                          <a:spcPct val="100000"/>
                        </a:lnSpc>
                        <a:spcBef>
                          <a:spcPts val="1080"/>
                        </a:spcBef>
                      </a:pPr>
                      <a:r>
                        <a:rPr lang="en-US" sz="1200" u="sng" spc="0" dirty="0">
                          <a:solidFill>
                            <a:srgbClr val="1DA9E2"/>
                          </a:solidFill>
                          <a:uFill>
                            <a:solidFill>
                              <a:srgbClr val="1EA9E1"/>
                            </a:solidFill>
                          </a:uFill>
                          <a:latin typeface="Arial Black"/>
                          <a:cs typeface="Arial Black"/>
                        </a:rPr>
                        <a:t>73</a:t>
                      </a:r>
                      <a:endParaRPr sz="1200" spc="0" dirty="0">
                        <a:solidFill>
                          <a:srgbClr val="1DA9E2"/>
                        </a:solidFill>
                        <a:latin typeface="Arial Black"/>
                        <a:cs typeface="Arial Black"/>
                      </a:endParaRPr>
                    </a:p>
                  </a:txBody>
                  <a:tcPr marL="0" marR="0" marT="137160" marB="0">
                    <a:lnB w="12700">
                      <a:solidFill>
                        <a:srgbClr val="F06CA6"/>
                      </a:solidFill>
                      <a:prstDash val="solid"/>
                    </a:lnB>
                  </a:tcPr>
                </a:tc>
                <a:extLst>
                  <a:ext uri="{0D108BD9-81ED-4DB2-BD59-A6C34878D82A}">
                    <a16:rowId xmlns:a16="http://schemas.microsoft.com/office/drawing/2014/main" val="10014"/>
                  </a:ext>
                </a:extLst>
              </a:tr>
              <a:tr h="473709">
                <a:tc>
                  <a:txBody>
                    <a:bodyPr/>
                    <a:lstStyle/>
                    <a:p>
                      <a:pPr marL="103505" marR="2540" algn="ctr">
                        <a:lnSpc>
                          <a:spcPct val="100000"/>
                        </a:lnSpc>
                        <a:spcBef>
                          <a:spcPts val="750"/>
                        </a:spcBef>
                      </a:pPr>
                      <a:endParaRPr sz="1200" spc="0" dirty="0">
                        <a:solidFill>
                          <a:srgbClr val="1D5495"/>
                        </a:solidFill>
                        <a:latin typeface="Lucida Sans Unicode"/>
                        <a:ea typeface="+mn-ea"/>
                        <a:cs typeface="Lucida Sans Unicode"/>
                      </a:endParaRPr>
                    </a:p>
                  </a:txBody>
                  <a:tcPr marL="0" marR="0" marT="125095" marB="0">
                    <a:lnT w="12700" cap="flat" cmpd="sng" algn="ctr">
                      <a:solidFill>
                        <a:srgbClr val="F06CA6"/>
                      </a:solidFill>
                      <a:prstDash val="solid"/>
                      <a:round/>
                      <a:headEnd type="none" w="med" len="med"/>
                      <a:tailEnd type="none" w="med" len="med"/>
                    </a:lnT>
                    <a:lnB w="12700">
                      <a:solidFill>
                        <a:srgbClr val="F06CA6"/>
                      </a:solidFill>
                      <a:prstDash val="solid"/>
                    </a:lnB>
                  </a:tcPr>
                </a:tc>
                <a:tc>
                  <a:txBody>
                    <a:bodyPr/>
                    <a:lstStyle/>
                    <a:p>
                      <a:pPr marL="103505" lvl="0">
                        <a:lnSpc>
                          <a:spcPct val="100000"/>
                        </a:lnSpc>
                        <a:spcBef>
                          <a:spcPts val="750"/>
                        </a:spcBef>
                      </a:pPr>
                      <a:r>
                        <a:rPr lang="en-US" sz="1200" spc="0" dirty="0">
                          <a:solidFill>
                            <a:srgbClr val="1D5495"/>
                          </a:solidFill>
                          <a:latin typeface="Lucida Sans Unicode"/>
                          <a:ea typeface="+mn-ea"/>
                          <a:cs typeface="Lucida Sans Unicode"/>
                        </a:rPr>
                        <a:t>An individual form will be submitted for each grade </a:t>
                      </a:r>
                      <a:br>
                        <a:rPr lang="en-US" sz="1200" spc="0" dirty="0">
                          <a:solidFill>
                            <a:srgbClr val="1D5495"/>
                          </a:solidFill>
                          <a:latin typeface="Lucida Sans Unicode"/>
                          <a:ea typeface="+mn-ea"/>
                          <a:cs typeface="Lucida Sans Unicode"/>
                        </a:rPr>
                      </a:br>
                      <a:r>
                        <a:rPr lang="en-US" sz="1200" spc="0" dirty="0">
                          <a:solidFill>
                            <a:srgbClr val="1D5495"/>
                          </a:solidFill>
                          <a:latin typeface="Lucida Sans Unicode"/>
                          <a:ea typeface="+mn-ea"/>
                          <a:cs typeface="Lucida Sans Unicode"/>
                        </a:rPr>
                        <a:t>group activity </a:t>
                      </a:r>
                      <a:endParaRPr sz="1200" spc="0" dirty="0">
                        <a:solidFill>
                          <a:srgbClr val="1D5495"/>
                        </a:solidFill>
                        <a:latin typeface="Lucida Sans Unicode"/>
                        <a:ea typeface="+mn-ea"/>
                        <a:cs typeface="Lucida Sans Unicode"/>
                      </a:endParaRPr>
                    </a:p>
                  </a:txBody>
                  <a:tcPr marL="0" marR="0" marT="137160" marB="0">
                    <a:lnT w="12700" cap="flat" cmpd="sng" algn="ctr">
                      <a:solidFill>
                        <a:srgbClr val="F06CA6"/>
                      </a:solidFill>
                      <a:prstDash val="solid"/>
                      <a:round/>
                      <a:headEnd type="none" w="med" len="med"/>
                      <a:tailEnd type="none" w="med" len="med"/>
                    </a:lnT>
                    <a:lnB w="12700">
                      <a:solidFill>
                        <a:srgbClr val="F06CA6"/>
                      </a:solidFill>
                      <a:prstDash val="solid"/>
                    </a:lnB>
                  </a:tcPr>
                </a:tc>
                <a:tc>
                  <a:txBody>
                    <a:bodyPr/>
                    <a:lstStyle/>
                    <a:p>
                      <a:pPr marL="53975" algn="ctr">
                        <a:lnSpc>
                          <a:spcPct val="100000"/>
                        </a:lnSpc>
                        <a:spcBef>
                          <a:spcPts val="1080"/>
                        </a:spcBef>
                      </a:pPr>
                      <a:endParaRPr sz="1200" spc="0" dirty="0">
                        <a:latin typeface="Arial Black"/>
                        <a:cs typeface="Arial Black"/>
                      </a:endParaRPr>
                    </a:p>
                  </a:txBody>
                  <a:tcPr marL="0" marR="0" marT="137160" marB="0">
                    <a:lnT w="12700" cap="flat" cmpd="sng" algn="ctr">
                      <a:solidFill>
                        <a:srgbClr val="F06CA6"/>
                      </a:solidFill>
                      <a:prstDash val="solid"/>
                      <a:round/>
                      <a:headEnd type="none" w="med" len="med"/>
                      <a:tailEnd type="none" w="med" len="med"/>
                    </a:lnT>
                    <a:lnB w="12700">
                      <a:solidFill>
                        <a:srgbClr val="F06CA6"/>
                      </a:solidFill>
                      <a:prstDash val="solid"/>
                    </a:lnB>
                  </a:tcPr>
                </a:tc>
                <a:extLst>
                  <a:ext uri="{0D108BD9-81ED-4DB2-BD59-A6C34878D82A}">
                    <a16:rowId xmlns:a16="http://schemas.microsoft.com/office/drawing/2014/main" val="2403150316"/>
                  </a:ext>
                </a:extLst>
              </a:tr>
              <a:tr h="528955">
                <a:tc>
                  <a:txBody>
                    <a:bodyPr/>
                    <a:lstStyle/>
                    <a:p>
                      <a:pPr marR="2540" algn="ctr">
                        <a:lnSpc>
                          <a:spcPct val="100000"/>
                        </a:lnSpc>
                        <a:spcBef>
                          <a:spcPts val="1420"/>
                        </a:spcBef>
                      </a:pPr>
                      <a:r>
                        <a:rPr sz="1400" spc="0" dirty="0">
                          <a:solidFill>
                            <a:srgbClr val="1D5495"/>
                          </a:solidFill>
                          <a:latin typeface="Arial Black"/>
                          <a:cs typeface="Arial Black"/>
                        </a:rPr>
                        <a:t>SECTION 5</a:t>
                      </a:r>
                      <a:endParaRPr sz="1400" spc="0" dirty="0">
                        <a:latin typeface="Arial Black"/>
                        <a:cs typeface="Arial Black"/>
                      </a:endParaRPr>
                    </a:p>
                  </a:txBody>
                  <a:tcPr marL="0" marR="0" marT="180340" marB="0">
                    <a:lnT w="12700">
                      <a:solidFill>
                        <a:srgbClr val="F06CA6"/>
                      </a:solidFill>
                      <a:prstDash val="solid"/>
                    </a:lnT>
                    <a:lnB w="12700">
                      <a:solidFill>
                        <a:srgbClr val="F06CA6"/>
                      </a:solidFill>
                      <a:prstDash val="solid"/>
                    </a:lnB>
                  </a:tcPr>
                </a:tc>
                <a:tc>
                  <a:txBody>
                    <a:bodyPr/>
                    <a:lstStyle/>
                    <a:p>
                      <a:pPr lvl="0">
                        <a:lnSpc>
                          <a:spcPct val="100000"/>
                        </a:lnSpc>
                        <a:spcBef>
                          <a:spcPts val="135"/>
                        </a:spcBef>
                      </a:pPr>
                      <a:endParaRPr sz="1200" spc="0" dirty="0">
                        <a:latin typeface="Times New Roman"/>
                        <a:cs typeface="Times New Roman"/>
                      </a:endParaRPr>
                    </a:p>
                    <a:p>
                      <a:pPr marL="12700" lvl="0" indent="0">
                        <a:lnSpc>
                          <a:spcPct val="100000"/>
                        </a:lnSpc>
                        <a:tabLst/>
                      </a:pPr>
                      <a:r>
                        <a:rPr sz="1200" spc="0" dirty="0">
                          <a:solidFill>
                            <a:srgbClr val="1D5495"/>
                          </a:solidFill>
                          <a:latin typeface="Arial Black"/>
                          <a:cs typeface="Arial Black"/>
                        </a:rPr>
                        <a:t>Chapter Appreciation Days</a:t>
                      </a:r>
                      <a:endParaRPr sz="1200" spc="0" dirty="0">
                        <a:latin typeface="Arial Black"/>
                        <a:cs typeface="Arial Black"/>
                      </a:endParaRPr>
                    </a:p>
                  </a:txBody>
                  <a:tcPr marL="0" marR="0" marT="17145" marB="0">
                    <a:lnT w="12700">
                      <a:solidFill>
                        <a:srgbClr val="F06CA6"/>
                      </a:solidFill>
                      <a:prstDash val="solid"/>
                    </a:lnT>
                    <a:lnB w="12700">
                      <a:solidFill>
                        <a:srgbClr val="F06CA6"/>
                      </a:solidFill>
                      <a:prstDash val="solid"/>
                    </a:lnB>
                  </a:tcPr>
                </a:tc>
                <a:tc>
                  <a:txBody>
                    <a:bodyPr/>
                    <a:lstStyle/>
                    <a:p>
                      <a:pPr>
                        <a:lnSpc>
                          <a:spcPct val="100000"/>
                        </a:lnSpc>
                        <a:spcBef>
                          <a:spcPts val="135"/>
                        </a:spcBef>
                      </a:pPr>
                      <a:endParaRPr sz="1200" spc="0" dirty="0">
                        <a:latin typeface="Times New Roman"/>
                        <a:cs typeface="Times New Roman"/>
                      </a:endParaRPr>
                    </a:p>
                    <a:p>
                      <a:pPr marL="53975" algn="ctr">
                        <a:lnSpc>
                          <a:spcPct val="100000"/>
                        </a:lnSpc>
                      </a:pPr>
                      <a:r>
                        <a:rPr lang="en-US" sz="1200" u="sng" spc="0" dirty="0">
                          <a:solidFill>
                            <a:srgbClr val="1DA9E2"/>
                          </a:solidFill>
                          <a:uFill>
                            <a:solidFill>
                              <a:srgbClr val="1EA9E1"/>
                            </a:solidFill>
                          </a:uFill>
                          <a:latin typeface="Arial Black"/>
                          <a:cs typeface="Arial Black"/>
                        </a:rPr>
                        <a:t>122</a:t>
                      </a:r>
                      <a:endParaRPr sz="1200" spc="0" dirty="0">
                        <a:solidFill>
                          <a:srgbClr val="1DA9E2"/>
                        </a:solidFill>
                        <a:latin typeface="Arial Black"/>
                        <a:cs typeface="Arial Black"/>
                      </a:endParaRPr>
                    </a:p>
                  </a:txBody>
                  <a:tcPr marL="0" marR="0" marT="17145" marB="0">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15"/>
                  </a:ext>
                </a:extLst>
              </a:tr>
              <a:tr h="415290">
                <a:tc>
                  <a:txBody>
                    <a:bodyPr/>
                    <a:lstStyle/>
                    <a:p>
                      <a:pPr>
                        <a:lnSpc>
                          <a:spcPct val="100000"/>
                        </a:lnSpc>
                      </a:pPr>
                      <a:endParaRPr sz="1200" spc="0">
                        <a:latin typeface="Times New Roman"/>
                        <a:cs typeface="Times New Roman"/>
                      </a:endParaRPr>
                    </a:p>
                  </a:txBody>
                  <a:tcPr marL="0" marR="0" marT="0" marB="0">
                    <a:lnT w="12700">
                      <a:solidFill>
                        <a:srgbClr val="F06CA6"/>
                      </a:solidFill>
                      <a:prstDash val="solid"/>
                    </a:lnT>
                  </a:tcPr>
                </a:tc>
                <a:tc>
                  <a:txBody>
                    <a:bodyPr/>
                    <a:lstStyle/>
                    <a:p>
                      <a:pPr marL="103505" lvl="0">
                        <a:lnSpc>
                          <a:spcPct val="100000"/>
                        </a:lnSpc>
                        <a:spcBef>
                          <a:spcPts val="960"/>
                        </a:spcBef>
                      </a:pPr>
                      <a:r>
                        <a:rPr lang="en-US" sz="1200" spc="0" dirty="0">
                          <a:solidFill>
                            <a:srgbClr val="1D5495"/>
                          </a:solidFill>
                          <a:latin typeface="Lucida Sans Unicode"/>
                          <a:cs typeface="Lucida Sans Unicode"/>
                        </a:rPr>
                        <a:t>Associate Appreciation (February 2027) </a:t>
                      </a:r>
                      <a:endParaRPr sz="1200" spc="0" dirty="0">
                        <a:latin typeface="Lucida Sans Unicode"/>
                        <a:cs typeface="Lucida Sans Unicode"/>
                      </a:endParaRPr>
                    </a:p>
                  </a:txBody>
                  <a:tcPr marL="0" marR="0" marT="121920" marB="0">
                    <a:lnT w="12700">
                      <a:solidFill>
                        <a:srgbClr val="F06CA6"/>
                      </a:solidFill>
                      <a:prstDash val="solid"/>
                    </a:lnT>
                  </a:tcPr>
                </a:tc>
                <a:tc>
                  <a:txBody>
                    <a:bodyPr/>
                    <a:lstStyle/>
                    <a:p>
                      <a:pPr>
                        <a:lnSpc>
                          <a:spcPct val="100000"/>
                        </a:lnSpc>
                      </a:pPr>
                      <a:endParaRPr sz="1200" spc="0">
                        <a:latin typeface="Times New Roman"/>
                        <a:cs typeface="Times New Roman"/>
                      </a:endParaRPr>
                    </a:p>
                  </a:txBody>
                  <a:tcPr marL="0" marR="0" marT="0" marB="0">
                    <a:lnT w="12700">
                      <a:solidFill>
                        <a:srgbClr val="F06CA6"/>
                      </a:solidFill>
                      <a:prstDash val="solid"/>
                    </a:lnT>
                  </a:tcPr>
                </a:tc>
                <a:extLst>
                  <a:ext uri="{0D108BD9-81ED-4DB2-BD59-A6C34878D82A}">
                    <a16:rowId xmlns:a16="http://schemas.microsoft.com/office/drawing/2014/main" val="10016"/>
                  </a:ext>
                </a:extLst>
              </a:tr>
              <a:tr h="300355">
                <a:tc>
                  <a:txBody>
                    <a:bodyPr/>
                    <a:lstStyle/>
                    <a:p>
                      <a:pPr>
                        <a:lnSpc>
                          <a:spcPct val="100000"/>
                        </a:lnSpc>
                      </a:pPr>
                      <a:endParaRPr sz="1200" spc="0" dirty="0">
                        <a:latin typeface="Times New Roman"/>
                        <a:cs typeface="Times New Roman"/>
                      </a:endParaRPr>
                    </a:p>
                  </a:txBody>
                  <a:tcPr marL="0" marR="0" marT="0" marB="0"/>
                </a:tc>
                <a:tc>
                  <a:txBody>
                    <a:bodyPr/>
                    <a:lstStyle/>
                    <a:p>
                      <a:pPr marL="103505" lvl="0">
                        <a:lnSpc>
                          <a:spcPct val="100000"/>
                        </a:lnSpc>
                        <a:spcBef>
                          <a:spcPts val="750"/>
                        </a:spcBef>
                      </a:pPr>
                      <a:r>
                        <a:rPr lang="en-US" sz="1200" spc="0" dirty="0">
                          <a:solidFill>
                            <a:srgbClr val="1D5495"/>
                          </a:solidFill>
                          <a:latin typeface="Lucida Sans Unicode"/>
                          <a:cs typeface="Lucida Sans Unicode"/>
                        </a:rPr>
                        <a:t>Section 5B: Father’s Appreciation (April 2027) </a:t>
                      </a:r>
                      <a:endParaRPr sz="1200" spc="0" dirty="0">
                        <a:latin typeface="Lucida Sans Unicode"/>
                        <a:cs typeface="Lucida Sans Unicode"/>
                      </a:endParaRPr>
                    </a:p>
                  </a:txBody>
                  <a:tcPr marL="0" marR="0" marT="95250" marB="0"/>
                </a:tc>
                <a:tc>
                  <a:txBody>
                    <a:bodyPr/>
                    <a:lstStyle/>
                    <a:p>
                      <a:pPr>
                        <a:lnSpc>
                          <a:spcPct val="100000"/>
                        </a:lnSpc>
                      </a:pPr>
                      <a:endParaRPr sz="1200" spc="0" dirty="0">
                        <a:latin typeface="Times New Roman"/>
                        <a:cs typeface="Times New Roman"/>
                      </a:endParaRPr>
                    </a:p>
                  </a:txBody>
                  <a:tcPr marL="0" marR="0" marT="0" marB="0"/>
                </a:tc>
                <a:extLst>
                  <a:ext uri="{0D108BD9-81ED-4DB2-BD59-A6C34878D82A}">
                    <a16:rowId xmlns:a16="http://schemas.microsoft.com/office/drawing/2014/main" val="10017"/>
                  </a:ext>
                </a:extLst>
              </a:tr>
              <a:tr h="300355">
                <a:tc>
                  <a:txBody>
                    <a:bodyPr/>
                    <a:lstStyle/>
                    <a:p>
                      <a:pPr marR="2540" algn="ctr">
                        <a:lnSpc>
                          <a:spcPct val="100000"/>
                        </a:lnSpc>
                        <a:spcBef>
                          <a:spcPts val="1420"/>
                        </a:spcBef>
                      </a:pPr>
                      <a:r>
                        <a:rPr sz="1400" spc="0" dirty="0">
                          <a:solidFill>
                            <a:srgbClr val="1D5495"/>
                          </a:solidFill>
                          <a:latin typeface="Arial Black"/>
                          <a:cs typeface="Arial Black"/>
                        </a:rPr>
                        <a:t>SECTION </a:t>
                      </a:r>
                      <a:r>
                        <a:rPr lang="en-US" sz="1400" spc="0" dirty="0">
                          <a:solidFill>
                            <a:srgbClr val="1D5495"/>
                          </a:solidFill>
                          <a:latin typeface="Arial Black"/>
                          <a:cs typeface="Arial Black"/>
                        </a:rPr>
                        <a:t>6</a:t>
                      </a:r>
                      <a:endParaRPr sz="1400" spc="0" dirty="0">
                        <a:latin typeface="Arial Black"/>
                        <a:cs typeface="Arial Black"/>
                      </a:endParaRPr>
                    </a:p>
                  </a:txBody>
                  <a:tcPr marL="0" marR="0" marT="180340" marB="0"/>
                </a:tc>
                <a:tc>
                  <a:txBody>
                    <a:bodyPr/>
                    <a:lstStyle/>
                    <a:p>
                      <a:pPr lvl="0">
                        <a:lnSpc>
                          <a:spcPct val="100000"/>
                        </a:lnSpc>
                        <a:spcBef>
                          <a:spcPts val="135"/>
                        </a:spcBef>
                      </a:pPr>
                      <a:endParaRPr sz="1200" spc="0" dirty="0">
                        <a:latin typeface="Times New Roman"/>
                        <a:cs typeface="Times New Roman"/>
                      </a:endParaRPr>
                    </a:p>
                    <a:p>
                      <a:pPr marL="68263" lvl="0" indent="0">
                        <a:lnSpc>
                          <a:spcPct val="100000"/>
                        </a:lnSpc>
                        <a:tabLst/>
                      </a:pPr>
                      <a:r>
                        <a:rPr lang="en-US" sz="1200" spc="0" dirty="0">
                          <a:solidFill>
                            <a:srgbClr val="1D5495"/>
                          </a:solidFill>
                          <a:latin typeface="Arial Black"/>
                          <a:cs typeface="Arial Black"/>
                        </a:rPr>
                        <a:t>Annual Program Planning Day </a:t>
                      </a:r>
                      <a:endParaRPr sz="1200" spc="0" dirty="0">
                        <a:latin typeface="Arial Black"/>
                        <a:cs typeface="Arial Black"/>
                      </a:endParaRPr>
                    </a:p>
                  </a:txBody>
                  <a:tcPr marL="0" marR="0" marT="17145" marB="0"/>
                </a:tc>
                <a:tc>
                  <a:txBody>
                    <a:bodyPr/>
                    <a:lstStyle/>
                    <a:p>
                      <a:pPr>
                        <a:lnSpc>
                          <a:spcPct val="100000"/>
                        </a:lnSpc>
                        <a:spcBef>
                          <a:spcPts val="135"/>
                        </a:spcBef>
                      </a:pPr>
                      <a:endParaRPr sz="1200" spc="0" dirty="0">
                        <a:latin typeface="Times New Roman"/>
                        <a:cs typeface="Times New Roman"/>
                      </a:endParaRPr>
                    </a:p>
                    <a:p>
                      <a:pPr marL="53975" algn="ctr">
                        <a:lnSpc>
                          <a:spcPct val="100000"/>
                        </a:lnSpc>
                      </a:pPr>
                      <a:r>
                        <a:rPr lang="en-US" sz="1200" u="sng" spc="0" dirty="0">
                          <a:solidFill>
                            <a:srgbClr val="1DA9E2"/>
                          </a:solidFill>
                          <a:uFill>
                            <a:solidFill>
                              <a:srgbClr val="1EA9E1"/>
                            </a:solidFill>
                          </a:uFill>
                          <a:latin typeface="Arial Black"/>
                          <a:cs typeface="Arial Black"/>
                        </a:rPr>
                        <a:t>125</a:t>
                      </a:r>
                      <a:endParaRPr sz="1200" spc="0" dirty="0">
                        <a:solidFill>
                          <a:srgbClr val="1DA9E2"/>
                        </a:solidFill>
                        <a:latin typeface="Arial Black"/>
                        <a:cs typeface="Arial Black"/>
                      </a:endParaRPr>
                    </a:p>
                  </a:txBody>
                  <a:tcPr marL="0" marR="0" marT="17145" marB="0"/>
                </a:tc>
                <a:extLst>
                  <a:ext uri="{0D108BD9-81ED-4DB2-BD59-A6C34878D82A}">
                    <a16:rowId xmlns:a16="http://schemas.microsoft.com/office/drawing/2014/main" val="3497392981"/>
                  </a:ext>
                </a:extLst>
              </a:tr>
              <a:tr h="300355">
                <a:tc>
                  <a:txBody>
                    <a:bodyPr/>
                    <a:lstStyle/>
                    <a:p>
                      <a:pPr>
                        <a:lnSpc>
                          <a:spcPct val="100000"/>
                        </a:lnSpc>
                      </a:pPr>
                      <a:endParaRPr sz="1200" spc="0" dirty="0">
                        <a:latin typeface="Times New Roman"/>
                        <a:cs typeface="Times New Roman"/>
                      </a:endParaRPr>
                    </a:p>
                  </a:txBody>
                  <a:tcPr marL="0" marR="0" marT="0" marB="0"/>
                </a:tc>
                <a:tc>
                  <a:txBody>
                    <a:bodyPr/>
                    <a:lstStyle/>
                    <a:p>
                      <a:pPr marL="12700" lvl="0" indent="0">
                        <a:lnSpc>
                          <a:spcPct val="100000"/>
                        </a:lnSpc>
                        <a:spcBef>
                          <a:spcPts val="750"/>
                        </a:spcBef>
                        <a:tabLst/>
                      </a:pPr>
                      <a:r>
                        <a:rPr lang="en-US" sz="1200" spc="0" dirty="0">
                          <a:solidFill>
                            <a:srgbClr val="1D5495"/>
                          </a:solidFill>
                          <a:latin typeface="Lucida Sans Unicode"/>
                          <a:cs typeface="Lucida Sans Unicode"/>
                        </a:rPr>
                        <a:t>Annual Program Planning Meeting Description </a:t>
                      </a:r>
                      <a:endParaRPr sz="1200" spc="0" dirty="0">
                        <a:latin typeface="Lucida Sans Unicode"/>
                        <a:cs typeface="Lucida Sans Unicode"/>
                      </a:endParaRPr>
                    </a:p>
                  </a:txBody>
                  <a:tcPr marL="0" marR="0" marT="95250" marB="0"/>
                </a:tc>
                <a:tc>
                  <a:txBody>
                    <a:bodyPr/>
                    <a:lstStyle/>
                    <a:p>
                      <a:pPr>
                        <a:lnSpc>
                          <a:spcPct val="100000"/>
                        </a:lnSpc>
                      </a:pPr>
                      <a:endParaRPr sz="1200" spc="0" dirty="0">
                        <a:latin typeface="Times New Roman"/>
                        <a:cs typeface="Times New Roman"/>
                      </a:endParaRPr>
                    </a:p>
                  </a:txBody>
                  <a:tcPr marL="0" marR="0" marT="0" marB="0"/>
                </a:tc>
                <a:extLst>
                  <a:ext uri="{0D108BD9-81ED-4DB2-BD59-A6C34878D82A}">
                    <a16:rowId xmlns:a16="http://schemas.microsoft.com/office/drawing/2014/main" val="452762127"/>
                  </a:ext>
                </a:extLst>
              </a:tr>
            </a:tbl>
          </a:graphicData>
        </a:graphic>
      </p:graphicFrame>
      <p:sp>
        <p:nvSpPr>
          <p:cNvPr id="4" name="object 4"/>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97">
            <a:extLst>
              <a:ext uri="{FF2B5EF4-FFF2-40B4-BE49-F238E27FC236}">
                <a16:creationId xmlns:a16="http://schemas.microsoft.com/office/drawing/2014/main" id="{D7796378-6523-A6E6-1243-5E26F25AF5F2}"/>
              </a:ext>
            </a:extLst>
          </p:cNvPr>
          <p:cNvSpPr txBox="1"/>
          <p:nvPr/>
        </p:nvSpPr>
        <p:spPr>
          <a:xfrm>
            <a:off x="1376997" y="5029200"/>
            <a:ext cx="5018405" cy="1808480"/>
          </a:xfrm>
          <a:prstGeom prst="rect">
            <a:avLst/>
          </a:prstGeom>
        </p:spPr>
        <p:txBody>
          <a:bodyPr vert="horz" wrap="square" lIns="0" tIns="12700" rIns="0" bIns="0" rtlCol="0">
            <a:spAutoFit/>
          </a:bodyPr>
          <a:lstStyle/>
          <a:p>
            <a:pPr marL="12700" marR="5080">
              <a:lnSpc>
                <a:spcPct val="100000"/>
              </a:lnSpc>
              <a:spcBef>
                <a:spcPts val="100"/>
              </a:spcBef>
            </a:pPr>
            <a:r>
              <a:rPr sz="3900" spc="-60" dirty="0">
                <a:solidFill>
                  <a:srgbClr val="FFFFFF"/>
                </a:solidFill>
                <a:latin typeface="Arial Black"/>
                <a:cs typeface="Arial Black"/>
              </a:rPr>
              <a:t>Program</a:t>
            </a:r>
            <a:r>
              <a:rPr sz="3900" spc="-415" dirty="0">
                <a:solidFill>
                  <a:srgbClr val="FFFFFF"/>
                </a:solidFill>
                <a:latin typeface="Arial Black"/>
                <a:cs typeface="Arial Black"/>
              </a:rPr>
              <a:t> </a:t>
            </a:r>
            <a:r>
              <a:rPr sz="3900" spc="-85" dirty="0">
                <a:solidFill>
                  <a:srgbClr val="FFFFFF"/>
                </a:solidFill>
                <a:latin typeface="Arial Black"/>
                <a:cs typeface="Arial Black"/>
              </a:rPr>
              <a:t>Handbook </a:t>
            </a:r>
            <a:r>
              <a:rPr sz="3900" spc="-165" dirty="0">
                <a:solidFill>
                  <a:srgbClr val="FFFFFF"/>
                </a:solidFill>
                <a:latin typeface="Arial Black"/>
                <a:cs typeface="Arial Black"/>
              </a:rPr>
              <a:t>Checklist</a:t>
            </a:r>
            <a:r>
              <a:rPr sz="3900" spc="-405" dirty="0">
                <a:solidFill>
                  <a:srgbClr val="FFFFFF"/>
                </a:solidFill>
                <a:latin typeface="Arial Black"/>
                <a:cs typeface="Arial Black"/>
              </a:rPr>
              <a:t> </a:t>
            </a:r>
            <a:r>
              <a:rPr sz="3900" spc="-25" dirty="0">
                <a:solidFill>
                  <a:srgbClr val="FFFFFF"/>
                </a:solidFill>
                <a:latin typeface="Arial Black"/>
                <a:cs typeface="Arial Black"/>
              </a:rPr>
              <a:t>and </a:t>
            </a:r>
            <a:r>
              <a:rPr sz="3900" spc="-55" dirty="0">
                <a:solidFill>
                  <a:srgbClr val="FFFFFF"/>
                </a:solidFill>
                <a:latin typeface="Arial Black"/>
                <a:cs typeface="Arial Black"/>
              </a:rPr>
              <a:t>Chapter</a:t>
            </a:r>
            <a:r>
              <a:rPr sz="3900" spc="-430" dirty="0">
                <a:solidFill>
                  <a:srgbClr val="FFFFFF"/>
                </a:solidFill>
                <a:latin typeface="Arial Black"/>
                <a:cs typeface="Arial Black"/>
              </a:rPr>
              <a:t> </a:t>
            </a:r>
            <a:r>
              <a:rPr sz="3900" spc="-10" dirty="0">
                <a:solidFill>
                  <a:srgbClr val="FFFFFF"/>
                </a:solidFill>
                <a:latin typeface="Arial Black"/>
                <a:cs typeface="Arial Black"/>
              </a:rPr>
              <a:t>History</a:t>
            </a:r>
            <a:endParaRPr sz="3900" dirty="0">
              <a:latin typeface="Arial Black"/>
              <a:cs typeface="Arial Black"/>
            </a:endParaRPr>
          </a:p>
        </p:txBody>
      </p:sp>
      <p:sp>
        <p:nvSpPr>
          <p:cNvPr id="3" name="object 402">
            <a:extLst>
              <a:ext uri="{FF2B5EF4-FFF2-40B4-BE49-F238E27FC236}">
                <a16:creationId xmlns:a16="http://schemas.microsoft.com/office/drawing/2014/main" id="{2D944D49-FEF6-6D49-1EA2-25E1570E2FC5}"/>
              </a:ext>
            </a:extLst>
          </p:cNvPr>
          <p:cNvSpPr txBox="1"/>
          <p:nvPr/>
        </p:nvSpPr>
        <p:spPr>
          <a:xfrm>
            <a:off x="1380553" y="4530471"/>
            <a:ext cx="1458595" cy="400050"/>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sz="1900" spc="-595" dirty="0">
                <a:solidFill>
                  <a:srgbClr val="FFFFFF"/>
                </a:solidFill>
                <a:latin typeface="Arial Black"/>
                <a:cs typeface="Arial Black"/>
              </a:rPr>
              <a:t>1</a:t>
            </a:r>
            <a:endParaRPr sz="1900" dirty="0">
              <a:latin typeface="Arial Black"/>
              <a:cs typeface="Arial Black"/>
            </a:endParaRPr>
          </a:p>
        </p:txBody>
      </p:sp>
      <p:grpSp>
        <p:nvGrpSpPr>
          <p:cNvPr id="4" name="Group 3">
            <a:extLst>
              <a:ext uri="{FF2B5EF4-FFF2-40B4-BE49-F238E27FC236}">
                <a16:creationId xmlns:a16="http://schemas.microsoft.com/office/drawing/2014/main" id="{1E695FF6-E8EF-BA38-85BE-8570DEB83217}"/>
              </a:ext>
            </a:extLst>
          </p:cNvPr>
          <p:cNvGrpSpPr/>
          <p:nvPr/>
        </p:nvGrpSpPr>
        <p:grpSpPr>
          <a:xfrm>
            <a:off x="6019800" y="630364"/>
            <a:ext cx="1061085" cy="1061085"/>
            <a:chOff x="6215126" y="445262"/>
            <a:chExt cx="1061085" cy="1061085"/>
          </a:xfrm>
        </p:grpSpPr>
        <p:sp>
          <p:nvSpPr>
            <p:cNvPr id="5" name="object 400">
              <a:extLst>
                <a:ext uri="{FF2B5EF4-FFF2-40B4-BE49-F238E27FC236}">
                  <a16:creationId xmlns:a16="http://schemas.microsoft.com/office/drawing/2014/main" id="{9D4CB72F-CF2C-D0E5-5AD6-B443049F4EFF}"/>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6" name="object 403">
              <a:hlinkClick r:id="rId2" action="ppaction://hlinksldjump"/>
              <a:extLst>
                <a:ext uri="{FF2B5EF4-FFF2-40B4-BE49-F238E27FC236}">
                  <a16:creationId xmlns:a16="http://schemas.microsoft.com/office/drawing/2014/main" id="{8B5297B0-512A-4D2E-8DA2-8738560A175F}"/>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7" name="object 404">
              <a:extLst>
                <a:ext uri="{FF2B5EF4-FFF2-40B4-BE49-F238E27FC236}">
                  <a16:creationId xmlns:a16="http://schemas.microsoft.com/office/drawing/2014/main" id="{24F4D3CC-36BA-51F1-760A-66039DB1FDED}"/>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Tree>
    <p:extLst>
      <p:ext uri="{BB962C8B-B14F-4D97-AF65-F5344CB8AC3E}">
        <p14:creationId xmlns:p14="http://schemas.microsoft.com/office/powerpoint/2010/main" val="555361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9978" y="1197043"/>
            <a:ext cx="875901" cy="875901"/>
          </a:xfrm>
          <a:prstGeom prst="rect">
            <a:avLst/>
          </a:prstGeom>
        </p:spPr>
      </p:pic>
      <p:sp>
        <p:nvSpPr>
          <p:cNvPr id="5" name="object 5"/>
          <p:cNvSpPr txBox="1"/>
          <p:nvPr/>
        </p:nvSpPr>
        <p:spPr>
          <a:xfrm>
            <a:off x="2013229" y="8678643"/>
            <a:ext cx="4263390" cy="402590"/>
          </a:xfrm>
          <a:prstGeom prst="rect">
            <a:avLst/>
          </a:prstGeom>
        </p:spPr>
        <p:txBody>
          <a:bodyPr vert="horz" wrap="square" lIns="0" tIns="15240" rIns="0" bIns="0" rtlCol="0">
            <a:spAutoFit/>
          </a:bodyPr>
          <a:lstStyle/>
          <a:p>
            <a:pPr marL="12700" marR="5080" algn="just">
              <a:lnSpc>
                <a:spcPct val="102099"/>
              </a:lnSpc>
              <a:spcBef>
                <a:spcPts val="120"/>
              </a:spcBef>
            </a:pPr>
            <a:r>
              <a:rPr sz="800" dirty="0">
                <a:latin typeface="Cambria"/>
                <a:cs typeface="Cambria"/>
              </a:rPr>
              <a:t>Jack</a:t>
            </a:r>
            <a:r>
              <a:rPr sz="800" spc="50" dirty="0">
                <a:latin typeface="Cambria"/>
                <a:cs typeface="Cambria"/>
              </a:rPr>
              <a:t> </a:t>
            </a:r>
            <a:r>
              <a:rPr sz="800" dirty="0">
                <a:latin typeface="Cambria"/>
                <a:cs typeface="Cambria"/>
              </a:rPr>
              <a:t>and</a:t>
            </a:r>
            <a:r>
              <a:rPr sz="800" spc="55" dirty="0">
                <a:latin typeface="Cambria"/>
                <a:cs typeface="Cambria"/>
              </a:rPr>
              <a:t> </a:t>
            </a:r>
            <a:r>
              <a:rPr sz="800" dirty="0">
                <a:latin typeface="Cambria"/>
                <a:cs typeface="Cambria"/>
              </a:rPr>
              <a:t>Jill</a:t>
            </a:r>
            <a:r>
              <a:rPr sz="800" spc="60" dirty="0">
                <a:latin typeface="Cambria"/>
                <a:cs typeface="Cambria"/>
              </a:rPr>
              <a:t> </a:t>
            </a:r>
            <a:r>
              <a:rPr sz="800" dirty="0">
                <a:latin typeface="Cambria"/>
                <a:cs typeface="Cambria"/>
              </a:rPr>
              <a:t>of</a:t>
            </a:r>
            <a:r>
              <a:rPr sz="800" spc="60" dirty="0">
                <a:latin typeface="Cambria"/>
                <a:cs typeface="Cambria"/>
              </a:rPr>
              <a:t> </a:t>
            </a:r>
            <a:r>
              <a:rPr sz="800" dirty="0">
                <a:latin typeface="Cambria"/>
                <a:cs typeface="Cambria"/>
              </a:rPr>
              <a:t>America,</a:t>
            </a:r>
            <a:r>
              <a:rPr sz="800" spc="60" dirty="0">
                <a:latin typeface="Cambria"/>
                <a:cs typeface="Cambria"/>
              </a:rPr>
              <a:t> </a:t>
            </a:r>
            <a:r>
              <a:rPr sz="800" dirty="0">
                <a:latin typeface="Cambria"/>
                <a:cs typeface="Cambria"/>
              </a:rPr>
              <a:t>Inc.</a:t>
            </a:r>
            <a:r>
              <a:rPr sz="800" spc="60" dirty="0">
                <a:latin typeface="Cambria"/>
                <a:cs typeface="Cambria"/>
              </a:rPr>
              <a:t> </a:t>
            </a:r>
            <a:r>
              <a:rPr sz="800" dirty="0">
                <a:latin typeface="Cambria"/>
                <a:cs typeface="Cambria"/>
              </a:rPr>
              <a:t>is</a:t>
            </a:r>
            <a:r>
              <a:rPr sz="800" spc="60" dirty="0">
                <a:latin typeface="Cambria"/>
                <a:cs typeface="Cambria"/>
              </a:rPr>
              <a:t> </a:t>
            </a:r>
            <a:r>
              <a:rPr sz="800" dirty="0">
                <a:latin typeface="Cambria"/>
                <a:cs typeface="Cambria"/>
              </a:rPr>
              <a:t>a</a:t>
            </a:r>
            <a:r>
              <a:rPr sz="800" spc="60" dirty="0">
                <a:latin typeface="Cambria"/>
                <a:cs typeface="Cambria"/>
              </a:rPr>
              <a:t> </a:t>
            </a:r>
            <a:r>
              <a:rPr sz="800" dirty="0">
                <a:latin typeface="Cambria"/>
                <a:cs typeface="Cambria"/>
              </a:rPr>
              <a:t>membership</a:t>
            </a:r>
            <a:r>
              <a:rPr sz="800" spc="55" dirty="0">
                <a:latin typeface="Cambria"/>
                <a:cs typeface="Cambria"/>
              </a:rPr>
              <a:t> </a:t>
            </a:r>
            <a:r>
              <a:rPr sz="800" dirty="0">
                <a:latin typeface="Cambria"/>
                <a:cs typeface="Cambria"/>
              </a:rPr>
              <a:t>organization</a:t>
            </a:r>
            <a:r>
              <a:rPr sz="800" spc="55" dirty="0">
                <a:latin typeface="Cambria"/>
                <a:cs typeface="Cambria"/>
              </a:rPr>
              <a:t> </a:t>
            </a:r>
            <a:r>
              <a:rPr sz="800" dirty="0">
                <a:latin typeface="Cambria"/>
                <a:cs typeface="Cambria"/>
              </a:rPr>
              <a:t>of</a:t>
            </a:r>
            <a:r>
              <a:rPr sz="800" spc="60" dirty="0">
                <a:latin typeface="Cambria"/>
                <a:cs typeface="Cambria"/>
              </a:rPr>
              <a:t> </a:t>
            </a:r>
            <a:r>
              <a:rPr sz="800" dirty="0">
                <a:latin typeface="Cambria"/>
                <a:cs typeface="Cambria"/>
              </a:rPr>
              <a:t>mothers</a:t>
            </a:r>
            <a:r>
              <a:rPr sz="800" spc="60" dirty="0">
                <a:latin typeface="Cambria"/>
                <a:cs typeface="Cambria"/>
              </a:rPr>
              <a:t> </a:t>
            </a:r>
            <a:r>
              <a:rPr sz="800" dirty="0">
                <a:latin typeface="Cambria"/>
                <a:cs typeface="Cambria"/>
              </a:rPr>
              <a:t>with</a:t>
            </a:r>
            <a:r>
              <a:rPr sz="800" spc="60" dirty="0">
                <a:latin typeface="Cambria"/>
                <a:cs typeface="Cambria"/>
              </a:rPr>
              <a:t> </a:t>
            </a:r>
            <a:r>
              <a:rPr sz="800" dirty="0">
                <a:latin typeface="Cambria"/>
                <a:cs typeface="Cambria"/>
              </a:rPr>
              <a:t>children</a:t>
            </a:r>
            <a:r>
              <a:rPr sz="800" spc="50" dirty="0">
                <a:latin typeface="Cambria"/>
                <a:cs typeface="Cambria"/>
              </a:rPr>
              <a:t> </a:t>
            </a:r>
            <a:r>
              <a:rPr sz="800" dirty="0">
                <a:latin typeface="Cambria"/>
                <a:cs typeface="Cambria"/>
              </a:rPr>
              <a:t>ages</a:t>
            </a:r>
            <a:r>
              <a:rPr sz="800" spc="60" dirty="0">
                <a:latin typeface="Cambria"/>
                <a:cs typeface="Cambria"/>
              </a:rPr>
              <a:t> </a:t>
            </a:r>
            <a:r>
              <a:rPr sz="800" spc="-10" dirty="0">
                <a:latin typeface="Cambria"/>
                <a:cs typeface="Cambria"/>
              </a:rPr>
              <a:t>2–19,</a:t>
            </a:r>
            <a:r>
              <a:rPr sz="800" spc="500" dirty="0">
                <a:latin typeface="Cambria"/>
                <a:cs typeface="Cambria"/>
              </a:rPr>
              <a:t> </a:t>
            </a:r>
            <a:r>
              <a:rPr sz="800" dirty="0">
                <a:latin typeface="Cambria"/>
                <a:cs typeface="Cambria"/>
              </a:rPr>
              <a:t>dedicated</a:t>
            </a:r>
            <a:r>
              <a:rPr sz="800" spc="235" dirty="0">
                <a:latin typeface="Cambria"/>
                <a:cs typeface="Cambria"/>
              </a:rPr>
              <a:t> </a:t>
            </a:r>
            <a:r>
              <a:rPr sz="800" dirty="0">
                <a:latin typeface="Cambria"/>
                <a:cs typeface="Cambria"/>
              </a:rPr>
              <a:t>to</a:t>
            </a:r>
            <a:r>
              <a:rPr sz="800" spc="229" dirty="0">
                <a:latin typeface="Cambria"/>
                <a:cs typeface="Cambria"/>
              </a:rPr>
              <a:t> </a:t>
            </a:r>
            <a:r>
              <a:rPr sz="800" dirty="0">
                <a:latin typeface="Cambria"/>
                <a:cs typeface="Cambria"/>
              </a:rPr>
              <a:t>nurturing</a:t>
            </a:r>
            <a:r>
              <a:rPr sz="800" spc="240" dirty="0">
                <a:latin typeface="Cambria"/>
                <a:cs typeface="Cambria"/>
              </a:rPr>
              <a:t> </a:t>
            </a:r>
            <a:r>
              <a:rPr sz="800" dirty="0">
                <a:latin typeface="Cambria"/>
                <a:cs typeface="Cambria"/>
              </a:rPr>
              <a:t>future</a:t>
            </a:r>
            <a:r>
              <a:rPr sz="800" spc="235" dirty="0">
                <a:latin typeface="Cambria"/>
                <a:cs typeface="Cambria"/>
              </a:rPr>
              <a:t> </a:t>
            </a:r>
            <a:r>
              <a:rPr sz="800" dirty="0">
                <a:latin typeface="Cambria"/>
                <a:cs typeface="Cambria"/>
              </a:rPr>
              <a:t>African-American</a:t>
            </a:r>
            <a:r>
              <a:rPr sz="800" spc="240" dirty="0">
                <a:latin typeface="Cambria"/>
                <a:cs typeface="Cambria"/>
              </a:rPr>
              <a:t> </a:t>
            </a:r>
            <a:r>
              <a:rPr sz="800" dirty="0">
                <a:latin typeface="Cambria"/>
                <a:cs typeface="Cambria"/>
              </a:rPr>
              <a:t>leaders</a:t>
            </a:r>
            <a:r>
              <a:rPr sz="800" spc="240" dirty="0">
                <a:latin typeface="Cambria"/>
                <a:cs typeface="Cambria"/>
              </a:rPr>
              <a:t> </a:t>
            </a:r>
            <a:r>
              <a:rPr sz="800" dirty="0">
                <a:latin typeface="Cambria"/>
                <a:cs typeface="Cambria"/>
              </a:rPr>
              <a:t>by</a:t>
            </a:r>
            <a:r>
              <a:rPr sz="800" spc="235" dirty="0">
                <a:latin typeface="Cambria"/>
                <a:cs typeface="Cambria"/>
              </a:rPr>
              <a:t> </a:t>
            </a:r>
            <a:r>
              <a:rPr sz="800" dirty="0">
                <a:latin typeface="Cambria"/>
                <a:cs typeface="Cambria"/>
              </a:rPr>
              <a:t>strengthening</a:t>
            </a:r>
            <a:r>
              <a:rPr sz="800" spc="240" dirty="0">
                <a:latin typeface="Cambria"/>
                <a:cs typeface="Cambria"/>
              </a:rPr>
              <a:t> </a:t>
            </a:r>
            <a:r>
              <a:rPr sz="800" dirty="0">
                <a:latin typeface="Cambria"/>
                <a:cs typeface="Cambria"/>
              </a:rPr>
              <a:t>children</a:t>
            </a:r>
            <a:r>
              <a:rPr sz="800" spc="235" dirty="0">
                <a:latin typeface="Cambria"/>
                <a:cs typeface="Cambria"/>
              </a:rPr>
              <a:t> </a:t>
            </a:r>
            <a:r>
              <a:rPr sz="800" spc="-10" dirty="0">
                <a:latin typeface="Cambria"/>
                <a:cs typeface="Cambria"/>
              </a:rPr>
              <a:t>through</a:t>
            </a:r>
            <a:r>
              <a:rPr sz="800" spc="500" dirty="0">
                <a:latin typeface="Cambria"/>
                <a:cs typeface="Cambria"/>
              </a:rPr>
              <a:t> </a:t>
            </a:r>
            <a:r>
              <a:rPr sz="800" dirty="0">
                <a:latin typeface="Cambria"/>
                <a:cs typeface="Cambria"/>
              </a:rPr>
              <a:t>leadership</a:t>
            </a:r>
            <a:r>
              <a:rPr sz="800" spc="90" dirty="0">
                <a:latin typeface="Cambria"/>
                <a:cs typeface="Cambria"/>
              </a:rPr>
              <a:t> </a:t>
            </a:r>
            <a:r>
              <a:rPr sz="800" dirty="0">
                <a:latin typeface="Cambria"/>
                <a:cs typeface="Cambria"/>
              </a:rPr>
              <a:t>development,</a:t>
            </a:r>
            <a:r>
              <a:rPr sz="800" spc="105" dirty="0">
                <a:latin typeface="Cambria"/>
                <a:cs typeface="Cambria"/>
              </a:rPr>
              <a:t> </a:t>
            </a:r>
            <a:r>
              <a:rPr sz="800" dirty="0">
                <a:latin typeface="Cambria"/>
                <a:cs typeface="Cambria"/>
              </a:rPr>
              <a:t>volunteer</a:t>
            </a:r>
            <a:r>
              <a:rPr sz="800" spc="95" dirty="0">
                <a:latin typeface="Cambria"/>
                <a:cs typeface="Cambria"/>
              </a:rPr>
              <a:t> </a:t>
            </a:r>
            <a:r>
              <a:rPr sz="800" dirty="0">
                <a:latin typeface="Cambria"/>
                <a:cs typeface="Cambria"/>
              </a:rPr>
              <a:t>service,</a:t>
            </a:r>
            <a:r>
              <a:rPr sz="800" spc="100" dirty="0">
                <a:latin typeface="Cambria"/>
                <a:cs typeface="Cambria"/>
              </a:rPr>
              <a:t> </a:t>
            </a:r>
            <a:r>
              <a:rPr sz="800" dirty="0">
                <a:latin typeface="Cambria"/>
                <a:cs typeface="Cambria"/>
              </a:rPr>
              <a:t>philanthropic</a:t>
            </a:r>
            <a:r>
              <a:rPr sz="800" spc="95" dirty="0">
                <a:latin typeface="Cambria"/>
                <a:cs typeface="Cambria"/>
              </a:rPr>
              <a:t> </a:t>
            </a:r>
            <a:r>
              <a:rPr sz="800" dirty="0">
                <a:latin typeface="Cambria"/>
                <a:cs typeface="Cambria"/>
              </a:rPr>
              <a:t>giving</a:t>
            </a:r>
            <a:r>
              <a:rPr sz="800" spc="95" dirty="0">
                <a:latin typeface="Cambria"/>
                <a:cs typeface="Cambria"/>
              </a:rPr>
              <a:t> </a:t>
            </a:r>
            <a:r>
              <a:rPr sz="800" dirty="0">
                <a:latin typeface="Cambria"/>
                <a:cs typeface="Cambria"/>
              </a:rPr>
              <a:t>and</a:t>
            </a:r>
            <a:r>
              <a:rPr sz="800" spc="90" dirty="0">
                <a:latin typeface="Cambria"/>
                <a:cs typeface="Cambria"/>
              </a:rPr>
              <a:t> </a:t>
            </a:r>
            <a:r>
              <a:rPr sz="800" dirty="0">
                <a:latin typeface="Cambria"/>
                <a:cs typeface="Cambria"/>
              </a:rPr>
              <a:t>civic</a:t>
            </a:r>
            <a:r>
              <a:rPr sz="800" spc="95" dirty="0">
                <a:latin typeface="Cambria"/>
                <a:cs typeface="Cambria"/>
              </a:rPr>
              <a:t> </a:t>
            </a:r>
            <a:r>
              <a:rPr sz="800" spc="-10" dirty="0">
                <a:latin typeface="Cambria"/>
                <a:cs typeface="Cambria"/>
              </a:rPr>
              <a:t>duty.</a:t>
            </a:r>
            <a:endParaRPr sz="800" dirty="0">
              <a:latin typeface="Cambria"/>
              <a:cs typeface="Cambria"/>
            </a:endParaRPr>
          </a:p>
        </p:txBody>
      </p:sp>
      <p:sp>
        <p:nvSpPr>
          <p:cNvPr id="6" name="object 6"/>
          <p:cNvSpPr txBox="1"/>
          <p:nvPr/>
        </p:nvSpPr>
        <p:spPr>
          <a:xfrm>
            <a:off x="610373" y="2196975"/>
            <a:ext cx="1244600" cy="3772828"/>
          </a:xfrm>
          <a:prstGeom prst="rect">
            <a:avLst/>
          </a:prstGeom>
        </p:spPr>
        <p:txBody>
          <a:bodyPr vert="horz" wrap="square" lIns="0" tIns="15240" rIns="0" bIns="0" rtlCol="0">
            <a:spAutoFit/>
          </a:bodyPr>
          <a:lstStyle/>
          <a:p>
            <a:pPr algn="ctr">
              <a:lnSpc>
                <a:spcPct val="100000"/>
              </a:lnSpc>
              <a:spcBef>
                <a:spcPts val="120"/>
              </a:spcBef>
            </a:pPr>
            <a:r>
              <a:rPr sz="900" b="1" i="1" spc="-10" dirty="0">
                <a:solidFill>
                  <a:srgbClr val="006FC0"/>
                </a:solidFill>
                <a:latin typeface="Calibri"/>
                <a:cs typeface="Calibri"/>
              </a:rPr>
              <a:t>President</a:t>
            </a:r>
            <a:br>
              <a:rPr lang="en-US" sz="900" b="1" i="1" spc="-10" dirty="0">
                <a:latin typeface="Calibri"/>
                <a:cs typeface="Calibri"/>
              </a:rPr>
            </a:br>
            <a:r>
              <a:rPr lang="en-US" sz="900" dirty="0">
                <a:solidFill>
                  <a:srgbClr val="006FC0"/>
                </a:solidFill>
                <a:latin typeface="Calibri"/>
                <a:cs typeface="Calibri"/>
              </a:rPr>
              <a:t>Erica</a:t>
            </a:r>
            <a:r>
              <a:rPr lang="en-US" sz="900" spc="15" dirty="0">
                <a:solidFill>
                  <a:srgbClr val="006FC0"/>
                </a:solidFill>
                <a:latin typeface="Calibri"/>
                <a:cs typeface="Calibri"/>
              </a:rPr>
              <a:t> </a:t>
            </a:r>
            <a:r>
              <a:rPr lang="en-US" sz="900" spc="-10" dirty="0">
                <a:solidFill>
                  <a:srgbClr val="006FC0"/>
                </a:solidFill>
                <a:latin typeface="Calibri"/>
                <a:cs typeface="Calibri"/>
              </a:rPr>
              <a:t>Pollard</a:t>
            </a:r>
            <a:endParaRPr sz="900" dirty="0">
              <a:latin typeface="Calibri"/>
              <a:cs typeface="Calibri"/>
            </a:endParaRPr>
          </a:p>
          <a:p>
            <a:pPr algn="ctr">
              <a:lnSpc>
                <a:spcPct val="100000"/>
              </a:lnSpc>
              <a:spcBef>
                <a:spcPts val="840"/>
              </a:spcBef>
            </a:pPr>
            <a:r>
              <a:rPr sz="900" b="1" i="1" dirty="0">
                <a:solidFill>
                  <a:srgbClr val="006FC0"/>
                </a:solidFill>
                <a:latin typeface="Calibri"/>
                <a:cs typeface="Calibri"/>
              </a:rPr>
              <a:t>Vice </a:t>
            </a:r>
            <a:r>
              <a:rPr sz="900" b="1" i="1" spc="-10" dirty="0">
                <a:solidFill>
                  <a:srgbClr val="006FC0"/>
                </a:solidFill>
                <a:latin typeface="Calibri"/>
                <a:cs typeface="Calibri"/>
              </a:rPr>
              <a:t>President</a:t>
            </a:r>
            <a:endParaRPr sz="900" dirty="0">
              <a:latin typeface="Calibri"/>
              <a:cs typeface="Calibri"/>
            </a:endParaRPr>
          </a:p>
          <a:p>
            <a:pPr algn="ctr">
              <a:spcBef>
                <a:spcPts val="40"/>
              </a:spcBef>
            </a:pPr>
            <a:r>
              <a:rPr lang="en-US" sz="900" dirty="0">
                <a:solidFill>
                  <a:srgbClr val="006FC0"/>
                </a:solidFill>
                <a:latin typeface="Calibri"/>
                <a:cs typeface="Calibri"/>
              </a:rPr>
              <a:t>Sheila</a:t>
            </a:r>
            <a:r>
              <a:rPr lang="en-US" sz="900" spc="-5" dirty="0">
                <a:solidFill>
                  <a:srgbClr val="006FC0"/>
                </a:solidFill>
                <a:latin typeface="Calibri"/>
                <a:cs typeface="Calibri"/>
              </a:rPr>
              <a:t> </a:t>
            </a:r>
            <a:r>
              <a:rPr lang="en-US" sz="900" spc="-10" dirty="0">
                <a:solidFill>
                  <a:srgbClr val="006FC0"/>
                </a:solidFill>
                <a:latin typeface="Calibri"/>
                <a:cs typeface="Calibri"/>
              </a:rPr>
              <a:t>Stewart</a:t>
            </a:r>
            <a:endParaRPr sz="900" dirty="0">
              <a:latin typeface="Calibri"/>
              <a:cs typeface="Calibri"/>
            </a:endParaRPr>
          </a:p>
          <a:p>
            <a:pPr algn="ctr">
              <a:lnSpc>
                <a:spcPct val="100000"/>
              </a:lnSpc>
              <a:spcBef>
                <a:spcPts val="860"/>
              </a:spcBef>
            </a:pPr>
            <a:r>
              <a:rPr sz="900" b="1" i="1" dirty="0">
                <a:solidFill>
                  <a:srgbClr val="006FC0"/>
                </a:solidFill>
                <a:latin typeface="Calibri"/>
                <a:cs typeface="Calibri"/>
              </a:rPr>
              <a:t>Program</a:t>
            </a:r>
            <a:r>
              <a:rPr sz="900" b="1" i="1" spc="30" dirty="0">
                <a:solidFill>
                  <a:srgbClr val="006FC0"/>
                </a:solidFill>
                <a:latin typeface="Calibri"/>
                <a:cs typeface="Calibri"/>
              </a:rPr>
              <a:t> </a:t>
            </a:r>
            <a:r>
              <a:rPr sz="900" b="1" i="1" spc="-10" dirty="0">
                <a:solidFill>
                  <a:srgbClr val="006FC0"/>
                </a:solidFill>
                <a:latin typeface="Calibri"/>
                <a:cs typeface="Calibri"/>
              </a:rPr>
              <a:t>Director</a:t>
            </a:r>
            <a:endParaRPr sz="900" dirty="0">
              <a:latin typeface="Calibri"/>
              <a:cs typeface="Calibri"/>
            </a:endParaRPr>
          </a:p>
          <a:p>
            <a:pPr algn="ctr">
              <a:lnSpc>
                <a:spcPct val="100000"/>
              </a:lnSpc>
              <a:spcBef>
                <a:spcPts val="40"/>
              </a:spcBef>
            </a:pPr>
            <a:r>
              <a:rPr lang="en-US" sz="900" dirty="0">
                <a:solidFill>
                  <a:srgbClr val="006FC0"/>
                </a:solidFill>
                <a:latin typeface="Calibri"/>
                <a:cs typeface="Calibri"/>
              </a:rPr>
              <a:t>Torie Comeaux Plowden</a:t>
            </a:r>
            <a:endParaRPr lang="en-US" sz="900" dirty="0">
              <a:latin typeface="Calibri"/>
              <a:cs typeface="Calibri"/>
            </a:endParaRPr>
          </a:p>
          <a:p>
            <a:pPr algn="ctr">
              <a:lnSpc>
                <a:spcPct val="100000"/>
              </a:lnSpc>
              <a:spcBef>
                <a:spcPts val="860"/>
              </a:spcBef>
            </a:pPr>
            <a:r>
              <a:rPr lang="en-US" sz="900" b="1" i="1" dirty="0">
                <a:solidFill>
                  <a:srgbClr val="006FC0"/>
                </a:solidFill>
                <a:latin typeface="Calibri"/>
                <a:cs typeface="Calibri"/>
              </a:rPr>
              <a:t>Recording</a:t>
            </a:r>
            <a:r>
              <a:rPr lang="en-US" sz="900" b="1" i="1" spc="15" dirty="0">
                <a:solidFill>
                  <a:srgbClr val="006FC0"/>
                </a:solidFill>
                <a:latin typeface="Calibri"/>
                <a:cs typeface="Calibri"/>
              </a:rPr>
              <a:t> </a:t>
            </a:r>
            <a:r>
              <a:rPr lang="en-US" sz="900" b="1" i="1" spc="-10" dirty="0">
                <a:solidFill>
                  <a:srgbClr val="006FC0"/>
                </a:solidFill>
                <a:latin typeface="Calibri"/>
                <a:cs typeface="Calibri"/>
              </a:rPr>
              <a:t>Secretary</a:t>
            </a:r>
            <a:r>
              <a:rPr sz="900" spc="-5" dirty="0">
                <a:solidFill>
                  <a:srgbClr val="006FC0"/>
                </a:solidFill>
                <a:latin typeface="Calibri"/>
                <a:cs typeface="Calibri"/>
              </a:rPr>
              <a:t> </a:t>
            </a:r>
            <a:br>
              <a:rPr lang="en-US" sz="900" spc="-10" dirty="0">
                <a:solidFill>
                  <a:srgbClr val="006FC0"/>
                </a:solidFill>
                <a:latin typeface="Calibri"/>
                <a:cs typeface="Calibri"/>
              </a:rPr>
            </a:br>
            <a:r>
              <a:rPr lang="en-US" sz="900" spc="-10" dirty="0">
                <a:solidFill>
                  <a:srgbClr val="006FC0"/>
                </a:solidFill>
                <a:latin typeface="Calibri"/>
                <a:cs typeface="Calibri"/>
              </a:rPr>
              <a:t>Janelle Miller</a:t>
            </a:r>
            <a:endParaRPr sz="900" dirty="0">
              <a:latin typeface="Calibri"/>
              <a:cs typeface="Calibri"/>
            </a:endParaRPr>
          </a:p>
          <a:p>
            <a:pPr algn="ctr">
              <a:lnSpc>
                <a:spcPct val="100000"/>
              </a:lnSpc>
              <a:spcBef>
                <a:spcPts val="835"/>
              </a:spcBef>
            </a:pPr>
            <a:r>
              <a:rPr sz="900" b="1" i="1" dirty="0">
                <a:solidFill>
                  <a:srgbClr val="006FC0"/>
                </a:solidFill>
                <a:latin typeface="Calibri"/>
                <a:cs typeface="Calibri"/>
              </a:rPr>
              <a:t>Corresponding</a:t>
            </a:r>
            <a:r>
              <a:rPr sz="900" b="1" i="1" spc="55" dirty="0">
                <a:solidFill>
                  <a:srgbClr val="006FC0"/>
                </a:solidFill>
                <a:latin typeface="Calibri"/>
                <a:cs typeface="Calibri"/>
              </a:rPr>
              <a:t> </a:t>
            </a:r>
            <a:r>
              <a:rPr sz="900" b="1" i="1" spc="-10" dirty="0">
                <a:solidFill>
                  <a:srgbClr val="006FC0"/>
                </a:solidFill>
                <a:latin typeface="Calibri"/>
                <a:cs typeface="Calibri"/>
              </a:rPr>
              <a:t>Secretary</a:t>
            </a:r>
            <a:endParaRPr sz="900" dirty="0">
              <a:latin typeface="Calibri"/>
              <a:cs typeface="Calibri"/>
            </a:endParaRPr>
          </a:p>
          <a:p>
            <a:pPr algn="ctr">
              <a:lnSpc>
                <a:spcPct val="100000"/>
              </a:lnSpc>
              <a:spcBef>
                <a:spcPts val="40"/>
              </a:spcBef>
            </a:pPr>
            <a:r>
              <a:rPr lang="en-US" sz="900" dirty="0">
                <a:solidFill>
                  <a:srgbClr val="006FC0"/>
                </a:solidFill>
                <a:latin typeface="Calibri"/>
                <a:cs typeface="Calibri"/>
              </a:rPr>
              <a:t>Brandi Brandon</a:t>
            </a:r>
            <a:endParaRPr sz="900" dirty="0">
              <a:latin typeface="Calibri"/>
              <a:cs typeface="Calibri"/>
            </a:endParaRPr>
          </a:p>
          <a:p>
            <a:pPr algn="ctr">
              <a:lnSpc>
                <a:spcPct val="100000"/>
              </a:lnSpc>
              <a:spcBef>
                <a:spcPts val="860"/>
              </a:spcBef>
            </a:pPr>
            <a:r>
              <a:rPr sz="900" b="1" i="1" dirty="0">
                <a:solidFill>
                  <a:srgbClr val="006FC0"/>
                </a:solidFill>
                <a:latin typeface="Calibri"/>
                <a:cs typeface="Calibri"/>
              </a:rPr>
              <a:t>Financial</a:t>
            </a:r>
            <a:r>
              <a:rPr sz="900" b="1" i="1" spc="5" dirty="0">
                <a:solidFill>
                  <a:srgbClr val="006FC0"/>
                </a:solidFill>
                <a:latin typeface="Calibri"/>
                <a:cs typeface="Calibri"/>
              </a:rPr>
              <a:t> </a:t>
            </a:r>
            <a:r>
              <a:rPr sz="900" b="1" i="1" spc="-10" dirty="0">
                <a:solidFill>
                  <a:srgbClr val="006FC0"/>
                </a:solidFill>
                <a:latin typeface="Calibri"/>
                <a:cs typeface="Calibri"/>
              </a:rPr>
              <a:t>Secretary</a:t>
            </a:r>
            <a:endParaRPr sz="900" dirty="0">
              <a:latin typeface="Calibri"/>
              <a:cs typeface="Calibri"/>
            </a:endParaRPr>
          </a:p>
          <a:p>
            <a:pPr algn="ctr">
              <a:lnSpc>
                <a:spcPct val="100000"/>
              </a:lnSpc>
              <a:spcBef>
                <a:spcPts val="40"/>
              </a:spcBef>
            </a:pPr>
            <a:r>
              <a:rPr lang="en-US" sz="900" dirty="0">
                <a:solidFill>
                  <a:srgbClr val="006FC0"/>
                </a:solidFill>
                <a:latin typeface="Calibri"/>
                <a:cs typeface="Calibri"/>
              </a:rPr>
              <a:t>Calandra Moore</a:t>
            </a:r>
            <a:endParaRPr sz="900" dirty="0">
              <a:latin typeface="Calibri"/>
              <a:cs typeface="Calibri"/>
            </a:endParaRPr>
          </a:p>
          <a:p>
            <a:pPr algn="ctr">
              <a:lnSpc>
                <a:spcPct val="100000"/>
              </a:lnSpc>
              <a:spcBef>
                <a:spcPts val="840"/>
              </a:spcBef>
            </a:pPr>
            <a:r>
              <a:rPr sz="900" b="1" i="1" spc="-10" dirty="0">
                <a:solidFill>
                  <a:srgbClr val="006FC0"/>
                </a:solidFill>
                <a:latin typeface="Calibri"/>
                <a:cs typeface="Calibri"/>
              </a:rPr>
              <a:t>Treasurer</a:t>
            </a:r>
            <a:endParaRPr sz="900" dirty="0">
              <a:latin typeface="Calibri"/>
              <a:cs typeface="Calibri"/>
            </a:endParaRPr>
          </a:p>
          <a:p>
            <a:pPr algn="ctr">
              <a:lnSpc>
                <a:spcPct val="100000"/>
              </a:lnSpc>
              <a:spcBef>
                <a:spcPts val="40"/>
              </a:spcBef>
            </a:pPr>
            <a:r>
              <a:rPr sz="900" dirty="0">
                <a:solidFill>
                  <a:srgbClr val="006FC0"/>
                </a:solidFill>
                <a:latin typeface="Calibri"/>
                <a:cs typeface="Calibri"/>
              </a:rPr>
              <a:t>KaShauna</a:t>
            </a:r>
            <a:r>
              <a:rPr sz="900" spc="35" dirty="0">
                <a:solidFill>
                  <a:srgbClr val="006FC0"/>
                </a:solidFill>
                <a:latin typeface="Calibri"/>
                <a:cs typeface="Calibri"/>
              </a:rPr>
              <a:t> </a:t>
            </a:r>
            <a:r>
              <a:rPr sz="900" spc="-10" dirty="0">
                <a:solidFill>
                  <a:srgbClr val="006FC0"/>
                </a:solidFill>
                <a:latin typeface="Calibri"/>
                <a:cs typeface="Calibri"/>
              </a:rPr>
              <a:t>Rohlehr</a:t>
            </a:r>
            <a:endParaRPr sz="900" dirty="0">
              <a:latin typeface="Calibri"/>
              <a:cs typeface="Calibri"/>
            </a:endParaRPr>
          </a:p>
          <a:p>
            <a:pPr algn="ctr">
              <a:lnSpc>
                <a:spcPct val="100000"/>
              </a:lnSpc>
              <a:spcBef>
                <a:spcPts val="860"/>
              </a:spcBef>
            </a:pPr>
            <a:r>
              <a:rPr sz="900" b="1" i="1" spc="-10" dirty="0">
                <a:solidFill>
                  <a:srgbClr val="006FC0"/>
                </a:solidFill>
                <a:latin typeface="Calibri"/>
                <a:cs typeface="Calibri"/>
              </a:rPr>
              <a:t>Editor</a:t>
            </a:r>
            <a:endParaRPr sz="900" dirty="0">
              <a:latin typeface="Calibri"/>
              <a:cs typeface="Calibri"/>
            </a:endParaRPr>
          </a:p>
          <a:p>
            <a:pPr algn="ctr">
              <a:lnSpc>
                <a:spcPct val="100000"/>
              </a:lnSpc>
              <a:spcBef>
                <a:spcPts val="40"/>
              </a:spcBef>
            </a:pPr>
            <a:r>
              <a:rPr sz="900" dirty="0">
                <a:solidFill>
                  <a:srgbClr val="006FC0"/>
                </a:solidFill>
                <a:latin typeface="Calibri"/>
                <a:cs typeface="Calibri"/>
              </a:rPr>
              <a:t>Renee </a:t>
            </a:r>
            <a:r>
              <a:rPr sz="900" spc="-10" dirty="0">
                <a:solidFill>
                  <a:srgbClr val="006FC0"/>
                </a:solidFill>
                <a:latin typeface="Calibri"/>
                <a:cs typeface="Calibri"/>
              </a:rPr>
              <a:t>Canody</a:t>
            </a:r>
            <a:endParaRPr sz="900" dirty="0">
              <a:latin typeface="Calibri"/>
              <a:cs typeface="Calibri"/>
            </a:endParaRPr>
          </a:p>
          <a:p>
            <a:pPr algn="ctr">
              <a:lnSpc>
                <a:spcPct val="100000"/>
              </a:lnSpc>
              <a:spcBef>
                <a:spcPts val="855"/>
              </a:spcBef>
            </a:pPr>
            <a:r>
              <a:rPr sz="900" b="1" i="1" spc="-10" dirty="0">
                <a:solidFill>
                  <a:srgbClr val="006FC0"/>
                </a:solidFill>
                <a:latin typeface="Calibri"/>
                <a:cs typeface="Calibri"/>
              </a:rPr>
              <a:t>Parliamentarian</a:t>
            </a:r>
            <a:endParaRPr sz="900" dirty="0">
              <a:latin typeface="Calibri"/>
              <a:cs typeface="Calibri"/>
            </a:endParaRPr>
          </a:p>
          <a:p>
            <a:pPr algn="ctr">
              <a:lnSpc>
                <a:spcPct val="100000"/>
              </a:lnSpc>
              <a:spcBef>
                <a:spcPts val="40"/>
              </a:spcBef>
            </a:pPr>
            <a:r>
              <a:rPr sz="900" spc="15" dirty="0">
                <a:solidFill>
                  <a:srgbClr val="006FC0"/>
                </a:solidFill>
                <a:latin typeface="Calibri"/>
                <a:cs typeface="Calibri"/>
              </a:rPr>
              <a:t> </a:t>
            </a:r>
            <a:r>
              <a:rPr lang="en-US" sz="900" spc="15" dirty="0">
                <a:solidFill>
                  <a:srgbClr val="006FC0"/>
                </a:solidFill>
                <a:latin typeface="Calibri"/>
                <a:cs typeface="Calibri"/>
              </a:rPr>
              <a:t>Carrie Holmes</a:t>
            </a:r>
            <a:endParaRPr sz="900" dirty="0">
              <a:latin typeface="Calibri"/>
              <a:cs typeface="Calibri"/>
            </a:endParaRPr>
          </a:p>
          <a:p>
            <a:pPr algn="ctr">
              <a:lnSpc>
                <a:spcPct val="100000"/>
              </a:lnSpc>
              <a:spcBef>
                <a:spcPts val="840"/>
              </a:spcBef>
            </a:pPr>
            <a:r>
              <a:rPr sz="900" b="1" i="1" spc="-10" dirty="0">
                <a:solidFill>
                  <a:srgbClr val="006FC0"/>
                </a:solidFill>
                <a:latin typeface="Calibri"/>
                <a:cs typeface="Calibri"/>
              </a:rPr>
              <a:t>Chaplain</a:t>
            </a:r>
            <a:endParaRPr sz="900" dirty="0">
              <a:latin typeface="Calibri"/>
              <a:cs typeface="Calibri"/>
            </a:endParaRPr>
          </a:p>
          <a:p>
            <a:pPr algn="ctr">
              <a:lnSpc>
                <a:spcPct val="100000"/>
              </a:lnSpc>
              <a:spcBef>
                <a:spcPts val="40"/>
              </a:spcBef>
            </a:pPr>
            <a:r>
              <a:rPr lang="en-US" sz="900" dirty="0">
                <a:solidFill>
                  <a:srgbClr val="006FC0"/>
                </a:solidFill>
                <a:latin typeface="Calibri"/>
                <a:cs typeface="Calibri"/>
              </a:rPr>
              <a:t>Maria Byrd</a:t>
            </a:r>
            <a:endParaRPr sz="900" dirty="0">
              <a:latin typeface="Calibri"/>
              <a:cs typeface="Calibri"/>
            </a:endParaRPr>
          </a:p>
        </p:txBody>
      </p:sp>
      <p:sp>
        <p:nvSpPr>
          <p:cNvPr id="7" name="object 7"/>
          <p:cNvSpPr txBox="1"/>
          <p:nvPr/>
        </p:nvSpPr>
        <p:spPr>
          <a:xfrm>
            <a:off x="774778" y="6109196"/>
            <a:ext cx="915035" cy="292388"/>
          </a:xfrm>
          <a:prstGeom prst="rect">
            <a:avLst/>
          </a:prstGeom>
        </p:spPr>
        <p:txBody>
          <a:bodyPr vert="horz" wrap="square" lIns="0" tIns="15240" rIns="0" bIns="0" rtlCol="0">
            <a:spAutoFit/>
          </a:bodyPr>
          <a:lstStyle/>
          <a:p>
            <a:pPr algn="ctr">
              <a:lnSpc>
                <a:spcPct val="100000"/>
              </a:lnSpc>
              <a:spcBef>
                <a:spcPts val="120"/>
              </a:spcBef>
            </a:pPr>
            <a:r>
              <a:rPr sz="900" b="1" i="1" spc="-10" dirty="0">
                <a:solidFill>
                  <a:srgbClr val="006FC0"/>
                </a:solidFill>
                <a:latin typeface="Calibri"/>
                <a:cs typeface="Calibri"/>
              </a:rPr>
              <a:t>Historian</a:t>
            </a:r>
            <a:endParaRPr sz="900" dirty="0">
              <a:latin typeface="Calibri"/>
              <a:cs typeface="Calibri"/>
            </a:endParaRPr>
          </a:p>
          <a:p>
            <a:pPr algn="ctr">
              <a:lnSpc>
                <a:spcPct val="100000"/>
              </a:lnSpc>
              <a:spcBef>
                <a:spcPts val="35"/>
              </a:spcBef>
            </a:pPr>
            <a:r>
              <a:rPr lang="en-US" sz="900" dirty="0">
                <a:solidFill>
                  <a:srgbClr val="006FC0"/>
                </a:solidFill>
                <a:latin typeface="Calibri"/>
                <a:cs typeface="Calibri"/>
              </a:rPr>
              <a:t>Carrie Holmes</a:t>
            </a:r>
            <a:endParaRPr sz="900" dirty="0">
              <a:latin typeface="Calibri"/>
              <a:cs typeface="Calibri"/>
            </a:endParaRPr>
          </a:p>
        </p:txBody>
      </p:sp>
      <p:sp>
        <p:nvSpPr>
          <p:cNvPr id="8" name="object 8"/>
          <p:cNvSpPr txBox="1"/>
          <p:nvPr/>
        </p:nvSpPr>
        <p:spPr>
          <a:xfrm>
            <a:off x="790390" y="6535584"/>
            <a:ext cx="883285" cy="810478"/>
          </a:xfrm>
          <a:prstGeom prst="rect">
            <a:avLst/>
          </a:prstGeom>
        </p:spPr>
        <p:txBody>
          <a:bodyPr vert="horz" wrap="square" lIns="0" tIns="15240" rIns="0" bIns="0" rtlCol="0">
            <a:spAutoFit/>
          </a:bodyPr>
          <a:lstStyle/>
          <a:p>
            <a:pPr algn="ctr">
              <a:lnSpc>
                <a:spcPct val="100000"/>
              </a:lnSpc>
              <a:spcBef>
                <a:spcPts val="120"/>
              </a:spcBef>
            </a:pPr>
            <a:r>
              <a:rPr sz="900" b="1" i="1" dirty="0">
                <a:solidFill>
                  <a:srgbClr val="006FC0"/>
                </a:solidFill>
                <a:latin typeface="Calibri"/>
                <a:cs typeface="Calibri"/>
              </a:rPr>
              <a:t>Foundation</a:t>
            </a:r>
            <a:r>
              <a:rPr sz="900" b="1" i="1" spc="40" dirty="0">
                <a:solidFill>
                  <a:srgbClr val="006FC0"/>
                </a:solidFill>
                <a:latin typeface="Calibri"/>
                <a:cs typeface="Calibri"/>
              </a:rPr>
              <a:t> </a:t>
            </a:r>
            <a:r>
              <a:rPr sz="900" b="1" i="1" spc="-10" dirty="0">
                <a:solidFill>
                  <a:srgbClr val="006FC0"/>
                </a:solidFill>
                <a:latin typeface="Calibri"/>
                <a:cs typeface="Calibri"/>
              </a:rPr>
              <a:t>Chair</a:t>
            </a:r>
            <a:endParaRPr sz="900" dirty="0">
              <a:latin typeface="Calibri"/>
              <a:cs typeface="Calibri"/>
            </a:endParaRPr>
          </a:p>
          <a:p>
            <a:pPr algn="ctr">
              <a:lnSpc>
                <a:spcPct val="100000"/>
              </a:lnSpc>
              <a:spcBef>
                <a:spcPts val="35"/>
              </a:spcBef>
            </a:pPr>
            <a:r>
              <a:rPr lang="en-US" sz="900" dirty="0">
                <a:solidFill>
                  <a:srgbClr val="006FC0"/>
                </a:solidFill>
                <a:latin typeface="Calibri"/>
                <a:cs typeface="Calibri"/>
              </a:rPr>
              <a:t>Ellyn Lanier</a:t>
            </a:r>
            <a:endParaRPr sz="900" dirty="0">
              <a:latin typeface="Calibri"/>
              <a:cs typeface="Calibri"/>
            </a:endParaRPr>
          </a:p>
          <a:p>
            <a:pPr algn="ctr">
              <a:lnSpc>
                <a:spcPct val="100000"/>
              </a:lnSpc>
              <a:spcBef>
                <a:spcPts val="844"/>
              </a:spcBef>
            </a:pPr>
            <a:r>
              <a:rPr sz="900" b="1" i="1" dirty="0">
                <a:solidFill>
                  <a:srgbClr val="006FC0"/>
                </a:solidFill>
                <a:latin typeface="Calibri"/>
                <a:cs typeface="Calibri"/>
              </a:rPr>
              <a:t>Sergeant-at-</a:t>
            </a:r>
            <a:r>
              <a:rPr sz="900" b="1" i="1" spc="-20" dirty="0">
                <a:solidFill>
                  <a:srgbClr val="006FC0"/>
                </a:solidFill>
                <a:latin typeface="Calibri"/>
                <a:cs typeface="Calibri"/>
              </a:rPr>
              <a:t>Arms</a:t>
            </a:r>
            <a:endParaRPr sz="900" dirty="0">
              <a:latin typeface="Calibri"/>
              <a:cs typeface="Calibri"/>
            </a:endParaRPr>
          </a:p>
          <a:p>
            <a:pPr algn="ctr">
              <a:spcBef>
                <a:spcPts val="40"/>
              </a:spcBef>
            </a:pPr>
            <a:r>
              <a:rPr lang="en-US" sz="900" dirty="0">
                <a:solidFill>
                  <a:srgbClr val="006FC0"/>
                </a:solidFill>
                <a:latin typeface="Calibri"/>
                <a:cs typeface="Calibri"/>
              </a:rPr>
              <a:t>Stephanie</a:t>
            </a:r>
            <a:r>
              <a:rPr lang="en-US" sz="900" spc="5" dirty="0">
                <a:solidFill>
                  <a:srgbClr val="006FC0"/>
                </a:solidFill>
                <a:latin typeface="Calibri"/>
                <a:cs typeface="Calibri"/>
              </a:rPr>
              <a:t> </a:t>
            </a:r>
            <a:r>
              <a:rPr lang="en-US" sz="900" spc="-10" dirty="0">
                <a:solidFill>
                  <a:srgbClr val="006FC0"/>
                </a:solidFill>
                <a:latin typeface="Calibri"/>
                <a:cs typeface="Calibri"/>
              </a:rPr>
              <a:t>Johnson</a:t>
            </a:r>
            <a:endParaRPr lang="en-US" sz="900" dirty="0">
              <a:latin typeface="Calibri"/>
              <a:cs typeface="Calibri"/>
            </a:endParaRPr>
          </a:p>
          <a:p>
            <a:pPr algn="ctr">
              <a:lnSpc>
                <a:spcPct val="100000"/>
              </a:lnSpc>
              <a:spcBef>
                <a:spcPts val="40"/>
              </a:spcBef>
            </a:pPr>
            <a:endParaRPr sz="900" dirty="0">
              <a:latin typeface="Calibri"/>
              <a:cs typeface="Calibri"/>
            </a:endParaRPr>
          </a:p>
        </p:txBody>
      </p:sp>
      <p:sp>
        <p:nvSpPr>
          <p:cNvPr id="9" name="object 9"/>
          <p:cNvSpPr txBox="1"/>
          <p:nvPr/>
        </p:nvSpPr>
        <p:spPr>
          <a:xfrm>
            <a:off x="623880" y="7348144"/>
            <a:ext cx="1217295" cy="1206612"/>
          </a:xfrm>
          <a:prstGeom prst="rect">
            <a:avLst/>
          </a:prstGeom>
        </p:spPr>
        <p:txBody>
          <a:bodyPr vert="horz" wrap="square" lIns="0" tIns="15240" rIns="0" bIns="0" rtlCol="0">
            <a:spAutoFit/>
          </a:bodyPr>
          <a:lstStyle/>
          <a:p>
            <a:pPr algn="ctr">
              <a:lnSpc>
                <a:spcPct val="100000"/>
              </a:lnSpc>
              <a:spcBef>
                <a:spcPts val="120"/>
              </a:spcBef>
            </a:pPr>
            <a:r>
              <a:rPr sz="900" b="1" i="1" dirty="0">
                <a:solidFill>
                  <a:srgbClr val="006FC0"/>
                </a:solidFill>
                <a:latin typeface="Calibri"/>
                <a:cs typeface="Calibri"/>
              </a:rPr>
              <a:t>Associates’</a:t>
            </a:r>
            <a:r>
              <a:rPr sz="900" b="1" i="1" spc="20" dirty="0">
                <a:solidFill>
                  <a:srgbClr val="006FC0"/>
                </a:solidFill>
                <a:latin typeface="Calibri"/>
                <a:cs typeface="Calibri"/>
              </a:rPr>
              <a:t> </a:t>
            </a:r>
            <a:r>
              <a:rPr sz="900" b="1" i="1" spc="-10" dirty="0">
                <a:solidFill>
                  <a:srgbClr val="006FC0"/>
                </a:solidFill>
                <a:latin typeface="Calibri"/>
                <a:cs typeface="Calibri"/>
              </a:rPr>
              <a:t>Chair</a:t>
            </a:r>
            <a:endParaRPr sz="900" dirty="0">
              <a:latin typeface="Calibri"/>
              <a:cs typeface="Calibri"/>
            </a:endParaRPr>
          </a:p>
          <a:p>
            <a:pPr algn="ctr">
              <a:lnSpc>
                <a:spcPct val="100000"/>
              </a:lnSpc>
              <a:spcBef>
                <a:spcPts val="35"/>
              </a:spcBef>
            </a:pPr>
            <a:r>
              <a:rPr lang="en-US" sz="900" dirty="0">
                <a:solidFill>
                  <a:srgbClr val="006FC0"/>
                </a:solidFill>
                <a:latin typeface="Calibri"/>
                <a:cs typeface="Calibri"/>
              </a:rPr>
              <a:t>Lasheka Brown</a:t>
            </a:r>
            <a:endParaRPr sz="900" dirty="0">
              <a:latin typeface="Calibri"/>
              <a:cs typeface="Calibri"/>
            </a:endParaRPr>
          </a:p>
          <a:p>
            <a:pPr marL="227965" marR="220345" algn="ctr">
              <a:lnSpc>
                <a:spcPct val="103600"/>
              </a:lnSpc>
              <a:spcBef>
                <a:spcPts val="825"/>
              </a:spcBef>
            </a:pPr>
            <a:r>
              <a:rPr sz="900" b="1" i="1" dirty="0">
                <a:solidFill>
                  <a:srgbClr val="006FC0"/>
                </a:solidFill>
                <a:latin typeface="Calibri"/>
                <a:cs typeface="Calibri"/>
              </a:rPr>
              <a:t>Immediate</a:t>
            </a:r>
            <a:r>
              <a:rPr sz="900" b="1" i="1" spc="30" dirty="0">
                <a:solidFill>
                  <a:srgbClr val="006FC0"/>
                </a:solidFill>
                <a:latin typeface="Calibri"/>
                <a:cs typeface="Calibri"/>
              </a:rPr>
              <a:t> </a:t>
            </a:r>
            <a:r>
              <a:rPr sz="900" b="1" i="1" spc="-20" dirty="0">
                <a:solidFill>
                  <a:srgbClr val="006FC0"/>
                </a:solidFill>
                <a:latin typeface="Calibri"/>
                <a:cs typeface="Calibri"/>
              </a:rPr>
              <a:t>Past</a:t>
            </a:r>
            <a:r>
              <a:rPr sz="900" b="1" i="1" spc="500" dirty="0">
                <a:solidFill>
                  <a:srgbClr val="006FC0"/>
                </a:solidFill>
                <a:latin typeface="Calibri"/>
                <a:cs typeface="Calibri"/>
              </a:rPr>
              <a:t> </a:t>
            </a:r>
            <a:r>
              <a:rPr sz="900" b="1" i="1" spc="-10" dirty="0">
                <a:solidFill>
                  <a:srgbClr val="006FC0"/>
                </a:solidFill>
                <a:latin typeface="Calibri"/>
                <a:cs typeface="Calibri"/>
              </a:rPr>
              <a:t>President</a:t>
            </a:r>
            <a:r>
              <a:rPr sz="900" b="1" i="1" spc="500" dirty="0">
                <a:solidFill>
                  <a:srgbClr val="006FC0"/>
                </a:solidFill>
                <a:latin typeface="Calibri"/>
                <a:cs typeface="Calibri"/>
              </a:rPr>
              <a:t> </a:t>
            </a:r>
            <a:br>
              <a:rPr lang="en-US" sz="900" b="1" i="1" spc="500" dirty="0">
                <a:solidFill>
                  <a:srgbClr val="006FC0"/>
                </a:solidFill>
                <a:latin typeface="Calibri"/>
                <a:cs typeface="Calibri"/>
              </a:rPr>
            </a:br>
            <a:r>
              <a:rPr lang="en-US" sz="900" dirty="0">
                <a:solidFill>
                  <a:srgbClr val="006FC0"/>
                </a:solidFill>
                <a:latin typeface="Calibri"/>
                <a:cs typeface="Calibri"/>
              </a:rPr>
              <a:t>Holli</a:t>
            </a:r>
            <a:r>
              <a:rPr lang="en-US" sz="900" spc="-20" dirty="0">
                <a:solidFill>
                  <a:srgbClr val="006FC0"/>
                </a:solidFill>
                <a:latin typeface="Calibri"/>
                <a:cs typeface="Calibri"/>
              </a:rPr>
              <a:t> </a:t>
            </a:r>
            <a:r>
              <a:rPr lang="en-US" sz="900" spc="-10" dirty="0">
                <a:solidFill>
                  <a:srgbClr val="006FC0"/>
                </a:solidFill>
                <a:latin typeface="Calibri"/>
                <a:cs typeface="Calibri"/>
              </a:rPr>
              <a:t>Townsend</a:t>
            </a:r>
            <a:endParaRPr lang="en-US" sz="900" dirty="0">
              <a:latin typeface="Calibri"/>
              <a:cs typeface="Calibri"/>
            </a:endParaRPr>
          </a:p>
          <a:p>
            <a:pPr algn="ctr">
              <a:lnSpc>
                <a:spcPct val="100000"/>
              </a:lnSpc>
              <a:spcBef>
                <a:spcPts val="840"/>
              </a:spcBef>
            </a:pPr>
            <a:r>
              <a:rPr sz="900" b="1" i="1" dirty="0">
                <a:solidFill>
                  <a:srgbClr val="006FC0"/>
                </a:solidFill>
                <a:latin typeface="Calibri"/>
                <a:cs typeface="Calibri"/>
              </a:rPr>
              <a:t>Charter</a:t>
            </a:r>
            <a:r>
              <a:rPr sz="900" b="1" i="1" spc="40" dirty="0">
                <a:solidFill>
                  <a:srgbClr val="006FC0"/>
                </a:solidFill>
                <a:latin typeface="Calibri"/>
                <a:cs typeface="Calibri"/>
              </a:rPr>
              <a:t> </a:t>
            </a:r>
            <a:r>
              <a:rPr sz="900" b="1" i="1" spc="-10" dirty="0">
                <a:solidFill>
                  <a:srgbClr val="006FC0"/>
                </a:solidFill>
                <a:latin typeface="Calibri"/>
                <a:cs typeface="Calibri"/>
              </a:rPr>
              <a:t>Member</a:t>
            </a:r>
            <a:endParaRPr sz="900" dirty="0">
              <a:latin typeface="Calibri"/>
              <a:cs typeface="Calibri"/>
            </a:endParaRPr>
          </a:p>
          <a:p>
            <a:pPr algn="ctr">
              <a:lnSpc>
                <a:spcPct val="100000"/>
              </a:lnSpc>
              <a:spcBef>
                <a:spcPts val="40"/>
              </a:spcBef>
            </a:pPr>
            <a:r>
              <a:rPr sz="900" dirty="0">
                <a:solidFill>
                  <a:srgbClr val="006FC0"/>
                </a:solidFill>
                <a:latin typeface="Calibri"/>
                <a:cs typeface="Calibri"/>
              </a:rPr>
              <a:t>Henrietta</a:t>
            </a:r>
            <a:r>
              <a:rPr sz="900" spc="20" dirty="0">
                <a:solidFill>
                  <a:srgbClr val="006FC0"/>
                </a:solidFill>
                <a:latin typeface="Calibri"/>
                <a:cs typeface="Calibri"/>
              </a:rPr>
              <a:t> </a:t>
            </a:r>
            <a:r>
              <a:rPr sz="900" dirty="0">
                <a:solidFill>
                  <a:srgbClr val="006FC0"/>
                </a:solidFill>
                <a:latin typeface="Calibri"/>
                <a:cs typeface="Calibri"/>
              </a:rPr>
              <a:t>Brown</a:t>
            </a:r>
            <a:r>
              <a:rPr sz="900" spc="20" dirty="0">
                <a:solidFill>
                  <a:srgbClr val="006FC0"/>
                </a:solidFill>
                <a:latin typeface="Calibri"/>
                <a:cs typeface="Calibri"/>
              </a:rPr>
              <a:t> </a:t>
            </a:r>
            <a:r>
              <a:rPr sz="900" spc="-10" dirty="0">
                <a:solidFill>
                  <a:srgbClr val="006FC0"/>
                </a:solidFill>
                <a:latin typeface="Calibri"/>
                <a:cs typeface="Calibri"/>
              </a:rPr>
              <a:t>Franklin</a:t>
            </a:r>
            <a:endParaRPr sz="900" dirty="0">
              <a:latin typeface="Calibri"/>
              <a:cs typeface="Calibri"/>
            </a:endParaRPr>
          </a:p>
        </p:txBody>
      </p:sp>
      <p:grpSp>
        <p:nvGrpSpPr>
          <p:cNvPr id="21" name="object 21"/>
          <p:cNvGrpSpPr/>
          <p:nvPr/>
        </p:nvGrpSpPr>
        <p:grpSpPr>
          <a:xfrm>
            <a:off x="6224004" y="1172773"/>
            <a:ext cx="1047750" cy="1047750"/>
            <a:chOff x="6267907" y="2305545"/>
            <a:chExt cx="1047750" cy="1047750"/>
          </a:xfrm>
        </p:grpSpPr>
        <p:pic>
          <p:nvPicPr>
            <p:cNvPr id="22" name="object 22"/>
            <p:cNvPicPr/>
            <p:nvPr/>
          </p:nvPicPr>
          <p:blipFill>
            <a:blip r:embed="rId3" cstate="print"/>
            <a:stretch>
              <a:fillRect/>
            </a:stretch>
          </p:blipFill>
          <p:spPr>
            <a:xfrm>
              <a:off x="6280607" y="2318245"/>
              <a:ext cx="1021888" cy="1021892"/>
            </a:xfrm>
            <a:prstGeom prst="rect">
              <a:avLst/>
            </a:prstGeom>
          </p:spPr>
        </p:pic>
        <p:sp>
          <p:nvSpPr>
            <p:cNvPr id="23" name="object 23"/>
            <p:cNvSpPr/>
            <p:nvPr/>
          </p:nvSpPr>
          <p:spPr>
            <a:xfrm>
              <a:off x="6280607" y="2318245"/>
              <a:ext cx="1022350" cy="1022350"/>
            </a:xfrm>
            <a:custGeom>
              <a:avLst/>
              <a:gdLst/>
              <a:ahLst/>
              <a:cxnLst/>
              <a:rect l="l" t="t" r="r" b="b"/>
              <a:pathLst>
                <a:path w="1022350" h="1022350">
                  <a:moveTo>
                    <a:pt x="510946" y="1021892"/>
                  </a:moveTo>
                  <a:lnTo>
                    <a:pt x="560152" y="1019553"/>
                  </a:lnTo>
                  <a:lnTo>
                    <a:pt x="608036" y="1012679"/>
                  </a:lnTo>
                  <a:lnTo>
                    <a:pt x="654382" y="1001484"/>
                  </a:lnTo>
                  <a:lnTo>
                    <a:pt x="698977" y="986183"/>
                  </a:lnTo>
                  <a:lnTo>
                    <a:pt x="741606" y="966988"/>
                  </a:lnTo>
                  <a:lnTo>
                    <a:pt x="782055" y="944115"/>
                  </a:lnTo>
                  <a:lnTo>
                    <a:pt x="820111" y="917777"/>
                  </a:lnTo>
                  <a:lnTo>
                    <a:pt x="855558" y="888188"/>
                  </a:lnTo>
                  <a:lnTo>
                    <a:pt x="888184" y="855563"/>
                  </a:lnTo>
                  <a:lnTo>
                    <a:pt x="917773" y="820116"/>
                  </a:lnTo>
                  <a:lnTo>
                    <a:pt x="944111" y="782061"/>
                  </a:lnTo>
                  <a:lnTo>
                    <a:pt x="966986" y="741611"/>
                  </a:lnTo>
                  <a:lnTo>
                    <a:pt x="986181" y="698982"/>
                  </a:lnTo>
                  <a:lnTo>
                    <a:pt x="1001483" y="654386"/>
                  </a:lnTo>
                  <a:lnTo>
                    <a:pt x="1012679" y="608039"/>
                  </a:lnTo>
                  <a:lnTo>
                    <a:pt x="1019553" y="560154"/>
                  </a:lnTo>
                  <a:lnTo>
                    <a:pt x="1021892" y="510946"/>
                  </a:lnTo>
                  <a:lnTo>
                    <a:pt x="1019553" y="461739"/>
                  </a:lnTo>
                  <a:lnTo>
                    <a:pt x="1012679" y="413856"/>
                  </a:lnTo>
                  <a:lnTo>
                    <a:pt x="1001483" y="367510"/>
                  </a:lnTo>
                  <a:lnTo>
                    <a:pt x="986181" y="322915"/>
                  </a:lnTo>
                  <a:lnTo>
                    <a:pt x="966986" y="280286"/>
                  </a:lnTo>
                  <a:lnTo>
                    <a:pt x="944111" y="239837"/>
                  </a:lnTo>
                  <a:lnTo>
                    <a:pt x="917773" y="201781"/>
                  </a:lnTo>
                  <a:lnTo>
                    <a:pt x="888184" y="166334"/>
                  </a:lnTo>
                  <a:lnTo>
                    <a:pt x="855558" y="133708"/>
                  </a:lnTo>
                  <a:lnTo>
                    <a:pt x="820111" y="104119"/>
                  </a:lnTo>
                  <a:lnTo>
                    <a:pt x="782055" y="77780"/>
                  </a:lnTo>
                  <a:lnTo>
                    <a:pt x="741606" y="54906"/>
                  </a:lnTo>
                  <a:lnTo>
                    <a:pt x="698977" y="35711"/>
                  </a:lnTo>
                  <a:lnTo>
                    <a:pt x="654382" y="20408"/>
                  </a:lnTo>
                  <a:lnTo>
                    <a:pt x="608036" y="9213"/>
                  </a:lnTo>
                  <a:lnTo>
                    <a:pt x="560152" y="2339"/>
                  </a:lnTo>
                  <a:lnTo>
                    <a:pt x="510946" y="0"/>
                  </a:lnTo>
                  <a:lnTo>
                    <a:pt x="461739" y="2339"/>
                  </a:lnTo>
                  <a:lnTo>
                    <a:pt x="413856" y="9213"/>
                  </a:lnTo>
                  <a:lnTo>
                    <a:pt x="367510" y="20408"/>
                  </a:lnTo>
                  <a:lnTo>
                    <a:pt x="322915" y="35711"/>
                  </a:lnTo>
                  <a:lnTo>
                    <a:pt x="280286" y="54906"/>
                  </a:lnTo>
                  <a:lnTo>
                    <a:pt x="239837" y="77780"/>
                  </a:lnTo>
                  <a:lnTo>
                    <a:pt x="201781" y="104119"/>
                  </a:lnTo>
                  <a:lnTo>
                    <a:pt x="166334" y="133708"/>
                  </a:lnTo>
                  <a:lnTo>
                    <a:pt x="133708" y="166334"/>
                  </a:lnTo>
                  <a:lnTo>
                    <a:pt x="104119" y="201781"/>
                  </a:lnTo>
                  <a:lnTo>
                    <a:pt x="77780" y="239837"/>
                  </a:lnTo>
                  <a:lnTo>
                    <a:pt x="54906" y="280286"/>
                  </a:lnTo>
                  <a:lnTo>
                    <a:pt x="35711" y="322915"/>
                  </a:lnTo>
                  <a:lnTo>
                    <a:pt x="20408" y="367510"/>
                  </a:lnTo>
                  <a:lnTo>
                    <a:pt x="9213" y="413856"/>
                  </a:lnTo>
                  <a:lnTo>
                    <a:pt x="2339" y="461739"/>
                  </a:lnTo>
                  <a:lnTo>
                    <a:pt x="0" y="510946"/>
                  </a:lnTo>
                  <a:lnTo>
                    <a:pt x="2339" y="560154"/>
                  </a:lnTo>
                  <a:lnTo>
                    <a:pt x="9213" y="608039"/>
                  </a:lnTo>
                  <a:lnTo>
                    <a:pt x="20408" y="654386"/>
                  </a:lnTo>
                  <a:lnTo>
                    <a:pt x="35711" y="698982"/>
                  </a:lnTo>
                  <a:lnTo>
                    <a:pt x="54906" y="741611"/>
                  </a:lnTo>
                  <a:lnTo>
                    <a:pt x="77780" y="782061"/>
                  </a:lnTo>
                  <a:lnTo>
                    <a:pt x="104119" y="820116"/>
                  </a:lnTo>
                  <a:lnTo>
                    <a:pt x="133708" y="855563"/>
                  </a:lnTo>
                  <a:lnTo>
                    <a:pt x="166334" y="888188"/>
                  </a:lnTo>
                  <a:lnTo>
                    <a:pt x="201781" y="917777"/>
                  </a:lnTo>
                  <a:lnTo>
                    <a:pt x="239837" y="944115"/>
                  </a:lnTo>
                  <a:lnTo>
                    <a:pt x="280286" y="966988"/>
                  </a:lnTo>
                  <a:lnTo>
                    <a:pt x="322915" y="986183"/>
                  </a:lnTo>
                  <a:lnTo>
                    <a:pt x="367510" y="1001484"/>
                  </a:lnTo>
                  <a:lnTo>
                    <a:pt x="413856" y="1012679"/>
                  </a:lnTo>
                  <a:lnTo>
                    <a:pt x="461739" y="1019553"/>
                  </a:lnTo>
                  <a:lnTo>
                    <a:pt x="510946" y="1021892"/>
                  </a:lnTo>
                  <a:close/>
                </a:path>
              </a:pathLst>
            </a:custGeom>
            <a:ln w="25400">
              <a:solidFill>
                <a:srgbClr val="27AAE1"/>
              </a:solidFill>
            </a:ln>
          </p:spPr>
          <p:txBody>
            <a:bodyPr wrap="square" lIns="0" tIns="0" rIns="0" bIns="0" rtlCol="0"/>
            <a:lstStyle/>
            <a:p>
              <a:endParaRPr/>
            </a:p>
          </p:txBody>
        </p:sp>
      </p:grpSp>
      <p:sp>
        <p:nvSpPr>
          <p:cNvPr id="3" name="Title 2">
            <a:extLst>
              <a:ext uri="{FF2B5EF4-FFF2-40B4-BE49-F238E27FC236}">
                <a16:creationId xmlns:a16="http://schemas.microsoft.com/office/drawing/2014/main" id="{592D888B-324B-A380-18A7-C13E8B9B25F4}"/>
              </a:ext>
            </a:extLst>
          </p:cNvPr>
          <p:cNvSpPr>
            <a:spLocks noGrp="1"/>
          </p:cNvSpPr>
          <p:nvPr>
            <p:ph type="title" idx="4294967295"/>
          </p:nvPr>
        </p:nvSpPr>
        <p:spPr>
          <a:xfrm>
            <a:off x="388620" y="402336"/>
            <a:ext cx="6995160" cy="1609344"/>
          </a:xfrm>
          <a:prstGeom prst="rect">
            <a:avLst/>
          </a:prstGeom>
        </p:spPr>
        <p:txBody>
          <a:bodyPr/>
          <a:lstStyle/>
          <a:p>
            <a:endParaRPr lang="en-US" dirty="0"/>
          </a:p>
        </p:txBody>
      </p:sp>
      <p:sp>
        <p:nvSpPr>
          <p:cNvPr id="24" name="object 24"/>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4</a:t>
            </a:fld>
            <a:endParaRPr spc="-50" dirty="0"/>
          </a:p>
        </p:txBody>
      </p:sp>
      <p:sp>
        <p:nvSpPr>
          <p:cNvPr id="25" name="TextBox 24">
            <a:extLst>
              <a:ext uri="{FF2B5EF4-FFF2-40B4-BE49-F238E27FC236}">
                <a16:creationId xmlns:a16="http://schemas.microsoft.com/office/drawing/2014/main" id="{5E173F56-0831-9BD3-BCC0-F5411AAA2F3A}"/>
              </a:ext>
            </a:extLst>
          </p:cNvPr>
          <p:cNvSpPr txBox="1"/>
          <p:nvPr/>
        </p:nvSpPr>
        <p:spPr>
          <a:xfrm>
            <a:off x="2286000" y="1905000"/>
            <a:ext cx="4263390" cy="6047809"/>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Dear Mothers,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As President of this incredible organization, I am truly honored to serve alongside such mission- focused, powerful, and multi-talented mothers who share our passion for shaping the leaders of tomorrow</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Together, we are making a profound and lasting impact on the lives of children and families throughout our community.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The Montgomery County Maryland Chapter stands proudly on an extraordinary 63-year legacy of excellence in service to African American children and families. Our enduring success has been built on the vision of our founders and strengthened by the leadership of our Past National, Regional, and Chapter Officers. For over six decades, our creative and committed mothers have worked side by side to design social, cultural, and educational programs that celebrate our African American heritage, cultivate leadership skills, promote mutual respect, and contribute to the growth and prosperity of our children — and all children.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On behalf of our 120 dynamic and multi-talented mothers</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we proudly continue to </a:t>
            </a:r>
            <a:r>
              <a:rPr lang="en-US" sz="900" dirty="0" err="1">
                <a:latin typeface="Arial" panose="020B0604020202020204" pitchFamily="34" charset="0"/>
                <a:cs typeface="Arial" panose="020B0604020202020204" pitchFamily="34" charset="0"/>
              </a:rPr>
              <a:t>embraceour</a:t>
            </a:r>
            <a:r>
              <a:rPr lang="en-US" sz="900" dirty="0">
                <a:latin typeface="Arial" panose="020B0604020202020204" pitchFamily="34" charset="0"/>
                <a:cs typeface="Arial" panose="020B0604020202020204" pitchFamily="34" charset="0"/>
              </a:rPr>
              <a:t> 2024–2026 theme, “Together We Rise: Building a Brighter Future for Our Families.” Together, we remain mission-focused—strengthening our families, enriching our programs, and deepening our community partnerships. My vision is to empower, encourage, and embrace every mother as we work together t</a:t>
            </a:r>
            <a:r>
              <a:rPr lang="en-US" sz="900" b="1" dirty="0">
                <a:latin typeface="Arial" panose="020B0604020202020204" pitchFamily="34" charset="0"/>
                <a:cs typeface="Arial" panose="020B0604020202020204" pitchFamily="34" charset="0"/>
              </a:rPr>
              <a:t>o </a:t>
            </a:r>
            <a:r>
              <a:rPr lang="en-US" sz="900" dirty="0">
                <a:latin typeface="Arial" panose="020B0604020202020204" pitchFamily="34" charset="0"/>
                <a:cs typeface="Arial" panose="020B0604020202020204" pitchFamily="34" charset="0"/>
              </a:rPr>
              <a:t>build a stronger foundation for our children, nurture confident and compassionate leaders, and create a brighter, more connected community — one filled with unlimited possibilities</a:t>
            </a:r>
            <a:r>
              <a:rPr lang="en-US" sz="900" b="1" dirty="0">
                <a:latin typeface="Arial" panose="020B0604020202020204" pitchFamily="34" charset="0"/>
                <a:cs typeface="Arial" panose="020B0604020202020204" pitchFamily="34" charset="0"/>
              </a:rPr>
              <a:t>.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Our Chapter continues to reflect the national mission of Jack and Jill of America,</a:t>
            </a:r>
            <a:br>
              <a:rPr lang="en-US" sz="900" dirty="0">
                <a:latin typeface="Arial" panose="020B0604020202020204" pitchFamily="34" charset="0"/>
                <a:cs typeface="Arial" panose="020B0604020202020204" pitchFamily="34" charset="0"/>
              </a:rPr>
            </a:br>
            <a:r>
              <a:rPr lang="en-US" sz="900" dirty="0">
                <a:latin typeface="Arial" panose="020B0604020202020204" pitchFamily="34" charset="0"/>
                <a:cs typeface="Arial" panose="020B0604020202020204" pitchFamily="34" charset="0"/>
              </a:rPr>
              <a:t>Incorporated through youth leadership development, dedicated community service, and impactful volunteerism. As we begin this exciting program year, I am inspired by the enthusiasm and creativity that each of you brings. The year ahead holds unlimited opportunities to elevate our work, deepen our sisterhood, and continue shining as a model of excellence.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I am truly humbled and honored to serve as the 32nd President of the Montgomery County Maryland Chapter. With your continued energy, grace,</a:t>
            </a:r>
            <a:br>
              <a:rPr lang="en-US" sz="900" dirty="0">
                <a:latin typeface="Arial" panose="020B0604020202020204" pitchFamily="34" charset="0"/>
                <a:cs typeface="Arial" panose="020B0604020202020204" pitchFamily="34" charset="0"/>
              </a:rPr>
            </a:br>
            <a:r>
              <a:rPr lang="en-US" sz="900" dirty="0">
                <a:latin typeface="Arial" panose="020B0604020202020204" pitchFamily="34" charset="0"/>
                <a:cs typeface="Arial" panose="020B0604020202020204" pitchFamily="34" charset="0"/>
              </a:rPr>
              <a:t>and commitment, I know that together we will rise to new heights.</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For the Children,</a:t>
            </a:r>
            <a:br>
              <a:rPr lang="en-US" sz="900" dirty="0">
                <a:latin typeface="Arial" panose="020B0604020202020204" pitchFamily="34" charset="0"/>
                <a:cs typeface="Arial" panose="020B0604020202020204" pitchFamily="34" charset="0"/>
              </a:rPr>
            </a:br>
            <a:r>
              <a:rPr lang="en-US" sz="900" dirty="0">
                <a:latin typeface="Arial" panose="020B0604020202020204" pitchFamily="34" charset="0"/>
                <a:cs typeface="Arial" panose="020B0604020202020204" pitchFamily="34" charset="0"/>
              </a:rPr>
              <a:t>Holli Townsend, </a:t>
            </a:r>
            <a:br>
              <a:rPr lang="en-US" sz="900" dirty="0">
                <a:latin typeface="Arial" panose="020B0604020202020204" pitchFamily="34" charset="0"/>
                <a:cs typeface="Arial" panose="020B0604020202020204" pitchFamily="34" charset="0"/>
              </a:rPr>
            </a:br>
            <a:r>
              <a:rPr lang="en-US" sz="900" dirty="0">
                <a:latin typeface="Arial" panose="020B0604020202020204" pitchFamily="34" charset="0"/>
                <a:cs typeface="Arial" panose="020B0604020202020204" pitchFamily="34" charset="0"/>
              </a:rPr>
              <a:t>President Montgomery County Maryland Chapter </a:t>
            </a:r>
            <a:br>
              <a:rPr lang="en-US" sz="900" dirty="0">
                <a:latin typeface="Arial" panose="020B0604020202020204" pitchFamily="34" charset="0"/>
                <a:cs typeface="Arial" panose="020B0604020202020204" pitchFamily="34" charset="0"/>
              </a:rPr>
            </a:br>
            <a:r>
              <a:rPr lang="en-US" sz="900" i="1" dirty="0">
                <a:latin typeface="Arial" panose="020B0604020202020204" pitchFamily="34" charset="0"/>
                <a:cs typeface="Arial" panose="020B0604020202020204" pitchFamily="34" charset="0"/>
              </a:rPr>
              <a:t>Jack and Jill of America, Incorporated </a:t>
            </a:r>
            <a:endParaRPr lang="en-US" sz="900" dirty="0">
              <a:latin typeface="Arial" panose="020B0604020202020204" pitchFamily="34" charset="0"/>
              <a:cs typeface="Arial" panose="020B0604020202020204" pitchFamily="34" charset="0"/>
            </a:endParaRPr>
          </a:p>
          <a:p>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720608" y="2266974"/>
            <a:ext cx="127635" cy="158750"/>
          </a:xfrm>
          <a:prstGeom prst="rect">
            <a:avLst/>
          </a:prstGeom>
        </p:spPr>
        <p:txBody>
          <a:bodyPr vert="horz" wrap="square" lIns="0" tIns="0" rIns="0" bIns="0" rtlCol="0">
            <a:spAutoFit/>
          </a:bodyPr>
          <a:lstStyle/>
          <a:p>
            <a:pPr>
              <a:lnSpc>
                <a:spcPts val="1170"/>
              </a:lnSpc>
            </a:pPr>
            <a:r>
              <a:rPr sz="1000" spc="-25" dirty="0">
                <a:latin typeface="Calibri"/>
                <a:cs typeface="Calibri"/>
              </a:rPr>
              <a:t>Te</a:t>
            </a:r>
            <a:endParaRPr sz="1000">
              <a:latin typeface="Calibri"/>
              <a:cs typeface="Calibri"/>
            </a:endParaRPr>
          </a:p>
        </p:txBody>
      </p:sp>
      <p:sp>
        <p:nvSpPr>
          <p:cNvPr id="15" name="object 15"/>
          <p:cNvSpPr/>
          <p:nvPr/>
        </p:nvSpPr>
        <p:spPr>
          <a:xfrm>
            <a:off x="800920" y="1956279"/>
            <a:ext cx="1172845" cy="6486525"/>
          </a:xfrm>
          <a:custGeom>
            <a:avLst/>
            <a:gdLst/>
            <a:ahLst/>
            <a:cxnLst/>
            <a:rect l="l" t="t" r="r" b="b"/>
            <a:pathLst>
              <a:path w="1172845" h="6486525">
                <a:moveTo>
                  <a:pt x="1172375" y="0"/>
                </a:moveTo>
                <a:lnTo>
                  <a:pt x="0" y="0"/>
                </a:lnTo>
                <a:lnTo>
                  <a:pt x="0" y="6486118"/>
                </a:lnTo>
                <a:lnTo>
                  <a:pt x="1172375" y="6486118"/>
                </a:lnTo>
                <a:lnTo>
                  <a:pt x="1172375" y="0"/>
                </a:lnTo>
                <a:close/>
              </a:path>
            </a:pathLst>
          </a:custGeom>
          <a:solidFill>
            <a:srgbClr val="FFFFFF"/>
          </a:solidFill>
        </p:spPr>
        <p:txBody>
          <a:bodyPr wrap="square" lIns="0" tIns="0" rIns="0" bIns="0" rtlCol="0"/>
          <a:lstStyle/>
          <a:p>
            <a:endParaRPr/>
          </a:p>
        </p:txBody>
      </p:sp>
      <p:sp>
        <p:nvSpPr>
          <p:cNvPr id="16" name="object 16"/>
          <p:cNvSpPr txBox="1"/>
          <p:nvPr/>
        </p:nvSpPr>
        <p:spPr>
          <a:xfrm>
            <a:off x="620686" y="2304445"/>
            <a:ext cx="1022936" cy="323165"/>
          </a:xfrm>
          <a:prstGeom prst="rect">
            <a:avLst/>
          </a:prstGeom>
        </p:spPr>
        <p:txBody>
          <a:bodyPr vert="horz" wrap="square" lIns="0" tIns="15240" rIns="0" bIns="0" rtlCol="0">
            <a:spAutoFit/>
          </a:bodyPr>
          <a:lstStyle/>
          <a:p>
            <a:pPr marL="90170" algn="ctr">
              <a:lnSpc>
                <a:spcPct val="100000"/>
              </a:lnSpc>
              <a:spcBef>
                <a:spcPts val="120"/>
              </a:spcBef>
            </a:pPr>
            <a:r>
              <a:rPr sz="1000" b="1" i="1" dirty="0">
                <a:solidFill>
                  <a:srgbClr val="006FC0"/>
                </a:solidFill>
                <a:latin typeface="Calibri"/>
                <a:cs typeface="Calibri"/>
              </a:rPr>
              <a:t>Teen</a:t>
            </a:r>
            <a:r>
              <a:rPr sz="1000" b="1" i="1" spc="25" dirty="0">
                <a:solidFill>
                  <a:srgbClr val="006FC0"/>
                </a:solidFill>
                <a:latin typeface="Calibri"/>
                <a:cs typeface="Calibri"/>
              </a:rPr>
              <a:t> </a:t>
            </a:r>
            <a:r>
              <a:rPr sz="1000" b="1" i="1" spc="-10" dirty="0">
                <a:solidFill>
                  <a:srgbClr val="006FC0"/>
                </a:solidFill>
                <a:latin typeface="Calibri"/>
                <a:cs typeface="Calibri"/>
              </a:rPr>
              <a:t>President</a:t>
            </a:r>
            <a:endParaRPr sz="1000" dirty="0">
              <a:latin typeface="Calibri"/>
              <a:cs typeface="Calibri"/>
            </a:endParaRPr>
          </a:p>
          <a:p>
            <a:pPr marL="12700" algn="ctr">
              <a:lnSpc>
                <a:spcPct val="100000"/>
              </a:lnSpc>
              <a:spcBef>
                <a:spcPts val="45"/>
              </a:spcBef>
            </a:pPr>
            <a:r>
              <a:rPr lang="en-US" sz="1000" dirty="0">
                <a:solidFill>
                  <a:srgbClr val="006FC0"/>
                </a:solidFill>
                <a:latin typeface="Calibri"/>
                <a:cs typeface="Calibri"/>
              </a:rPr>
              <a:t>Messiah Phelps</a:t>
            </a:r>
            <a:endParaRPr sz="1000" dirty="0">
              <a:latin typeface="Calibri"/>
              <a:cs typeface="Calibri"/>
            </a:endParaRPr>
          </a:p>
        </p:txBody>
      </p:sp>
      <p:sp>
        <p:nvSpPr>
          <p:cNvPr id="31" name="object 31"/>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5</a:t>
            </a:fld>
            <a:endParaRPr spc="-50" dirty="0"/>
          </a:p>
        </p:txBody>
      </p:sp>
      <p:sp>
        <p:nvSpPr>
          <p:cNvPr id="17" name="object 17"/>
          <p:cNvSpPr txBox="1"/>
          <p:nvPr/>
        </p:nvSpPr>
        <p:spPr>
          <a:xfrm>
            <a:off x="505375" y="2732943"/>
            <a:ext cx="1245638" cy="323165"/>
          </a:xfrm>
          <a:prstGeom prst="rect">
            <a:avLst/>
          </a:prstGeom>
        </p:spPr>
        <p:txBody>
          <a:bodyPr vert="horz" wrap="square" lIns="0" tIns="15240" rIns="0" bIns="0" rtlCol="0">
            <a:spAutoFit/>
          </a:bodyPr>
          <a:lstStyle/>
          <a:p>
            <a:pPr marL="12700" algn="ctr">
              <a:lnSpc>
                <a:spcPct val="100000"/>
              </a:lnSpc>
              <a:spcBef>
                <a:spcPts val="120"/>
              </a:spcBef>
            </a:pPr>
            <a:r>
              <a:rPr lang="en-US" sz="1000" b="1" i="1" dirty="0">
                <a:solidFill>
                  <a:srgbClr val="006FC0"/>
                </a:solidFill>
                <a:latin typeface="Calibri"/>
                <a:cs typeface="Calibri"/>
              </a:rPr>
              <a:t>Teen </a:t>
            </a:r>
            <a:r>
              <a:rPr sz="1000" b="1" i="1" dirty="0">
                <a:solidFill>
                  <a:srgbClr val="006FC0"/>
                </a:solidFill>
                <a:latin typeface="Calibri"/>
                <a:cs typeface="Calibri"/>
              </a:rPr>
              <a:t>Vice</a:t>
            </a:r>
            <a:r>
              <a:rPr sz="1000" b="1" i="1" spc="15" dirty="0">
                <a:solidFill>
                  <a:srgbClr val="006FC0"/>
                </a:solidFill>
                <a:latin typeface="Calibri"/>
                <a:cs typeface="Calibri"/>
              </a:rPr>
              <a:t> </a:t>
            </a:r>
            <a:r>
              <a:rPr sz="1000" b="1" i="1" spc="-10" dirty="0">
                <a:solidFill>
                  <a:srgbClr val="006FC0"/>
                </a:solidFill>
                <a:latin typeface="Calibri"/>
                <a:cs typeface="Calibri"/>
              </a:rPr>
              <a:t>President</a:t>
            </a:r>
            <a:endParaRPr sz="1000" dirty="0">
              <a:latin typeface="Calibri"/>
              <a:cs typeface="Calibri"/>
            </a:endParaRPr>
          </a:p>
          <a:p>
            <a:pPr marL="63500" algn="ctr">
              <a:lnSpc>
                <a:spcPct val="100000"/>
              </a:lnSpc>
              <a:spcBef>
                <a:spcPts val="40"/>
              </a:spcBef>
            </a:pPr>
            <a:r>
              <a:rPr sz="1000" dirty="0">
                <a:solidFill>
                  <a:srgbClr val="006FC0"/>
                </a:solidFill>
                <a:latin typeface="Calibri"/>
                <a:cs typeface="Calibri"/>
              </a:rPr>
              <a:t>Joshua</a:t>
            </a:r>
            <a:r>
              <a:rPr sz="1000" spc="30" dirty="0">
                <a:solidFill>
                  <a:srgbClr val="006FC0"/>
                </a:solidFill>
                <a:latin typeface="Calibri"/>
                <a:cs typeface="Calibri"/>
              </a:rPr>
              <a:t> </a:t>
            </a:r>
            <a:r>
              <a:rPr sz="1000" spc="-10" dirty="0">
                <a:solidFill>
                  <a:srgbClr val="006FC0"/>
                </a:solidFill>
                <a:latin typeface="Calibri"/>
                <a:cs typeface="Calibri"/>
              </a:rPr>
              <a:t>Jacas</a:t>
            </a:r>
            <a:endParaRPr sz="1000" dirty="0">
              <a:latin typeface="Calibri"/>
              <a:cs typeface="Calibri"/>
            </a:endParaRPr>
          </a:p>
        </p:txBody>
      </p:sp>
      <p:sp>
        <p:nvSpPr>
          <p:cNvPr id="18" name="object 18"/>
          <p:cNvSpPr txBox="1"/>
          <p:nvPr/>
        </p:nvSpPr>
        <p:spPr>
          <a:xfrm>
            <a:off x="462659" y="3164247"/>
            <a:ext cx="1388110" cy="612775"/>
          </a:xfrm>
          <a:prstGeom prst="rect">
            <a:avLst/>
          </a:prstGeom>
        </p:spPr>
        <p:txBody>
          <a:bodyPr vert="horz" wrap="square" lIns="0" tIns="15240" rIns="0" bIns="0" rtlCol="0">
            <a:spAutoFit/>
          </a:bodyPr>
          <a:lstStyle/>
          <a:p>
            <a:pPr algn="ctr">
              <a:lnSpc>
                <a:spcPct val="100000"/>
              </a:lnSpc>
              <a:spcBef>
                <a:spcPts val="120"/>
              </a:spcBef>
            </a:pPr>
            <a:r>
              <a:rPr sz="1000" b="1" i="1" dirty="0">
                <a:solidFill>
                  <a:srgbClr val="006FC0"/>
                </a:solidFill>
                <a:latin typeface="Calibri"/>
                <a:cs typeface="Calibri"/>
              </a:rPr>
              <a:t>Teen</a:t>
            </a:r>
            <a:r>
              <a:rPr sz="1000" b="1" i="1" spc="30" dirty="0">
                <a:solidFill>
                  <a:srgbClr val="006FC0"/>
                </a:solidFill>
                <a:latin typeface="Calibri"/>
                <a:cs typeface="Calibri"/>
              </a:rPr>
              <a:t> </a:t>
            </a:r>
            <a:r>
              <a:rPr sz="1000" b="1" i="1" dirty="0">
                <a:solidFill>
                  <a:srgbClr val="006FC0"/>
                </a:solidFill>
                <a:latin typeface="Calibri"/>
                <a:cs typeface="Calibri"/>
              </a:rPr>
              <a:t>Recording</a:t>
            </a:r>
            <a:r>
              <a:rPr sz="1000" b="1" i="1" spc="35" dirty="0">
                <a:solidFill>
                  <a:srgbClr val="006FC0"/>
                </a:solidFill>
                <a:latin typeface="Calibri"/>
                <a:cs typeface="Calibri"/>
              </a:rPr>
              <a:t> </a:t>
            </a:r>
            <a:r>
              <a:rPr sz="1000" b="1" i="1" spc="-10" dirty="0">
                <a:solidFill>
                  <a:srgbClr val="006FC0"/>
                </a:solidFill>
                <a:latin typeface="Calibri"/>
                <a:cs typeface="Calibri"/>
              </a:rPr>
              <a:t>Secretary</a:t>
            </a:r>
            <a:endParaRPr sz="1000" dirty="0">
              <a:latin typeface="Calibri"/>
              <a:cs typeface="Calibri"/>
            </a:endParaRPr>
          </a:p>
          <a:p>
            <a:pPr algn="ctr">
              <a:lnSpc>
                <a:spcPct val="100000"/>
              </a:lnSpc>
              <a:spcBef>
                <a:spcPts val="40"/>
              </a:spcBef>
            </a:pPr>
            <a:r>
              <a:rPr lang="en-US" sz="1000" dirty="0">
                <a:solidFill>
                  <a:srgbClr val="006FC0"/>
                </a:solidFill>
                <a:latin typeface="Calibri"/>
                <a:cs typeface="Calibri"/>
              </a:rPr>
              <a:t>Jolie Plowden</a:t>
            </a:r>
            <a:endParaRPr sz="1000" dirty="0">
              <a:latin typeface="Calibri"/>
              <a:cs typeface="Calibri"/>
            </a:endParaRPr>
          </a:p>
          <a:p>
            <a:pPr algn="ctr">
              <a:lnSpc>
                <a:spcPct val="100000"/>
              </a:lnSpc>
              <a:spcBef>
                <a:spcPts val="955"/>
              </a:spcBef>
            </a:pPr>
            <a:r>
              <a:rPr sz="1000" b="1" i="1" dirty="0">
                <a:solidFill>
                  <a:srgbClr val="006FC0"/>
                </a:solidFill>
                <a:latin typeface="Calibri"/>
                <a:cs typeface="Calibri"/>
              </a:rPr>
              <a:t>Teen</a:t>
            </a:r>
            <a:r>
              <a:rPr sz="1000" b="1" i="1" spc="25" dirty="0">
                <a:solidFill>
                  <a:srgbClr val="006FC0"/>
                </a:solidFill>
                <a:latin typeface="Calibri"/>
                <a:cs typeface="Calibri"/>
              </a:rPr>
              <a:t> </a:t>
            </a:r>
            <a:r>
              <a:rPr sz="1000" b="1" i="1" spc="-10" dirty="0">
                <a:solidFill>
                  <a:srgbClr val="006FC0"/>
                </a:solidFill>
                <a:latin typeface="Calibri"/>
                <a:cs typeface="Calibri"/>
              </a:rPr>
              <a:t>Corresponding</a:t>
            </a:r>
            <a:endParaRPr sz="1000" dirty="0">
              <a:latin typeface="Calibri"/>
              <a:cs typeface="Calibri"/>
            </a:endParaRPr>
          </a:p>
        </p:txBody>
      </p:sp>
      <p:sp>
        <p:nvSpPr>
          <p:cNvPr id="19" name="object 19"/>
          <p:cNvSpPr txBox="1"/>
          <p:nvPr/>
        </p:nvSpPr>
        <p:spPr>
          <a:xfrm>
            <a:off x="891077" y="3753380"/>
            <a:ext cx="530860" cy="181610"/>
          </a:xfrm>
          <a:prstGeom prst="rect">
            <a:avLst/>
          </a:prstGeom>
        </p:spPr>
        <p:txBody>
          <a:bodyPr vert="horz" wrap="square" lIns="0" tIns="15240" rIns="0" bIns="0" rtlCol="0">
            <a:spAutoFit/>
          </a:bodyPr>
          <a:lstStyle/>
          <a:p>
            <a:pPr marL="12700">
              <a:lnSpc>
                <a:spcPct val="100000"/>
              </a:lnSpc>
              <a:spcBef>
                <a:spcPts val="120"/>
              </a:spcBef>
            </a:pPr>
            <a:r>
              <a:rPr sz="1000" b="1" i="1" spc="-10" dirty="0">
                <a:solidFill>
                  <a:srgbClr val="006FC0"/>
                </a:solidFill>
                <a:latin typeface="Calibri"/>
                <a:cs typeface="Calibri"/>
              </a:rPr>
              <a:t>Secretary</a:t>
            </a:r>
            <a:endParaRPr sz="1000">
              <a:latin typeface="Calibri"/>
              <a:cs typeface="Calibri"/>
            </a:endParaRPr>
          </a:p>
        </p:txBody>
      </p:sp>
      <p:sp>
        <p:nvSpPr>
          <p:cNvPr id="20" name="object 20"/>
          <p:cNvSpPr txBox="1"/>
          <p:nvPr/>
        </p:nvSpPr>
        <p:spPr>
          <a:xfrm>
            <a:off x="492122" y="3911196"/>
            <a:ext cx="1328420" cy="452120"/>
          </a:xfrm>
          <a:prstGeom prst="rect">
            <a:avLst/>
          </a:prstGeom>
        </p:spPr>
        <p:txBody>
          <a:bodyPr vert="horz" wrap="square" lIns="0" tIns="15240" rIns="0" bIns="0" rtlCol="0">
            <a:spAutoFit/>
          </a:bodyPr>
          <a:lstStyle/>
          <a:p>
            <a:pPr algn="ctr">
              <a:lnSpc>
                <a:spcPct val="100000"/>
              </a:lnSpc>
              <a:spcBef>
                <a:spcPts val="120"/>
              </a:spcBef>
            </a:pPr>
            <a:r>
              <a:rPr lang="en-US" sz="1000" dirty="0">
                <a:solidFill>
                  <a:srgbClr val="006FC0"/>
                </a:solidFill>
                <a:latin typeface="Calibri"/>
                <a:cs typeface="Calibri"/>
              </a:rPr>
              <a:t>Amira Mhoon</a:t>
            </a:r>
            <a:endParaRPr sz="1000" dirty="0">
              <a:latin typeface="Calibri"/>
              <a:cs typeface="Calibri"/>
            </a:endParaRPr>
          </a:p>
          <a:p>
            <a:pPr algn="ctr">
              <a:lnSpc>
                <a:spcPct val="100000"/>
              </a:lnSpc>
              <a:spcBef>
                <a:spcPts val="930"/>
              </a:spcBef>
            </a:pPr>
            <a:r>
              <a:rPr sz="1000" b="1" i="1" dirty="0">
                <a:solidFill>
                  <a:srgbClr val="006FC0"/>
                </a:solidFill>
                <a:latin typeface="Calibri"/>
                <a:cs typeface="Calibri"/>
              </a:rPr>
              <a:t>Teen</a:t>
            </a:r>
            <a:r>
              <a:rPr sz="1000" b="1" i="1" spc="15" dirty="0">
                <a:solidFill>
                  <a:srgbClr val="006FC0"/>
                </a:solidFill>
                <a:latin typeface="Calibri"/>
                <a:cs typeface="Calibri"/>
              </a:rPr>
              <a:t> </a:t>
            </a:r>
            <a:r>
              <a:rPr sz="1000" b="1" i="1" dirty="0">
                <a:solidFill>
                  <a:srgbClr val="006FC0"/>
                </a:solidFill>
                <a:latin typeface="Calibri"/>
                <a:cs typeface="Calibri"/>
              </a:rPr>
              <a:t>Financial</a:t>
            </a:r>
            <a:r>
              <a:rPr sz="1000" b="1" i="1" spc="20" dirty="0">
                <a:solidFill>
                  <a:srgbClr val="006FC0"/>
                </a:solidFill>
                <a:latin typeface="Calibri"/>
                <a:cs typeface="Calibri"/>
              </a:rPr>
              <a:t> </a:t>
            </a:r>
            <a:r>
              <a:rPr sz="1000" b="1" i="1" spc="-10" dirty="0">
                <a:solidFill>
                  <a:srgbClr val="006FC0"/>
                </a:solidFill>
                <a:latin typeface="Calibri"/>
                <a:cs typeface="Calibri"/>
              </a:rPr>
              <a:t>Secretary</a:t>
            </a:r>
            <a:endParaRPr sz="1000" dirty="0">
              <a:latin typeface="Calibri"/>
              <a:cs typeface="Calibri"/>
            </a:endParaRPr>
          </a:p>
        </p:txBody>
      </p:sp>
      <p:sp>
        <p:nvSpPr>
          <p:cNvPr id="21" name="object 21"/>
          <p:cNvSpPr txBox="1"/>
          <p:nvPr/>
        </p:nvSpPr>
        <p:spPr>
          <a:xfrm>
            <a:off x="515302" y="4339739"/>
            <a:ext cx="1305239" cy="169277"/>
          </a:xfrm>
          <a:prstGeom prst="rect">
            <a:avLst/>
          </a:prstGeom>
        </p:spPr>
        <p:txBody>
          <a:bodyPr vert="horz" wrap="square" lIns="0" tIns="15240" rIns="0" bIns="0" rtlCol="0">
            <a:spAutoFit/>
          </a:bodyPr>
          <a:lstStyle/>
          <a:p>
            <a:pPr marL="12700" algn="ctr">
              <a:lnSpc>
                <a:spcPct val="100000"/>
              </a:lnSpc>
              <a:spcBef>
                <a:spcPts val="120"/>
              </a:spcBef>
            </a:pPr>
            <a:r>
              <a:rPr lang="en-US" sz="1000" dirty="0">
                <a:solidFill>
                  <a:srgbClr val="006FC0"/>
                </a:solidFill>
                <a:latin typeface="Calibri"/>
                <a:cs typeface="Calibri"/>
              </a:rPr>
              <a:t>Chanel Washington </a:t>
            </a:r>
            <a:endParaRPr sz="1000" dirty="0">
              <a:latin typeface="Calibri"/>
              <a:cs typeface="Calibri"/>
            </a:endParaRPr>
          </a:p>
        </p:txBody>
      </p:sp>
      <p:sp>
        <p:nvSpPr>
          <p:cNvPr id="22" name="object 22"/>
          <p:cNvSpPr txBox="1"/>
          <p:nvPr/>
        </p:nvSpPr>
        <p:spPr>
          <a:xfrm>
            <a:off x="731070" y="4613228"/>
            <a:ext cx="850900" cy="609600"/>
          </a:xfrm>
          <a:prstGeom prst="rect">
            <a:avLst/>
          </a:prstGeom>
        </p:spPr>
        <p:txBody>
          <a:bodyPr vert="horz" wrap="square" lIns="0" tIns="15240" rIns="0" bIns="0" rtlCol="0">
            <a:spAutoFit/>
          </a:bodyPr>
          <a:lstStyle/>
          <a:p>
            <a:pPr marL="23495" algn="ctr">
              <a:lnSpc>
                <a:spcPct val="100000"/>
              </a:lnSpc>
              <a:spcBef>
                <a:spcPts val="120"/>
              </a:spcBef>
            </a:pPr>
            <a:r>
              <a:rPr sz="1000" b="1" i="1" dirty="0">
                <a:solidFill>
                  <a:srgbClr val="006FC0"/>
                </a:solidFill>
                <a:latin typeface="Calibri"/>
                <a:cs typeface="Calibri"/>
              </a:rPr>
              <a:t>Teen</a:t>
            </a:r>
            <a:r>
              <a:rPr sz="1000" b="1" i="1" spc="15" dirty="0">
                <a:solidFill>
                  <a:srgbClr val="006FC0"/>
                </a:solidFill>
                <a:latin typeface="Calibri"/>
                <a:cs typeface="Calibri"/>
              </a:rPr>
              <a:t> </a:t>
            </a:r>
            <a:r>
              <a:rPr sz="1000" b="1" i="1" spc="-10" dirty="0">
                <a:solidFill>
                  <a:srgbClr val="006FC0"/>
                </a:solidFill>
                <a:latin typeface="Calibri"/>
                <a:cs typeface="Calibri"/>
              </a:rPr>
              <a:t>Treasurer</a:t>
            </a:r>
            <a:endParaRPr sz="1000" dirty="0">
              <a:latin typeface="Calibri"/>
              <a:cs typeface="Calibri"/>
            </a:endParaRPr>
          </a:p>
          <a:p>
            <a:pPr marL="19050" algn="ctr">
              <a:lnSpc>
                <a:spcPct val="100000"/>
              </a:lnSpc>
              <a:spcBef>
                <a:spcPts val="40"/>
              </a:spcBef>
            </a:pPr>
            <a:r>
              <a:rPr lang="en-US" sz="1000" dirty="0">
                <a:solidFill>
                  <a:srgbClr val="006FC0"/>
                </a:solidFill>
                <a:latin typeface="Calibri"/>
                <a:cs typeface="Calibri"/>
              </a:rPr>
              <a:t>Jessica Taylor</a:t>
            </a:r>
            <a:endParaRPr sz="1000" dirty="0">
              <a:latin typeface="Calibri"/>
              <a:cs typeface="Calibri"/>
            </a:endParaRPr>
          </a:p>
          <a:p>
            <a:pPr marL="12700" algn="ctr">
              <a:lnSpc>
                <a:spcPct val="100000"/>
              </a:lnSpc>
              <a:spcBef>
                <a:spcPts val="935"/>
              </a:spcBef>
            </a:pPr>
            <a:r>
              <a:rPr sz="1000" b="1" i="1" dirty="0">
                <a:solidFill>
                  <a:srgbClr val="006FC0"/>
                </a:solidFill>
                <a:latin typeface="Calibri"/>
                <a:cs typeface="Calibri"/>
              </a:rPr>
              <a:t>Teen</a:t>
            </a:r>
            <a:r>
              <a:rPr sz="1000" b="1" i="1" spc="20" dirty="0">
                <a:solidFill>
                  <a:srgbClr val="006FC0"/>
                </a:solidFill>
                <a:latin typeface="Calibri"/>
                <a:cs typeface="Calibri"/>
              </a:rPr>
              <a:t> </a:t>
            </a:r>
            <a:r>
              <a:rPr sz="1000" b="1" i="1" spc="-10" dirty="0">
                <a:solidFill>
                  <a:srgbClr val="006FC0"/>
                </a:solidFill>
                <a:latin typeface="Calibri"/>
                <a:cs typeface="Calibri"/>
              </a:rPr>
              <a:t>Editor</a:t>
            </a:r>
            <a:endParaRPr sz="1000" dirty="0">
              <a:latin typeface="Calibri"/>
              <a:cs typeface="Calibri"/>
            </a:endParaRPr>
          </a:p>
        </p:txBody>
      </p:sp>
      <p:sp>
        <p:nvSpPr>
          <p:cNvPr id="23" name="object 23"/>
          <p:cNvSpPr txBox="1"/>
          <p:nvPr/>
        </p:nvSpPr>
        <p:spPr>
          <a:xfrm>
            <a:off x="807190" y="5199542"/>
            <a:ext cx="698500" cy="163506"/>
          </a:xfrm>
          <a:prstGeom prst="rect">
            <a:avLst/>
          </a:prstGeom>
        </p:spPr>
        <p:txBody>
          <a:bodyPr vert="horz" wrap="square" lIns="0" tIns="9525" rIns="0" bIns="0" rtlCol="0">
            <a:spAutoFit/>
          </a:bodyPr>
          <a:lstStyle/>
          <a:p>
            <a:pPr marL="67945" marR="5080" indent="-55880" algn="ctr">
              <a:lnSpc>
                <a:spcPct val="103600"/>
              </a:lnSpc>
              <a:spcBef>
                <a:spcPts val="75"/>
              </a:spcBef>
            </a:pPr>
            <a:r>
              <a:rPr lang="en-US" sz="1000" dirty="0">
                <a:solidFill>
                  <a:srgbClr val="006FC0"/>
                </a:solidFill>
                <a:latin typeface="Calibri"/>
                <a:cs typeface="Calibri"/>
              </a:rPr>
              <a:t>Adam White</a:t>
            </a:r>
            <a:endParaRPr sz="1000" dirty="0">
              <a:latin typeface="Calibri"/>
              <a:cs typeface="Calibri"/>
            </a:endParaRPr>
          </a:p>
        </p:txBody>
      </p:sp>
      <p:sp>
        <p:nvSpPr>
          <p:cNvPr id="24" name="object 24"/>
          <p:cNvSpPr txBox="1"/>
          <p:nvPr/>
        </p:nvSpPr>
        <p:spPr>
          <a:xfrm>
            <a:off x="572608" y="5472876"/>
            <a:ext cx="1190625" cy="181610"/>
          </a:xfrm>
          <a:prstGeom prst="rect">
            <a:avLst/>
          </a:prstGeom>
        </p:spPr>
        <p:txBody>
          <a:bodyPr vert="horz" wrap="square" lIns="0" tIns="15240" rIns="0" bIns="0" rtlCol="0">
            <a:spAutoFit/>
          </a:bodyPr>
          <a:lstStyle/>
          <a:p>
            <a:pPr marL="12700">
              <a:lnSpc>
                <a:spcPct val="100000"/>
              </a:lnSpc>
              <a:spcBef>
                <a:spcPts val="120"/>
              </a:spcBef>
            </a:pPr>
            <a:r>
              <a:rPr sz="1000" b="1" i="1" dirty="0">
                <a:solidFill>
                  <a:srgbClr val="006FC0"/>
                </a:solidFill>
                <a:latin typeface="Calibri"/>
                <a:cs typeface="Calibri"/>
              </a:rPr>
              <a:t>Teen</a:t>
            </a:r>
            <a:r>
              <a:rPr sz="1000" b="1" i="1" spc="25" dirty="0">
                <a:solidFill>
                  <a:srgbClr val="006FC0"/>
                </a:solidFill>
                <a:latin typeface="Calibri"/>
                <a:cs typeface="Calibri"/>
              </a:rPr>
              <a:t> </a:t>
            </a:r>
            <a:r>
              <a:rPr sz="1000" b="1" i="1" spc="-10" dirty="0">
                <a:solidFill>
                  <a:srgbClr val="006FC0"/>
                </a:solidFill>
                <a:latin typeface="Calibri"/>
                <a:cs typeface="Calibri"/>
              </a:rPr>
              <a:t>Parliamentarian</a:t>
            </a:r>
            <a:endParaRPr sz="1000" dirty="0">
              <a:latin typeface="Calibri"/>
              <a:cs typeface="Calibri"/>
            </a:endParaRPr>
          </a:p>
        </p:txBody>
      </p:sp>
      <p:sp>
        <p:nvSpPr>
          <p:cNvPr id="25" name="object 25"/>
          <p:cNvSpPr txBox="1"/>
          <p:nvPr/>
        </p:nvSpPr>
        <p:spPr>
          <a:xfrm>
            <a:off x="620685" y="5640509"/>
            <a:ext cx="1099923" cy="605294"/>
          </a:xfrm>
          <a:prstGeom prst="rect">
            <a:avLst/>
          </a:prstGeom>
        </p:spPr>
        <p:txBody>
          <a:bodyPr vert="horz" wrap="square" lIns="0" tIns="15240" rIns="0" bIns="0" rtlCol="0">
            <a:spAutoFit/>
          </a:bodyPr>
          <a:lstStyle/>
          <a:p>
            <a:pPr algn="ctr">
              <a:lnSpc>
                <a:spcPct val="100000"/>
              </a:lnSpc>
              <a:spcBef>
                <a:spcPts val="120"/>
              </a:spcBef>
            </a:pPr>
            <a:r>
              <a:rPr lang="en-US" sz="1000" dirty="0">
                <a:solidFill>
                  <a:srgbClr val="006FC0"/>
                </a:solidFill>
                <a:latin typeface="Calibri"/>
                <a:cs typeface="Calibri"/>
              </a:rPr>
              <a:t>Tyson Bellamy</a:t>
            </a:r>
            <a:endParaRPr sz="1000" dirty="0">
              <a:latin typeface="Calibri"/>
              <a:cs typeface="Calibri"/>
            </a:endParaRPr>
          </a:p>
          <a:p>
            <a:pPr algn="ctr">
              <a:lnSpc>
                <a:spcPct val="100000"/>
              </a:lnSpc>
              <a:spcBef>
                <a:spcPts val="955"/>
              </a:spcBef>
            </a:pPr>
            <a:r>
              <a:rPr sz="1000" b="1" i="1" dirty="0">
                <a:solidFill>
                  <a:srgbClr val="006FC0"/>
                </a:solidFill>
                <a:latin typeface="Calibri"/>
                <a:cs typeface="Calibri"/>
              </a:rPr>
              <a:t>Teen</a:t>
            </a:r>
            <a:r>
              <a:rPr sz="1000" b="1" i="1" spc="15" dirty="0">
                <a:solidFill>
                  <a:srgbClr val="006FC0"/>
                </a:solidFill>
                <a:latin typeface="Calibri"/>
                <a:cs typeface="Calibri"/>
              </a:rPr>
              <a:t> </a:t>
            </a:r>
            <a:r>
              <a:rPr sz="1000" b="1" i="1" spc="-10" dirty="0">
                <a:solidFill>
                  <a:srgbClr val="006FC0"/>
                </a:solidFill>
                <a:latin typeface="Calibri"/>
                <a:cs typeface="Calibri"/>
              </a:rPr>
              <a:t>Chaplain</a:t>
            </a:r>
            <a:endParaRPr sz="1000" dirty="0">
              <a:latin typeface="Calibri"/>
              <a:cs typeface="Calibri"/>
            </a:endParaRPr>
          </a:p>
          <a:p>
            <a:pPr algn="ctr">
              <a:lnSpc>
                <a:spcPct val="100000"/>
              </a:lnSpc>
              <a:spcBef>
                <a:spcPts val="40"/>
              </a:spcBef>
            </a:pPr>
            <a:r>
              <a:rPr lang="en-US" sz="1000" dirty="0">
                <a:solidFill>
                  <a:srgbClr val="006FC0"/>
                </a:solidFill>
                <a:latin typeface="Calibri"/>
                <a:cs typeface="Calibri"/>
              </a:rPr>
              <a:t>Daniel Montgomery</a:t>
            </a:r>
            <a:endParaRPr sz="1000" dirty="0">
              <a:latin typeface="Calibri"/>
              <a:cs typeface="Calibri"/>
            </a:endParaRPr>
          </a:p>
        </p:txBody>
      </p:sp>
      <p:sp>
        <p:nvSpPr>
          <p:cNvPr id="26" name="object 26"/>
          <p:cNvSpPr txBox="1"/>
          <p:nvPr/>
        </p:nvSpPr>
        <p:spPr>
          <a:xfrm>
            <a:off x="752793" y="6361933"/>
            <a:ext cx="805180" cy="181610"/>
          </a:xfrm>
          <a:prstGeom prst="rect">
            <a:avLst/>
          </a:prstGeom>
        </p:spPr>
        <p:txBody>
          <a:bodyPr vert="horz" wrap="square" lIns="0" tIns="15240" rIns="0" bIns="0" rtlCol="0">
            <a:spAutoFit/>
          </a:bodyPr>
          <a:lstStyle/>
          <a:p>
            <a:pPr marL="12700">
              <a:lnSpc>
                <a:spcPct val="100000"/>
              </a:lnSpc>
              <a:spcBef>
                <a:spcPts val="120"/>
              </a:spcBef>
            </a:pPr>
            <a:r>
              <a:rPr sz="1000" b="1" i="1" dirty="0">
                <a:solidFill>
                  <a:srgbClr val="006FC0"/>
                </a:solidFill>
                <a:latin typeface="Calibri"/>
                <a:cs typeface="Calibri"/>
              </a:rPr>
              <a:t>Teen</a:t>
            </a:r>
            <a:r>
              <a:rPr sz="1000" b="1" i="1" spc="25" dirty="0">
                <a:solidFill>
                  <a:srgbClr val="006FC0"/>
                </a:solidFill>
                <a:latin typeface="Calibri"/>
                <a:cs typeface="Calibri"/>
              </a:rPr>
              <a:t> </a:t>
            </a:r>
            <a:r>
              <a:rPr sz="1000" b="1" i="1" spc="-10" dirty="0">
                <a:solidFill>
                  <a:srgbClr val="006FC0"/>
                </a:solidFill>
                <a:latin typeface="Calibri"/>
                <a:cs typeface="Calibri"/>
              </a:rPr>
              <a:t>Historian</a:t>
            </a:r>
            <a:endParaRPr sz="1000" dirty="0">
              <a:latin typeface="Calibri"/>
              <a:cs typeface="Calibri"/>
            </a:endParaRPr>
          </a:p>
        </p:txBody>
      </p:sp>
      <p:sp>
        <p:nvSpPr>
          <p:cNvPr id="27" name="object 27"/>
          <p:cNvSpPr txBox="1"/>
          <p:nvPr/>
        </p:nvSpPr>
        <p:spPr>
          <a:xfrm>
            <a:off x="618879" y="6512136"/>
            <a:ext cx="1071245" cy="169277"/>
          </a:xfrm>
          <a:prstGeom prst="rect">
            <a:avLst/>
          </a:prstGeom>
        </p:spPr>
        <p:txBody>
          <a:bodyPr vert="horz" wrap="square" lIns="0" tIns="15240" rIns="0" bIns="0" rtlCol="0">
            <a:spAutoFit/>
          </a:bodyPr>
          <a:lstStyle/>
          <a:p>
            <a:pPr marL="12700" algn="ctr">
              <a:lnSpc>
                <a:spcPct val="100000"/>
              </a:lnSpc>
              <a:spcBef>
                <a:spcPts val="120"/>
              </a:spcBef>
            </a:pPr>
            <a:r>
              <a:rPr lang="en-US" sz="1000" spc="-10" dirty="0">
                <a:solidFill>
                  <a:srgbClr val="006FC0"/>
                </a:solidFill>
                <a:latin typeface="Calibri"/>
                <a:cs typeface="Calibri"/>
              </a:rPr>
              <a:t>Olivia Fordjour</a:t>
            </a:r>
            <a:endParaRPr sz="1000" dirty="0">
              <a:latin typeface="Calibri"/>
              <a:cs typeface="Calibri"/>
            </a:endParaRPr>
          </a:p>
        </p:txBody>
      </p:sp>
      <p:sp>
        <p:nvSpPr>
          <p:cNvPr id="28" name="object 28"/>
          <p:cNvSpPr txBox="1"/>
          <p:nvPr/>
        </p:nvSpPr>
        <p:spPr>
          <a:xfrm>
            <a:off x="536646" y="6778514"/>
            <a:ext cx="1235710" cy="612775"/>
          </a:xfrm>
          <a:prstGeom prst="rect">
            <a:avLst/>
          </a:prstGeom>
        </p:spPr>
        <p:txBody>
          <a:bodyPr vert="horz" wrap="square" lIns="0" tIns="15240" rIns="0" bIns="0" rtlCol="0">
            <a:spAutoFit/>
          </a:bodyPr>
          <a:lstStyle/>
          <a:p>
            <a:pPr algn="ctr">
              <a:lnSpc>
                <a:spcPct val="100000"/>
              </a:lnSpc>
              <a:spcBef>
                <a:spcPts val="120"/>
              </a:spcBef>
            </a:pPr>
            <a:r>
              <a:rPr sz="1000" b="1" i="1" dirty="0">
                <a:solidFill>
                  <a:srgbClr val="006FC0"/>
                </a:solidFill>
                <a:latin typeface="Calibri"/>
                <a:cs typeface="Calibri"/>
              </a:rPr>
              <a:t>Teen</a:t>
            </a:r>
            <a:r>
              <a:rPr sz="1000" b="1" i="1" spc="35" dirty="0">
                <a:solidFill>
                  <a:srgbClr val="006FC0"/>
                </a:solidFill>
                <a:latin typeface="Calibri"/>
                <a:cs typeface="Calibri"/>
              </a:rPr>
              <a:t> </a:t>
            </a:r>
            <a:r>
              <a:rPr sz="1000" b="1" i="1" dirty="0">
                <a:solidFill>
                  <a:srgbClr val="006FC0"/>
                </a:solidFill>
                <a:latin typeface="Calibri"/>
                <a:cs typeface="Calibri"/>
              </a:rPr>
              <a:t>Foundation</a:t>
            </a:r>
            <a:r>
              <a:rPr sz="1000" b="1" i="1" spc="35" dirty="0">
                <a:solidFill>
                  <a:srgbClr val="006FC0"/>
                </a:solidFill>
                <a:latin typeface="Calibri"/>
                <a:cs typeface="Calibri"/>
              </a:rPr>
              <a:t> </a:t>
            </a:r>
            <a:r>
              <a:rPr sz="1000" b="1" i="1" spc="-10" dirty="0">
                <a:solidFill>
                  <a:srgbClr val="006FC0"/>
                </a:solidFill>
                <a:latin typeface="Calibri"/>
                <a:cs typeface="Calibri"/>
              </a:rPr>
              <a:t>Chair</a:t>
            </a:r>
            <a:endParaRPr sz="1000" dirty="0">
              <a:latin typeface="Calibri"/>
              <a:cs typeface="Calibri"/>
            </a:endParaRPr>
          </a:p>
          <a:p>
            <a:pPr marL="1270" algn="ctr">
              <a:lnSpc>
                <a:spcPct val="100000"/>
              </a:lnSpc>
              <a:spcBef>
                <a:spcPts val="40"/>
              </a:spcBef>
            </a:pPr>
            <a:r>
              <a:rPr lang="en-US" sz="1000" dirty="0">
                <a:solidFill>
                  <a:srgbClr val="006FC0"/>
                </a:solidFill>
                <a:latin typeface="Calibri"/>
                <a:cs typeface="Calibri"/>
              </a:rPr>
              <a:t>Travis Riemer</a:t>
            </a:r>
            <a:endParaRPr sz="1000" dirty="0">
              <a:latin typeface="Calibri"/>
              <a:cs typeface="Calibri"/>
            </a:endParaRPr>
          </a:p>
          <a:p>
            <a:pPr algn="ctr">
              <a:lnSpc>
                <a:spcPct val="100000"/>
              </a:lnSpc>
              <a:spcBef>
                <a:spcPts val="955"/>
              </a:spcBef>
            </a:pPr>
            <a:r>
              <a:rPr sz="1000" b="1" i="1" dirty="0">
                <a:solidFill>
                  <a:srgbClr val="006FC0"/>
                </a:solidFill>
                <a:latin typeface="Calibri"/>
                <a:cs typeface="Calibri"/>
              </a:rPr>
              <a:t>Sergeant-at-</a:t>
            </a:r>
            <a:r>
              <a:rPr sz="1000" b="1" i="1" spc="-20" dirty="0">
                <a:solidFill>
                  <a:srgbClr val="006FC0"/>
                </a:solidFill>
                <a:latin typeface="Calibri"/>
                <a:cs typeface="Calibri"/>
              </a:rPr>
              <a:t>Arms</a:t>
            </a:r>
            <a:endParaRPr sz="1000" dirty="0">
              <a:latin typeface="Calibri"/>
              <a:cs typeface="Calibri"/>
            </a:endParaRPr>
          </a:p>
        </p:txBody>
      </p:sp>
      <p:sp>
        <p:nvSpPr>
          <p:cNvPr id="29" name="object 29"/>
          <p:cNvSpPr txBox="1"/>
          <p:nvPr/>
        </p:nvSpPr>
        <p:spPr>
          <a:xfrm>
            <a:off x="714313" y="7363370"/>
            <a:ext cx="1013008" cy="169277"/>
          </a:xfrm>
          <a:prstGeom prst="rect">
            <a:avLst/>
          </a:prstGeom>
        </p:spPr>
        <p:txBody>
          <a:bodyPr vert="horz" wrap="square" lIns="0" tIns="15240" rIns="0" bIns="0" rtlCol="0">
            <a:spAutoFit/>
          </a:bodyPr>
          <a:lstStyle/>
          <a:p>
            <a:pPr marL="12700">
              <a:lnSpc>
                <a:spcPct val="100000"/>
              </a:lnSpc>
              <a:spcBef>
                <a:spcPts val="120"/>
              </a:spcBef>
            </a:pPr>
            <a:r>
              <a:rPr lang="en-US" sz="1000" dirty="0">
                <a:solidFill>
                  <a:srgbClr val="006FC0"/>
                </a:solidFill>
                <a:latin typeface="Calibri"/>
                <a:cs typeface="Calibri"/>
              </a:rPr>
              <a:t>Langston Cephas </a:t>
            </a:r>
            <a:endParaRPr sz="1000" dirty="0">
              <a:latin typeface="Calibri"/>
              <a:cs typeface="Calibri"/>
            </a:endParaRPr>
          </a:p>
        </p:txBody>
      </p:sp>
      <p:sp>
        <p:nvSpPr>
          <p:cNvPr id="30" name="object 30"/>
          <p:cNvSpPr txBox="1"/>
          <p:nvPr/>
        </p:nvSpPr>
        <p:spPr>
          <a:xfrm>
            <a:off x="580886" y="7668870"/>
            <a:ext cx="1191260" cy="323165"/>
          </a:xfrm>
          <a:prstGeom prst="rect">
            <a:avLst/>
          </a:prstGeom>
        </p:spPr>
        <p:txBody>
          <a:bodyPr vert="horz" wrap="square" lIns="0" tIns="15240" rIns="0" bIns="0" rtlCol="0">
            <a:spAutoFit/>
          </a:bodyPr>
          <a:lstStyle/>
          <a:p>
            <a:pPr marL="12700">
              <a:lnSpc>
                <a:spcPct val="100000"/>
              </a:lnSpc>
              <a:spcBef>
                <a:spcPts val="120"/>
              </a:spcBef>
            </a:pPr>
            <a:r>
              <a:rPr sz="1000" b="1" i="1" dirty="0">
                <a:solidFill>
                  <a:srgbClr val="006FC0"/>
                </a:solidFill>
                <a:latin typeface="Calibri"/>
                <a:cs typeface="Calibri"/>
              </a:rPr>
              <a:t>Teen</a:t>
            </a:r>
            <a:r>
              <a:rPr sz="1000" b="1" i="1" spc="5" dirty="0">
                <a:solidFill>
                  <a:srgbClr val="006FC0"/>
                </a:solidFill>
                <a:latin typeface="Calibri"/>
                <a:cs typeface="Calibri"/>
              </a:rPr>
              <a:t> </a:t>
            </a:r>
            <a:r>
              <a:rPr sz="1000" b="1" i="1" dirty="0">
                <a:solidFill>
                  <a:srgbClr val="006FC0"/>
                </a:solidFill>
                <a:latin typeface="Calibri"/>
                <a:cs typeface="Calibri"/>
              </a:rPr>
              <a:t>Legislative</a:t>
            </a:r>
            <a:r>
              <a:rPr sz="1000" b="1" i="1" spc="10" dirty="0">
                <a:solidFill>
                  <a:srgbClr val="006FC0"/>
                </a:solidFill>
                <a:latin typeface="Calibri"/>
                <a:cs typeface="Calibri"/>
              </a:rPr>
              <a:t> </a:t>
            </a:r>
            <a:r>
              <a:rPr sz="1000" b="1" i="1" spc="-10" dirty="0">
                <a:solidFill>
                  <a:srgbClr val="006FC0"/>
                </a:solidFill>
                <a:latin typeface="Calibri"/>
                <a:cs typeface="Calibri"/>
              </a:rPr>
              <a:t>Chair</a:t>
            </a:r>
            <a:endParaRPr sz="1000" dirty="0">
              <a:latin typeface="Calibri"/>
              <a:cs typeface="Calibri"/>
            </a:endParaRPr>
          </a:p>
          <a:p>
            <a:pPr marL="84455" algn="ctr">
              <a:lnSpc>
                <a:spcPct val="100000"/>
              </a:lnSpc>
              <a:spcBef>
                <a:spcPts val="40"/>
              </a:spcBef>
            </a:pPr>
            <a:r>
              <a:rPr lang="en-US" sz="1000" dirty="0">
                <a:solidFill>
                  <a:srgbClr val="006FC0"/>
                </a:solidFill>
                <a:latin typeface="Calibri"/>
                <a:cs typeface="Calibri"/>
              </a:rPr>
              <a:t>Candice Conerly</a:t>
            </a:r>
            <a:endParaRPr sz="1000" dirty="0">
              <a:latin typeface="Calibri"/>
              <a:cs typeface="Calibri"/>
            </a:endParaRPr>
          </a:p>
        </p:txBody>
      </p:sp>
      <p:pic>
        <p:nvPicPr>
          <p:cNvPr id="34" name="Picture 33">
            <a:extLst>
              <a:ext uri="{FF2B5EF4-FFF2-40B4-BE49-F238E27FC236}">
                <a16:creationId xmlns:a16="http://schemas.microsoft.com/office/drawing/2014/main" id="{B0A9DB1F-41D0-56CD-C062-C15E7C08EF1D}"/>
              </a:ext>
            </a:extLst>
          </p:cNvPr>
          <p:cNvPicPr>
            <a:picLocks noChangeAspect="1"/>
          </p:cNvPicPr>
          <p:nvPr/>
        </p:nvPicPr>
        <p:blipFill>
          <a:blip r:embed="rId3"/>
          <a:srcRect l="6590" t="7083" r="5006" b="11949"/>
          <a:stretch>
            <a:fillRect/>
          </a:stretch>
        </p:blipFill>
        <p:spPr>
          <a:xfrm>
            <a:off x="2009226" y="1849085"/>
            <a:ext cx="5257800" cy="6231954"/>
          </a:xfrm>
          <a:prstGeom prst="rect">
            <a:avLst/>
          </a:prstGeom>
        </p:spPr>
      </p:pic>
      <p:pic>
        <p:nvPicPr>
          <p:cNvPr id="35" name="object 2">
            <a:extLst>
              <a:ext uri="{FF2B5EF4-FFF2-40B4-BE49-F238E27FC236}">
                <a16:creationId xmlns:a16="http://schemas.microsoft.com/office/drawing/2014/main" id="{338EC39D-39BA-26F3-249F-209F198790E3}"/>
              </a:ext>
            </a:extLst>
          </p:cNvPr>
          <p:cNvPicPr/>
          <p:nvPr/>
        </p:nvPicPr>
        <p:blipFill>
          <a:blip r:embed="rId4" cstate="print"/>
          <a:stretch>
            <a:fillRect/>
          </a:stretch>
        </p:blipFill>
        <p:spPr>
          <a:xfrm>
            <a:off x="677116" y="1392260"/>
            <a:ext cx="875901" cy="875901"/>
          </a:xfrm>
          <a:prstGeom prst="rect">
            <a:avLst/>
          </a:prstGeom>
        </p:spPr>
      </p:pic>
      <p:pic>
        <p:nvPicPr>
          <p:cNvPr id="3" name="Picture 2" descr="A person in a blue jacket&#10;&#10;AI-generated content may be incorrect.">
            <a:extLst>
              <a:ext uri="{FF2B5EF4-FFF2-40B4-BE49-F238E27FC236}">
                <a16:creationId xmlns:a16="http://schemas.microsoft.com/office/drawing/2014/main" id="{01711739-802E-1174-FEFF-A79299288B5F}"/>
              </a:ext>
            </a:extLst>
          </p:cNvPr>
          <p:cNvPicPr>
            <a:picLocks noChangeAspect="1"/>
          </p:cNvPicPr>
          <p:nvPr/>
        </p:nvPicPr>
        <p:blipFill>
          <a:blip r:embed="rId5" cstate="print">
            <a:extLst>
              <a:ext uri="{28A0092B-C50C-407E-A947-70E740481C1C}">
                <a14:useLocalDpi xmlns:a14="http://schemas.microsoft.com/office/drawing/2010/main" val="0"/>
              </a:ext>
            </a:extLst>
          </a:blip>
          <a:srcRect l="6754" t="15133" r="5723" b="24858"/>
          <a:stretch>
            <a:fillRect/>
          </a:stretch>
        </p:blipFill>
        <p:spPr>
          <a:xfrm>
            <a:off x="6248400" y="1019978"/>
            <a:ext cx="1249469" cy="1284467"/>
          </a:xfrm>
          <a:prstGeom prst="ellipse">
            <a:avLst/>
          </a:prstGeom>
          <a:ln w="12700" cap="rnd">
            <a:solidFill>
              <a:srgbClr val="F16DA6"/>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CDB6319-0F97-A201-AA24-CBBA11841FA6}"/>
              </a:ext>
            </a:extLst>
          </p:cNvPr>
          <p:cNvGrpSpPr/>
          <p:nvPr/>
        </p:nvGrpSpPr>
        <p:grpSpPr>
          <a:xfrm>
            <a:off x="6019800" y="630364"/>
            <a:ext cx="1061085" cy="1061085"/>
            <a:chOff x="6215126" y="445262"/>
            <a:chExt cx="1061085" cy="1061085"/>
          </a:xfrm>
        </p:grpSpPr>
        <p:sp>
          <p:nvSpPr>
            <p:cNvPr id="3" name="object 400">
              <a:extLst>
                <a:ext uri="{FF2B5EF4-FFF2-40B4-BE49-F238E27FC236}">
                  <a16:creationId xmlns:a16="http://schemas.microsoft.com/office/drawing/2014/main" id="{6448EBE0-30B1-6BD1-6381-F6094704DADA}"/>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4" name="object 403">
              <a:hlinkClick r:id="rId2" action="ppaction://hlinksldjump"/>
              <a:extLst>
                <a:ext uri="{FF2B5EF4-FFF2-40B4-BE49-F238E27FC236}">
                  <a16:creationId xmlns:a16="http://schemas.microsoft.com/office/drawing/2014/main" id="{3EF649AF-AD69-25E1-73D9-5BC195BD5549}"/>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5" name="object 404">
              <a:extLst>
                <a:ext uri="{FF2B5EF4-FFF2-40B4-BE49-F238E27FC236}">
                  <a16:creationId xmlns:a16="http://schemas.microsoft.com/office/drawing/2014/main" id="{60749F5E-979A-3BCC-EC3D-E1B6A6BC2616}"/>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
        <p:nvSpPr>
          <p:cNvPr id="6" name="object 397">
            <a:extLst>
              <a:ext uri="{FF2B5EF4-FFF2-40B4-BE49-F238E27FC236}">
                <a16:creationId xmlns:a16="http://schemas.microsoft.com/office/drawing/2014/main" id="{80A4439C-B373-85AB-EBDD-086BF9410D93}"/>
              </a:ext>
            </a:extLst>
          </p:cNvPr>
          <p:cNvSpPr txBox="1"/>
          <p:nvPr/>
        </p:nvSpPr>
        <p:spPr>
          <a:xfrm>
            <a:off x="1376997" y="5029200"/>
            <a:ext cx="5018405" cy="1243930"/>
          </a:xfrm>
          <a:prstGeom prst="rect">
            <a:avLst/>
          </a:prstGeom>
        </p:spPr>
        <p:txBody>
          <a:bodyPr vert="horz" wrap="square" lIns="0" tIns="12700" rIns="0" bIns="0" rtlCol="0">
            <a:spAutoFit/>
          </a:bodyPr>
          <a:lstStyle/>
          <a:p>
            <a:pPr marL="103505">
              <a:lnSpc>
                <a:spcPct val="100000"/>
              </a:lnSpc>
            </a:pPr>
            <a:r>
              <a:rPr lang="en-US" sz="4000" spc="0" dirty="0">
                <a:solidFill>
                  <a:schemeClr val="bg1"/>
                </a:solidFill>
                <a:latin typeface="Arial Black"/>
                <a:cs typeface="Arial Black"/>
              </a:rPr>
              <a:t>Chapter Information </a:t>
            </a:r>
          </a:p>
        </p:txBody>
      </p:sp>
      <p:sp>
        <p:nvSpPr>
          <p:cNvPr id="7" name="object 402">
            <a:extLst>
              <a:ext uri="{FF2B5EF4-FFF2-40B4-BE49-F238E27FC236}">
                <a16:creationId xmlns:a16="http://schemas.microsoft.com/office/drawing/2014/main" id="{AC38263D-71DD-D621-60E6-003E4C180CFB}"/>
              </a:ext>
            </a:extLst>
          </p:cNvPr>
          <p:cNvSpPr txBox="1"/>
          <p:nvPr/>
        </p:nvSpPr>
        <p:spPr>
          <a:xfrm>
            <a:off x="1380553" y="4530471"/>
            <a:ext cx="1458595" cy="353302"/>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lang="en-US" sz="1900" spc="-595" dirty="0">
                <a:solidFill>
                  <a:srgbClr val="FFFFFF"/>
                </a:solidFill>
                <a:latin typeface="Arial Black"/>
                <a:cs typeface="Arial Black"/>
              </a:rPr>
              <a:t>2</a:t>
            </a:r>
            <a:endParaRPr sz="1900" dirty="0">
              <a:latin typeface="Arial Black"/>
              <a:cs typeface="Arial Black"/>
            </a:endParaRPr>
          </a:p>
        </p:txBody>
      </p:sp>
    </p:spTree>
    <p:extLst>
      <p:ext uri="{BB962C8B-B14F-4D97-AF65-F5344CB8AC3E}">
        <p14:creationId xmlns:p14="http://schemas.microsoft.com/office/powerpoint/2010/main" val="259488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7</a:t>
            </a:fld>
            <a:endParaRPr spc="-50" dirty="0"/>
          </a:p>
        </p:txBody>
      </p:sp>
      <p:sp>
        <p:nvSpPr>
          <p:cNvPr id="11" name="object 6">
            <a:extLst>
              <a:ext uri="{FF2B5EF4-FFF2-40B4-BE49-F238E27FC236}">
                <a16:creationId xmlns:a16="http://schemas.microsoft.com/office/drawing/2014/main" id="{49D86888-582E-53F6-79C7-6F8F3BACE51C}"/>
              </a:ext>
            </a:extLst>
          </p:cNvPr>
          <p:cNvSpPr txBox="1"/>
          <p:nvPr/>
        </p:nvSpPr>
        <p:spPr>
          <a:xfrm>
            <a:off x="762000" y="1597950"/>
            <a:ext cx="3455035" cy="197490"/>
          </a:xfrm>
          <a:prstGeom prst="rect">
            <a:avLst/>
          </a:prstGeom>
        </p:spPr>
        <p:txBody>
          <a:bodyPr vert="horz" wrap="square" lIns="0" tIns="12700" rIns="0" bIns="0" rtlCol="0">
            <a:spAutoFit/>
          </a:bodyPr>
          <a:lstStyle/>
          <a:p>
            <a:pPr algn="l">
              <a:spcBef>
                <a:spcPts val="1400"/>
              </a:spcBef>
            </a:pPr>
            <a:r>
              <a:rPr lang="en-US" sz="1200" b="1" dirty="0">
                <a:solidFill>
                  <a:srgbClr val="0070C0"/>
                </a:solidFill>
                <a:latin typeface="Lucida Sans Unicode"/>
                <a:cs typeface="Lucida Sans Unicode"/>
              </a:rPr>
              <a:t>Chapter Officers 2026–2027 Program</a:t>
            </a:r>
          </a:p>
        </p:txBody>
      </p:sp>
      <p:sp>
        <p:nvSpPr>
          <p:cNvPr id="2" name="TextBox 1">
            <a:extLst>
              <a:ext uri="{FF2B5EF4-FFF2-40B4-BE49-F238E27FC236}">
                <a16:creationId xmlns:a16="http://schemas.microsoft.com/office/drawing/2014/main" id="{1EB084CC-F828-68A0-F629-B98E48247F12}"/>
              </a:ext>
            </a:extLst>
          </p:cNvPr>
          <p:cNvSpPr txBox="1"/>
          <p:nvPr/>
        </p:nvSpPr>
        <p:spPr>
          <a:xfrm>
            <a:off x="1752600" y="2209800"/>
            <a:ext cx="4191000" cy="246221"/>
          </a:xfrm>
          <a:prstGeom prst="rect">
            <a:avLst/>
          </a:prstGeom>
          <a:noFill/>
        </p:spPr>
        <p:txBody>
          <a:bodyPr wrap="square" rtlCol="0">
            <a:spAutoFit/>
          </a:bodyPr>
          <a:lstStyle/>
          <a:p>
            <a:endParaRPr lang="en-US" sz="1000" dirty="0"/>
          </a:p>
        </p:txBody>
      </p:sp>
      <p:graphicFrame>
        <p:nvGraphicFramePr>
          <p:cNvPr id="3" name="Table 2">
            <a:extLst>
              <a:ext uri="{FF2B5EF4-FFF2-40B4-BE49-F238E27FC236}">
                <a16:creationId xmlns:a16="http://schemas.microsoft.com/office/drawing/2014/main" id="{E3099A20-40EE-7413-20E4-34CD309D6308}"/>
              </a:ext>
            </a:extLst>
          </p:cNvPr>
          <p:cNvGraphicFramePr>
            <a:graphicFrameLocks noGrp="1"/>
          </p:cNvGraphicFramePr>
          <p:nvPr>
            <p:extLst>
              <p:ext uri="{D42A27DB-BD31-4B8C-83A1-F6EECF244321}">
                <p14:modId xmlns:p14="http://schemas.microsoft.com/office/powerpoint/2010/main" val="4050362972"/>
              </p:ext>
            </p:extLst>
          </p:nvPr>
        </p:nvGraphicFramePr>
        <p:xfrm>
          <a:off x="762000" y="1981200"/>
          <a:ext cx="5937250" cy="2853038"/>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3827758405"/>
                    </a:ext>
                  </a:extLst>
                </a:gridCol>
                <a:gridCol w="2968625">
                  <a:extLst>
                    <a:ext uri="{9D8B030D-6E8A-4147-A177-3AD203B41FA5}">
                      <a16:colId xmlns:a16="http://schemas.microsoft.com/office/drawing/2014/main" val="2597735178"/>
                    </a:ext>
                  </a:extLst>
                </a:gridCol>
              </a:tblGrid>
              <a:tr h="260136">
                <a:tc>
                  <a:txBody>
                    <a:bodyPr/>
                    <a:lstStyle/>
                    <a:p>
                      <a:pPr marL="0" marR="0">
                        <a:lnSpc>
                          <a:spcPct val="115000"/>
                        </a:lnSpc>
                        <a:spcAft>
                          <a:spcPts val="800"/>
                        </a:spcAft>
                        <a:buNone/>
                      </a:pPr>
                      <a:r>
                        <a:rPr lang="en-US" sz="12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rPr>
                        <a:t>Chapter Officer</a:t>
                      </a:r>
                      <a:endParaRPr lang="en-US" sz="1200"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F16DA6"/>
                    </a:solidFill>
                  </a:tcPr>
                </a:tc>
                <a:tc>
                  <a:txBody>
                    <a:bodyPr/>
                    <a:lstStyle/>
                    <a:p>
                      <a:pPr marL="0" marR="0">
                        <a:lnSpc>
                          <a:spcPct val="115000"/>
                        </a:lnSpc>
                        <a:spcAft>
                          <a:spcPts val="800"/>
                        </a:spcAft>
                        <a:buNone/>
                      </a:pPr>
                      <a:r>
                        <a:rPr lang="en-US" sz="12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rPr>
                        <a:t>Chapter Officer Email</a:t>
                      </a:r>
                      <a:endParaRPr lang="en-US" sz="1200"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F16DA6"/>
                    </a:solidFill>
                  </a:tcPr>
                </a:tc>
                <a:extLst>
                  <a:ext uri="{0D108BD9-81ED-4DB2-BD59-A6C34878D82A}">
                    <a16:rowId xmlns:a16="http://schemas.microsoft.com/office/drawing/2014/main" val="2741394247"/>
                  </a:ext>
                </a:extLst>
              </a:tr>
              <a:tr h="0">
                <a:tc>
                  <a:txBody>
                    <a:bodyPr/>
                    <a:lstStyle/>
                    <a:p>
                      <a:pPr marL="0" marR="0">
                        <a:lnSpc>
                          <a:spcPct val="115000"/>
                        </a:lnSpc>
                        <a:spcAft>
                          <a:spcPts val="800"/>
                        </a:spcAft>
                        <a:buNone/>
                      </a:pPr>
                      <a:r>
                        <a:rPr lang="en-US" sz="1200" kern="100" dirty="0">
                          <a:effectLst/>
                        </a:rPr>
                        <a:t>Erica Pollard, President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2"/>
                        </a:rPr>
                        <a:t>president@jjmcmc.org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0634226"/>
                  </a:ext>
                </a:extLst>
              </a:tr>
              <a:tr h="0">
                <a:tc>
                  <a:txBody>
                    <a:bodyPr/>
                    <a:lstStyle/>
                    <a:p>
                      <a:pPr marL="0" marR="0">
                        <a:lnSpc>
                          <a:spcPct val="115000"/>
                        </a:lnSpc>
                        <a:spcAft>
                          <a:spcPts val="800"/>
                        </a:spcAft>
                        <a:buNone/>
                      </a:pPr>
                      <a:r>
                        <a:rPr lang="en-US" sz="1200" kern="100" dirty="0">
                          <a:effectLst/>
                        </a:rPr>
                        <a:t>Sheila Stewart, Vice-President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3"/>
                        </a:rPr>
                        <a:t>vicepresident@jjmcmc.org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0966254"/>
                  </a:ext>
                </a:extLst>
              </a:tr>
              <a:tr h="0">
                <a:tc>
                  <a:txBody>
                    <a:bodyPr/>
                    <a:lstStyle/>
                    <a:p>
                      <a:pPr marL="0" marR="0">
                        <a:lnSpc>
                          <a:spcPct val="115000"/>
                        </a:lnSpc>
                        <a:spcAft>
                          <a:spcPts val="800"/>
                        </a:spcAft>
                        <a:buNone/>
                      </a:pPr>
                      <a:r>
                        <a:rPr lang="en-US" sz="1200" kern="100" dirty="0">
                          <a:effectLst/>
                        </a:rPr>
                        <a:t>Torie Comeaux Plowden, Program Director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4"/>
                        </a:rPr>
                        <a:t>programming@jjmcmc.org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15933764"/>
                  </a:ext>
                </a:extLst>
              </a:tr>
              <a:tr h="0">
                <a:tc>
                  <a:txBody>
                    <a:bodyPr/>
                    <a:lstStyle/>
                    <a:p>
                      <a:pPr marL="0" marR="0">
                        <a:lnSpc>
                          <a:spcPct val="115000"/>
                        </a:lnSpc>
                        <a:spcAft>
                          <a:spcPts val="800"/>
                        </a:spcAft>
                        <a:buNone/>
                      </a:pPr>
                      <a:r>
                        <a:rPr lang="en-US" sz="1200" kern="100" dirty="0">
                          <a:effectLst/>
                        </a:rPr>
                        <a:t>Janelle Miller, Recording Secretary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5"/>
                        </a:rPr>
                        <a:t>recordingsec@jjmcmc.org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2688106"/>
                  </a:ext>
                </a:extLst>
              </a:tr>
              <a:tr h="36830">
                <a:tc>
                  <a:txBody>
                    <a:bodyPr/>
                    <a:lstStyle/>
                    <a:p>
                      <a:pPr marL="0" marR="0">
                        <a:lnSpc>
                          <a:spcPct val="115000"/>
                        </a:lnSpc>
                        <a:spcAft>
                          <a:spcPts val="800"/>
                        </a:spcAft>
                        <a:buNone/>
                      </a:pPr>
                      <a:r>
                        <a:rPr lang="en-US" sz="1200" kern="100" dirty="0">
                          <a:effectLst/>
                        </a:rPr>
                        <a:t>Brandi Brandon, Corresponding Secretary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6"/>
                        </a:rPr>
                        <a:t>correspondingsec@jjmcmc.org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3627498"/>
                  </a:ext>
                </a:extLst>
              </a:tr>
              <a:tr h="36830">
                <a:tc>
                  <a:txBody>
                    <a:bodyPr/>
                    <a:lstStyle/>
                    <a:p>
                      <a:pPr marL="0" marR="0">
                        <a:lnSpc>
                          <a:spcPct val="115000"/>
                        </a:lnSpc>
                        <a:spcAft>
                          <a:spcPts val="800"/>
                        </a:spcAft>
                        <a:buNone/>
                      </a:pPr>
                      <a:r>
                        <a:rPr lang="en-US" sz="1200" kern="100" dirty="0">
                          <a:effectLst/>
                        </a:rPr>
                        <a:t>KaShauna </a:t>
                      </a:r>
                      <a:r>
                        <a:rPr lang="en-US" sz="1200" kern="100" dirty="0" err="1">
                          <a:effectLst/>
                        </a:rPr>
                        <a:t>Rohlehr</a:t>
                      </a:r>
                      <a:r>
                        <a:rPr lang="en-US" sz="1200" kern="100" dirty="0">
                          <a:effectLst/>
                        </a:rPr>
                        <a:t>, Treasurer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7"/>
                        </a:rPr>
                        <a:t>treasurer@jjmcmc.org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4934614"/>
                  </a:ext>
                </a:extLst>
              </a:tr>
              <a:tr h="36830">
                <a:tc>
                  <a:txBody>
                    <a:bodyPr/>
                    <a:lstStyle/>
                    <a:p>
                      <a:pPr marL="0" marR="0">
                        <a:lnSpc>
                          <a:spcPct val="115000"/>
                        </a:lnSpc>
                        <a:spcAft>
                          <a:spcPts val="800"/>
                        </a:spcAft>
                        <a:buNone/>
                      </a:pPr>
                      <a:r>
                        <a:rPr lang="en-US" sz="1200" kern="100" dirty="0">
                          <a:effectLst/>
                        </a:rPr>
                        <a:t>Calandra Moore, Financial Secretary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a:effectLst/>
                          <a:hlinkClick r:id="rId8"/>
                        </a:rPr>
                        <a:t>financialsec@jjmcmc.org</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3457799"/>
                  </a:ext>
                </a:extLst>
              </a:tr>
              <a:tr h="67872">
                <a:tc>
                  <a:txBody>
                    <a:bodyPr/>
                    <a:lstStyle/>
                    <a:p>
                      <a:pPr marL="0" marR="0">
                        <a:lnSpc>
                          <a:spcPct val="115000"/>
                        </a:lnSpc>
                        <a:spcAft>
                          <a:spcPts val="800"/>
                        </a:spcAft>
                        <a:buNone/>
                      </a:pPr>
                      <a:r>
                        <a:rPr lang="en-US" sz="1200" kern="100" dirty="0">
                          <a:effectLst/>
                        </a:rPr>
                        <a:t>Renee Canody, Editor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9"/>
                        </a:rPr>
                        <a:t>editor@jjmcmc.org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0622751"/>
                  </a:ext>
                </a:extLst>
              </a:tr>
              <a:tr h="36830">
                <a:tc>
                  <a:txBody>
                    <a:bodyPr/>
                    <a:lstStyle/>
                    <a:p>
                      <a:pPr marL="0" marR="0">
                        <a:lnSpc>
                          <a:spcPct val="115000"/>
                        </a:lnSpc>
                        <a:spcAft>
                          <a:spcPts val="800"/>
                        </a:spcAft>
                        <a:buNone/>
                      </a:pPr>
                      <a:r>
                        <a:rPr lang="en-US" sz="1200" kern="100" dirty="0">
                          <a:effectLst/>
                        </a:rPr>
                        <a:t>Carrie Holmes, Parliamentarian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a:effectLst/>
                          <a:hlinkClick r:id="rId10"/>
                        </a:rPr>
                        <a:t>parliamentarian@jjmcmc.org</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3594377"/>
                  </a:ext>
                </a:extLst>
              </a:tr>
              <a:tr h="36830">
                <a:tc>
                  <a:txBody>
                    <a:bodyPr/>
                    <a:lstStyle/>
                    <a:p>
                      <a:pPr marL="0" marR="0">
                        <a:lnSpc>
                          <a:spcPct val="115000"/>
                        </a:lnSpc>
                        <a:spcAft>
                          <a:spcPts val="800"/>
                        </a:spcAft>
                        <a:buNone/>
                      </a:pPr>
                      <a:r>
                        <a:rPr lang="en-US" sz="1200" kern="100" dirty="0">
                          <a:effectLst/>
                        </a:rPr>
                        <a:t>Ellyn Lanier, Foundation Chair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11"/>
                        </a:rPr>
                        <a:t>foundationchair@jjmcmc.org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5345253"/>
                  </a:ext>
                </a:extLst>
              </a:tr>
              <a:tr h="36830">
                <a:tc>
                  <a:txBody>
                    <a:bodyPr/>
                    <a:lstStyle/>
                    <a:p>
                      <a:pPr marL="0" marR="0">
                        <a:lnSpc>
                          <a:spcPct val="115000"/>
                        </a:lnSpc>
                        <a:spcAft>
                          <a:spcPts val="800"/>
                        </a:spcAft>
                        <a:buNone/>
                      </a:pPr>
                      <a:r>
                        <a:rPr lang="en-US" sz="1200" kern="100" dirty="0">
                          <a:effectLst/>
                        </a:rPr>
                        <a:t>Maria Byrd, Chaplain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12"/>
                        </a:rPr>
                        <a:t>mariasmedia@gmail.com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965542"/>
                  </a:ext>
                </a:extLst>
              </a:tr>
              <a:tr h="36830">
                <a:tc>
                  <a:txBody>
                    <a:bodyPr/>
                    <a:lstStyle/>
                    <a:p>
                      <a:pPr marL="0" marR="0">
                        <a:lnSpc>
                          <a:spcPct val="115000"/>
                        </a:lnSpc>
                        <a:spcAft>
                          <a:spcPts val="800"/>
                        </a:spcAft>
                        <a:buNone/>
                      </a:pPr>
                      <a:r>
                        <a:rPr lang="en-US" sz="1200" kern="100" dirty="0">
                          <a:effectLst/>
                        </a:rPr>
                        <a:t>Jessica Taylor White, Historian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13"/>
                        </a:rPr>
                        <a:t>jessicataylorwhite@gmail.com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5221840"/>
                  </a:ext>
                </a:extLst>
              </a:tr>
              <a:tr h="36830">
                <a:tc>
                  <a:txBody>
                    <a:bodyPr/>
                    <a:lstStyle/>
                    <a:p>
                      <a:pPr marL="0" marR="0">
                        <a:lnSpc>
                          <a:spcPct val="115000"/>
                        </a:lnSpc>
                        <a:spcAft>
                          <a:spcPts val="800"/>
                        </a:spcAft>
                        <a:buNone/>
                      </a:pPr>
                      <a:r>
                        <a:rPr lang="en-US" sz="1200" kern="100" dirty="0">
                          <a:effectLst/>
                        </a:rPr>
                        <a:t>Stephanie Johnson, Protocol Chair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2060"/>
                    </a:solidFill>
                  </a:tcPr>
                </a:tc>
                <a:tc>
                  <a:txBody>
                    <a:bodyPr/>
                    <a:lstStyle/>
                    <a:p>
                      <a:pPr marL="0" marR="0">
                        <a:lnSpc>
                          <a:spcPct val="115000"/>
                        </a:lnSpc>
                        <a:spcAft>
                          <a:spcPts val="800"/>
                        </a:spcAft>
                        <a:buNone/>
                      </a:pPr>
                      <a:r>
                        <a:rPr lang="en-US" sz="1200" u="sng" kern="100" dirty="0">
                          <a:effectLst/>
                          <a:hlinkClick r:id="rId14"/>
                        </a:rPr>
                        <a:t>johnsonsa_2005@yahoo.com</a:t>
                      </a:r>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809434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BBF3-2F84-E85D-6A04-C906D4C6267E}"/>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03C7ECB6-69B9-40D0-FA3D-8CE4FB4F80E5}"/>
              </a:ext>
            </a:extLst>
          </p:cNvPr>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8</a:t>
            </a:fld>
            <a:endParaRPr spc="-50" dirty="0"/>
          </a:p>
        </p:txBody>
      </p:sp>
      <p:sp>
        <p:nvSpPr>
          <p:cNvPr id="11" name="object 6">
            <a:extLst>
              <a:ext uri="{FF2B5EF4-FFF2-40B4-BE49-F238E27FC236}">
                <a16:creationId xmlns:a16="http://schemas.microsoft.com/office/drawing/2014/main" id="{8B0FF4CF-3B67-6ECD-4799-828144DE4133}"/>
              </a:ext>
            </a:extLst>
          </p:cNvPr>
          <p:cNvSpPr txBox="1"/>
          <p:nvPr/>
        </p:nvSpPr>
        <p:spPr>
          <a:xfrm>
            <a:off x="768350" y="1295400"/>
            <a:ext cx="3455035" cy="197490"/>
          </a:xfrm>
          <a:prstGeom prst="rect">
            <a:avLst/>
          </a:prstGeom>
        </p:spPr>
        <p:txBody>
          <a:bodyPr vert="horz" wrap="square" lIns="0" tIns="12700" rIns="0" bIns="0" rtlCol="0">
            <a:spAutoFit/>
          </a:bodyPr>
          <a:lstStyle/>
          <a:p>
            <a:pPr algn="l">
              <a:spcBef>
                <a:spcPts val="1400"/>
              </a:spcBef>
            </a:pPr>
            <a:r>
              <a:rPr lang="en-US" sz="1200" b="1" dirty="0">
                <a:solidFill>
                  <a:srgbClr val="0070C0"/>
                </a:solidFill>
                <a:latin typeface="Lucida Sans Unicode"/>
                <a:cs typeface="Lucida Sans Unicode"/>
              </a:rPr>
              <a:t>Teen Officers 2025–2026 Program</a:t>
            </a:r>
            <a:endParaRPr sz="1200" b="1" dirty="0">
              <a:solidFill>
                <a:srgbClr val="0070C0"/>
              </a:solidFill>
              <a:latin typeface="Lucida Sans Unicode"/>
              <a:cs typeface="Lucida Sans Unicode"/>
            </a:endParaRPr>
          </a:p>
        </p:txBody>
      </p:sp>
      <p:sp>
        <p:nvSpPr>
          <p:cNvPr id="2" name="TextBox 1">
            <a:extLst>
              <a:ext uri="{FF2B5EF4-FFF2-40B4-BE49-F238E27FC236}">
                <a16:creationId xmlns:a16="http://schemas.microsoft.com/office/drawing/2014/main" id="{2BAE5758-9928-C32A-9E5F-60A98B37FB5F}"/>
              </a:ext>
            </a:extLst>
          </p:cNvPr>
          <p:cNvSpPr txBox="1"/>
          <p:nvPr/>
        </p:nvSpPr>
        <p:spPr>
          <a:xfrm>
            <a:off x="1752600" y="2209800"/>
            <a:ext cx="4191000" cy="246221"/>
          </a:xfrm>
          <a:prstGeom prst="rect">
            <a:avLst/>
          </a:prstGeom>
          <a:noFill/>
        </p:spPr>
        <p:txBody>
          <a:bodyPr wrap="square" rtlCol="0">
            <a:spAutoFit/>
          </a:bodyPr>
          <a:lstStyle/>
          <a:p>
            <a:endParaRPr lang="en-US" sz="1000" dirty="0"/>
          </a:p>
        </p:txBody>
      </p:sp>
      <p:graphicFrame>
        <p:nvGraphicFramePr>
          <p:cNvPr id="3" name="Table 2">
            <a:extLst>
              <a:ext uri="{FF2B5EF4-FFF2-40B4-BE49-F238E27FC236}">
                <a16:creationId xmlns:a16="http://schemas.microsoft.com/office/drawing/2014/main" id="{76FAB2A1-6691-5CE3-8E64-0F72FD5F3111}"/>
              </a:ext>
            </a:extLst>
          </p:cNvPr>
          <p:cNvGraphicFramePr>
            <a:graphicFrameLocks noGrp="1"/>
          </p:cNvGraphicFramePr>
          <p:nvPr>
            <p:extLst>
              <p:ext uri="{D42A27DB-BD31-4B8C-83A1-F6EECF244321}">
                <p14:modId xmlns:p14="http://schemas.microsoft.com/office/powerpoint/2010/main" val="2915127610"/>
              </p:ext>
            </p:extLst>
          </p:nvPr>
        </p:nvGraphicFramePr>
        <p:xfrm>
          <a:off x="768348" y="1600200"/>
          <a:ext cx="6013451" cy="2858810"/>
        </p:xfrm>
        <a:graphic>
          <a:graphicData uri="http://schemas.openxmlformats.org/drawingml/2006/table">
            <a:tbl>
              <a:tblPr firstRow="1" firstCol="1" bandRow="1">
                <a:tableStyleId>{5C22544A-7EE6-4342-B048-85BDC9FD1C3A}</a:tableStyleId>
              </a:tblPr>
              <a:tblGrid>
                <a:gridCol w="3727452">
                  <a:extLst>
                    <a:ext uri="{9D8B030D-6E8A-4147-A177-3AD203B41FA5}">
                      <a16:colId xmlns:a16="http://schemas.microsoft.com/office/drawing/2014/main" val="3827758405"/>
                    </a:ext>
                  </a:extLst>
                </a:gridCol>
                <a:gridCol w="2285999">
                  <a:extLst>
                    <a:ext uri="{9D8B030D-6E8A-4147-A177-3AD203B41FA5}">
                      <a16:colId xmlns:a16="http://schemas.microsoft.com/office/drawing/2014/main" val="2597735178"/>
                    </a:ext>
                  </a:extLst>
                </a:gridCol>
              </a:tblGrid>
              <a:tr h="260136">
                <a:tc>
                  <a:txBody>
                    <a:bodyPr/>
                    <a:lstStyle/>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Teen Officer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F16DA6"/>
                    </a:solid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Teen Officer Email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F16DA6"/>
                    </a:solidFill>
                  </a:tcPr>
                </a:tc>
                <a:extLst>
                  <a:ext uri="{0D108BD9-81ED-4DB2-BD59-A6C34878D82A}">
                    <a16:rowId xmlns:a16="http://schemas.microsoft.com/office/drawing/2014/main" val="2741394247"/>
                  </a:ext>
                </a:extLst>
              </a:tr>
              <a:tr h="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Messiah Phelps, Teen President</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messiahxd@icloud.com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0634226"/>
                  </a:ext>
                </a:extLst>
              </a:tr>
              <a:tr h="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Ethann Jacas, Teen Vice-President</a:t>
                      </a:r>
                    </a:p>
                  </a:txBody>
                  <a:tcPr marL="68580" marR="68580" marT="0" marB="0">
                    <a:solidFill>
                      <a:srgbClr val="002060"/>
                    </a:solidFill>
                  </a:tcPr>
                </a:tc>
                <a:tc>
                  <a:txBody>
                    <a:bodyPr/>
                    <a:lstStyle/>
                    <a:p>
                      <a:pPr marL="0" marR="0" lvl="0" indent="0" defTabSz="914400" eaLnBrk="1" fontAlgn="auto" latinLnBrk="0" hangingPunct="1">
                        <a:lnSpc>
                          <a:spcPct val="115000"/>
                        </a:lnSpc>
                        <a:spcBef>
                          <a:spcPts val="0"/>
                        </a:spcBef>
                        <a:spcAft>
                          <a:spcPts val="800"/>
                        </a:spcAft>
                        <a:buClrTx/>
                        <a:buSzTx/>
                        <a:buFontTx/>
                        <a:buNone/>
                        <a:tabLst/>
                        <a:defRPr/>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ethannjacas@gmail.com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0966254"/>
                  </a:ext>
                </a:extLst>
              </a:tr>
              <a:tr h="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Jolie Plowden, Teen Recording Secretary</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jolie.plowden@gmail.com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15933764"/>
                  </a:ext>
                </a:extLst>
              </a:tr>
              <a:tr h="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Amira Mhoon, Teen Corresponding Secretary</a:t>
                      </a:r>
                    </a:p>
                  </a:txBody>
                  <a:tcPr marL="68580" marR="68580" marT="0" marB="0">
                    <a:solidFill>
                      <a:srgbClr val="002060"/>
                    </a:solidFill>
                  </a:tcPr>
                </a:tc>
                <a:tc>
                  <a:txBody>
                    <a:bodyPr/>
                    <a:lstStyle/>
                    <a:p>
                      <a:pPr marL="0" marR="0" lvl="0" indent="0" defTabSz="914400" eaLnBrk="1" fontAlgn="auto" latinLnBrk="0" hangingPunct="1">
                        <a:lnSpc>
                          <a:spcPct val="115000"/>
                        </a:lnSpc>
                        <a:spcBef>
                          <a:spcPts val="0"/>
                        </a:spcBef>
                        <a:spcAft>
                          <a:spcPts val="800"/>
                        </a:spcAft>
                        <a:buClrTx/>
                        <a:buSzTx/>
                        <a:buFontTx/>
                        <a:buNone/>
                        <a:tabLst/>
                        <a:defRPr/>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amira.mhoon123@icloud.com</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3972688106"/>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Jessica Taylor, Teen Treasurer</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jessica_nt@iclout.com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3627498"/>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Chanel Washington, Teen Financial Secretary</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7"/>
                        </a:rPr>
                        <a:t>chanelew22@gmail.com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4934614"/>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Travis Riemer, Teen Foundation Chair</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8"/>
                        </a:rPr>
                        <a:t>travismriemer@gmail.com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3457799"/>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Adam White, Teen Editor &amp; Public Relations Chair</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9"/>
                        </a:rPr>
                        <a:t>adamwhite09@icloud.com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0622751"/>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Olivia Fordjour, Teen Historian</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0"/>
                        </a:rPr>
                        <a:t>livfordjour@gmail.com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3594377"/>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Tyson Bellamy, Teen Parliamentarian</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1"/>
                        </a:rPr>
                        <a:t>tysonc2023@gmail.com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5345253"/>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Daniel Montgomery, Teen Chaplain</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2"/>
                        </a:rPr>
                        <a:t>danjammont@outlook.com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965542"/>
                  </a:ext>
                </a:extLst>
              </a:tr>
              <a:tr h="36830">
                <a:tc>
                  <a:txBody>
                    <a:bodyPr/>
                    <a:lstStyle/>
                    <a:p>
                      <a:pPr marL="0" marR="0">
                        <a:lnSpc>
                          <a:spcPct val="115000"/>
                        </a:lnSpc>
                        <a:spcAft>
                          <a:spcPts val="800"/>
                        </a:spcAft>
                        <a:buNone/>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Adonni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Adams, Teen Protocol Chair</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3"/>
                        </a:rPr>
                        <a:t>adonniadams@gmail.com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5221840"/>
                  </a:ext>
                </a:extLst>
              </a:tr>
              <a:tr h="36830">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Langston Cephas, Teen Sargent-at-Arms</a:t>
                      </a:r>
                    </a:p>
                  </a:txBody>
                  <a:tcPr marL="68580" marR="68580" marT="0" marB="0">
                    <a:solidFill>
                      <a:srgbClr val="002060"/>
                    </a:solidFill>
                  </a:tcPr>
                </a:tc>
                <a:tc>
                  <a:txBody>
                    <a:bodyPr/>
                    <a:lstStyle/>
                    <a:p>
                      <a:pPr marL="0" marR="0">
                        <a:lnSpc>
                          <a:spcPct val="115000"/>
                        </a:lnSpc>
                        <a:spcAft>
                          <a:spcPts val="800"/>
                        </a:spcAft>
                        <a:buNone/>
                      </a:pP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4"/>
                        </a:rPr>
                        <a:t>langstonrc526@icloud.com</a:t>
                      </a:r>
                      <a:r>
                        <a:rPr lang="en-US"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8094340"/>
                  </a:ext>
                </a:extLst>
              </a:tr>
            </a:tbl>
          </a:graphicData>
        </a:graphic>
      </p:graphicFrame>
      <p:sp>
        <p:nvSpPr>
          <p:cNvPr id="4" name="Freeform 4">
            <a:extLst>
              <a:ext uri="{FF2B5EF4-FFF2-40B4-BE49-F238E27FC236}">
                <a16:creationId xmlns:a16="http://schemas.microsoft.com/office/drawing/2014/main" id="{647C61B7-C0B1-8970-A1CF-DA4660D9A9A0}"/>
              </a:ext>
            </a:extLst>
          </p:cNvPr>
          <p:cNvSpPr/>
          <p:nvPr/>
        </p:nvSpPr>
        <p:spPr>
          <a:xfrm>
            <a:off x="1082090" y="4719028"/>
            <a:ext cx="5532019" cy="4653571"/>
          </a:xfrm>
          <a:custGeom>
            <a:avLst/>
            <a:gdLst/>
            <a:ahLst/>
            <a:cxnLst/>
            <a:rect l="l" t="t" r="r" b="b"/>
            <a:pathLst>
              <a:path w="8046822" h="6434105">
                <a:moveTo>
                  <a:pt x="0" y="0"/>
                </a:moveTo>
                <a:lnTo>
                  <a:pt x="8046822" y="0"/>
                </a:lnTo>
                <a:lnTo>
                  <a:pt x="8046822" y="6434105"/>
                </a:lnTo>
                <a:lnTo>
                  <a:pt x="0" y="6434105"/>
                </a:lnTo>
                <a:lnTo>
                  <a:pt x="0" y="0"/>
                </a:lnTo>
                <a:close/>
              </a:path>
            </a:pathLst>
          </a:custGeom>
          <a:blipFill>
            <a:blip r:embed="rId15"/>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775080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1">
            <a:extLst>
              <a:ext uri="{FF2B5EF4-FFF2-40B4-BE49-F238E27FC236}">
                <a16:creationId xmlns:a16="http://schemas.microsoft.com/office/drawing/2014/main" id="{BC218165-183E-613C-A501-A5834758F4CD}"/>
              </a:ext>
            </a:extLst>
          </p:cNvPr>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9</a:t>
            </a:fld>
            <a:endParaRPr spc="-50" dirty="0"/>
          </a:p>
        </p:txBody>
      </p:sp>
      <p:sp>
        <p:nvSpPr>
          <p:cNvPr id="10" name="TextBox 9">
            <a:extLst>
              <a:ext uri="{FF2B5EF4-FFF2-40B4-BE49-F238E27FC236}">
                <a16:creationId xmlns:a16="http://schemas.microsoft.com/office/drawing/2014/main" id="{B1B6025E-B3A0-BEBF-5E68-AEA0B3DB87EB}"/>
              </a:ext>
            </a:extLst>
          </p:cNvPr>
          <p:cNvSpPr txBox="1"/>
          <p:nvPr/>
        </p:nvSpPr>
        <p:spPr>
          <a:xfrm>
            <a:off x="1295400" y="1295400"/>
            <a:ext cx="4648200" cy="646331"/>
          </a:xfrm>
          <a:prstGeom prst="rect">
            <a:avLst/>
          </a:prstGeom>
          <a:noFill/>
        </p:spPr>
        <p:txBody>
          <a:bodyPr wrap="square" rtlCol="0">
            <a:spAutoFit/>
          </a:bodyPr>
          <a:lstStyle/>
          <a:p>
            <a:pPr algn="ctr"/>
            <a:r>
              <a:rPr lang="en-US" dirty="0"/>
              <a:t>Mother Chapter Rosters</a:t>
            </a:r>
          </a:p>
          <a:p>
            <a:pPr algn="ctr"/>
            <a:r>
              <a:rPr lang="en-US" dirty="0"/>
              <a:t>Program Year 2026-2027</a:t>
            </a:r>
          </a:p>
        </p:txBody>
      </p:sp>
      <p:pic>
        <p:nvPicPr>
          <p:cNvPr id="11" name="Picture 10">
            <a:extLst>
              <a:ext uri="{FF2B5EF4-FFF2-40B4-BE49-F238E27FC236}">
                <a16:creationId xmlns:a16="http://schemas.microsoft.com/office/drawing/2014/main" id="{E90B1D1C-0B66-1BFF-BE33-B435458270AC}"/>
              </a:ext>
            </a:extLst>
          </p:cNvPr>
          <p:cNvPicPr>
            <a:picLocks noChangeAspect="1"/>
          </p:cNvPicPr>
          <p:nvPr/>
        </p:nvPicPr>
        <p:blipFill>
          <a:blip r:embed="rId2"/>
          <a:stretch>
            <a:fillRect/>
          </a:stretch>
        </p:blipFill>
        <p:spPr>
          <a:xfrm>
            <a:off x="266700" y="2209800"/>
            <a:ext cx="7239000" cy="6742869"/>
          </a:xfrm>
          <a:prstGeom prst="rect">
            <a:avLst/>
          </a:prstGeom>
        </p:spPr>
      </p:pic>
    </p:spTree>
    <p:extLst>
      <p:ext uri="{BB962C8B-B14F-4D97-AF65-F5344CB8AC3E}">
        <p14:creationId xmlns:p14="http://schemas.microsoft.com/office/powerpoint/2010/main" val="52897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1">
            <a:extLst>
              <a:ext uri="{FF2B5EF4-FFF2-40B4-BE49-F238E27FC236}">
                <a16:creationId xmlns:a16="http://schemas.microsoft.com/office/drawing/2014/main" id="{4955E7FF-EDE4-07DE-5A62-F42465E8AD99}"/>
              </a:ext>
            </a:extLst>
          </p:cNvPr>
          <p:cNvSpPr txBox="1">
            <a:spLocks noGrp="1"/>
          </p:cNvSpPr>
          <p:nvPr>
            <p:ph type="sldNum" sz="quarter" idx="7"/>
          </p:nvPr>
        </p:nvSpPr>
        <p:spPr>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10</a:t>
            </a:fld>
            <a:endParaRPr spc="-50" dirty="0"/>
          </a:p>
        </p:txBody>
      </p:sp>
      <p:sp>
        <p:nvSpPr>
          <p:cNvPr id="4" name="TextBox 3">
            <a:extLst>
              <a:ext uri="{FF2B5EF4-FFF2-40B4-BE49-F238E27FC236}">
                <a16:creationId xmlns:a16="http://schemas.microsoft.com/office/drawing/2014/main" id="{2ECE6E96-D14E-6933-7919-C112791E2141}"/>
              </a:ext>
            </a:extLst>
          </p:cNvPr>
          <p:cNvSpPr txBox="1"/>
          <p:nvPr/>
        </p:nvSpPr>
        <p:spPr>
          <a:xfrm>
            <a:off x="1295400" y="1295400"/>
            <a:ext cx="4648200" cy="646331"/>
          </a:xfrm>
          <a:prstGeom prst="rect">
            <a:avLst/>
          </a:prstGeom>
          <a:noFill/>
        </p:spPr>
        <p:txBody>
          <a:bodyPr wrap="square" rtlCol="0">
            <a:spAutoFit/>
          </a:bodyPr>
          <a:lstStyle/>
          <a:p>
            <a:pPr algn="ctr"/>
            <a:r>
              <a:rPr lang="en-US" dirty="0"/>
              <a:t>Mother Chapter Rosters</a:t>
            </a:r>
          </a:p>
          <a:p>
            <a:pPr algn="ctr"/>
            <a:r>
              <a:rPr lang="en-US" dirty="0"/>
              <a:t>Program Year 2026-2027</a:t>
            </a:r>
          </a:p>
        </p:txBody>
      </p:sp>
      <p:pic>
        <p:nvPicPr>
          <p:cNvPr id="5" name="Picture 4">
            <a:extLst>
              <a:ext uri="{FF2B5EF4-FFF2-40B4-BE49-F238E27FC236}">
                <a16:creationId xmlns:a16="http://schemas.microsoft.com/office/drawing/2014/main" id="{AFCC2D09-2704-C243-2156-AA6CDC8F1B9F}"/>
              </a:ext>
            </a:extLst>
          </p:cNvPr>
          <p:cNvPicPr>
            <a:picLocks noChangeAspect="1"/>
          </p:cNvPicPr>
          <p:nvPr/>
        </p:nvPicPr>
        <p:blipFill>
          <a:blip r:embed="rId2"/>
          <a:stretch>
            <a:fillRect/>
          </a:stretch>
        </p:blipFill>
        <p:spPr>
          <a:xfrm>
            <a:off x="182592" y="2242820"/>
            <a:ext cx="7407216" cy="6705600"/>
          </a:xfrm>
          <a:prstGeom prst="rect">
            <a:avLst/>
          </a:prstGeom>
        </p:spPr>
      </p:pic>
    </p:spTree>
    <p:extLst>
      <p:ext uri="{BB962C8B-B14F-4D97-AF65-F5344CB8AC3E}">
        <p14:creationId xmlns:p14="http://schemas.microsoft.com/office/powerpoint/2010/main" val="4265380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4C7D6F-2793-4F07-CFB5-8FC311223E35}"/>
              </a:ext>
            </a:extLst>
          </p:cNvPr>
          <p:cNvSpPr txBox="1"/>
          <p:nvPr/>
        </p:nvSpPr>
        <p:spPr>
          <a:xfrm>
            <a:off x="1295400" y="1295400"/>
            <a:ext cx="4648200" cy="646331"/>
          </a:xfrm>
          <a:prstGeom prst="rect">
            <a:avLst/>
          </a:prstGeom>
          <a:noFill/>
        </p:spPr>
        <p:txBody>
          <a:bodyPr wrap="square" rtlCol="0">
            <a:spAutoFit/>
          </a:bodyPr>
          <a:lstStyle/>
          <a:p>
            <a:pPr algn="ctr"/>
            <a:r>
              <a:rPr lang="en-US" dirty="0"/>
              <a:t>Mother Chapter Rosters</a:t>
            </a:r>
          </a:p>
          <a:p>
            <a:pPr algn="ctr"/>
            <a:r>
              <a:rPr lang="en-US" dirty="0"/>
              <a:t>Program Year 2026-2027</a:t>
            </a:r>
          </a:p>
        </p:txBody>
      </p:sp>
      <p:pic>
        <p:nvPicPr>
          <p:cNvPr id="3" name="Picture 2">
            <a:extLst>
              <a:ext uri="{FF2B5EF4-FFF2-40B4-BE49-F238E27FC236}">
                <a16:creationId xmlns:a16="http://schemas.microsoft.com/office/drawing/2014/main" id="{2E5EE4E5-E941-CA94-C05F-7333183CC94D}"/>
              </a:ext>
            </a:extLst>
          </p:cNvPr>
          <p:cNvPicPr>
            <a:picLocks noChangeAspect="1"/>
          </p:cNvPicPr>
          <p:nvPr/>
        </p:nvPicPr>
        <p:blipFill>
          <a:blip r:embed="rId2"/>
          <a:stretch>
            <a:fillRect/>
          </a:stretch>
        </p:blipFill>
        <p:spPr>
          <a:xfrm>
            <a:off x="342900" y="2133600"/>
            <a:ext cx="7086600" cy="6432282"/>
          </a:xfrm>
          <a:prstGeom prst="rect">
            <a:avLst/>
          </a:prstGeom>
        </p:spPr>
      </p:pic>
      <p:sp>
        <p:nvSpPr>
          <p:cNvPr id="7" name="TextBox 6">
            <a:extLst>
              <a:ext uri="{FF2B5EF4-FFF2-40B4-BE49-F238E27FC236}">
                <a16:creationId xmlns:a16="http://schemas.microsoft.com/office/drawing/2014/main" id="{156C9C43-B56A-9496-4CA6-92E2211A1FFB}"/>
              </a:ext>
            </a:extLst>
          </p:cNvPr>
          <p:cNvSpPr txBox="1"/>
          <p:nvPr/>
        </p:nvSpPr>
        <p:spPr>
          <a:xfrm>
            <a:off x="7010400" y="9601200"/>
            <a:ext cx="3884212" cy="230832"/>
          </a:xfrm>
          <a:prstGeom prst="rect">
            <a:avLst/>
          </a:prstGeom>
          <a:noFill/>
        </p:spPr>
        <p:txBody>
          <a:bodyPr wrap="square">
            <a:spAutoFit/>
          </a:bodyPr>
          <a:lstStyle/>
          <a:p>
            <a:r>
              <a:rPr lang="en-US" sz="900" dirty="0">
                <a:solidFill>
                  <a:schemeClr val="bg1"/>
                </a:solidFill>
                <a:latin typeface="Lucida Sans Unicode" panose="020B0602030504020204" pitchFamily="34" charset="0"/>
                <a:cs typeface="Lucida Sans Unicode" panose="020B0602030504020204" pitchFamily="34" charset="0"/>
              </a:rPr>
              <a:t>11</a:t>
            </a:r>
          </a:p>
        </p:txBody>
      </p:sp>
    </p:spTree>
    <p:extLst>
      <p:ext uri="{BB962C8B-B14F-4D97-AF65-F5344CB8AC3E}">
        <p14:creationId xmlns:p14="http://schemas.microsoft.com/office/powerpoint/2010/main" val="1275597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7F23-8F2C-3E3C-46BC-FF54373A1DB4}"/>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1C0AF58F-D1B1-53DC-D1AF-EC22F48A58A0}"/>
              </a:ext>
            </a:extLst>
          </p:cNvPr>
          <p:cNvSpPr txBox="1">
            <a:spLocks noGrp="1"/>
          </p:cNvSpPr>
          <p:nvPr>
            <p:ph type="sldNum" sz="quarter" idx="7"/>
          </p:nvPr>
        </p:nvSpPr>
        <p:spPr>
          <a:xfrm>
            <a:off x="7010400" y="9529591"/>
            <a:ext cx="21818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12</a:t>
            </a:fld>
            <a:endParaRPr spc="-50" dirty="0"/>
          </a:p>
        </p:txBody>
      </p:sp>
      <p:sp>
        <p:nvSpPr>
          <p:cNvPr id="3" name="TextBox 2">
            <a:extLst>
              <a:ext uri="{FF2B5EF4-FFF2-40B4-BE49-F238E27FC236}">
                <a16:creationId xmlns:a16="http://schemas.microsoft.com/office/drawing/2014/main" id="{ECAA752D-B264-2701-AD48-CFA01D7FE8E5}"/>
              </a:ext>
            </a:extLst>
          </p:cNvPr>
          <p:cNvSpPr txBox="1"/>
          <p:nvPr/>
        </p:nvSpPr>
        <p:spPr>
          <a:xfrm>
            <a:off x="1295400" y="1295400"/>
            <a:ext cx="4648200" cy="646331"/>
          </a:xfrm>
          <a:prstGeom prst="rect">
            <a:avLst/>
          </a:prstGeom>
          <a:noFill/>
        </p:spPr>
        <p:txBody>
          <a:bodyPr wrap="square" rtlCol="0">
            <a:spAutoFit/>
          </a:bodyPr>
          <a:lstStyle/>
          <a:p>
            <a:pPr algn="ctr"/>
            <a:r>
              <a:rPr lang="en-US" dirty="0"/>
              <a:t>Mother Chapter Rosters</a:t>
            </a:r>
          </a:p>
          <a:p>
            <a:pPr algn="ctr"/>
            <a:r>
              <a:rPr lang="en-US" dirty="0"/>
              <a:t>Program Year 2026-2027</a:t>
            </a:r>
          </a:p>
        </p:txBody>
      </p:sp>
      <p:pic>
        <p:nvPicPr>
          <p:cNvPr id="5" name="Picture 4">
            <a:extLst>
              <a:ext uri="{FF2B5EF4-FFF2-40B4-BE49-F238E27FC236}">
                <a16:creationId xmlns:a16="http://schemas.microsoft.com/office/drawing/2014/main" id="{95849EF8-52A1-FBE1-105E-2554058EA4C3}"/>
              </a:ext>
            </a:extLst>
          </p:cNvPr>
          <p:cNvPicPr>
            <a:picLocks noChangeAspect="1"/>
          </p:cNvPicPr>
          <p:nvPr/>
        </p:nvPicPr>
        <p:blipFill>
          <a:blip r:embed="rId2"/>
          <a:stretch>
            <a:fillRect/>
          </a:stretch>
        </p:blipFill>
        <p:spPr>
          <a:xfrm>
            <a:off x="190500" y="2286000"/>
            <a:ext cx="7391400" cy="6689102"/>
          </a:xfrm>
          <a:prstGeom prst="rect">
            <a:avLst/>
          </a:prstGeom>
        </p:spPr>
      </p:pic>
    </p:spTree>
    <p:extLst>
      <p:ext uri="{BB962C8B-B14F-4D97-AF65-F5344CB8AC3E}">
        <p14:creationId xmlns:p14="http://schemas.microsoft.com/office/powerpoint/2010/main" val="94796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433BD-CB9B-FDDB-371C-6C9DB1A864B6}"/>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DCC44C50-66EA-97C6-9B60-F9A6B0A31A82}"/>
              </a:ext>
            </a:extLst>
          </p:cNvPr>
          <p:cNvSpPr txBox="1">
            <a:spLocks noGrp="1"/>
          </p:cNvSpPr>
          <p:nvPr>
            <p:ph type="sldNum" sz="quarter" idx="7"/>
          </p:nvPr>
        </p:nvSpPr>
        <p:spPr>
          <a:xfrm>
            <a:off x="7067294" y="9529590"/>
            <a:ext cx="1717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13</a:t>
            </a:fld>
            <a:endParaRPr spc="-50" dirty="0"/>
          </a:p>
        </p:txBody>
      </p:sp>
      <p:sp>
        <p:nvSpPr>
          <p:cNvPr id="3" name="TextBox 2">
            <a:extLst>
              <a:ext uri="{FF2B5EF4-FFF2-40B4-BE49-F238E27FC236}">
                <a16:creationId xmlns:a16="http://schemas.microsoft.com/office/drawing/2014/main" id="{297D39CF-4C51-934B-E437-EEC27A5AD595}"/>
              </a:ext>
            </a:extLst>
          </p:cNvPr>
          <p:cNvSpPr txBox="1"/>
          <p:nvPr/>
        </p:nvSpPr>
        <p:spPr>
          <a:xfrm>
            <a:off x="1295400" y="1295400"/>
            <a:ext cx="4648200" cy="646331"/>
          </a:xfrm>
          <a:prstGeom prst="rect">
            <a:avLst/>
          </a:prstGeom>
          <a:noFill/>
        </p:spPr>
        <p:txBody>
          <a:bodyPr wrap="square" rtlCol="0">
            <a:spAutoFit/>
          </a:bodyPr>
          <a:lstStyle/>
          <a:p>
            <a:pPr algn="ctr"/>
            <a:r>
              <a:rPr lang="en-US" dirty="0"/>
              <a:t>Mother Chapter Rosters</a:t>
            </a:r>
          </a:p>
          <a:p>
            <a:pPr algn="ctr"/>
            <a:r>
              <a:rPr lang="en-US" dirty="0"/>
              <a:t>Program Year 2026-2027</a:t>
            </a:r>
          </a:p>
        </p:txBody>
      </p:sp>
      <p:pic>
        <p:nvPicPr>
          <p:cNvPr id="5" name="Picture 4">
            <a:extLst>
              <a:ext uri="{FF2B5EF4-FFF2-40B4-BE49-F238E27FC236}">
                <a16:creationId xmlns:a16="http://schemas.microsoft.com/office/drawing/2014/main" id="{375371E2-8323-6253-6F51-6B58ECBBC2BF}"/>
              </a:ext>
            </a:extLst>
          </p:cNvPr>
          <p:cNvPicPr>
            <a:picLocks noChangeAspect="1"/>
          </p:cNvPicPr>
          <p:nvPr/>
        </p:nvPicPr>
        <p:blipFill>
          <a:blip r:embed="rId2"/>
          <a:stretch>
            <a:fillRect/>
          </a:stretch>
        </p:blipFill>
        <p:spPr>
          <a:xfrm>
            <a:off x="112413" y="2547619"/>
            <a:ext cx="7587812" cy="5466995"/>
          </a:xfrm>
          <a:prstGeom prst="rect">
            <a:avLst/>
          </a:prstGeom>
        </p:spPr>
      </p:pic>
    </p:spTree>
    <p:extLst>
      <p:ext uri="{BB962C8B-B14F-4D97-AF65-F5344CB8AC3E}">
        <p14:creationId xmlns:p14="http://schemas.microsoft.com/office/powerpoint/2010/main" val="325466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75E9-3BE9-8BF0-FAB3-79E79E5A8B70}"/>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2F9CE4A4-D43D-05F7-E456-03ADBFD0F942}"/>
              </a:ext>
            </a:extLst>
          </p:cNvPr>
          <p:cNvSpPr txBox="1">
            <a:spLocks noGrp="1"/>
          </p:cNvSpPr>
          <p:nvPr>
            <p:ph type="sldNum" sz="quarter" idx="7"/>
          </p:nvPr>
        </p:nvSpPr>
        <p:spPr>
          <a:xfrm>
            <a:off x="7067294" y="9529590"/>
            <a:ext cx="1717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14</a:t>
            </a:fld>
            <a:endParaRPr spc="-50" dirty="0"/>
          </a:p>
        </p:txBody>
      </p:sp>
      <p:sp>
        <p:nvSpPr>
          <p:cNvPr id="8" name="TextBox 7">
            <a:extLst>
              <a:ext uri="{FF2B5EF4-FFF2-40B4-BE49-F238E27FC236}">
                <a16:creationId xmlns:a16="http://schemas.microsoft.com/office/drawing/2014/main" id="{6DF5E86E-967B-05B8-35CE-2E01031CD25B}"/>
              </a:ext>
            </a:extLst>
          </p:cNvPr>
          <p:cNvSpPr txBox="1"/>
          <p:nvPr/>
        </p:nvSpPr>
        <p:spPr>
          <a:xfrm>
            <a:off x="1562099" y="1379323"/>
            <a:ext cx="4648200" cy="646331"/>
          </a:xfrm>
          <a:prstGeom prst="rect">
            <a:avLst/>
          </a:prstGeom>
          <a:noFill/>
        </p:spPr>
        <p:txBody>
          <a:bodyPr wrap="square" rtlCol="0">
            <a:spAutoFit/>
          </a:bodyPr>
          <a:lstStyle/>
          <a:p>
            <a:pPr algn="ctr"/>
            <a:r>
              <a:rPr lang="en-US" dirty="0">
                <a:ln w="0"/>
                <a:solidFill>
                  <a:schemeClr val="accent1"/>
                </a:solidFill>
                <a:effectLst>
                  <a:outerShdw blurRad="38100" dist="25400" dir="5400000" algn="ctr" rotWithShape="0">
                    <a:srgbClr val="6E747A">
                      <a:alpha val="43000"/>
                    </a:srgbClr>
                  </a:outerShdw>
                </a:effectLst>
              </a:rPr>
              <a:t>Group I</a:t>
            </a:r>
          </a:p>
          <a:p>
            <a:pPr algn="ctr"/>
            <a:r>
              <a:rPr lang="en-US" dirty="0">
                <a:ln w="0"/>
                <a:solidFill>
                  <a:schemeClr val="accent1"/>
                </a:solidFill>
                <a:effectLst>
                  <a:outerShdw blurRad="38100" dist="25400" dir="5400000" algn="ctr" rotWithShape="0">
                    <a:srgbClr val="6E747A">
                      <a:alpha val="43000"/>
                    </a:srgbClr>
                  </a:outerShdw>
                </a:effectLst>
              </a:rPr>
              <a:t>Program Year 2026-2027</a:t>
            </a:r>
          </a:p>
        </p:txBody>
      </p:sp>
      <p:sp>
        <p:nvSpPr>
          <p:cNvPr id="9" name="TextBox 8">
            <a:extLst>
              <a:ext uri="{FF2B5EF4-FFF2-40B4-BE49-F238E27FC236}">
                <a16:creationId xmlns:a16="http://schemas.microsoft.com/office/drawing/2014/main" id="{30D33ACB-6A90-AD0E-7711-D23C80E1B289}"/>
              </a:ext>
            </a:extLst>
          </p:cNvPr>
          <p:cNvSpPr txBox="1"/>
          <p:nvPr/>
        </p:nvSpPr>
        <p:spPr>
          <a:xfrm>
            <a:off x="1562099" y="5046133"/>
            <a:ext cx="4648200" cy="646331"/>
          </a:xfrm>
          <a:prstGeom prst="rect">
            <a:avLst/>
          </a:prstGeom>
          <a:noFill/>
        </p:spPr>
        <p:txBody>
          <a:bodyPr wrap="square" rtlCol="0">
            <a:spAutoFit/>
          </a:bodyPr>
          <a:lstStyle/>
          <a:p>
            <a:pPr algn="ctr"/>
            <a:r>
              <a:rPr lang="en-US" dirty="0">
                <a:solidFill>
                  <a:schemeClr val="accent6"/>
                </a:solidFill>
              </a:rPr>
              <a:t>Group II</a:t>
            </a:r>
          </a:p>
          <a:p>
            <a:pPr algn="ctr"/>
            <a:r>
              <a:rPr lang="en-US" dirty="0">
                <a:solidFill>
                  <a:schemeClr val="accent6"/>
                </a:solidFill>
              </a:rPr>
              <a:t>Program Year 2026-2027</a:t>
            </a:r>
          </a:p>
        </p:txBody>
      </p:sp>
      <p:pic>
        <p:nvPicPr>
          <p:cNvPr id="11" name="Picture 10">
            <a:extLst>
              <a:ext uri="{FF2B5EF4-FFF2-40B4-BE49-F238E27FC236}">
                <a16:creationId xmlns:a16="http://schemas.microsoft.com/office/drawing/2014/main" id="{73F6113A-B655-771D-4649-290EA9874885}"/>
              </a:ext>
            </a:extLst>
          </p:cNvPr>
          <p:cNvPicPr>
            <a:picLocks noChangeAspect="1"/>
          </p:cNvPicPr>
          <p:nvPr/>
        </p:nvPicPr>
        <p:blipFill>
          <a:blip r:embed="rId2"/>
          <a:stretch>
            <a:fillRect/>
          </a:stretch>
        </p:blipFill>
        <p:spPr>
          <a:xfrm>
            <a:off x="1161211" y="2123594"/>
            <a:ext cx="5707177" cy="2829406"/>
          </a:xfrm>
          <a:prstGeom prst="rect">
            <a:avLst/>
          </a:prstGeom>
        </p:spPr>
      </p:pic>
      <p:pic>
        <p:nvPicPr>
          <p:cNvPr id="12" name="Picture 11">
            <a:extLst>
              <a:ext uri="{FF2B5EF4-FFF2-40B4-BE49-F238E27FC236}">
                <a16:creationId xmlns:a16="http://schemas.microsoft.com/office/drawing/2014/main" id="{D9247462-0993-CD43-FB70-29BD6A82F725}"/>
              </a:ext>
            </a:extLst>
          </p:cNvPr>
          <p:cNvPicPr>
            <a:picLocks noChangeAspect="1"/>
          </p:cNvPicPr>
          <p:nvPr/>
        </p:nvPicPr>
        <p:blipFill>
          <a:blip r:embed="rId3"/>
          <a:stretch>
            <a:fillRect/>
          </a:stretch>
        </p:blipFill>
        <p:spPr>
          <a:xfrm>
            <a:off x="1161210" y="5785597"/>
            <a:ext cx="5707177" cy="3666714"/>
          </a:xfrm>
          <a:prstGeom prst="rect">
            <a:avLst/>
          </a:prstGeom>
        </p:spPr>
      </p:pic>
    </p:spTree>
    <p:extLst>
      <p:ext uri="{BB962C8B-B14F-4D97-AF65-F5344CB8AC3E}">
        <p14:creationId xmlns:p14="http://schemas.microsoft.com/office/powerpoint/2010/main" val="1640138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4A8B-2C04-9A49-DD69-44FC1EC33F5A}"/>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A4CA0C0D-428D-8025-4EB2-6C0B281AD585}"/>
              </a:ext>
            </a:extLst>
          </p:cNvPr>
          <p:cNvSpPr txBox="1">
            <a:spLocks noGrp="1"/>
          </p:cNvSpPr>
          <p:nvPr>
            <p:ph type="sldNum" sz="quarter" idx="7"/>
          </p:nvPr>
        </p:nvSpPr>
        <p:spPr>
          <a:xfrm>
            <a:off x="7067294" y="9529590"/>
            <a:ext cx="3241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15</a:t>
            </a:fld>
            <a:endParaRPr spc="-50" dirty="0"/>
          </a:p>
        </p:txBody>
      </p:sp>
      <p:sp>
        <p:nvSpPr>
          <p:cNvPr id="3" name="TextBox 2">
            <a:extLst>
              <a:ext uri="{FF2B5EF4-FFF2-40B4-BE49-F238E27FC236}">
                <a16:creationId xmlns:a16="http://schemas.microsoft.com/office/drawing/2014/main" id="{482F155F-1A8B-4FB9-2081-533F92C81CF5}"/>
              </a:ext>
            </a:extLst>
          </p:cNvPr>
          <p:cNvSpPr txBox="1"/>
          <p:nvPr/>
        </p:nvSpPr>
        <p:spPr>
          <a:xfrm>
            <a:off x="1524000" y="1371600"/>
            <a:ext cx="4648200" cy="646331"/>
          </a:xfrm>
          <a:prstGeom prst="rect">
            <a:avLst/>
          </a:prstGeom>
          <a:noFill/>
        </p:spPr>
        <p:txBody>
          <a:bodyPr wrap="square" rtlCol="0">
            <a:spAutoFit/>
          </a:bodyPr>
          <a:lstStyle/>
          <a:p>
            <a:pPr algn="ctr"/>
            <a:r>
              <a:rPr lang="en-US" dirty="0">
                <a:ln w="0"/>
                <a:solidFill>
                  <a:schemeClr val="accent1"/>
                </a:solidFill>
                <a:effectLst>
                  <a:outerShdw blurRad="38100" dist="25400" dir="5400000" algn="ctr" rotWithShape="0">
                    <a:srgbClr val="6E747A">
                      <a:alpha val="43000"/>
                    </a:srgbClr>
                  </a:outerShdw>
                </a:effectLst>
              </a:rPr>
              <a:t>Group III</a:t>
            </a:r>
          </a:p>
          <a:p>
            <a:pPr algn="ctr"/>
            <a:r>
              <a:rPr lang="en-US" dirty="0">
                <a:ln w="0"/>
                <a:solidFill>
                  <a:schemeClr val="accent1"/>
                </a:solidFill>
                <a:effectLst>
                  <a:outerShdw blurRad="38100" dist="25400" dir="5400000" algn="ctr" rotWithShape="0">
                    <a:srgbClr val="6E747A">
                      <a:alpha val="43000"/>
                    </a:srgbClr>
                  </a:outerShdw>
                </a:effectLst>
              </a:rPr>
              <a:t>Program Year 2026-2027</a:t>
            </a:r>
          </a:p>
        </p:txBody>
      </p:sp>
      <p:pic>
        <p:nvPicPr>
          <p:cNvPr id="4" name="Picture 3">
            <a:extLst>
              <a:ext uri="{FF2B5EF4-FFF2-40B4-BE49-F238E27FC236}">
                <a16:creationId xmlns:a16="http://schemas.microsoft.com/office/drawing/2014/main" id="{FEEC0245-08C9-02CB-60BC-2398CB834358}"/>
              </a:ext>
            </a:extLst>
          </p:cNvPr>
          <p:cNvPicPr>
            <a:picLocks noChangeAspect="1"/>
          </p:cNvPicPr>
          <p:nvPr/>
        </p:nvPicPr>
        <p:blipFill>
          <a:blip r:embed="rId2"/>
          <a:stretch>
            <a:fillRect/>
          </a:stretch>
        </p:blipFill>
        <p:spPr>
          <a:xfrm>
            <a:off x="1219200" y="2362200"/>
            <a:ext cx="5638800" cy="3977577"/>
          </a:xfrm>
          <a:prstGeom prst="rect">
            <a:avLst/>
          </a:prstGeom>
        </p:spPr>
      </p:pic>
    </p:spTree>
    <p:extLst>
      <p:ext uri="{BB962C8B-B14F-4D97-AF65-F5344CB8AC3E}">
        <p14:creationId xmlns:p14="http://schemas.microsoft.com/office/powerpoint/2010/main" val="4224067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65A6E-D09C-2BDD-5A93-E87E621A5220}"/>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9FDF5548-AAB6-FF7B-8C22-E053E412AF49}"/>
              </a:ext>
            </a:extLst>
          </p:cNvPr>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16</a:t>
            </a:fld>
            <a:endParaRPr spc="-50" dirty="0"/>
          </a:p>
        </p:txBody>
      </p:sp>
      <p:grpSp>
        <p:nvGrpSpPr>
          <p:cNvPr id="8" name="Group 7">
            <a:extLst>
              <a:ext uri="{FF2B5EF4-FFF2-40B4-BE49-F238E27FC236}">
                <a16:creationId xmlns:a16="http://schemas.microsoft.com/office/drawing/2014/main" id="{70FCDA4F-4C84-CAB2-A089-9D94B7272939}"/>
              </a:ext>
            </a:extLst>
          </p:cNvPr>
          <p:cNvGrpSpPr/>
          <p:nvPr/>
        </p:nvGrpSpPr>
        <p:grpSpPr>
          <a:xfrm>
            <a:off x="1308870" y="1941731"/>
            <a:ext cx="5154660" cy="6973669"/>
            <a:chOff x="1330036" y="1941731"/>
            <a:chExt cx="5154660" cy="6973669"/>
          </a:xfrm>
        </p:grpSpPr>
        <p:pic>
          <p:nvPicPr>
            <p:cNvPr id="7" name="Picture 6">
              <a:extLst>
                <a:ext uri="{FF2B5EF4-FFF2-40B4-BE49-F238E27FC236}">
                  <a16:creationId xmlns:a16="http://schemas.microsoft.com/office/drawing/2014/main" id="{A729130D-C917-69C8-24D4-635198B8F2CF}"/>
                </a:ext>
              </a:extLst>
            </p:cNvPr>
            <p:cNvPicPr>
              <a:picLocks noChangeAspect="1"/>
            </p:cNvPicPr>
            <p:nvPr/>
          </p:nvPicPr>
          <p:blipFill>
            <a:blip r:embed="rId2"/>
            <a:srcRect t="7762"/>
            <a:stretch>
              <a:fillRect/>
            </a:stretch>
          </p:blipFill>
          <p:spPr>
            <a:xfrm>
              <a:off x="1330037" y="6198968"/>
              <a:ext cx="5154659" cy="2716432"/>
            </a:xfrm>
            <a:prstGeom prst="rect">
              <a:avLst/>
            </a:prstGeom>
          </p:spPr>
        </p:pic>
        <p:pic>
          <p:nvPicPr>
            <p:cNvPr id="3" name="Picture 2">
              <a:extLst>
                <a:ext uri="{FF2B5EF4-FFF2-40B4-BE49-F238E27FC236}">
                  <a16:creationId xmlns:a16="http://schemas.microsoft.com/office/drawing/2014/main" id="{FAB42CCC-B431-8BA1-569B-9AD3EADB89F3}"/>
                </a:ext>
              </a:extLst>
            </p:cNvPr>
            <p:cNvPicPr>
              <a:picLocks noChangeAspect="1"/>
            </p:cNvPicPr>
            <p:nvPr/>
          </p:nvPicPr>
          <p:blipFill>
            <a:blip r:embed="rId3"/>
            <a:stretch>
              <a:fillRect/>
            </a:stretch>
          </p:blipFill>
          <p:spPr>
            <a:xfrm>
              <a:off x="1330036" y="1941731"/>
              <a:ext cx="5154659" cy="4343400"/>
            </a:xfrm>
            <a:prstGeom prst="rect">
              <a:avLst/>
            </a:prstGeom>
          </p:spPr>
        </p:pic>
      </p:grpSp>
      <p:sp>
        <p:nvSpPr>
          <p:cNvPr id="6" name="TextBox 5">
            <a:extLst>
              <a:ext uri="{FF2B5EF4-FFF2-40B4-BE49-F238E27FC236}">
                <a16:creationId xmlns:a16="http://schemas.microsoft.com/office/drawing/2014/main" id="{0F99D710-D1D7-F9B8-B2B3-20DACE94AED5}"/>
              </a:ext>
            </a:extLst>
          </p:cNvPr>
          <p:cNvSpPr txBox="1"/>
          <p:nvPr/>
        </p:nvSpPr>
        <p:spPr>
          <a:xfrm>
            <a:off x="1676400" y="1143000"/>
            <a:ext cx="4648200" cy="646331"/>
          </a:xfrm>
          <a:prstGeom prst="rect">
            <a:avLst/>
          </a:prstGeom>
          <a:noFill/>
        </p:spPr>
        <p:txBody>
          <a:bodyPr wrap="square" rtlCol="0">
            <a:spAutoFit/>
          </a:bodyPr>
          <a:lstStyle/>
          <a:p>
            <a:pPr algn="ctr"/>
            <a:r>
              <a:rPr lang="en-US" dirty="0">
                <a:solidFill>
                  <a:schemeClr val="accent6"/>
                </a:solidFill>
              </a:rPr>
              <a:t>Group IV</a:t>
            </a:r>
          </a:p>
          <a:p>
            <a:pPr algn="ctr"/>
            <a:r>
              <a:rPr lang="en-US" dirty="0">
                <a:solidFill>
                  <a:schemeClr val="accent6"/>
                </a:solidFill>
              </a:rPr>
              <a:t>Program Year 2026-2027</a:t>
            </a:r>
          </a:p>
        </p:txBody>
      </p:sp>
    </p:spTree>
    <p:extLst>
      <p:ext uri="{BB962C8B-B14F-4D97-AF65-F5344CB8AC3E}">
        <p14:creationId xmlns:p14="http://schemas.microsoft.com/office/powerpoint/2010/main" val="919127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8ECDF-6DB3-9DA5-2FBE-E60C420F315B}"/>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60CC2AB3-5687-DB2E-26BD-37A3443701E9}"/>
              </a:ext>
            </a:extLst>
          </p:cNvPr>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17</a:t>
            </a:fld>
            <a:endParaRPr spc="-50" dirty="0"/>
          </a:p>
        </p:txBody>
      </p:sp>
      <p:sp>
        <p:nvSpPr>
          <p:cNvPr id="3" name="TextBox 2">
            <a:extLst>
              <a:ext uri="{FF2B5EF4-FFF2-40B4-BE49-F238E27FC236}">
                <a16:creationId xmlns:a16="http://schemas.microsoft.com/office/drawing/2014/main" id="{CFA6497C-F0D8-A1E0-991B-188558F0C14E}"/>
              </a:ext>
            </a:extLst>
          </p:cNvPr>
          <p:cNvSpPr txBox="1"/>
          <p:nvPr/>
        </p:nvSpPr>
        <p:spPr>
          <a:xfrm>
            <a:off x="1562100" y="1219200"/>
            <a:ext cx="4648200" cy="646331"/>
          </a:xfrm>
          <a:prstGeom prst="rect">
            <a:avLst/>
          </a:prstGeom>
          <a:noFill/>
        </p:spPr>
        <p:txBody>
          <a:bodyPr wrap="square" rtlCol="0">
            <a:spAutoFit/>
          </a:bodyPr>
          <a:lstStyle/>
          <a:p>
            <a:pPr algn="ctr"/>
            <a:r>
              <a:rPr lang="en-US" dirty="0">
                <a:ln w="0"/>
                <a:solidFill>
                  <a:schemeClr val="accent1"/>
                </a:solidFill>
                <a:effectLst>
                  <a:outerShdw blurRad="38100" dist="25400" dir="5400000" algn="ctr" rotWithShape="0">
                    <a:srgbClr val="6E747A">
                      <a:alpha val="43000"/>
                    </a:srgbClr>
                  </a:outerShdw>
                </a:effectLst>
              </a:rPr>
              <a:t>Group V</a:t>
            </a:r>
          </a:p>
          <a:p>
            <a:pPr algn="ctr"/>
            <a:r>
              <a:rPr lang="en-US" dirty="0">
                <a:ln w="0"/>
                <a:solidFill>
                  <a:schemeClr val="accent1"/>
                </a:solidFill>
                <a:effectLst>
                  <a:outerShdw blurRad="38100" dist="25400" dir="5400000" algn="ctr" rotWithShape="0">
                    <a:srgbClr val="6E747A">
                      <a:alpha val="43000"/>
                    </a:srgbClr>
                  </a:outerShdw>
                </a:effectLst>
              </a:rPr>
              <a:t>Program Year 2026-2027</a:t>
            </a:r>
          </a:p>
        </p:txBody>
      </p:sp>
      <p:grpSp>
        <p:nvGrpSpPr>
          <p:cNvPr id="10" name="Group 9">
            <a:extLst>
              <a:ext uri="{FF2B5EF4-FFF2-40B4-BE49-F238E27FC236}">
                <a16:creationId xmlns:a16="http://schemas.microsoft.com/office/drawing/2014/main" id="{0D9194F2-7DE5-9080-B4DA-D9A11DB04791}"/>
              </a:ext>
            </a:extLst>
          </p:cNvPr>
          <p:cNvGrpSpPr/>
          <p:nvPr/>
        </p:nvGrpSpPr>
        <p:grpSpPr>
          <a:xfrm>
            <a:off x="85642" y="2133600"/>
            <a:ext cx="4181558" cy="6634105"/>
            <a:chOff x="228600" y="1752600"/>
            <a:chExt cx="3541093" cy="5800609"/>
          </a:xfrm>
        </p:grpSpPr>
        <p:pic>
          <p:nvPicPr>
            <p:cNvPr id="7" name="Picture 6">
              <a:extLst>
                <a:ext uri="{FF2B5EF4-FFF2-40B4-BE49-F238E27FC236}">
                  <a16:creationId xmlns:a16="http://schemas.microsoft.com/office/drawing/2014/main" id="{089307A0-3216-AAFB-75AD-C7EB3F6ABDFC}"/>
                </a:ext>
              </a:extLst>
            </p:cNvPr>
            <p:cNvPicPr>
              <a:picLocks noChangeAspect="1"/>
            </p:cNvPicPr>
            <p:nvPr/>
          </p:nvPicPr>
          <p:blipFill>
            <a:blip r:embed="rId2"/>
            <a:srcRect t="3991"/>
            <a:stretch>
              <a:fillRect/>
            </a:stretch>
          </p:blipFill>
          <p:spPr>
            <a:xfrm>
              <a:off x="228600" y="4724400"/>
              <a:ext cx="3541093" cy="2828809"/>
            </a:xfrm>
            <a:prstGeom prst="rect">
              <a:avLst/>
            </a:prstGeom>
          </p:spPr>
        </p:pic>
        <p:pic>
          <p:nvPicPr>
            <p:cNvPr id="6" name="Picture 5">
              <a:extLst>
                <a:ext uri="{FF2B5EF4-FFF2-40B4-BE49-F238E27FC236}">
                  <a16:creationId xmlns:a16="http://schemas.microsoft.com/office/drawing/2014/main" id="{17C31D92-BD88-2EC1-28FC-49EA7A77816A}"/>
                </a:ext>
              </a:extLst>
            </p:cNvPr>
            <p:cNvPicPr>
              <a:picLocks noChangeAspect="1"/>
            </p:cNvPicPr>
            <p:nvPr/>
          </p:nvPicPr>
          <p:blipFill>
            <a:blip r:embed="rId3"/>
            <a:stretch>
              <a:fillRect/>
            </a:stretch>
          </p:blipFill>
          <p:spPr>
            <a:xfrm>
              <a:off x="228600" y="1752600"/>
              <a:ext cx="3541093" cy="3073401"/>
            </a:xfrm>
            <a:prstGeom prst="rect">
              <a:avLst/>
            </a:prstGeom>
          </p:spPr>
        </p:pic>
      </p:grpSp>
      <p:pic>
        <p:nvPicPr>
          <p:cNvPr id="8" name="Picture 7">
            <a:extLst>
              <a:ext uri="{FF2B5EF4-FFF2-40B4-BE49-F238E27FC236}">
                <a16:creationId xmlns:a16="http://schemas.microsoft.com/office/drawing/2014/main" id="{0650B480-E0CA-9FA0-398D-AFF4F96B4FB9}"/>
              </a:ext>
            </a:extLst>
          </p:cNvPr>
          <p:cNvPicPr>
            <a:picLocks noChangeAspect="1"/>
          </p:cNvPicPr>
          <p:nvPr/>
        </p:nvPicPr>
        <p:blipFill>
          <a:blip r:embed="rId4"/>
          <a:stretch>
            <a:fillRect/>
          </a:stretch>
        </p:blipFill>
        <p:spPr>
          <a:xfrm>
            <a:off x="4267200" y="2143369"/>
            <a:ext cx="3474911" cy="2885831"/>
          </a:xfrm>
          <a:prstGeom prst="rect">
            <a:avLst/>
          </a:prstGeom>
        </p:spPr>
      </p:pic>
    </p:spTree>
    <p:extLst>
      <p:ext uri="{BB962C8B-B14F-4D97-AF65-F5344CB8AC3E}">
        <p14:creationId xmlns:p14="http://schemas.microsoft.com/office/powerpoint/2010/main" val="426236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947DF-883E-50E0-E350-B8C2A1F1219B}"/>
            </a:ext>
          </a:extLst>
        </p:cNvPr>
        <p:cNvGrpSpPr/>
        <p:nvPr/>
      </p:nvGrpSpPr>
      <p:grpSpPr>
        <a:xfrm>
          <a:off x="0" y="0"/>
          <a:ext cx="0" cy="0"/>
          <a:chOff x="0" y="0"/>
          <a:chExt cx="0" cy="0"/>
        </a:xfrm>
      </p:grpSpPr>
      <p:sp>
        <p:nvSpPr>
          <p:cNvPr id="2" name="object 31">
            <a:extLst>
              <a:ext uri="{FF2B5EF4-FFF2-40B4-BE49-F238E27FC236}">
                <a16:creationId xmlns:a16="http://schemas.microsoft.com/office/drawing/2014/main" id="{886F54D8-A5D2-FCFB-0188-2B20E7D03A50}"/>
              </a:ext>
            </a:extLst>
          </p:cNvPr>
          <p:cNvSpPr txBox="1">
            <a:spLocks noGrp="1"/>
          </p:cNvSpPr>
          <p:nvPr>
            <p:ph type="sldNum" sz="quarter" idx="7"/>
          </p:nvPr>
        </p:nvSpPr>
        <p:spPr>
          <a:xfrm>
            <a:off x="7010400" y="9529591"/>
            <a:ext cx="21818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18</a:t>
            </a:fld>
            <a:endParaRPr spc="-50" dirty="0"/>
          </a:p>
        </p:txBody>
      </p:sp>
      <p:sp>
        <p:nvSpPr>
          <p:cNvPr id="3" name="TextBox 2">
            <a:extLst>
              <a:ext uri="{FF2B5EF4-FFF2-40B4-BE49-F238E27FC236}">
                <a16:creationId xmlns:a16="http://schemas.microsoft.com/office/drawing/2014/main" id="{2F5F7961-FFB2-6AC1-8336-2B7FCD2624C4}"/>
              </a:ext>
            </a:extLst>
          </p:cNvPr>
          <p:cNvSpPr txBox="1"/>
          <p:nvPr/>
        </p:nvSpPr>
        <p:spPr>
          <a:xfrm>
            <a:off x="1695450" y="1066800"/>
            <a:ext cx="4381500" cy="646331"/>
          </a:xfrm>
          <a:prstGeom prst="rect">
            <a:avLst/>
          </a:prstGeom>
          <a:noFill/>
        </p:spPr>
        <p:txBody>
          <a:bodyPr wrap="square" rtlCol="0">
            <a:spAutoFit/>
          </a:bodyPr>
          <a:lstStyle/>
          <a:p>
            <a:pPr algn="ctr"/>
            <a:r>
              <a:rPr lang="en-US" dirty="0">
                <a:solidFill>
                  <a:schemeClr val="accent6"/>
                </a:solidFill>
              </a:rPr>
              <a:t>Group VI</a:t>
            </a:r>
          </a:p>
          <a:p>
            <a:pPr algn="ctr"/>
            <a:r>
              <a:rPr lang="en-US" dirty="0">
                <a:solidFill>
                  <a:schemeClr val="accent6"/>
                </a:solidFill>
              </a:rPr>
              <a:t>Program Year 2026-2027</a:t>
            </a:r>
          </a:p>
        </p:txBody>
      </p:sp>
      <p:grpSp>
        <p:nvGrpSpPr>
          <p:cNvPr id="14" name="Group 13">
            <a:extLst>
              <a:ext uri="{FF2B5EF4-FFF2-40B4-BE49-F238E27FC236}">
                <a16:creationId xmlns:a16="http://schemas.microsoft.com/office/drawing/2014/main" id="{139F9E78-C267-1D9E-602F-CD05BA0EDF68}"/>
              </a:ext>
            </a:extLst>
          </p:cNvPr>
          <p:cNvGrpSpPr/>
          <p:nvPr/>
        </p:nvGrpSpPr>
        <p:grpSpPr>
          <a:xfrm>
            <a:off x="3886200" y="1828800"/>
            <a:ext cx="3856250" cy="7008641"/>
            <a:chOff x="3957143" y="1906759"/>
            <a:chExt cx="3856250" cy="7008641"/>
          </a:xfrm>
        </p:grpSpPr>
        <p:pic>
          <p:nvPicPr>
            <p:cNvPr id="10" name="Picture 9">
              <a:extLst>
                <a:ext uri="{FF2B5EF4-FFF2-40B4-BE49-F238E27FC236}">
                  <a16:creationId xmlns:a16="http://schemas.microsoft.com/office/drawing/2014/main" id="{5CB02B77-2E99-8235-5161-C2BC809D1C23}"/>
                </a:ext>
              </a:extLst>
            </p:cNvPr>
            <p:cNvPicPr>
              <a:picLocks noChangeAspect="1"/>
            </p:cNvPicPr>
            <p:nvPr/>
          </p:nvPicPr>
          <p:blipFill>
            <a:blip r:embed="rId2"/>
            <a:srcRect t="5042"/>
            <a:stretch>
              <a:fillRect/>
            </a:stretch>
          </p:blipFill>
          <p:spPr>
            <a:xfrm>
              <a:off x="3960765" y="5419112"/>
              <a:ext cx="3852628" cy="3496288"/>
            </a:xfrm>
            <a:prstGeom prst="rect">
              <a:avLst/>
            </a:prstGeom>
          </p:spPr>
        </p:pic>
        <p:pic>
          <p:nvPicPr>
            <p:cNvPr id="9" name="Picture 8">
              <a:extLst>
                <a:ext uri="{FF2B5EF4-FFF2-40B4-BE49-F238E27FC236}">
                  <a16:creationId xmlns:a16="http://schemas.microsoft.com/office/drawing/2014/main" id="{D95A695D-5AE5-5B85-6414-181D73FDE761}"/>
                </a:ext>
              </a:extLst>
            </p:cNvPr>
            <p:cNvPicPr>
              <a:picLocks noChangeAspect="1"/>
            </p:cNvPicPr>
            <p:nvPr/>
          </p:nvPicPr>
          <p:blipFill>
            <a:blip r:embed="rId3"/>
            <a:stretch>
              <a:fillRect/>
            </a:stretch>
          </p:blipFill>
          <p:spPr>
            <a:xfrm>
              <a:off x="3957143" y="1906759"/>
              <a:ext cx="3856250" cy="3579641"/>
            </a:xfrm>
            <a:prstGeom prst="rect">
              <a:avLst/>
            </a:prstGeom>
          </p:spPr>
        </p:pic>
      </p:grpSp>
      <p:grpSp>
        <p:nvGrpSpPr>
          <p:cNvPr id="13" name="Group 12">
            <a:extLst>
              <a:ext uri="{FF2B5EF4-FFF2-40B4-BE49-F238E27FC236}">
                <a16:creationId xmlns:a16="http://schemas.microsoft.com/office/drawing/2014/main" id="{AF72256F-3BDF-CB36-99D8-39F10B9A1F01}"/>
              </a:ext>
            </a:extLst>
          </p:cNvPr>
          <p:cNvGrpSpPr/>
          <p:nvPr/>
        </p:nvGrpSpPr>
        <p:grpSpPr>
          <a:xfrm>
            <a:off x="0" y="1828800"/>
            <a:ext cx="3835308" cy="6639537"/>
            <a:chOff x="50892" y="1859866"/>
            <a:chExt cx="3835308" cy="6639537"/>
          </a:xfrm>
        </p:grpSpPr>
        <p:pic>
          <p:nvPicPr>
            <p:cNvPr id="4" name="Picture 3">
              <a:extLst>
                <a:ext uri="{FF2B5EF4-FFF2-40B4-BE49-F238E27FC236}">
                  <a16:creationId xmlns:a16="http://schemas.microsoft.com/office/drawing/2014/main" id="{6BDC1D02-6043-2FE1-E602-A994E1372F35}"/>
                </a:ext>
              </a:extLst>
            </p:cNvPr>
            <p:cNvPicPr>
              <a:picLocks noChangeAspect="1"/>
            </p:cNvPicPr>
            <p:nvPr/>
          </p:nvPicPr>
          <p:blipFill>
            <a:blip r:embed="rId4"/>
            <a:stretch>
              <a:fillRect/>
            </a:stretch>
          </p:blipFill>
          <p:spPr>
            <a:xfrm>
              <a:off x="76200" y="1859866"/>
              <a:ext cx="3808141" cy="3650848"/>
            </a:xfrm>
            <a:prstGeom prst="rect">
              <a:avLst/>
            </a:prstGeom>
          </p:spPr>
        </p:pic>
        <p:pic>
          <p:nvPicPr>
            <p:cNvPr id="12" name="Picture 11">
              <a:extLst>
                <a:ext uri="{FF2B5EF4-FFF2-40B4-BE49-F238E27FC236}">
                  <a16:creationId xmlns:a16="http://schemas.microsoft.com/office/drawing/2014/main" id="{F51E778B-7DF5-433F-5586-662CB0D7A48E}"/>
                </a:ext>
              </a:extLst>
            </p:cNvPr>
            <p:cNvPicPr>
              <a:picLocks noChangeAspect="1"/>
            </p:cNvPicPr>
            <p:nvPr/>
          </p:nvPicPr>
          <p:blipFill>
            <a:blip r:embed="rId5"/>
            <a:stretch>
              <a:fillRect/>
            </a:stretch>
          </p:blipFill>
          <p:spPr>
            <a:xfrm>
              <a:off x="50892" y="5486400"/>
              <a:ext cx="3835308" cy="3013003"/>
            </a:xfrm>
            <a:prstGeom prst="rect">
              <a:avLst/>
            </a:prstGeom>
          </p:spPr>
        </p:pic>
      </p:grpSp>
    </p:spTree>
    <p:extLst>
      <p:ext uri="{BB962C8B-B14F-4D97-AF65-F5344CB8AC3E}">
        <p14:creationId xmlns:p14="http://schemas.microsoft.com/office/powerpoint/2010/main" val="354019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272651"/>
            <a:ext cx="3281045" cy="6616700"/>
          </a:xfrm>
          <a:prstGeom prst="rect">
            <a:avLst/>
          </a:prstGeom>
        </p:spPr>
        <p:txBody>
          <a:bodyPr vert="horz" wrap="square" lIns="0" tIns="12700" rIns="0" bIns="0" rtlCol="0">
            <a:spAutoFit/>
          </a:bodyPr>
          <a:lstStyle/>
          <a:p>
            <a:pPr marL="1236345" marR="158750">
              <a:lnSpc>
                <a:spcPct val="100000"/>
              </a:lnSpc>
              <a:spcBef>
                <a:spcPts val="1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late</a:t>
            </a:r>
            <a:r>
              <a:rPr sz="1000" spc="-5" dirty="0">
                <a:solidFill>
                  <a:srgbClr val="231F20"/>
                </a:solidFill>
                <a:latin typeface="Arial"/>
                <a:cs typeface="Arial"/>
              </a:rPr>
              <a:t> </a:t>
            </a:r>
            <a:r>
              <a:rPr sz="1000" dirty="0">
                <a:solidFill>
                  <a:srgbClr val="231F20"/>
                </a:solidFill>
                <a:latin typeface="Arial"/>
                <a:cs typeface="Arial"/>
              </a:rPr>
              <a:t>winter of </a:t>
            </a:r>
            <a:r>
              <a:rPr sz="1000" spc="-20" dirty="0">
                <a:solidFill>
                  <a:srgbClr val="231F20"/>
                </a:solidFill>
                <a:latin typeface="Arial"/>
                <a:cs typeface="Arial"/>
              </a:rPr>
              <a:t>1960, </a:t>
            </a:r>
            <a:r>
              <a:rPr sz="1000" dirty="0">
                <a:solidFill>
                  <a:srgbClr val="231F20"/>
                </a:solidFill>
                <a:latin typeface="Arial"/>
                <a:cs typeface="Arial"/>
              </a:rPr>
              <a:t>President</a:t>
            </a:r>
            <a:r>
              <a:rPr sz="1000" spc="-10" dirty="0">
                <a:solidFill>
                  <a:srgbClr val="231F20"/>
                </a:solidFill>
                <a:latin typeface="Arial"/>
                <a:cs typeface="Arial"/>
              </a:rPr>
              <a:t> </a:t>
            </a:r>
            <a:r>
              <a:rPr sz="1000" dirty="0">
                <a:solidFill>
                  <a:srgbClr val="231F20"/>
                </a:solidFill>
                <a:latin typeface="Arial"/>
                <a:cs typeface="Arial"/>
              </a:rPr>
              <a:t>Henrietta</a:t>
            </a:r>
            <a:r>
              <a:rPr sz="1000" spc="-5" dirty="0">
                <a:solidFill>
                  <a:srgbClr val="231F20"/>
                </a:solidFill>
                <a:latin typeface="Arial"/>
                <a:cs typeface="Arial"/>
              </a:rPr>
              <a:t> </a:t>
            </a:r>
            <a:r>
              <a:rPr sz="1000" spc="-10" dirty="0">
                <a:solidFill>
                  <a:srgbClr val="231F20"/>
                </a:solidFill>
                <a:latin typeface="Arial"/>
                <a:cs typeface="Arial"/>
              </a:rPr>
              <a:t>Franklin </a:t>
            </a:r>
            <a:r>
              <a:rPr sz="1000" dirty="0">
                <a:solidFill>
                  <a:srgbClr val="231F20"/>
                </a:solidFill>
                <a:latin typeface="Arial"/>
                <a:cs typeface="Arial"/>
              </a:rPr>
              <a:t>founded</a:t>
            </a:r>
            <a:r>
              <a:rPr sz="1000" spc="55" dirty="0">
                <a:solidFill>
                  <a:srgbClr val="231F20"/>
                </a:solidFill>
                <a:latin typeface="Arial"/>
                <a:cs typeface="Arial"/>
              </a:rPr>
              <a:t> </a:t>
            </a:r>
            <a:r>
              <a:rPr sz="1000" dirty="0">
                <a:solidFill>
                  <a:srgbClr val="231F20"/>
                </a:solidFill>
                <a:latin typeface="Arial"/>
                <a:cs typeface="Arial"/>
              </a:rPr>
              <a:t>the</a:t>
            </a:r>
            <a:r>
              <a:rPr sz="1000" spc="55" dirty="0">
                <a:solidFill>
                  <a:srgbClr val="231F20"/>
                </a:solidFill>
                <a:latin typeface="Arial"/>
                <a:cs typeface="Arial"/>
              </a:rPr>
              <a:t> </a:t>
            </a:r>
            <a:r>
              <a:rPr sz="1000" dirty="0">
                <a:solidFill>
                  <a:srgbClr val="231F20"/>
                </a:solidFill>
                <a:latin typeface="Arial"/>
                <a:cs typeface="Arial"/>
              </a:rPr>
              <a:t>Montgomery</a:t>
            </a:r>
            <a:r>
              <a:rPr sz="1000" spc="55" dirty="0">
                <a:solidFill>
                  <a:srgbClr val="231F20"/>
                </a:solidFill>
                <a:latin typeface="Arial"/>
                <a:cs typeface="Arial"/>
              </a:rPr>
              <a:t> </a:t>
            </a:r>
            <a:r>
              <a:rPr sz="1000" spc="-10" dirty="0">
                <a:solidFill>
                  <a:srgbClr val="231F20"/>
                </a:solidFill>
                <a:latin typeface="Arial"/>
                <a:cs typeface="Arial"/>
              </a:rPr>
              <a:t>County </a:t>
            </a:r>
            <a:r>
              <a:rPr sz="1000" dirty="0">
                <a:solidFill>
                  <a:srgbClr val="231F20"/>
                </a:solidFill>
                <a:latin typeface="Arial"/>
                <a:cs typeface="Arial"/>
              </a:rPr>
              <a:t>Maryland</a:t>
            </a:r>
            <a:r>
              <a:rPr sz="1000" spc="-30" dirty="0">
                <a:solidFill>
                  <a:srgbClr val="231F20"/>
                </a:solidFill>
                <a:latin typeface="Arial"/>
                <a:cs typeface="Arial"/>
              </a:rPr>
              <a:t> </a:t>
            </a:r>
            <a:r>
              <a:rPr sz="1000" dirty="0">
                <a:solidFill>
                  <a:srgbClr val="231F20"/>
                </a:solidFill>
                <a:latin typeface="Arial"/>
                <a:cs typeface="Arial"/>
              </a:rPr>
              <a:t>Chapter</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Jack</a:t>
            </a:r>
            <a:r>
              <a:rPr sz="1000" spc="-30"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spc="-10" dirty="0">
                <a:solidFill>
                  <a:srgbClr val="231F20"/>
                </a:solidFill>
                <a:latin typeface="Arial"/>
                <a:cs typeface="Arial"/>
              </a:rPr>
              <a:t>Jill,</a:t>
            </a:r>
            <a:r>
              <a:rPr sz="1000" spc="-30" dirty="0">
                <a:solidFill>
                  <a:srgbClr val="231F20"/>
                </a:solidFill>
                <a:latin typeface="Arial"/>
                <a:cs typeface="Arial"/>
              </a:rPr>
              <a:t> </a:t>
            </a:r>
            <a:r>
              <a:rPr sz="1000" dirty="0">
                <a:solidFill>
                  <a:srgbClr val="231F20"/>
                </a:solidFill>
                <a:latin typeface="Arial"/>
                <a:cs typeface="Arial"/>
              </a:rPr>
              <a:t>Incorporated.</a:t>
            </a:r>
            <a:r>
              <a:rPr sz="1000" spc="-30" dirty="0">
                <a:solidFill>
                  <a:srgbClr val="231F20"/>
                </a:solidFill>
                <a:latin typeface="Arial"/>
                <a:cs typeface="Arial"/>
              </a:rPr>
              <a:t> </a:t>
            </a:r>
            <a:r>
              <a:rPr sz="1000" dirty="0">
                <a:solidFill>
                  <a:srgbClr val="231F20"/>
                </a:solidFill>
                <a:latin typeface="Arial"/>
                <a:cs typeface="Arial"/>
              </a:rPr>
              <a:t>It</a:t>
            </a:r>
            <a:r>
              <a:rPr sz="1000" spc="-25" dirty="0">
                <a:solidFill>
                  <a:srgbClr val="231F20"/>
                </a:solidFill>
                <a:latin typeface="Arial"/>
                <a:cs typeface="Arial"/>
              </a:rPr>
              <a:t> </a:t>
            </a:r>
            <a:r>
              <a:rPr sz="1000" dirty="0">
                <a:solidFill>
                  <a:srgbClr val="231F20"/>
                </a:solidFill>
                <a:latin typeface="Arial"/>
                <a:cs typeface="Arial"/>
              </a:rPr>
              <a:t>was</a:t>
            </a:r>
            <a:r>
              <a:rPr sz="1000" spc="-30" dirty="0">
                <a:solidFill>
                  <a:srgbClr val="231F20"/>
                </a:solidFill>
                <a:latin typeface="Arial"/>
                <a:cs typeface="Arial"/>
              </a:rPr>
              <a:t> </a:t>
            </a:r>
            <a:r>
              <a:rPr sz="1000" spc="-10" dirty="0">
                <a:solidFill>
                  <a:srgbClr val="231F20"/>
                </a:solidFill>
                <a:latin typeface="Arial"/>
                <a:cs typeface="Arial"/>
              </a:rPr>
              <a:t>through </a:t>
            </a:r>
            <a:r>
              <a:rPr sz="1000" dirty="0">
                <a:solidFill>
                  <a:srgbClr val="231F20"/>
                </a:solidFill>
                <a:latin typeface="Arial"/>
                <a:cs typeface="Arial"/>
              </a:rPr>
              <a:t>her “cultural</a:t>
            </a:r>
            <a:r>
              <a:rPr sz="1000" spc="5" dirty="0">
                <a:solidFill>
                  <a:srgbClr val="231F20"/>
                </a:solidFill>
                <a:latin typeface="Arial"/>
                <a:cs typeface="Arial"/>
              </a:rPr>
              <a:t> </a:t>
            </a:r>
            <a:r>
              <a:rPr sz="1000" dirty="0">
                <a:solidFill>
                  <a:srgbClr val="231F20"/>
                </a:solidFill>
                <a:latin typeface="Arial"/>
                <a:cs typeface="Arial"/>
              </a:rPr>
              <a:t>activism”</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spc="-25" dirty="0">
                <a:solidFill>
                  <a:srgbClr val="231F20"/>
                </a:solidFill>
                <a:latin typeface="Arial"/>
                <a:cs typeface="Arial"/>
              </a:rPr>
              <a:t>she</a:t>
            </a:r>
            <a:endParaRPr sz="1000" dirty="0">
              <a:latin typeface="Arial"/>
              <a:cs typeface="Arial"/>
            </a:endParaRPr>
          </a:p>
          <a:p>
            <a:pPr marL="1236345" marR="78105">
              <a:lnSpc>
                <a:spcPct val="100000"/>
              </a:lnSpc>
            </a:pPr>
            <a:r>
              <a:rPr sz="1000" dirty="0">
                <a:solidFill>
                  <a:srgbClr val="231F20"/>
                </a:solidFill>
                <a:latin typeface="Arial"/>
                <a:cs typeface="Arial"/>
              </a:rPr>
              <a:t>shaped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vision</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Jill </a:t>
            </a:r>
            <a:r>
              <a:rPr sz="1000" dirty="0">
                <a:solidFill>
                  <a:srgbClr val="231F20"/>
                </a:solidFill>
                <a:latin typeface="Arial"/>
                <a:cs typeface="Arial"/>
              </a:rPr>
              <a:t>experience</a:t>
            </a:r>
            <a:r>
              <a:rPr sz="1000" spc="30" dirty="0">
                <a:solidFill>
                  <a:srgbClr val="231F20"/>
                </a:solidFill>
                <a:latin typeface="Arial"/>
                <a:cs typeface="Arial"/>
              </a:rPr>
              <a:t> </a:t>
            </a:r>
            <a:r>
              <a:rPr sz="1000" dirty="0">
                <a:solidFill>
                  <a:srgbClr val="231F20"/>
                </a:solidFill>
                <a:latin typeface="Arial"/>
                <a:cs typeface="Arial"/>
              </a:rPr>
              <a:t>that</a:t>
            </a:r>
            <a:r>
              <a:rPr sz="1000" spc="30" dirty="0">
                <a:solidFill>
                  <a:srgbClr val="231F20"/>
                </a:solidFill>
                <a:latin typeface="Arial"/>
                <a:cs typeface="Arial"/>
              </a:rPr>
              <a:t> </a:t>
            </a:r>
            <a:r>
              <a:rPr sz="1000" dirty="0">
                <a:solidFill>
                  <a:srgbClr val="231F20"/>
                </a:solidFill>
                <a:latin typeface="Arial"/>
                <a:cs typeface="Arial"/>
              </a:rPr>
              <a:t>would</a:t>
            </a:r>
            <a:r>
              <a:rPr sz="1000" spc="30" dirty="0">
                <a:solidFill>
                  <a:srgbClr val="231F20"/>
                </a:solidFill>
                <a:latin typeface="Arial"/>
                <a:cs typeface="Arial"/>
              </a:rPr>
              <a:t> </a:t>
            </a:r>
            <a:r>
              <a:rPr sz="1000" dirty="0">
                <a:solidFill>
                  <a:srgbClr val="231F20"/>
                </a:solidFill>
                <a:latin typeface="Arial"/>
                <a:cs typeface="Arial"/>
              </a:rPr>
              <a:t>buttress</a:t>
            </a:r>
            <a:r>
              <a:rPr sz="1000" spc="30" dirty="0">
                <a:solidFill>
                  <a:srgbClr val="231F20"/>
                </a:solidFill>
                <a:latin typeface="Arial"/>
                <a:cs typeface="Arial"/>
              </a:rPr>
              <a:t> </a:t>
            </a:r>
            <a:r>
              <a:rPr sz="1000" spc="-25" dirty="0">
                <a:solidFill>
                  <a:srgbClr val="231F20"/>
                </a:solidFill>
                <a:latin typeface="Arial"/>
                <a:cs typeface="Arial"/>
              </a:rPr>
              <a:t>the</a:t>
            </a:r>
            <a:endParaRPr sz="1000" dirty="0">
              <a:latin typeface="Arial"/>
              <a:cs typeface="Arial"/>
            </a:endParaRPr>
          </a:p>
          <a:p>
            <a:pPr marL="12700" marR="13335">
              <a:lnSpc>
                <a:spcPct val="100000"/>
              </a:lnSpc>
            </a:pPr>
            <a:r>
              <a:rPr sz="1000" dirty="0">
                <a:solidFill>
                  <a:srgbClr val="231F20"/>
                </a:solidFill>
                <a:latin typeface="Arial"/>
                <a:cs typeface="Arial"/>
              </a:rPr>
              <a:t>leadership,</a:t>
            </a:r>
            <a:r>
              <a:rPr sz="1000" spc="-35" dirty="0">
                <a:solidFill>
                  <a:srgbClr val="231F20"/>
                </a:solidFill>
                <a:latin typeface="Arial"/>
                <a:cs typeface="Arial"/>
              </a:rPr>
              <a:t> </a:t>
            </a:r>
            <a:r>
              <a:rPr sz="1000" spc="-10" dirty="0">
                <a:solidFill>
                  <a:srgbClr val="231F20"/>
                </a:solidFill>
                <a:latin typeface="Arial"/>
                <a:cs typeface="Arial"/>
              </a:rPr>
              <a:t>largess,</a:t>
            </a:r>
            <a:r>
              <a:rPr sz="1000" spc="-35" dirty="0">
                <a:solidFill>
                  <a:srgbClr val="231F20"/>
                </a:solidFill>
                <a:latin typeface="Arial"/>
                <a:cs typeface="Arial"/>
              </a:rPr>
              <a:t> </a:t>
            </a:r>
            <a:r>
              <a:rPr sz="1000" dirty="0">
                <a:solidFill>
                  <a:srgbClr val="231F20"/>
                </a:solidFill>
                <a:latin typeface="Arial"/>
                <a:cs typeface="Arial"/>
              </a:rPr>
              <a:t>cultural,</a:t>
            </a:r>
            <a:r>
              <a:rPr sz="1000" spc="-30" dirty="0">
                <a:solidFill>
                  <a:srgbClr val="231F20"/>
                </a:solidFill>
                <a:latin typeface="Arial"/>
                <a:cs typeface="Arial"/>
              </a:rPr>
              <a:t> </a:t>
            </a:r>
            <a:r>
              <a:rPr sz="1000" dirty="0">
                <a:solidFill>
                  <a:srgbClr val="231F20"/>
                </a:solidFill>
                <a:latin typeface="Arial"/>
                <a:cs typeface="Arial"/>
              </a:rPr>
              <a:t>educational,</a:t>
            </a:r>
            <a:r>
              <a:rPr sz="1000" spc="-3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social</a:t>
            </a:r>
            <a:r>
              <a:rPr sz="1000" spc="-35" dirty="0">
                <a:solidFill>
                  <a:srgbClr val="231F20"/>
                </a:solidFill>
                <a:latin typeface="Arial"/>
                <a:cs typeface="Arial"/>
              </a:rPr>
              <a:t> </a:t>
            </a:r>
            <a:r>
              <a:rPr sz="1000" spc="-10" dirty="0">
                <a:solidFill>
                  <a:srgbClr val="231F20"/>
                </a:solidFill>
                <a:latin typeface="Arial"/>
                <a:cs typeface="Arial"/>
              </a:rPr>
              <a:t>skills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her</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those</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spc="-10" dirty="0">
                <a:solidFill>
                  <a:srgbClr val="231F20"/>
                </a:solidFill>
                <a:latin typeface="Arial"/>
                <a:cs typeface="Arial"/>
              </a:rPr>
              <a:t>County,</a:t>
            </a:r>
            <a:r>
              <a:rPr sz="1000" spc="5" dirty="0">
                <a:solidFill>
                  <a:srgbClr val="231F20"/>
                </a:solidFill>
                <a:latin typeface="Arial"/>
                <a:cs typeface="Arial"/>
              </a:rPr>
              <a:t> </a:t>
            </a:r>
            <a:r>
              <a:rPr sz="1000" spc="-25" dirty="0">
                <a:solidFill>
                  <a:srgbClr val="231F20"/>
                </a:solidFill>
                <a:latin typeface="Arial"/>
                <a:cs typeface="Arial"/>
              </a:rPr>
              <a:t>MD </a:t>
            </a:r>
            <a:r>
              <a:rPr sz="1000" dirty="0">
                <a:solidFill>
                  <a:srgbClr val="231F20"/>
                </a:solidFill>
                <a:latin typeface="Arial"/>
                <a:cs typeface="Arial"/>
              </a:rPr>
              <a:t>jurisdiction.</a:t>
            </a:r>
            <a:r>
              <a:rPr sz="1000" spc="-10" dirty="0">
                <a:solidFill>
                  <a:srgbClr val="231F20"/>
                </a:solidFill>
                <a:latin typeface="Arial"/>
                <a:cs typeface="Arial"/>
              </a:rPr>
              <a:t> </a:t>
            </a:r>
            <a:r>
              <a:rPr sz="1000" dirty="0">
                <a:solidFill>
                  <a:srgbClr val="231F20"/>
                </a:solidFill>
                <a:latin typeface="Arial"/>
                <a:cs typeface="Arial"/>
              </a:rPr>
              <a:t>If</a:t>
            </a:r>
            <a:r>
              <a:rPr sz="1000" spc="-5" dirty="0">
                <a:solidFill>
                  <a:srgbClr val="231F20"/>
                </a:solidFill>
                <a:latin typeface="Arial"/>
                <a:cs typeface="Arial"/>
              </a:rPr>
              <a:t> </a:t>
            </a:r>
            <a:r>
              <a:rPr sz="1000" dirty="0">
                <a:solidFill>
                  <a:srgbClr val="231F20"/>
                </a:solidFill>
                <a:latin typeface="Arial"/>
                <a:cs typeface="Arial"/>
              </a:rPr>
              <a:t>not</a:t>
            </a:r>
            <a:r>
              <a:rPr sz="1000" spc="-10" dirty="0">
                <a:solidFill>
                  <a:srgbClr val="231F20"/>
                </a:solidFill>
                <a:latin typeface="Arial"/>
                <a:cs typeface="Arial"/>
              </a:rPr>
              <a:t> </a:t>
            </a:r>
            <a:r>
              <a:rPr sz="1000" dirty="0">
                <a:solidFill>
                  <a:srgbClr val="231F20"/>
                </a:solidFill>
                <a:latin typeface="Arial"/>
                <a:cs typeface="Arial"/>
              </a:rPr>
              <a:t>strategically</a:t>
            </a:r>
            <a:r>
              <a:rPr sz="1000" spc="-5" dirty="0">
                <a:solidFill>
                  <a:srgbClr val="231F20"/>
                </a:solidFill>
                <a:latin typeface="Arial"/>
                <a:cs typeface="Arial"/>
              </a:rPr>
              <a:t> </a:t>
            </a:r>
            <a:r>
              <a:rPr sz="1000" dirty="0">
                <a:solidFill>
                  <a:srgbClr val="231F20"/>
                </a:solidFill>
                <a:latin typeface="Arial"/>
                <a:cs typeface="Arial"/>
              </a:rPr>
              <a:t>addressed,</a:t>
            </a:r>
            <a:r>
              <a:rPr sz="1000" spc="-10" dirty="0">
                <a:solidFill>
                  <a:srgbClr val="231F20"/>
                </a:solidFill>
                <a:latin typeface="Arial"/>
                <a:cs typeface="Arial"/>
              </a:rPr>
              <a:t> </a:t>
            </a:r>
            <a:r>
              <a:rPr sz="1000" dirty="0">
                <a:solidFill>
                  <a:srgbClr val="231F20"/>
                </a:solidFill>
                <a:latin typeface="Arial"/>
                <a:cs typeface="Arial"/>
              </a:rPr>
              <a:t>de</a:t>
            </a:r>
            <a:r>
              <a:rPr sz="1000" spc="-5" dirty="0">
                <a:solidFill>
                  <a:srgbClr val="231F20"/>
                </a:solidFill>
                <a:latin typeface="Arial"/>
                <a:cs typeface="Arial"/>
              </a:rPr>
              <a:t> </a:t>
            </a:r>
            <a:r>
              <a:rPr sz="1000" dirty="0">
                <a:solidFill>
                  <a:srgbClr val="231F20"/>
                </a:solidFill>
                <a:latin typeface="Arial"/>
                <a:cs typeface="Arial"/>
              </a:rPr>
              <a:t>jure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5" dirty="0">
                <a:solidFill>
                  <a:srgbClr val="231F20"/>
                </a:solidFill>
                <a:latin typeface="Arial"/>
                <a:cs typeface="Arial"/>
              </a:rPr>
              <a:t>de </a:t>
            </a:r>
            <a:r>
              <a:rPr sz="1000" dirty="0">
                <a:solidFill>
                  <a:srgbClr val="231F20"/>
                </a:solidFill>
                <a:latin typeface="Arial"/>
                <a:cs typeface="Arial"/>
              </a:rPr>
              <a:t>facto</a:t>
            </a:r>
            <a:r>
              <a:rPr sz="1000" spc="20" dirty="0">
                <a:solidFill>
                  <a:srgbClr val="231F20"/>
                </a:solidFill>
                <a:latin typeface="Arial"/>
                <a:cs typeface="Arial"/>
              </a:rPr>
              <a:t> </a:t>
            </a:r>
            <a:r>
              <a:rPr sz="1000" dirty="0">
                <a:solidFill>
                  <a:srgbClr val="231F20"/>
                </a:solidFill>
                <a:latin typeface="Arial"/>
                <a:cs typeface="Arial"/>
              </a:rPr>
              <a:t>segregation</a:t>
            </a:r>
            <a:r>
              <a:rPr sz="1000" spc="25" dirty="0">
                <a:solidFill>
                  <a:srgbClr val="231F20"/>
                </a:solidFill>
                <a:latin typeface="Arial"/>
                <a:cs typeface="Arial"/>
              </a:rPr>
              <a:t> </a:t>
            </a:r>
            <a:r>
              <a:rPr sz="1000" dirty="0">
                <a:solidFill>
                  <a:srgbClr val="231F20"/>
                </a:solidFill>
                <a:latin typeface="Arial"/>
                <a:cs typeface="Arial"/>
              </a:rPr>
              <a:t>could</a:t>
            </a:r>
            <a:r>
              <a:rPr sz="1000" spc="25" dirty="0">
                <a:solidFill>
                  <a:srgbClr val="231F20"/>
                </a:solidFill>
                <a:latin typeface="Arial"/>
                <a:cs typeface="Arial"/>
              </a:rPr>
              <a:t> </a:t>
            </a:r>
            <a:r>
              <a:rPr sz="1000" dirty="0">
                <a:solidFill>
                  <a:srgbClr val="231F20"/>
                </a:solidFill>
                <a:latin typeface="Arial"/>
                <a:cs typeface="Arial"/>
              </a:rPr>
              <a:t>have</a:t>
            </a:r>
            <a:r>
              <a:rPr sz="1000" spc="25" dirty="0">
                <a:solidFill>
                  <a:srgbClr val="231F20"/>
                </a:solidFill>
                <a:latin typeface="Arial"/>
                <a:cs typeface="Arial"/>
              </a:rPr>
              <a:t> </a:t>
            </a:r>
            <a:r>
              <a:rPr sz="1000" dirty="0">
                <a:solidFill>
                  <a:srgbClr val="231F20"/>
                </a:solidFill>
                <a:latin typeface="Arial"/>
                <a:cs typeface="Arial"/>
              </a:rPr>
              <a:t>negatively</a:t>
            </a:r>
            <a:r>
              <a:rPr sz="1000" spc="25" dirty="0">
                <a:solidFill>
                  <a:srgbClr val="231F20"/>
                </a:solidFill>
                <a:latin typeface="Arial"/>
                <a:cs typeface="Arial"/>
              </a:rPr>
              <a:t> </a:t>
            </a:r>
            <a:r>
              <a:rPr sz="1000" dirty="0">
                <a:solidFill>
                  <a:srgbClr val="231F20"/>
                </a:solidFill>
                <a:latin typeface="Arial"/>
                <a:cs typeface="Arial"/>
              </a:rPr>
              <a:t>impacted</a:t>
            </a:r>
            <a:r>
              <a:rPr sz="1000" spc="25"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lives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her</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but</a:t>
            </a:r>
            <a:r>
              <a:rPr sz="1000" spc="-10" dirty="0">
                <a:solidFill>
                  <a:srgbClr val="231F20"/>
                </a:solidFill>
                <a:latin typeface="Arial"/>
                <a:cs typeface="Arial"/>
              </a:rPr>
              <a:t> </a:t>
            </a:r>
            <a:r>
              <a:rPr sz="1000" spc="-20" dirty="0">
                <a:solidFill>
                  <a:srgbClr val="231F20"/>
                </a:solidFill>
                <a:latin typeface="Arial"/>
                <a:cs typeface="Arial"/>
              </a:rPr>
              <a:t>Mrs.</a:t>
            </a:r>
            <a:r>
              <a:rPr sz="1000" spc="-5" dirty="0">
                <a:solidFill>
                  <a:srgbClr val="231F20"/>
                </a:solidFill>
                <a:latin typeface="Arial"/>
                <a:cs typeface="Arial"/>
              </a:rPr>
              <a:t> </a:t>
            </a:r>
            <a:r>
              <a:rPr sz="1000" spc="-10" dirty="0">
                <a:solidFill>
                  <a:srgbClr val="231F20"/>
                </a:solidFill>
                <a:latin typeface="Arial"/>
                <a:cs typeface="Arial"/>
              </a:rPr>
              <a:t>Franklin</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different</a:t>
            </a:r>
            <a:r>
              <a:rPr sz="1000" spc="-5" dirty="0">
                <a:solidFill>
                  <a:srgbClr val="231F20"/>
                </a:solidFill>
                <a:latin typeface="Arial"/>
                <a:cs typeface="Arial"/>
              </a:rPr>
              <a:t> </a:t>
            </a:r>
            <a:r>
              <a:rPr sz="1000" spc="-20" dirty="0">
                <a:solidFill>
                  <a:srgbClr val="231F20"/>
                </a:solidFill>
                <a:latin typeface="Arial"/>
                <a:cs typeface="Arial"/>
              </a:rPr>
              <a:t>plan.</a:t>
            </a:r>
            <a:endParaRPr sz="1000" dirty="0">
              <a:latin typeface="Arial"/>
              <a:cs typeface="Arial"/>
            </a:endParaRPr>
          </a:p>
          <a:p>
            <a:pPr marL="12700" marR="5080">
              <a:lnSpc>
                <a:spcPct val="100000"/>
              </a:lnSpc>
              <a:spcBef>
                <a:spcPts val="900"/>
              </a:spcBef>
            </a:pPr>
            <a:r>
              <a:rPr sz="1000" spc="-10" dirty="0">
                <a:solidFill>
                  <a:srgbClr val="231F20"/>
                </a:solidFill>
                <a:latin typeface="Arial"/>
                <a:cs typeface="Arial"/>
              </a:rPr>
              <a:t>Franklin</a:t>
            </a:r>
            <a:r>
              <a:rPr sz="1000" spc="15" dirty="0">
                <a:solidFill>
                  <a:srgbClr val="231F20"/>
                </a:solidFill>
                <a:latin typeface="Arial"/>
                <a:cs typeface="Arial"/>
              </a:rPr>
              <a:t> </a:t>
            </a:r>
            <a:r>
              <a:rPr sz="1000" dirty="0">
                <a:solidFill>
                  <a:srgbClr val="231F20"/>
                </a:solidFill>
                <a:latin typeface="Arial"/>
                <a:cs typeface="Arial"/>
              </a:rPr>
              <a:t>moved</a:t>
            </a:r>
            <a:r>
              <a:rPr sz="1000" spc="15" dirty="0">
                <a:solidFill>
                  <a:srgbClr val="231F20"/>
                </a:solidFill>
                <a:latin typeface="Arial"/>
                <a:cs typeface="Arial"/>
              </a:rPr>
              <a:t> </a:t>
            </a:r>
            <a:r>
              <a:rPr sz="1000" dirty="0">
                <a:solidFill>
                  <a:srgbClr val="231F20"/>
                </a:solidFill>
                <a:latin typeface="Arial"/>
                <a:cs typeface="Arial"/>
              </a:rPr>
              <a:t>quickly</a:t>
            </a:r>
            <a:r>
              <a:rPr sz="1000" spc="15" dirty="0">
                <a:solidFill>
                  <a:srgbClr val="231F20"/>
                </a:solidFill>
                <a:latin typeface="Arial"/>
                <a:cs typeface="Arial"/>
              </a:rPr>
              <a:t> </a:t>
            </a:r>
            <a:r>
              <a:rPr sz="1000" dirty="0">
                <a:solidFill>
                  <a:srgbClr val="231F20"/>
                </a:solidFill>
                <a:latin typeface="Arial"/>
                <a:cs typeface="Arial"/>
              </a:rPr>
              <a:t>toward</a:t>
            </a:r>
            <a:r>
              <a:rPr sz="1000" spc="15" dirty="0">
                <a:solidFill>
                  <a:srgbClr val="231F20"/>
                </a:solidFill>
                <a:latin typeface="Arial"/>
                <a:cs typeface="Arial"/>
              </a:rPr>
              <a:t> </a:t>
            </a:r>
            <a:r>
              <a:rPr sz="1000" dirty="0">
                <a:solidFill>
                  <a:srgbClr val="231F20"/>
                </a:solidFill>
                <a:latin typeface="Arial"/>
                <a:cs typeface="Arial"/>
              </a:rPr>
              <a:t>starting</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calling</a:t>
            </a:r>
            <a:r>
              <a:rPr sz="1000" spc="-15" dirty="0">
                <a:solidFill>
                  <a:srgbClr val="231F20"/>
                </a:solidFill>
                <a:latin typeface="Arial"/>
                <a:cs typeface="Arial"/>
              </a:rPr>
              <a:t> </a:t>
            </a:r>
            <a:r>
              <a:rPr sz="1000" dirty="0">
                <a:solidFill>
                  <a:srgbClr val="231F20"/>
                </a:solidFill>
                <a:latin typeface="Arial"/>
                <a:cs typeface="Arial"/>
              </a:rPr>
              <a:t>upon</a:t>
            </a:r>
            <a:r>
              <a:rPr sz="1000" spc="-10" dirty="0">
                <a:solidFill>
                  <a:srgbClr val="231F20"/>
                </a:solidFill>
                <a:latin typeface="Arial"/>
                <a:cs typeface="Arial"/>
              </a:rPr>
              <a:t> </a:t>
            </a:r>
            <a:r>
              <a:rPr sz="1000" dirty="0">
                <a:solidFill>
                  <a:srgbClr val="231F20"/>
                </a:solidFill>
                <a:latin typeface="Arial"/>
                <a:cs typeface="Arial"/>
              </a:rPr>
              <a:t>Carolyn</a:t>
            </a:r>
            <a:r>
              <a:rPr sz="1000" spc="-15" dirty="0">
                <a:solidFill>
                  <a:srgbClr val="231F20"/>
                </a:solidFill>
                <a:latin typeface="Arial"/>
                <a:cs typeface="Arial"/>
              </a:rPr>
              <a:t> </a:t>
            </a:r>
            <a:r>
              <a:rPr sz="1000" spc="-10" dirty="0">
                <a:solidFill>
                  <a:srgbClr val="231F20"/>
                </a:solidFill>
                <a:latin typeface="Arial"/>
                <a:cs typeface="Arial"/>
              </a:rPr>
              <a:t>French, </a:t>
            </a:r>
            <a:r>
              <a:rPr sz="1000" dirty="0">
                <a:solidFill>
                  <a:srgbClr val="231F20"/>
                </a:solidFill>
                <a:latin typeface="Arial"/>
                <a:cs typeface="Arial"/>
              </a:rPr>
              <a:t>President</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Washington, </a:t>
            </a:r>
            <a:r>
              <a:rPr sz="1000" spc="-30" dirty="0">
                <a:solidFill>
                  <a:srgbClr val="231F20"/>
                </a:solidFill>
                <a:latin typeface="Arial"/>
                <a:cs typeface="Arial"/>
              </a:rPr>
              <a:t>DC</a:t>
            </a:r>
            <a:r>
              <a:rPr sz="1000" spc="-20" dirty="0">
                <a:solidFill>
                  <a:srgbClr val="231F20"/>
                </a:solidFill>
                <a:latin typeface="Arial"/>
                <a:cs typeface="Arial"/>
              </a:rPr>
              <a:t> </a:t>
            </a:r>
            <a:r>
              <a:rPr sz="1000" spc="-10" dirty="0">
                <a:solidFill>
                  <a:srgbClr val="231F20"/>
                </a:solidFill>
                <a:latin typeface="Arial"/>
                <a:cs typeface="Arial"/>
              </a:rPr>
              <a:t>Chapter.</a:t>
            </a:r>
            <a:r>
              <a:rPr sz="1000" spc="-15" dirty="0">
                <a:solidFill>
                  <a:srgbClr val="231F20"/>
                </a:solidFill>
                <a:latin typeface="Arial"/>
                <a:cs typeface="Arial"/>
              </a:rPr>
              <a:t> </a:t>
            </a:r>
            <a:r>
              <a:rPr sz="1000" spc="-10" dirty="0">
                <a:solidFill>
                  <a:srgbClr val="231F20"/>
                </a:solidFill>
                <a:latin typeface="Arial"/>
                <a:cs typeface="Arial"/>
              </a:rPr>
              <a:t>She</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wrote</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National</a:t>
            </a:r>
            <a:r>
              <a:rPr sz="1000" spc="-15" dirty="0">
                <a:solidFill>
                  <a:srgbClr val="231F20"/>
                </a:solidFill>
                <a:latin typeface="Arial"/>
                <a:cs typeface="Arial"/>
              </a:rPr>
              <a:t> </a:t>
            </a:r>
            <a:r>
              <a:rPr sz="1000" spc="-10" dirty="0">
                <a:solidFill>
                  <a:srgbClr val="231F20"/>
                </a:solidFill>
                <a:latin typeface="Arial"/>
                <a:cs typeface="Arial"/>
              </a:rPr>
              <a:t>President, </a:t>
            </a:r>
            <a:r>
              <a:rPr sz="1000" spc="-20" dirty="0">
                <a:solidFill>
                  <a:srgbClr val="231F20"/>
                </a:solidFill>
                <a:latin typeface="Arial"/>
                <a:cs typeface="Arial"/>
              </a:rPr>
              <a:t>Ruth</a:t>
            </a:r>
            <a:r>
              <a:rPr sz="1000" spc="-10" dirty="0">
                <a:solidFill>
                  <a:srgbClr val="231F20"/>
                </a:solidFill>
                <a:latin typeface="Arial"/>
                <a:cs typeface="Arial"/>
              </a:rPr>
              <a:t> </a:t>
            </a:r>
            <a:r>
              <a:rPr sz="1000" spc="-30" dirty="0">
                <a:solidFill>
                  <a:srgbClr val="231F20"/>
                </a:solidFill>
                <a:latin typeface="Arial"/>
                <a:cs typeface="Arial"/>
              </a:rPr>
              <a:t>B.</a:t>
            </a:r>
            <a:r>
              <a:rPr sz="1000" spc="-10" dirty="0">
                <a:solidFill>
                  <a:srgbClr val="231F20"/>
                </a:solidFill>
                <a:latin typeface="Arial"/>
                <a:cs typeface="Arial"/>
              </a:rPr>
              <a:t> </a:t>
            </a:r>
            <a:r>
              <a:rPr sz="1000" dirty="0">
                <a:solidFill>
                  <a:srgbClr val="231F20"/>
                </a:solidFill>
                <a:latin typeface="Arial"/>
                <a:cs typeface="Arial"/>
              </a:rPr>
              <a:t>Howard</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30" dirty="0">
                <a:solidFill>
                  <a:srgbClr val="231F20"/>
                </a:solidFill>
                <a:latin typeface="Arial"/>
                <a:cs typeface="Arial"/>
              </a:rPr>
              <a:t>San</a:t>
            </a:r>
            <a:r>
              <a:rPr sz="1000" spc="-5" dirty="0">
                <a:solidFill>
                  <a:srgbClr val="231F20"/>
                </a:solidFill>
                <a:latin typeface="Arial"/>
                <a:cs typeface="Arial"/>
              </a:rPr>
              <a:t> </a:t>
            </a:r>
            <a:r>
              <a:rPr sz="1000" spc="-10" dirty="0">
                <a:solidFill>
                  <a:srgbClr val="231F20"/>
                </a:solidFill>
                <a:latin typeface="Arial"/>
                <a:cs typeface="Arial"/>
              </a:rPr>
              <a:t>Francisco </a:t>
            </a:r>
            <a:r>
              <a:rPr sz="1000" dirty="0">
                <a:solidFill>
                  <a:srgbClr val="231F20"/>
                </a:solidFill>
                <a:latin typeface="Arial"/>
                <a:cs typeface="Arial"/>
              </a:rPr>
              <a:t>who</a:t>
            </a:r>
            <a:r>
              <a:rPr sz="1000" spc="-10" dirty="0">
                <a:solidFill>
                  <a:srgbClr val="231F20"/>
                </a:solidFill>
                <a:latin typeface="Arial"/>
                <a:cs typeface="Arial"/>
              </a:rPr>
              <a:t> </a:t>
            </a:r>
            <a:r>
              <a:rPr sz="1000" dirty="0">
                <a:solidFill>
                  <a:srgbClr val="231F20"/>
                </a:solidFill>
                <a:latin typeface="Arial"/>
                <a:cs typeface="Arial"/>
              </a:rPr>
              <a:t>counseled</a:t>
            </a:r>
            <a:r>
              <a:rPr sz="1000" spc="-10" dirty="0">
                <a:solidFill>
                  <a:srgbClr val="231F20"/>
                </a:solidFill>
                <a:latin typeface="Arial"/>
                <a:cs typeface="Arial"/>
              </a:rPr>
              <a:t> </a:t>
            </a:r>
            <a:r>
              <a:rPr sz="1000" dirty="0">
                <a:solidFill>
                  <a:srgbClr val="231F20"/>
                </a:solidFill>
                <a:latin typeface="Arial"/>
                <a:cs typeface="Arial"/>
              </a:rPr>
              <a:t>her</a:t>
            </a:r>
            <a:r>
              <a:rPr sz="1000" spc="-10"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stating</a:t>
            </a:r>
            <a:r>
              <a:rPr sz="1000" spc="10" dirty="0">
                <a:solidFill>
                  <a:srgbClr val="231F20"/>
                </a:solidFill>
                <a:latin typeface="Arial"/>
                <a:cs typeface="Arial"/>
              </a:rPr>
              <a:t> </a:t>
            </a:r>
            <a:r>
              <a:rPr sz="1000" dirty="0">
                <a:solidFill>
                  <a:srgbClr val="231F20"/>
                </a:solidFill>
                <a:latin typeface="Arial"/>
                <a:cs typeface="Arial"/>
              </a:rPr>
              <a:t>“If</a:t>
            </a:r>
            <a:r>
              <a:rPr sz="1000" spc="15" dirty="0">
                <a:solidFill>
                  <a:srgbClr val="231F20"/>
                </a:solidFill>
                <a:latin typeface="Arial"/>
                <a:cs typeface="Arial"/>
              </a:rPr>
              <a:t> </a:t>
            </a:r>
            <a:r>
              <a:rPr sz="1000" dirty="0">
                <a:solidFill>
                  <a:srgbClr val="231F20"/>
                </a:solidFill>
                <a:latin typeface="Arial"/>
                <a:cs typeface="Arial"/>
              </a:rPr>
              <a:t>you</a:t>
            </a:r>
            <a:r>
              <a:rPr sz="1000" spc="15" dirty="0">
                <a:solidFill>
                  <a:srgbClr val="231F20"/>
                </a:solidFill>
                <a:latin typeface="Arial"/>
                <a:cs typeface="Arial"/>
              </a:rPr>
              <a:t> </a:t>
            </a:r>
            <a:r>
              <a:rPr sz="1000" dirty="0">
                <a:solidFill>
                  <a:srgbClr val="231F20"/>
                </a:solidFill>
                <a:latin typeface="Arial"/>
                <a:cs typeface="Arial"/>
              </a:rPr>
              <a:t>can</a:t>
            </a:r>
            <a:r>
              <a:rPr sz="1000" spc="15" dirty="0">
                <a:solidFill>
                  <a:srgbClr val="231F20"/>
                </a:solidFill>
                <a:latin typeface="Arial"/>
                <a:cs typeface="Arial"/>
              </a:rPr>
              <a:t> </a:t>
            </a:r>
            <a:r>
              <a:rPr sz="1000" dirty="0">
                <a:solidFill>
                  <a:srgbClr val="231F20"/>
                </a:solidFill>
                <a:latin typeface="Arial"/>
                <a:cs typeface="Arial"/>
              </a:rPr>
              <a:t>readily</a:t>
            </a:r>
            <a:r>
              <a:rPr sz="1000" spc="15" dirty="0">
                <a:solidFill>
                  <a:srgbClr val="231F20"/>
                </a:solidFill>
                <a:latin typeface="Arial"/>
                <a:cs typeface="Arial"/>
              </a:rPr>
              <a:t> </a:t>
            </a:r>
            <a:r>
              <a:rPr sz="1000" dirty="0">
                <a:solidFill>
                  <a:srgbClr val="231F20"/>
                </a:solidFill>
                <a:latin typeface="Arial"/>
                <a:cs typeface="Arial"/>
              </a:rPr>
              <a:t>get</a:t>
            </a:r>
            <a:r>
              <a:rPr sz="1000" spc="15" dirty="0">
                <a:solidFill>
                  <a:srgbClr val="231F20"/>
                </a:solidFill>
                <a:latin typeface="Arial"/>
                <a:cs typeface="Arial"/>
              </a:rPr>
              <a:t> </a:t>
            </a:r>
            <a:r>
              <a:rPr sz="1000" dirty="0">
                <a:solidFill>
                  <a:srgbClr val="231F20"/>
                </a:solidFill>
                <a:latin typeface="Arial"/>
                <a:cs typeface="Arial"/>
              </a:rPr>
              <a:t>together</a:t>
            </a:r>
            <a:r>
              <a:rPr sz="1000" spc="10" dirty="0">
                <a:solidFill>
                  <a:srgbClr val="231F20"/>
                </a:solidFill>
                <a:latin typeface="Arial"/>
                <a:cs typeface="Arial"/>
              </a:rPr>
              <a:t> </a:t>
            </a:r>
            <a:r>
              <a:rPr sz="1000" spc="-95" dirty="0">
                <a:solidFill>
                  <a:srgbClr val="231F20"/>
                </a:solidFill>
                <a:latin typeface="Arial"/>
                <a:cs typeface="Arial"/>
              </a:rPr>
              <a:t>15</a:t>
            </a:r>
            <a:r>
              <a:rPr sz="1000" spc="15" dirty="0">
                <a:solidFill>
                  <a:srgbClr val="231F20"/>
                </a:solidFill>
                <a:latin typeface="Arial"/>
                <a:cs typeface="Arial"/>
              </a:rPr>
              <a:t> </a:t>
            </a:r>
            <a:r>
              <a:rPr sz="1000" dirty="0">
                <a:solidFill>
                  <a:srgbClr val="231F20"/>
                </a:solidFill>
                <a:latin typeface="Arial"/>
                <a:cs typeface="Arial"/>
              </a:rPr>
              <a:t>mothers</a:t>
            </a:r>
            <a:r>
              <a:rPr sz="1000" spc="15" dirty="0">
                <a:solidFill>
                  <a:srgbClr val="231F20"/>
                </a:solidFill>
                <a:latin typeface="Arial"/>
                <a:cs typeface="Arial"/>
              </a:rPr>
              <a:t> </a:t>
            </a:r>
            <a:r>
              <a:rPr sz="1000" spc="-25" dirty="0">
                <a:solidFill>
                  <a:srgbClr val="231F20"/>
                </a:solidFill>
                <a:latin typeface="Arial"/>
                <a:cs typeface="Arial"/>
              </a:rPr>
              <a:t>who</a:t>
            </a:r>
            <a:r>
              <a:rPr sz="1000" spc="500" dirty="0">
                <a:solidFill>
                  <a:srgbClr val="231F20"/>
                </a:solidFill>
                <a:latin typeface="Arial"/>
                <a:cs typeface="Arial"/>
              </a:rPr>
              <a:t> </a:t>
            </a:r>
            <a:r>
              <a:rPr sz="1000" dirty="0">
                <a:solidFill>
                  <a:srgbClr val="231F20"/>
                </a:solidFill>
                <a:latin typeface="Arial"/>
                <a:cs typeface="Arial"/>
              </a:rPr>
              <a:t>are</a:t>
            </a:r>
            <a:r>
              <a:rPr sz="1000" spc="-20" dirty="0">
                <a:solidFill>
                  <a:srgbClr val="231F20"/>
                </a:solidFill>
                <a:latin typeface="Arial"/>
                <a:cs typeface="Arial"/>
              </a:rPr>
              <a:t> </a:t>
            </a:r>
            <a:r>
              <a:rPr sz="1000" dirty="0">
                <a:solidFill>
                  <a:srgbClr val="231F20"/>
                </a:solidFill>
                <a:latin typeface="Arial"/>
                <a:cs typeface="Arial"/>
              </a:rPr>
              <a:t>congenial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who</a:t>
            </a:r>
            <a:r>
              <a:rPr sz="1000" spc="-15" dirty="0">
                <a:solidFill>
                  <a:srgbClr val="231F20"/>
                </a:solidFill>
                <a:latin typeface="Arial"/>
                <a:cs typeface="Arial"/>
              </a:rPr>
              <a:t> </a:t>
            </a:r>
            <a:r>
              <a:rPr sz="1000" dirty="0">
                <a:solidFill>
                  <a:srgbClr val="231F20"/>
                </a:solidFill>
                <a:latin typeface="Arial"/>
                <a:cs typeface="Arial"/>
              </a:rPr>
              <a:t>have</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same</a:t>
            </a:r>
            <a:r>
              <a:rPr sz="1000" spc="-15" dirty="0">
                <a:solidFill>
                  <a:srgbClr val="231F20"/>
                </a:solidFill>
                <a:latin typeface="Arial"/>
                <a:cs typeface="Arial"/>
              </a:rPr>
              <a:t> </a:t>
            </a:r>
            <a:r>
              <a:rPr sz="1000" spc="-10" dirty="0">
                <a:solidFill>
                  <a:srgbClr val="231F20"/>
                </a:solidFill>
                <a:latin typeface="Arial"/>
                <a:cs typeface="Arial"/>
              </a:rPr>
              <a:t>aims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you should write at once to </a:t>
            </a:r>
            <a:r>
              <a:rPr sz="1000" spc="-20" dirty="0">
                <a:solidFill>
                  <a:srgbClr val="231F20"/>
                </a:solidFill>
                <a:latin typeface="Arial"/>
                <a:cs typeface="Arial"/>
              </a:rPr>
              <a:t>Mrs.</a:t>
            </a:r>
            <a:r>
              <a:rPr sz="1000" dirty="0">
                <a:solidFill>
                  <a:srgbClr val="231F20"/>
                </a:solidFill>
                <a:latin typeface="Arial"/>
                <a:cs typeface="Arial"/>
              </a:rPr>
              <a:t> Osbeth </a:t>
            </a:r>
            <a:r>
              <a:rPr sz="1000" spc="-20" dirty="0">
                <a:solidFill>
                  <a:srgbClr val="231F20"/>
                </a:solidFill>
                <a:latin typeface="Arial"/>
                <a:cs typeface="Arial"/>
              </a:rPr>
              <a:t>Adams</a:t>
            </a:r>
            <a:r>
              <a:rPr sz="1000" spc="50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Chicago, </a:t>
            </a:r>
            <a:r>
              <a:rPr sz="1000" dirty="0">
                <a:solidFill>
                  <a:srgbClr val="231F20"/>
                </a:solidFill>
                <a:latin typeface="Arial"/>
                <a:cs typeface="Arial"/>
              </a:rPr>
              <a:t>National</a:t>
            </a:r>
            <a:r>
              <a:rPr sz="1000" spc="-5" dirty="0">
                <a:solidFill>
                  <a:srgbClr val="231F20"/>
                </a:solidFill>
                <a:latin typeface="Arial"/>
                <a:cs typeface="Arial"/>
              </a:rPr>
              <a:t> </a:t>
            </a:r>
            <a:r>
              <a:rPr sz="1000" dirty="0">
                <a:solidFill>
                  <a:srgbClr val="231F20"/>
                </a:solidFill>
                <a:latin typeface="Arial"/>
                <a:cs typeface="Arial"/>
              </a:rPr>
              <a:t>Vice</a:t>
            </a:r>
            <a:r>
              <a:rPr sz="1000" spc="-10" dirty="0">
                <a:solidFill>
                  <a:srgbClr val="231F20"/>
                </a:solidFill>
                <a:latin typeface="Arial"/>
                <a:cs typeface="Arial"/>
              </a:rPr>
              <a:t> President,</a:t>
            </a:r>
            <a:r>
              <a:rPr sz="1000" spc="-5" dirty="0">
                <a:solidFill>
                  <a:srgbClr val="231F20"/>
                </a:solidFill>
                <a:latin typeface="Arial"/>
                <a:cs typeface="Arial"/>
              </a:rPr>
              <a:t> </a:t>
            </a:r>
            <a:r>
              <a:rPr sz="1000" dirty="0">
                <a:solidFill>
                  <a:srgbClr val="231F20"/>
                </a:solidFill>
                <a:latin typeface="Arial"/>
                <a:cs typeface="Arial"/>
              </a:rPr>
              <a:t>who</a:t>
            </a:r>
            <a:r>
              <a:rPr sz="1000" spc="-10" dirty="0">
                <a:solidFill>
                  <a:srgbClr val="231F20"/>
                </a:solidFill>
                <a:latin typeface="Arial"/>
                <a:cs typeface="Arial"/>
              </a:rPr>
              <a:t> </a:t>
            </a:r>
            <a:r>
              <a:rPr sz="1000" dirty="0">
                <a:solidFill>
                  <a:srgbClr val="231F20"/>
                </a:solidFill>
                <a:latin typeface="Arial"/>
                <a:cs typeface="Arial"/>
              </a:rPr>
              <a:t>is</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charge</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forms</a:t>
            </a:r>
            <a:r>
              <a:rPr sz="1000" spc="-3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spc="-10" dirty="0">
                <a:solidFill>
                  <a:srgbClr val="231F20"/>
                </a:solidFill>
                <a:latin typeface="Arial"/>
                <a:cs typeface="Arial"/>
              </a:rPr>
              <a:t>information.”</a:t>
            </a:r>
            <a:endParaRPr sz="1000" dirty="0">
              <a:latin typeface="Arial"/>
              <a:cs typeface="Arial"/>
            </a:endParaRPr>
          </a:p>
          <a:p>
            <a:pPr marL="12700" marR="118110">
              <a:lnSpc>
                <a:spcPct val="100000"/>
              </a:lnSpc>
              <a:spcBef>
                <a:spcPts val="900"/>
              </a:spcBef>
            </a:pPr>
            <a:r>
              <a:rPr sz="1000" spc="-10" dirty="0">
                <a:solidFill>
                  <a:srgbClr val="231F20"/>
                </a:solidFill>
                <a:latin typeface="Arial"/>
                <a:cs typeface="Arial"/>
              </a:rPr>
              <a:t>She</a:t>
            </a:r>
            <a:r>
              <a:rPr sz="1000" dirty="0">
                <a:solidFill>
                  <a:srgbClr val="231F20"/>
                </a:solidFill>
                <a:latin typeface="Arial"/>
                <a:cs typeface="Arial"/>
              </a:rPr>
              <a:t> </a:t>
            </a:r>
            <a:r>
              <a:rPr sz="1000" spc="-10" dirty="0">
                <a:solidFill>
                  <a:srgbClr val="231F20"/>
                </a:solidFill>
                <a:latin typeface="Arial"/>
                <a:cs typeface="Arial"/>
              </a:rPr>
              <a:t>successfully</a:t>
            </a:r>
            <a:r>
              <a:rPr sz="1000" spc="5" dirty="0">
                <a:solidFill>
                  <a:srgbClr val="231F20"/>
                </a:solidFill>
                <a:latin typeface="Arial"/>
                <a:cs typeface="Arial"/>
              </a:rPr>
              <a:t> </a:t>
            </a:r>
            <a:r>
              <a:rPr sz="1000" dirty="0">
                <a:solidFill>
                  <a:srgbClr val="231F20"/>
                </a:solidFill>
                <a:latin typeface="Arial"/>
                <a:cs typeface="Arial"/>
              </a:rPr>
              <a:t>recruited</a:t>
            </a:r>
            <a:r>
              <a:rPr sz="1000" spc="5" dirty="0">
                <a:solidFill>
                  <a:srgbClr val="231F20"/>
                </a:solidFill>
                <a:latin typeface="Arial"/>
                <a:cs typeface="Arial"/>
              </a:rPr>
              <a:t> </a:t>
            </a:r>
            <a:r>
              <a:rPr sz="1000" dirty="0">
                <a:solidFill>
                  <a:srgbClr val="231F20"/>
                </a:solidFill>
                <a:latin typeface="Arial"/>
                <a:cs typeface="Arial"/>
              </a:rPr>
              <a:t>five</a:t>
            </a:r>
            <a:r>
              <a:rPr sz="1000" spc="5" dirty="0">
                <a:solidFill>
                  <a:srgbClr val="231F20"/>
                </a:solidFill>
                <a:latin typeface="Arial"/>
                <a:cs typeface="Arial"/>
              </a:rPr>
              <a:t> </a:t>
            </a:r>
            <a:r>
              <a:rPr sz="1000" dirty="0">
                <a:solidFill>
                  <a:srgbClr val="231F20"/>
                </a:solidFill>
                <a:latin typeface="Arial"/>
                <a:cs typeface="Arial"/>
              </a:rPr>
              <a:t>other</a:t>
            </a:r>
            <a:r>
              <a:rPr sz="1000" spc="5"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50" dirty="0">
                <a:solidFill>
                  <a:srgbClr val="231F20"/>
                </a:solidFill>
                <a:latin typeface="Arial"/>
                <a:cs typeface="Arial"/>
              </a:rPr>
              <a:t>a </a:t>
            </a:r>
            <a:r>
              <a:rPr sz="1000" spc="-10" dirty="0">
                <a:solidFill>
                  <a:srgbClr val="231F20"/>
                </a:solidFill>
                <a:latin typeface="Arial"/>
                <a:cs typeface="Arial"/>
              </a:rPr>
              <a:t>small</a:t>
            </a:r>
            <a:r>
              <a:rPr sz="1000" spc="-25" dirty="0">
                <a:solidFill>
                  <a:srgbClr val="231F20"/>
                </a:solidFill>
                <a:latin typeface="Arial"/>
                <a:cs typeface="Arial"/>
              </a:rPr>
              <a:t> </a:t>
            </a:r>
            <a:r>
              <a:rPr sz="1000" dirty="0">
                <a:solidFill>
                  <a:srgbClr val="231F20"/>
                </a:solidFill>
                <a:latin typeface="Arial"/>
                <a:cs typeface="Arial"/>
              </a:rPr>
              <a:t>couple’s</a:t>
            </a:r>
            <a:r>
              <a:rPr sz="1000" spc="-20" dirty="0">
                <a:solidFill>
                  <a:srgbClr val="231F20"/>
                </a:solidFill>
                <a:latin typeface="Arial"/>
                <a:cs typeface="Arial"/>
              </a:rPr>
              <a:t> </a:t>
            </a:r>
            <a:r>
              <a:rPr sz="1000" dirty="0">
                <a:solidFill>
                  <a:srgbClr val="231F20"/>
                </a:solidFill>
                <a:latin typeface="Arial"/>
                <a:cs typeface="Arial"/>
              </a:rPr>
              <a:t>club,</a:t>
            </a:r>
            <a:r>
              <a:rPr sz="1000" spc="-20" dirty="0">
                <a:solidFill>
                  <a:srgbClr val="231F20"/>
                </a:solidFill>
                <a:latin typeface="Arial"/>
                <a:cs typeface="Arial"/>
              </a:rPr>
              <a:t> </a:t>
            </a:r>
            <a:r>
              <a:rPr sz="1000" dirty="0">
                <a:solidFill>
                  <a:srgbClr val="231F20"/>
                </a:solidFill>
                <a:latin typeface="Arial"/>
                <a:cs typeface="Arial"/>
              </a:rPr>
              <a:t>which</a:t>
            </a:r>
            <a:r>
              <a:rPr sz="1000" spc="-20" dirty="0">
                <a:solidFill>
                  <a:srgbClr val="231F20"/>
                </a:solidFill>
                <a:latin typeface="Arial"/>
                <a:cs typeface="Arial"/>
              </a:rPr>
              <a:t> </a:t>
            </a:r>
            <a:r>
              <a:rPr sz="1000" dirty="0">
                <a:solidFill>
                  <a:srgbClr val="231F20"/>
                </a:solidFill>
                <a:latin typeface="Arial"/>
                <a:cs typeface="Arial"/>
              </a:rPr>
              <a:t>she</a:t>
            </a:r>
            <a:r>
              <a:rPr sz="1000" spc="-2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previously</a:t>
            </a:r>
            <a:r>
              <a:rPr sz="1000" spc="-20" dirty="0">
                <a:solidFill>
                  <a:srgbClr val="231F20"/>
                </a:solidFill>
                <a:latin typeface="Arial"/>
                <a:cs typeface="Arial"/>
              </a:rPr>
              <a:t> </a:t>
            </a:r>
            <a:r>
              <a:rPr sz="1000" spc="-10" dirty="0">
                <a:solidFill>
                  <a:srgbClr val="231F20"/>
                </a:solidFill>
                <a:latin typeface="Arial"/>
                <a:cs typeface="Arial"/>
              </a:rPr>
              <a:t>started. She</a:t>
            </a:r>
            <a:r>
              <a:rPr sz="1000" spc="-5" dirty="0">
                <a:solidFill>
                  <a:srgbClr val="231F20"/>
                </a:solidFill>
                <a:latin typeface="Arial"/>
                <a:cs typeface="Arial"/>
              </a:rPr>
              <a:t> </a:t>
            </a:r>
            <a:r>
              <a:rPr sz="1000" dirty="0">
                <a:solidFill>
                  <a:srgbClr val="231F20"/>
                </a:solidFill>
                <a:latin typeface="Arial"/>
                <a:cs typeface="Arial"/>
              </a:rPr>
              <a:t>secured the sponsorship</a:t>
            </a:r>
            <a:r>
              <a:rPr sz="1000" spc="-5" dirty="0">
                <a:solidFill>
                  <a:srgbClr val="231F20"/>
                </a:solidFill>
                <a:latin typeface="Arial"/>
                <a:cs typeface="Arial"/>
              </a:rPr>
              <a:t> </a:t>
            </a:r>
            <a:r>
              <a:rPr sz="1000" dirty="0">
                <a:solidFill>
                  <a:srgbClr val="231F20"/>
                </a:solidFill>
                <a:latin typeface="Arial"/>
                <a:cs typeface="Arial"/>
              </a:rPr>
              <a:t>of the </a:t>
            </a:r>
            <a:r>
              <a:rPr sz="1000" spc="-10" dirty="0">
                <a:solidFill>
                  <a:srgbClr val="231F20"/>
                </a:solidFill>
                <a:latin typeface="Arial"/>
                <a:cs typeface="Arial"/>
              </a:rPr>
              <a:t>Washington,</a:t>
            </a:r>
            <a:r>
              <a:rPr sz="1000" dirty="0">
                <a:solidFill>
                  <a:srgbClr val="231F20"/>
                </a:solidFill>
                <a:latin typeface="Arial"/>
                <a:cs typeface="Arial"/>
              </a:rPr>
              <a:t> </a:t>
            </a:r>
            <a:r>
              <a:rPr sz="1000" spc="-25" dirty="0">
                <a:solidFill>
                  <a:srgbClr val="231F20"/>
                </a:solidFill>
                <a:latin typeface="Arial"/>
                <a:cs typeface="Arial"/>
              </a:rPr>
              <a:t>DC </a:t>
            </a:r>
            <a:r>
              <a:rPr sz="1000" spc="-1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Thirteen</a:t>
            </a:r>
            <a:r>
              <a:rPr sz="1000" spc="-15"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met</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0" dirty="0">
                <a:solidFill>
                  <a:srgbClr val="231F20"/>
                </a:solidFill>
                <a:latin typeface="Arial"/>
                <a:cs typeface="Arial"/>
              </a:rPr>
              <a:t>Mrs.</a:t>
            </a:r>
            <a:r>
              <a:rPr sz="1000" spc="-15" dirty="0">
                <a:solidFill>
                  <a:srgbClr val="231F20"/>
                </a:solidFill>
                <a:latin typeface="Arial"/>
                <a:cs typeface="Arial"/>
              </a:rPr>
              <a:t> </a:t>
            </a:r>
            <a:r>
              <a:rPr sz="1000" spc="-20" dirty="0">
                <a:solidFill>
                  <a:srgbClr val="231F20"/>
                </a:solidFill>
                <a:latin typeface="Arial"/>
                <a:cs typeface="Arial"/>
              </a:rPr>
              <a:t>Franklin’s</a:t>
            </a:r>
            <a:r>
              <a:rPr sz="1000" spc="-10" dirty="0">
                <a:solidFill>
                  <a:srgbClr val="231F20"/>
                </a:solidFill>
                <a:latin typeface="Arial"/>
                <a:cs typeface="Arial"/>
              </a:rPr>
              <a:t> </a:t>
            </a:r>
            <a:r>
              <a:rPr sz="1000" spc="-20" dirty="0">
                <a:solidFill>
                  <a:srgbClr val="231F20"/>
                </a:solidFill>
                <a:latin typeface="Arial"/>
                <a:cs typeface="Arial"/>
              </a:rPr>
              <a:t>home, </a:t>
            </a:r>
            <a:r>
              <a:rPr sz="1000" dirty="0">
                <a:solidFill>
                  <a:srgbClr val="231F20"/>
                </a:solidFill>
                <a:latin typeface="Arial"/>
                <a:cs typeface="Arial"/>
              </a:rPr>
              <a:t>along</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Carolyn</a:t>
            </a:r>
            <a:r>
              <a:rPr sz="1000" spc="-15" dirty="0">
                <a:solidFill>
                  <a:srgbClr val="231F20"/>
                </a:solidFill>
                <a:latin typeface="Arial"/>
                <a:cs typeface="Arial"/>
              </a:rPr>
              <a:t> </a:t>
            </a:r>
            <a:r>
              <a:rPr sz="1000" spc="-10" dirty="0">
                <a:solidFill>
                  <a:srgbClr val="231F20"/>
                </a:solidFill>
                <a:latin typeface="Arial"/>
                <a:cs typeface="Arial"/>
              </a:rPr>
              <a:t>French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Juanita</a:t>
            </a:r>
            <a:r>
              <a:rPr sz="1000" spc="-15" dirty="0">
                <a:solidFill>
                  <a:srgbClr val="231F20"/>
                </a:solidFill>
                <a:latin typeface="Arial"/>
                <a:cs typeface="Arial"/>
              </a:rPr>
              <a:t> </a:t>
            </a:r>
            <a:r>
              <a:rPr sz="1000" dirty="0">
                <a:solidFill>
                  <a:srgbClr val="231F20"/>
                </a:solidFill>
                <a:latin typeface="Arial"/>
                <a:cs typeface="Arial"/>
              </a:rPr>
              <a:t>Fletcher</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25" dirty="0">
                <a:solidFill>
                  <a:srgbClr val="231F20"/>
                </a:solidFill>
                <a:latin typeface="Arial"/>
                <a:cs typeface="Arial"/>
              </a:rPr>
              <a:t>DC</a:t>
            </a:r>
            <a:r>
              <a:rPr sz="1000" spc="50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orientation</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organization.</a:t>
            </a:r>
            <a:r>
              <a:rPr sz="1000" spc="5" dirty="0">
                <a:solidFill>
                  <a:srgbClr val="231F20"/>
                </a:solidFill>
                <a:latin typeface="Arial"/>
                <a:cs typeface="Arial"/>
              </a:rPr>
              <a:t> </a:t>
            </a:r>
            <a:r>
              <a:rPr sz="1000" dirty="0">
                <a:solidFill>
                  <a:srgbClr val="231F20"/>
                </a:solidFill>
                <a:latin typeface="Arial"/>
                <a:cs typeface="Arial"/>
              </a:rPr>
              <a:t>One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first </a:t>
            </a:r>
            <a:r>
              <a:rPr sz="1000" dirty="0">
                <a:solidFill>
                  <a:srgbClr val="231F20"/>
                </a:solidFill>
                <a:latin typeface="Arial"/>
                <a:cs typeface="Arial"/>
              </a:rPr>
              <a:t>orders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business</a:t>
            </a:r>
            <a:r>
              <a:rPr sz="1000" spc="-1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write</a:t>
            </a:r>
            <a:r>
              <a:rPr sz="1000" spc="-15"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a:t>
            </a:r>
            <a:r>
              <a:rPr sz="1000" dirty="0">
                <a:solidFill>
                  <a:srgbClr val="231F20"/>
                </a:solidFill>
                <a:latin typeface="Arial"/>
                <a:cs typeface="Arial"/>
              </a:rPr>
              <a:t>Vice</a:t>
            </a:r>
            <a:r>
              <a:rPr sz="1000" spc="-15" dirty="0">
                <a:solidFill>
                  <a:srgbClr val="231F20"/>
                </a:solidFill>
                <a:latin typeface="Arial"/>
                <a:cs typeface="Arial"/>
              </a:rPr>
              <a:t> </a:t>
            </a:r>
            <a:r>
              <a:rPr sz="1000" spc="-10" dirty="0">
                <a:solidFill>
                  <a:srgbClr val="231F20"/>
                </a:solidFill>
                <a:latin typeface="Arial"/>
                <a:cs typeface="Arial"/>
              </a:rPr>
              <a:t>President Adams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chartering</a:t>
            </a:r>
            <a:r>
              <a:rPr sz="1000" spc="-10" dirty="0">
                <a:solidFill>
                  <a:srgbClr val="231F20"/>
                </a:solidFill>
                <a:latin typeface="Arial"/>
                <a:cs typeface="Arial"/>
              </a:rPr>
              <a:t> </a:t>
            </a:r>
            <a:r>
              <a:rPr sz="1000" dirty="0">
                <a:solidFill>
                  <a:srgbClr val="231F20"/>
                </a:solidFill>
                <a:latin typeface="Arial"/>
                <a:cs typeface="Arial"/>
              </a:rPr>
              <a:t>information.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perspectives</a:t>
            </a:r>
            <a:r>
              <a:rPr sz="1000" spc="50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hoping</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submit</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documents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time</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25" dirty="0">
                <a:solidFill>
                  <a:srgbClr val="231F20"/>
                </a:solidFill>
                <a:latin typeface="Arial"/>
                <a:cs typeface="Arial"/>
              </a:rPr>
              <a:t>be </a:t>
            </a:r>
            <a:r>
              <a:rPr sz="1000" dirty="0">
                <a:solidFill>
                  <a:srgbClr val="231F20"/>
                </a:solidFill>
                <a:latin typeface="Arial"/>
                <a:cs typeface="Arial"/>
              </a:rPr>
              <a:t>considered</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ratification</a:t>
            </a:r>
            <a:r>
              <a:rPr sz="1000" spc="5" dirty="0">
                <a:solidFill>
                  <a:srgbClr val="231F20"/>
                </a:solidFill>
                <a:latin typeface="Arial"/>
                <a:cs typeface="Arial"/>
              </a:rPr>
              <a:t>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imminent</a:t>
            </a:r>
            <a:r>
              <a:rPr sz="1000" spc="5" dirty="0">
                <a:solidFill>
                  <a:srgbClr val="231F20"/>
                </a:solidFill>
                <a:latin typeface="Arial"/>
                <a:cs typeface="Arial"/>
              </a:rPr>
              <a:t> </a:t>
            </a:r>
            <a:r>
              <a:rPr sz="1000" spc="-10" dirty="0">
                <a:solidFill>
                  <a:srgbClr val="231F20"/>
                </a:solidFill>
                <a:latin typeface="Arial"/>
                <a:cs typeface="Arial"/>
              </a:rPr>
              <a:t>National </a:t>
            </a:r>
            <a:r>
              <a:rPr sz="1000" dirty="0">
                <a:solidFill>
                  <a:srgbClr val="231F20"/>
                </a:solidFill>
                <a:latin typeface="Arial"/>
                <a:cs typeface="Arial"/>
              </a:rPr>
              <a:t>Convention</a:t>
            </a:r>
            <a:r>
              <a:rPr sz="1000" spc="20" dirty="0">
                <a:solidFill>
                  <a:srgbClr val="231F20"/>
                </a:solidFill>
                <a:latin typeface="Arial"/>
                <a:cs typeface="Arial"/>
              </a:rPr>
              <a:t> </a:t>
            </a:r>
            <a:r>
              <a:rPr sz="1000" dirty="0">
                <a:solidFill>
                  <a:srgbClr val="231F20"/>
                </a:solidFill>
                <a:latin typeface="Arial"/>
                <a:cs typeface="Arial"/>
              </a:rPr>
              <a:t>but</a:t>
            </a:r>
            <a:r>
              <a:rPr sz="1000" spc="25" dirty="0">
                <a:solidFill>
                  <a:srgbClr val="231F20"/>
                </a:solidFill>
                <a:latin typeface="Arial"/>
                <a:cs typeface="Arial"/>
              </a:rPr>
              <a:t> </a:t>
            </a:r>
            <a:r>
              <a:rPr sz="1000" dirty="0">
                <a:solidFill>
                  <a:srgbClr val="231F20"/>
                </a:solidFill>
                <a:latin typeface="Arial"/>
                <a:cs typeface="Arial"/>
              </a:rPr>
              <a:t>had</a:t>
            </a:r>
            <a:r>
              <a:rPr sz="1000" spc="25" dirty="0">
                <a:solidFill>
                  <a:srgbClr val="231F20"/>
                </a:solidFill>
                <a:latin typeface="Arial"/>
                <a:cs typeface="Arial"/>
              </a:rPr>
              <a:t> </a:t>
            </a:r>
            <a:r>
              <a:rPr sz="1000" dirty="0">
                <a:solidFill>
                  <a:srgbClr val="231F20"/>
                </a:solidFill>
                <a:latin typeface="Arial"/>
                <a:cs typeface="Arial"/>
              </a:rPr>
              <a:t>not</a:t>
            </a:r>
            <a:r>
              <a:rPr sz="1000" spc="25" dirty="0">
                <a:solidFill>
                  <a:srgbClr val="231F20"/>
                </a:solidFill>
                <a:latin typeface="Arial"/>
                <a:cs typeface="Arial"/>
              </a:rPr>
              <a:t> </a:t>
            </a:r>
            <a:r>
              <a:rPr sz="1000" dirty="0">
                <a:solidFill>
                  <a:srgbClr val="231F20"/>
                </a:solidFill>
                <a:latin typeface="Arial"/>
                <a:cs typeface="Arial"/>
              </a:rPr>
              <a:t>received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application</a:t>
            </a:r>
            <a:r>
              <a:rPr sz="1000" spc="25" dirty="0">
                <a:solidFill>
                  <a:srgbClr val="231F20"/>
                </a:solidFill>
                <a:latin typeface="Arial"/>
                <a:cs typeface="Arial"/>
              </a:rPr>
              <a:t> </a:t>
            </a:r>
            <a:r>
              <a:rPr sz="1000" spc="-20" dirty="0">
                <a:solidFill>
                  <a:srgbClr val="231F20"/>
                </a:solidFill>
                <a:latin typeface="Arial"/>
                <a:cs typeface="Arial"/>
              </a:rPr>
              <a:t>from Mrs.</a:t>
            </a:r>
            <a:r>
              <a:rPr sz="1000" spc="-10" dirty="0">
                <a:solidFill>
                  <a:srgbClr val="231F20"/>
                </a:solidFill>
                <a:latin typeface="Arial"/>
                <a:cs typeface="Arial"/>
              </a:rPr>
              <a:t> Adams</a:t>
            </a:r>
            <a:r>
              <a:rPr sz="1000" spc="-5" dirty="0">
                <a:solidFill>
                  <a:srgbClr val="231F20"/>
                </a:solidFill>
                <a:latin typeface="Arial"/>
                <a:cs typeface="Arial"/>
              </a:rPr>
              <a:t> </a:t>
            </a:r>
            <a:r>
              <a:rPr sz="1000" dirty="0">
                <a:solidFill>
                  <a:srgbClr val="231F20"/>
                </a:solidFill>
                <a:latin typeface="Arial"/>
                <a:cs typeface="Arial"/>
              </a:rPr>
              <a:t>just</a:t>
            </a:r>
            <a:r>
              <a:rPr sz="1000" spc="-5" dirty="0">
                <a:solidFill>
                  <a:srgbClr val="231F20"/>
                </a:solidFill>
                <a:latin typeface="Arial"/>
                <a:cs typeface="Arial"/>
              </a:rPr>
              <a:t> </a:t>
            </a:r>
            <a:r>
              <a:rPr sz="1000" dirty="0">
                <a:solidFill>
                  <a:srgbClr val="231F20"/>
                </a:solidFill>
                <a:latin typeface="Arial"/>
                <a:cs typeface="Arial"/>
              </a:rPr>
              <a:t>days</a:t>
            </a:r>
            <a:r>
              <a:rPr sz="1000" spc="-5" dirty="0">
                <a:solidFill>
                  <a:srgbClr val="231F20"/>
                </a:solidFill>
                <a:latin typeface="Arial"/>
                <a:cs typeface="Arial"/>
              </a:rPr>
              <a:t> </a:t>
            </a:r>
            <a:r>
              <a:rPr sz="1000" dirty="0">
                <a:solidFill>
                  <a:srgbClr val="231F20"/>
                </a:solidFill>
                <a:latin typeface="Arial"/>
                <a:cs typeface="Arial"/>
              </a:rPr>
              <a:t>prior</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biennial</a:t>
            </a:r>
            <a:r>
              <a:rPr sz="1000" spc="-5" dirty="0">
                <a:solidFill>
                  <a:srgbClr val="231F20"/>
                </a:solidFill>
                <a:latin typeface="Arial"/>
                <a:cs typeface="Arial"/>
              </a:rPr>
              <a:t> </a:t>
            </a:r>
            <a:r>
              <a:rPr sz="1000" dirty="0">
                <a:solidFill>
                  <a:srgbClr val="231F20"/>
                </a:solidFill>
                <a:latin typeface="Arial"/>
                <a:cs typeface="Arial"/>
              </a:rPr>
              <a:t>convention.</a:t>
            </a:r>
            <a:r>
              <a:rPr sz="1000" spc="-10" dirty="0">
                <a:solidFill>
                  <a:srgbClr val="231F20"/>
                </a:solidFill>
                <a:latin typeface="Arial"/>
                <a:cs typeface="Arial"/>
              </a:rPr>
              <a:t> </a:t>
            </a:r>
            <a:r>
              <a:rPr sz="1000" spc="-25" dirty="0">
                <a:solidFill>
                  <a:srgbClr val="231F20"/>
                </a:solidFill>
                <a:latin typeface="Arial"/>
                <a:cs typeface="Arial"/>
              </a:rPr>
              <a:t>If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spc="-10" dirty="0">
                <a:solidFill>
                  <a:srgbClr val="231F20"/>
                </a:solidFill>
                <a:latin typeface="Arial"/>
                <a:cs typeface="Arial"/>
              </a:rPr>
              <a:t>unsuccessful</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getting</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provisional</a:t>
            </a:r>
            <a:r>
              <a:rPr sz="1000" spc="15" dirty="0">
                <a:solidFill>
                  <a:srgbClr val="231F20"/>
                </a:solidFill>
                <a:latin typeface="Arial"/>
                <a:cs typeface="Arial"/>
              </a:rPr>
              <a:t> </a:t>
            </a:r>
            <a:r>
              <a:rPr sz="1000" spc="-10" dirty="0">
                <a:solidFill>
                  <a:srgbClr val="231F20"/>
                </a:solidFill>
                <a:latin typeface="Arial"/>
                <a:cs typeface="Arial"/>
              </a:rPr>
              <a:t>charter, </a:t>
            </a:r>
            <a:r>
              <a:rPr sz="1000" dirty="0">
                <a:solidFill>
                  <a:srgbClr val="231F20"/>
                </a:solidFill>
                <a:latin typeface="Arial"/>
                <a:cs typeface="Arial"/>
              </a:rPr>
              <a:t>this</a:t>
            </a:r>
            <a:r>
              <a:rPr sz="1000" spc="15" dirty="0">
                <a:solidFill>
                  <a:srgbClr val="231F20"/>
                </a:solidFill>
                <a:latin typeface="Arial"/>
                <a:cs typeface="Arial"/>
              </a:rPr>
              <a:t> </a:t>
            </a:r>
            <a:r>
              <a:rPr sz="1000" dirty="0">
                <a:solidFill>
                  <a:srgbClr val="231F20"/>
                </a:solidFill>
                <a:latin typeface="Arial"/>
                <a:cs typeface="Arial"/>
              </a:rPr>
              <a:t>threatened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defer</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provisional</a:t>
            </a:r>
            <a:r>
              <a:rPr sz="1000" spc="20" dirty="0">
                <a:solidFill>
                  <a:srgbClr val="231F20"/>
                </a:solidFill>
                <a:latin typeface="Arial"/>
                <a:cs typeface="Arial"/>
              </a:rPr>
              <a:t> </a:t>
            </a:r>
            <a:r>
              <a:rPr sz="1000" dirty="0">
                <a:solidFill>
                  <a:srgbClr val="231F20"/>
                </a:solidFill>
                <a:latin typeface="Arial"/>
                <a:cs typeface="Arial"/>
              </a:rPr>
              <a:t>chartering</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two</a:t>
            </a:r>
            <a:r>
              <a:rPr sz="1000" spc="10" dirty="0">
                <a:solidFill>
                  <a:srgbClr val="231F20"/>
                </a:solidFill>
                <a:latin typeface="Arial"/>
                <a:cs typeface="Arial"/>
              </a:rPr>
              <a:t> </a:t>
            </a:r>
            <a:r>
              <a:rPr sz="1000" spc="-10" dirty="0">
                <a:solidFill>
                  <a:srgbClr val="231F20"/>
                </a:solidFill>
                <a:latin typeface="Arial"/>
                <a:cs typeface="Arial"/>
              </a:rPr>
              <a:t>years,</a:t>
            </a:r>
            <a:r>
              <a:rPr sz="1000" spc="10" dirty="0">
                <a:solidFill>
                  <a:srgbClr val="231F20"/>
                </a:solidFill>
                <a:latin typeface="Arial"/>
                <a:cs typeface="Arial"/>
              </a:rPr>
              <a:t> </a:t>
            </a:r>
            <a:r>
              <a:rPr sz="1000" dirty="0">
                <a:solidFill>
                  <a:srgbClr val="231F20"/>
                </a:solidFill>
                <a:latin typeface="Arial"/>
                <a:cs typeface="Arial"/>
              </a:rPr>
              <a:t>until</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spc="-10" dirty="0">
                <a:solidFill>
                  <a:srgbClr val="231F20"/>
                </a:solidFill>
                <a:latin typeface="Arial"/>
                <a:cs typeface="Arial"/>
              </a:rPr>
              <a:t>convention.</a:t>
            </a:r>
            <a:endParaRPr sz="1000" dirty="0">
              <a:latin typeface="Arial"/>
              <a:cs typeface="Arial"/>
            </a:endParaRPr>
          </a:p>
          <a:p>
            <a:pPr marL="12700" marR="177165">
              <a:lnSpc>
                <a:spcPct val="100000"/>
              </a:lnSpc>
              <a:spcBef>
                <a:spcPts val="900"/>
              </a:spcBef>
            </a:pPr>
            <a:r>
              <a:rPr sz="1000" spc="-20" dirty="0">
                <a:solidFill>
                  <a:srgbClr val="231F20"/>
                </a:solidFill>
                <a:latin typeface="Arial"/>
                <a:cs typeface="Arial"/>
              </a:rPr>
              <a:t>Franklin’s</a:t>
            </a:r>
            <a:r>
              <a:rPr sz="1000" dirty="0">
                <a:solidFill>
                  <a:srgbClr val="231F20"/>
                </a:solidFill>
                <a:latin typeface="Arial"/>
                <a:cs typeface="Arial"/>
              </a:rPr>
              <a:t> machine went to</a:t>
            </a:r>
            <a:r>
              <a:rPr sz="1000" spc="5" dirty="0">
                <a:solidFill>
                  <a:srgbClr val="231F20"/>
                </a:solidFill>
                <a:latin typeface="Arial"/>
                <a:cs typeface="Arial"/>
              </a:rPr>
              <a:t> </a:t>
            </a:r>
            <a:r>
              <a:rPr sz="1000" dirty="0">
                <a:solidFill>
                  <a:srgbClr val="231F20"/>
                </a:solidFill>
                <a:latin typeface="Arial"/>
                <a:cs typeface="Arial"/>
              </a:rPr>
              <a:t>work. </a:t>
            </a:r>
            <a:r>
              <a:rPr sz="1000" spc="-10" dirty="0">
                <a:solidFill>
                  <a:srgbClr val="231F20"/>
                </a:solidFill>
                <a:latin typeface="Arial"/>
                <a:cs typeface="Arial"/>
              </a:rPr>
              <a:t>She</a:t>
            </a:r>
            <a:r>
              <a:rPr sz="1000" dirty="0">
                <a:solidFill>
                  <a:srgbClr val="231F20"/>
                </a:solidFill>
                <a:latin typeface="Arial"/>
                <a:cs typeface="Arial"/>
              </a:rPr>
              <a:t> reached</a:t>
            </a:r>
            <a:r>
              <a:rPr sz="1000" spc="5" dirty="0">
                <a:solidFill>
                  <a:srgbClr val="231F20"/>
                </a:solidFill>
                <a:latin typeface="Arial"/>
                <a:cs typeface="Arial"/>
              </a:rPr>
              <a:t> </a:t>
            </a:r>
            <a:r>
              <a:rPr sz="1000" dirty="0">
                <a:solidFill>
                  <a:srgbClr val="231F20"/>
                </a:solidFill>
                <a:latin typeface="Arial"/>
                <a:cs typeface="Arial"/>
              </a:rPr>
              <a:t>out </a:t>
            </a:r>
            <a:r>
              <a:rPr sz="1000" spc="-25" dirty="0">
                <a:solidFill>
                  <a:srgbClr val="231F20"/>
                </a:solidFill>
                <a:latin typeface="Arial"/>
                <a:cs typeface="Arial"/>
              </a:rPr>
              <a:t>to </a:t>
            </a:r>
            <a:r>
              <a:rPr sz="1000" dirty="0">
                <a:solidFill>
                  <a:srgbClr val="231F20"/>
                </a:solidFill>
                <a:latin typeface="Arial"/>
                <a:cs typeface="Arial"/>
              </a:rPr>
              <a:t>National</a:t>
            </a:r>
            <a:r>
              <a:rPr sz="1000" spc="-45" dirty="0">
                <a:solidFill>
                  <a:srgbClr val="231F20"/>
                </a:solidFill>
                <a:latin typeface="Arial"/>
                <a:cs typeface="Arial"/>
              </a:rPr>
              <a:t> </a:t>
            </a:r>
            <a:r>
              <a:rPr sz="1000" dirty="0">
                <a:solidFill>
                  <a:srgbClr val="231F20"/>
                </a:solidFill>
                <a:latin typeface="Arial"/>
                <a:cs typeface="Arial"/>
              </a:rPr>
              <a:t>President</a:t>
            </a:r>
            <a:r>
              <a:rPr sz="1000" spc="-40" dirty="0">
                <a:solidFill>
                  <a:srgbClr val="231F20"/>
                </a:solidFill>
                <a:latin typeface="Arial"/>
                <a:cs typeface="Arial"/>
              </a:rPr>
              <a:t> </a:t>
            </a:r>
            <a:r>
              <a:rPr sz="1000" dirty="0">
                <a:solidFill>
                  <a:srgbClr val="231F20"/>
                </a:solidFill>
                <a:latin typeface="Arial"/>
                <a:cs typeface="Arial"/>
              </a:rPr>
              <a:t>Howard,</a:t>
            </a:r>
            <a:r>
              <a:rPr sz="1000" spc="-45" dirty="0">
                <a:solidFill>
                  <a:srgbClr val="231F20"/>
                </a:solidFill>
                <a:latin typeface="Arial"/>
                <a:cs typeface="Arial"/>
              </a:rPr>
              <a:t> </a:t>
            </a:r>
            <a:r>
              <a:rPr sz="1000" dirty="0">
                <a:solidFill>
                  <a:srgbClr val="231F20"/>
                </a:solidFill>
                <a:latin typeface="Arial"/>
                <a:cs typeface="Arial"/>
              </a:rPr>
              <a:t>Vice</a:t>
            </a:r>
            <a:r>
              <a:rPr sz="1000" spc="-40" dirty="0">
                <a:solidFill>
                  <a:srgbClr val="231F20"/>
                </a:solidFill>
                <a:latin typeface="Arial"/>
                <a:cs typeface="Arial"/>
              </a:rPr>
              <a:t> </a:t>
            </a:r>
            <a:r>
              <a:rPr sz="1000" dirty="0">
                <a:solidFill>
                  <a:srgbClr val="231F20"/>
                </a:solidFill>
                <a:latin typeface="Arial"/>
                <a:cs typeface="Arial"/>
              </a:rPr>
              <a:t>President</a:t>
            </a:r>
            <a:r>
              <a:rPr sz="1000" spc="-45" dirty="0">
                <a:solidFill>
                  <a:srgbClr val="231F20"/>
                </a:solidFill>
                <a:latin typeface="Arial"/>
                <a:cs typeface="Arial"/>
              </a:rPr>
              <a:t> </a:t>
            </a:r>
            <a:r>
              <a:rPr sz="1000" spc="-10" dirty="0">
                <a:solidFill>
                  <a:srgbClr val="231F20"/>
                </a:solidFill>
                <a:latin typeface="Arial"/>
                <a:cs typeface="Arial"/>
              </a:rPr>
              <a:t>Adams,</a:t>
            </a:r>
            <a:r>
              <a:rPr sz="1000" spc="-4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other friends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Washington,</a:t>
            </a:r>
            <a:r>
              <a:rPr sz="1000" spc="5" dirty="0">
                <a:solidFill>
                  <a:srgbClr val="231F20"/>
                </a:solidFill>
                <a:latin typeface="Arial"/>
                <a:cs typeface="Arial"/>
              </a:rPr>
              <a:t> </a:t>
            </a:r>
            <a:r>
              <a:rPr sz="1000" spc="-35" dirty="0">
                <a:solidFill>
                  <a:srgbClr val="231F20"/>
                </a:solidFill>
                <a:latin typeface="Arial"/>
                <a:cs typeface="Arial"/>
              </a:rPr>
              <a:t>DC.</a:t>
            </a:r>
            <a:r>
              <a:rPr sz="1000" dirty="0">
                <a:solidFill>
                  <a:srgbClr val="231F20"/>
                </a:solidFill>
                <a:latin typeface="Arial"/>
                <a:cs typeface="Arial"/>
              </a:rPr>
              <a:t> These</a:t>
            </a:r>
            <a:r>
              <a:rPr sz="1000" spc="5" dirty="0">
                <a:solidFill>
                  <a:srgbClr val="231F20"/>
                </a:solidFill>
                <a:latin typeface="Arial"/>
                <a:cs typeface="Arial"/>
              </a:rPr>
              <a:t> </a:t>
            </a:r>
            <a:r>
              <a:rPr sz="1000" dirty="0">
                <a:solidFill>
                  <a:srgbClr val="231F20"/>
                </a:solidFill>
                <a:latin typeface="Arial"/>
                <a:cs typeface="Arial"/>
              </a:rPr>
              <a:t>efforts</a:t>
            </a:r>
            <a:r>
              <a:rPr sz="1000" spc="5" dirty="0">
                <a:solidFill>
                  <a:srgbClr val="231F20"/>
                </a:solidFill>
                <a:latin typeface="Arial"/>
                <a:cs typeface="Arial"/>
              </a:rPr>
              <a:t> </a:t>
            </a:r>
            <a:r>
              <a:rPr sz="1000" dirty="0">
                <a:solidFill>
                  <a:srgbClr val="231F20"/>
                </a:solidFill>
                <a:latin typeface="Arial"/>
                <a:cs typeface="Arial"/>
              </a:rPr>
              <a:t>got</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attention</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a:t>
            </a:r>
            <a:r>
              <a:rPr sz="1000" spc="-1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Director</a:t>
            </a:r>
            <a:r>
              <a:rPr sz="1000" spc="10" dirty="0">
                <a:solidFill>
                  <a:srgbClr val="231F20"/>
                </a:solidFill>
                <a:latin typeface="Arial"/>
                <a:cs typeface="Arial"/>
              </a:rPr>
              <a:t> </a:t>
            </a:r>
            <a:r>
              <a:rPr sz="1000" spc="-65" dirty="0">
                <a:solidFill>
                  <a:srgbClr val="231F20"/>
                </a:solidFill>
                <a:latin typeface="Arial"/>
                <a:cs typeface="Arial"/>
              </a:rPr>
              <a:t>(NPD)</a:t>
            </a:r>
            <a:r>
              <a:rPr sz="1000" spc="10" dirty="0">
                <a:solidFill>
                  <a:srgbClr val="231F20"/>
                </a:solidFill>
                <a:latin typeface="Arial"/>
                <a:cs typeface="Arial"/>
              </a:rPr>
              <a:t> </a:t>
            </a:r>
            <a:r>
              <a:rPr sz="1000" spc="-20" dirty="0">
                <a:solidFill>
                  <a:srgbClr val="231F20"/>
                </a:solidFill>
                <a:latin typeface="Arial"/>
                <a:cs typeface="Arial"/>
              </a:rPr>
              <a:t>Burma</a:t>
            </a:r>
            <a:endParaRPr sz="1000" dirty="0">
              <a:latin typeface="Arial"/>
              <a:cs typeface="Arial"/>
            </a:endParaRPr>
          </a:p>
        </p:txBody>
      </p:sp>
      <p:sp>
        <p:nvSpPr>
          <p:cNvPr id="3" name="object 3"/>
          <p:cNvSpPr txBox="1"/>
          <p:nvPr/>
        </p:nvSpPr>
        <p:spPr>
          <a:xfrm>
            <a:off x="4016375" y="2272651"/>
            <a:ext cx="3283585" cy="3873500"/>
          </a:xfrm>
          <a:prstGeom prst="rect">
            <a:avLst/>
          </a:prstGeom>
        </p:spPr>
        <p:txBody>
          <a:bodyPr vert="horz" wrap="square" lIns="0" tIns="12700" rIns="0" bIns="0" rtlCol="0">
            <a:spAutoFit/>
          </a:bodyPr>
          <a:lstStyle/>
          <a:p>
            <a:pPr marL="12700" marR="34925">
              <a:lnSpc>
                <a:spcPct val="100000"/>
              </a:lnSpc>
              <a:spcBef>
                <a:spcPts val="100"/>
              </a:spcBef>
            </a:pPr>
            <a:r>
              <a:rPr sz="1000" dirty="0">
                <a:solidFill>
                  <a:srgbClr val="231F20"/>
                </a:solidFill>
                <a:latin typeface="Arial"/>
                <a:cs typeface="Arial"/>
              </a:rPr>
              <a:t>Whitted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friend,</a:t>
            </a:r>
            <a:r>
              <a:rPr sz="1000" spc="-15" dirty="0">
                <a:solidFill>
                  <a:srgbClr val="231F20"/>
                </a:solidFill>
                <a:latin typeface="Arial"/>
                <a:cs typeface="Arial"/>
              </a:rPr>
              <a:t> </a:t>
            </a:r>
            <a:r>
              <a:rPr sz="1000" spc="-20" dirty="0">
                <a:solidFill>
                  <a:srgbClr val="231F20"/>
                </a:solidFill>
                <a:latin typeface="Arial"/>
                <a:cs typeface="Arial"/>
              </a:rPr>
              <a:t>Ruth</a:t>
            </a:r>
            <a:r>
              <a:rPr sz="1000" spc="-10" dirty="0">
                <a:solidFill>
                  <a:srgbClr val="231F20"/>
                </a:solidFill>
                <a:latin typeface="Arial"/>
                <a:cs typeface="Arial"/>
              </a:rPr>
              <a:t> </a:t>
            </a:r>
            <a:r>
              <a:rPr sz="1000" spc="-30" dirty="0">
                <a:solidFill>
                  <a:srgbClr val="231F20"/>
                </a:solidFill>
                <a:latin typeface="Arial"/>
                <a:cs typeface="Arial"/>
              </a:rPr>
              <a:t>B.</a:t>
            </a:r>
            <a:r>
              <a:rPr sz="1000" spc="-15" dirty="0">
                <a:solidFill>
                  <a:srgbClr val="231F20"/>
                </a:solidFill>
                <a:latin typeface="Arial"/>
                <a:cs typeface="Arial"/>
              </a:rPr>
              <a:t> </a:t>
            </a:r>
            <a:r>
              <a:rPr sz="1000" spc="-10" dirty="0">
                <a:solidFill>
                  <a:srgbClr val="231F20"/>
                </a:solidFill>
                <a:latin typeface="Arial"/>
                <a:cs typeface="Arial"/>
              </a:rPr>
              <a:t>Spencer.</a:t>
            </a:r>
            <a:r>
              <a:rPr sz="1000" spc="-15" dirty="0">
                <a:solidFill>
                  <a:srgbClr val="231F20"/>
                </a:solidFill>
                <a:latin typeface="Arial"/>
                <a:cs typeface="Arial"/>
              </a:rPr>
              <a:t> </a:t>
            </a:r>
            <a:r>
              <a:rPr sz="1000" spc="-40" dirty="0">
                <a:solidFill>
                  <a:srgbClr val="231F20"/>
                </a:solidFill>
                <a:latin typeface="Arial"/>
                <a:cs typeface="Arial"/>
              </a:rPr>
              <a:t>NPD</a:t>
            </a:r>
            <a:r>
              <a:rPr sz="1000" spc="-15" dirty="0">
                <a:solidFill>
                  <a:srgbClr val="231F20"/>
                </a:solidFill>
                <a:latin typeface="Arial"/>
                <a:cs typeface="Arial"/>
              </a:rPr>
              <a:t> </a:t>
            </a:r>
            <a:r>
              <a:rPr sz="1000" dirty="0">
                <a:solidFill>
                  <a:srgbClr val="231F20"/>
                </a:solidFill>
                <a:latin typeface="Arial"/>
                <a:cs typeface="Arial"/>
              </a:rPr>
              <a:t>Whitted</a:t>
            </a:r>
            <a:r>
              <a:rPr sz="1000" spc="-10" dirty="0">
                <a:solidFill>
                  <a:srgbClr val="231F20"/>
                </a:solidFill>
                <a:latin typeface="Arial"/>
                <a:cs typeface="Arial"/>
              </a:rPr>
              <a:t> agreed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take</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petition</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spc="-1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lieu</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chartering</a:t>
            </a:r>
            <a:r>
              <a:rPr sz="1000" spc="-10" dirty="0">
                <a:solidFill>
                  <a:srgbClr val="231F20"/>
                </a:solidFill>
                <a:latin typeface="Arial"/>
                <a:cs typeface="Arial"/>
              </a:rPr>
              <a:t> forms,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National</a:t>
            </a:r>
            <a:r>
              <a:rPr sz="1000" spc="-5" dirty="0">
                <a:solidFill>
                  <a:srgbClr val="231F20"/>
                </a:solidFill>
                <a:latin typeface="Arial"/>
                <a:cs typeface="Arial"/>
              </a:rPr>
              <a:t> </a:t>
            </a:r>
            <a:r>
              <a:rPr sz="1000" dirty="0">
                <a:solidFill>
                  <a:srgbClr val="231F20"/>
                </a:solidFill>
                <a:latin typeface="Arial"/>
                <a:cs typeface="Arial"/>
              </a:rPr>
              <a:t>Executive</a:t>
            </a:r>
            <a:r>
              <a:rPr sz="1000" spc="-10" dirty="0">
                <a:solidFill>
                  <a:srgbClr val="231F20"/>
                </a:solidFill>
                <a:latin typeface="Arial"/>
                <a:cs typeface="Arial"/>
              </a:rPr>
              <a:t> Committee, </a:t>
            </a:r>
            <a:r>
              <a:rPr sz="1000" dirty="0">
                <a:solidFill>
                  <a:srgbClr val="231F20"/>
                </a:solidFill>
                <a:latin typeface="Arial"/>
                <a:cs typeface="Arial"/>
              </a:rPr>
              <a:t>which</a:t>
            </a:r>
            <a:r>
              <a:rPr sz="1000" spc="15" dirty="0">
                <a:solidFill>
                  <a:srgbClr val="231F20"/>
                </a:solidFill>
                <a:latin typeface="Arial"/>
                <a:cs typeface="Arial"/>
              </a:rPr>
              <a:t> </a:t>
            </a:r>
            <a:r>
              <a:rPr sz="1000" dirty="0">
                <a:solidFill>
                  <a:srgbClr val="231F20"/>
                </a:solidFill>
                <a:latin typeface="Arial"/>
                <a:cs typeface="Arial"/>
              </a:rPr>
              <a:t>would</a:t>
            </a:r>
            <a:r>
              <a:rPr sz="1000" spc="20" dirty="0">
                <a:solidFill>
                  <a:srgbClr val="231F20"/>
                </a:solidFill>
                <a:latin typeface="Arial"/>
                <a:cs typeface="Arial"/>
              </a:rPr>
              <a:t> </a:t>
            </a:r>
            <a:r>
              <a:rPr sz="1000" dirty="0">
                <a:solidFill>
                  <a:srgbClr val="231F20"/>
                </a:solidFill>
                <a:latin typeface="Arial"/>
                <a:cs typeface="Arial"/>
              </a:rPr>
              <a:t>meet</a:t>
            </a:r>
            <a:r>
              <a:rPr sz="1000" spc="15" dirty="0">
                <a:solidFill>
                  <a:srgbClr val="231F20"/>
                </a:solidFill>
                <a:latin typeface="Arial"/>
                <a:cs typeface="Arial"/>
              </a:rPr>
              <a:t> </a:t>
            </a:r>
            <a:r>
              <a:rPr sz="1000" dirty="0">
                <a:solidFill>
                  <a:srgbClr val="231F20"/>
                </a:solidFill>
                <a:latin typeface="Arial"/>
                <a:cs typeface="Arial"/>
              </a:rPr>
              <a:t>just</a:t>
            </a:r>
            <a:r>
              <a:rPr sz="1000" spc="20" dirty="0">
                <a:solidFill>
                  <a:srgbClr val="231F20"/>
                </a:solidFill>
                <a:latin typeface="Arial"/>
                <a:cs typeface="Arial"/>
              </a:rPr>
              <a:t> </a:t>
            </a:r>
            <a:r>
              <a:rPr sz="1000" dirty="0">
                <a:solidFill>
                  <a:srgbClr val="231F20"/>
                </a:solidFill>
                <a:latin typeface="Arial"/>
                <a:cs typeface="Arial"/>
              </a:rPr>
              <a:t>before</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convention.</a:t>
            </a:r>
            <a:r>
              <a:rPr sz="1000" spc="15" dirty="0">
                <a:solidFill>
                  <a:srgbClr val="231F20"/>
                </a:solidFill>
                <a:latin typeface="Arial"/>
                <a:cs typeface="Arial"/>
              </a:rPr>
              <a:t> </a:t>
            </a:r>
            <a:r>
              <a:rPr sz="1000" spc="-20" dirty="0">
                <a:solidFill>
                  <a:srgbClr val="231F20"/>
                </a:solidFill>
                <a:latin typeface="Arial"/>
                <a:cs typeface="Arial"/>
              </a:rPr>
              <a:t>Mrs.</a:t>
            </a:r>
            <a:endParaRPr sz="1000" dirty="0">
              <a:latin typeface="Arial"/>
              <a:cs typeface="Arial"/>
            </a:endParaRPr>
          </a:p>
          <a:p>
            <a:pPr marL="12700" marR="250190">
              <a:lnSpc>
                <a:spcPct val="100000"/>
              </a:lnSpc>
            </a:pPr>
            <a:r>
              <a:rPr sz="1000" spc="-10" dirty="0">
                <a:solidFill>
                  <a:srgbClr val="231F20"/>
                </a:solidFill>
                <a:latin typeface="Arial"/>
                <a:cs typeface="Arial"/>
              </a:rPr>
              <a:t>Franklin</a:t>
            </a:r>
            <a:r>
              <a:rPr sz="1000" spc="25" dirty="0">
                <a:solidFill>
                  <a:srgbClr val="231F20"/>
                </a:solidFill>
                <a:latin typeface="Arial"/>
                <a:cs typeface="Arial"/>
              </a:rPr>
              <a:t> </a:t>
            </a:r>
            <a:r>
              <a:rPr sz="1000" dirty="0">
                <a:solidFill>
                  <a:srgbClr val="231F20"/>
                </a:solidFill>
                <a:latin typeface="Arial"/>
                <a:cs typeface="Arial"/>
              </a:rPr>
              <a:t>hand</a:t>
            </a:r>
            <a:r>
              <a:rPr sz="1000" spc="30" dirty="0">
                <a:solidFill>
                  <a:srgbClr val="231F20"/>
                </a:solidFill>
                <a:latin typeface="Arial"/>
                <a:cs typeface="Arial"/>
              </a:rPr>
              <a:t> </a:t>
            </a:r>
            <a:r>
              <a:rPr sz="1000" dirty="0">
                <a:solidFill>
                  <a:srgbClr val="231F20"/>
                </a:solidFill>
                <a:latin typeface="Arial"/>
                <a:cs typeface="Arial"/>
              </a:rPr>
              <a:t>delivered</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petition</a:t>
            </a:r>
            <a:r>
              <a:rPr sz="1000" spc="30" dirty="0">
                <a:solidFill>
                  <a:srgbClr val="231F20"/>
                </a:solidFill>
                <a:latin typeface="Arial"/>
                <a:cs typeface="Arial"/>
              </a:rPr>
              <a:t> </a:t>
            </a:r>
            <a:r>
              <a:rPr sz="1000" dirty="0">
                <a:solidFill>
                  <a:srgbClr val="231F20"/>
                </a:solidFill>
                <a:latin typeface="Arial"/>
                <a:cs typeface="Arial"/>
              </a:rPr>
              <a:t>package</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spc="-25" dirty="0">
                <a:solidFill>
                  <a:srgbClr val="231F20"/>
                </a:solidFill>
                <a:latin typeface="Arial"/>
                <a:cs typeface="Arial"/>
              </a:rPr>
              <a:t>NPD </a:t>
            </a:r>
            <a:r>
              <a:rPr sz="1000" dirty="0">
                <a:solidFill>
                  <a:srgbClr val="231F20"/>
                </a:solidFill>
                <a:latin typeface="Arial"/>
                <a:cs typeface="Arial"/>
              </a:rPr>
              <a:t>Whitted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she headed</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 airport.</a:t>
            </a:r>
            <a:r>
              <a:rPr sz="1000" spc="5" dirty="0">
                <a:solidFill>
                  <a:srgbClr val="231F20"/>
                </a:solidFill>
                <a:latin typeface="Arial"/>
                <a:cs typeface="Arial"/>
              </a:rPr>
              <a:t> </a:t>
            </a:r>
            <a:r>
              <a:rPr sz="1000" spc="-10" dirty="0">
                <a:solidFill>
                  <a:srgbClr val="231F20"/>
                </a:solidFill>
                <a:latin typeface="Arial"/>
                <a:cs typeface="Arial"/>
              </a:rPr>
              <a:t>Montgomery County,</a:t>
            </a:r>
            <a:r>
              <a:rPr sz="1000" spc="-25" dirty="0">
                <a:solidFill>
                  <a:srgbClr val="231F20"/>
                </a:solidFill>
                <a:latin typeface="Arial"/>
                <a:cs typeface="Arial"/>
              </a:rPr>
              <a:t> </a:t>
            </a:r>
            <a:r>
              <a:rPr sz="1000" dirty="0">
                <a:solidFill>
                  <a:srgbClr val="231F20"/>
                </a:solidFill>
                <a:latin typeface="Arial"/>
                <a:cs typeface="Arial"/>
              </a:rPr>
              <a:t>Maryland,</a:t>
            </a:r>
            <a:r>
              <a:rPr sz="1000" spc="-25" dirty="0">
                <a:solidFill>
                  <a:srgbClr val="231F20"/>
                </a:solidFill>
                <a:latin typeface="Arial"/>
                <a:cs typeface="Arial"/>
              </a:rPr>
              <a:t>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granted</a:t>
            </a:r>
            <a:r>
              <a:rPr sz="1000" spc="-25" dirty="0">
                <a:solidFill>
                  <a:srgbClr val="231F20"/>
                </a:solidFill>
                <a:latin typeface="Arial"/>
                <a:cs typeface="Arial"/>
              </a:rPr>
              <a:t> </a:t>
            </a:r>
            <a:r>
              <a:rPr sz="1000" dirty="0">
                <a:solidFill>
                  <a:srgbClr val="231F20"/>
                </a:solidFill>
                <a:latin typeface="Arial"/>
                <a:cs typeface="Arial"/>
              </a:rPr>
              <a:t>provisional</a:t>
            </a:r>
            <a:r>
              <a:rPr sz="1000" spc="-25" dirty="0">
                <a:solidFill>
                  <a:srgbClr val="231F20"/>
                </a:solidFill>
                <a:latin typeface="Arial"/>
                <a:cs typeface="Arial"/>
              </a:rPr>
              <a:t> </a:t>
            </a:r>
            <a:r>
              <a:rPr sz="1000" dirty="0">
                <a:solidFill>
                  <a:srgbClr val="231F20"/>
                </a:solidFill>
                <a:latin typeface="Arial"/>
                <a:cs typeface="Arial"/>
              </a:rPr>
              <a:t>status</a:t>
            </a:r>
            <a:r>
              <a:rPr sz="1000" spc="-2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 1960</a:t>
            </a:r>
            <a:r>
              <a:rPr sz="1000" spc="5" dirty="0">
                <a:solidFill>
                  <a:srgbClr val="231F20"/>
                </a:solidFill>
                <a:latin typeface="Arial"/>
                <a:cs typeface="Arial"/>
              </a:rPr>
              <a:t> </a:t>
            </a:r>
            <a:r>
              <a:rPr sz="1000" dirty="0">
                <a:solidFill>
                  <a:srgbClr val="231F20"/>
                </a:solidFill>
                <a:latin typeface="Arial"/>
                <a:cs typeface="Arial"/>
              </a:rPr>
              <a:t>National Convention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honored to</a:t>
            </a:r>
            <a:r>
              <a:rPr sz="1000" spc="5" dirty="0">
                <a:solidFill>
                  <a:srgbClr val="231F20"/>
                </a:solidFill>
                <a:latin typeface="Arial"/>
                <a:cs typeface="Arial"/>
              </a:rPr>
              <a:t> </a:t>
            </a:r>
            <a:r>
              <a:rPr sz="1000" spc="-10" dirty="0">
                <a:solidFill>
                  <a:srgbClr val="231F20"/>
                </a:solidFill>
                <a:latin typeface="Arial"/>
                <a:cs typeface="Arial"/>
              </a:rPr>
              <a:t>receive</a:t>
            </a:r>
            <a:endParaRPr sz="1000" dirty="0">
              <a:latin typeface="Arial"/>
              <a:cs typeface="Arial"/>
            </a:endParaRPr>
          </a:p>
          <a:p>
            <a:pPr marL="12700" marR="91440">
              <a:lnSpc>
                <a:spcPct val="100000"/>
              </a:lnSpc>
            </a:pPr>
            <a:r>
              <a:rPr sz="1000" dirty="0">
                <a:solidFill>
                  <a:srgbClr val="231F20"/>
                </a:solidFill>
                <a:latin typeface="Arial"/>
                <a:cs typeface="Arial"/>
              </a:rPr>
              <a:t>permanent</a:t>
            </a:r>
            <a:r>
              <a:rPr sz="1000" spc="-15" dirty="0">
                <a:solidFill>
                  <a:srgbClr val="231F20"/>
                </a:solidFill>
                <a:latin typeface="Arial"/>
                <a:cs typeface="Arial"/>
              </a:rPr>
              <a:t> </a:t>
            </a:r>
            <a:r>
              <a:rPr sz="1000" dirty="0">
                <a:solidFill>
                  <a:srgbClr val="231F20"/>
                </a:solidFill>
                <a:latin typeface="Arial"/>
                <a:cs typeface="Arial"/>
              </a:rPr>
              <a:t>charter</a:t>
            </a:r>
            <a:r>
              <a:rPr sz="1000" spc="-15" dirty="0">
                <a:solidFill>
                  <a:srgbClr val="231F20"/>
                </a:solidFill>
                <a:latin typeface="Arial"/>
                <a:cs typeface="Arial"/>
              </a:rPr>
              <a:t> </a:t>
            </a:r>
            <a:r>
              <a:rPr sz="1000" dirty="0">
                <a:solidFill>
                  <a:srgbClr val="231F20"/>
                </a:solidFill>
                <a:latin typeface="Arial"/>
                <a:cs typeface="Arial"/>
              </a:rPr>
              <a:t>status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20" dirty="0">
                <a:solidFill>
                  <a:srgbClr val="231F20"/>
                </a:solidFill>
                <a:latin typeface="Arial"/>
                <a:cs typeface="Arial"/>
              </a:rPr>
              <a:t>1962</a:t>
            </a:r>
            <a:r>
              <a:rPr sz="1000" spc="-10" dirty="0">
                <a:solidFill>
                  <a:srgbClr val="231F20"/>
                </a:solidFill>
                <a:latin typeface="Arial"/>
                <a:cs typeface="Arial"/>
              </a:rPr>
              <a:t> </a:t>
            </a:r>
            <a:r>
              <a:rPr sz="1000" dirty="0">
                <a:solidFill>
                  <a:srgbClr val="231F20"/>
                </a:solidFill>
                <a:latin typeface="Arial"/>
                <a:cs typeface="Arial"/>
              </a:rPr>
              <a:t>from</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National</a:t>
            </a:r>
            <a:r>
              <a:rPr sz="1000" spc="-15" dirty="0">
                <a:solidFill>
                  <a:srgbClr val="231F20"/>
                </a:solidFill>
                <a:latin typeface="Arial"/>
                <a:cs typeface="Arial"/>
              </a:rPr>
              <a:t> </a:t>
            </a:r>
            <a:r>
              <a:rPr sz="1000" spc="-20" dirty="0">
                <a:solidFill>
                  <a:srgbClr val="231F20"/>
                </a:solidFill>
                <a:latin typeface="Arial"/>
                <a:cs typeface="Arial"/>
              </a:rPr>
              <a:t>body </a:t>
            </a:r>
            <a:r>
              <a:rPr sz="1000" dirty="0">
                <a:solidFill>
                  <a:srgbClr val="231F20"/>
                </a:solidFill>
                <a:latin typeface="Arial"/>
                <a:cs typeface="Arial"/>
              </a:rPr>
              <a:t>at the biennial</a:t>
            </a:r>
            <a:r>
              <a:rPr sz="1000" spc="5" dirty="0">
                <a:solidFill>
                  <a:srgbClr val="231F20"/>
                </a:solidFill>
                <a:latin typeface="Arial"/>
                <a:cs typeface="Arial"/>
              </a:rPr>
              <a:t> </a:t>
            </a:r>
            <a:r>
              <a:rPr sz="1000" spc="-10" dirty="0">
                <a:solidFill>
                  <a:srgbClr val="231F20"/>
                </a:solidFill>
                <a:latin typeface="Arial"/>
                <a:cs typeface="Arial"/>
              </a:rPr>
              <a:t>convention.</a:t>
            </a:r>
            <a:endParaRPr sz="1000" dirty="0">
              <a:latin typeface="Arial"/>
              <a:cs typeface="Arial"/>
            </a:endParaRPr>
          </a:p>
          <a:p>
            <a:pPr marL="12700" marR="5080">
              <a:lnSpc>
                <a:spcPct val="100000"/>
              </a:lnSpc>
              <a:spcBef>
                <a:spcPts val="900"/>
              </a:spcBef>
            </a:pPr>
            <a:r>
              <a:rPr sz="1000" dirty="0">
                <a:solidFill>
                  <a:srgbClr val="231F20"/>
                </a:solidFill>
                <a:latin typeface="Arial"/>
                <a:cs typeface="Arial"/>
              </a:rPr>
              <a:t>For the</a:t>
            </a:r>
            <a:r>
              <a:rPr sz="1000" spc="5" dirty="0">
                <a:solidFill>
                  <a:srgbClr val="231F20"/>
                </a:solidFill>
                <a:latin typeface="Arial"/>
                <a:cs typeface="Arial"/>
              </a:rPr>
              <a:t> </a:t>
            </a:r>
            <a:r>
              <a:rPr sz="1000" dirty="0">
                <a:solidFill>
                  <a:srgbClr val="231F20"/>
                </a:solidFill>
                <a:latin typeface="Arial"/>
                <a:cs typeface="Arial"/>
              </a:rPr>
              <a:t>two-year</a:t>
            </a:r>
            <a:r>
              <a:rPr sz="1000" spc="5" dirty="0">
                <a:solidFill>
                  <a:srgbClr val="231F20"/>
                </a:solidFill>
                <a:latin typeface="Arial"/>
                <a:cs typeface="Arial"/>
              </a:rPr>
              <a:t> </a:t>
            </a:r>
            <a:r>
              <a:rPr sz="1000" dirty="0">
                <a:solidFill>
                  <a:srgbClr val="231F20"/>
                </a:solidFill>
                <a:latin typeface="Arial"/>
                <a:cs typeface="Arial"/>
              </a:rPr>
              <a:t>provisional period,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 was</a:t>
            </a:r>
            <a:r>
              <a:rPr sz="1000" spc="5" dirty="0">
                <a:solidFill>
                  <a:srgbClr val="231F20"/>
                </a:solidFill>
                <a:latin typeface="Arial"/>
                <a:cs typeface="Arial"/>
              </a:rPr>
              <a:t> </a:t>
            </a:r>
            <a:r>
              <a:rPr sz="1000" spc="-10" dirty="0">
                <a:solidFill>
                  <a:srgbClr val="231F20"/>
                </a:solidFill>
                <a:latin typeface="Arial"/>
                <a:cs typeface="Arial"/>
              </a:rPr>
              <a:t>called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Children's</a:t>
            </a:r>
            <a:r>
              <a:rPr sz="1000" spc="-25" dirty="0">
                <a:solidFill>
                  <a:srgbClr val="231F20"/>
                </a:solidFill>
                <a:latin typeface="Arial"/>
                <a:cs typeface="Arial"/>
              </a:rPr>
              <a:t> </a:t>
            </a:r>
            <a:r>
              <a:rPr sz="1000" spc="-10" dirty="0">
                <a:solidFill>
                  <a:srgbClr val="231F20"/>
                </a:solidFill>
                <a:latin typeface="Arial"/>
                <a:cs typeface="Arial"/>
              </a:rPr>
              <a:t>Hour.</a:t>
            </a:r>
            <a:r>
              <a:rPr sz="1000" spc="-25" dirty="0">
                <a:solidFill>
                  <a:srgbClr val="231F20"/>
                </a:solidFill>
                <a:latin typeface="Arial"/>
                <a:cs typeface="Arial"/>
              </a:rPr>
              <a:t> Each </a:t>
            </a:r>
            <a:r>
              <a:rPr sz="1000" dirty="0">
                <a:solidFill>
                  <a:srgbClr val="231F20"/>
                </a:solidFill>
                <a:latin typeface="Arial"/>
                <a:cs typeface="Arial"/>
              </a:rPr>
              <a:t>time</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met;</a:t>
            </a:r>
            <a:r>
              <a:rPr sz="1000" spc="-2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would</a:t>
            </a:r>
            <a:r>
              <a:rPr sz="1000" spc="-15" dirty="0">
                <a:solidFill>
                  <a:srgbClr val="231F20"/>
                </a:solidFill>
                <a:latin typeface="Arial"/>
                <a:cs typeface="Arial"/>
              </a:rPr>
              <a:t> </a:t>
            </a:r>
            <a:r>
              <a:rPr sz="1000" dirty="0">
                <a:solidFill>
                  <a:srgbClr val="231F20"/>
                </a:solidFill>
                <a:latin typeface="Arial"/>
                <a:cs typeface="Arial"/>
              </a:rPr>
              <a:t>start</a:t>
            </a:r>
            <a:r>
              <a:rPr sz="1000" spc="-1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reading</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story.</a:t>
            </a:r>
            <a:r>
              <a:rPr sz="1000" spc="-10" dirty="0">
                <a:solidFill>
                  <a:srgbClr val="231F20"/>
                </a:solidFill>
                <a:latin typeface="Arial"/>
                <a:cs typeface="Arial"/>
              </a:rPr>
              <a:t> </a:t>
            </a:r>
            <a:r>
              <a:rPr sz="1000" spc="-20" dirty="0">
                <a:solidFill>
                  <a:srgbClr val="231F20"/>
                </a:solidFill>
                <a:latin typeface="Arial"/>
                <a:cs typeface="Arial"/>
              </a:rPr>
              <a:t>Mrs.</a:t>
            </a:r>
            <a:r>
              <a:rPr sz="1000" spc="-15" dirty="0">
                <a:solidFill>
                  <a:srgbClr val="231F20"/>
                </a:solidFill>
                <a:latin typeface="Arial"/>
                <a:cs typeface="Arial"/>
              </a:rPr>
              <a:t> </a:t>
            </a:r>
            <a:r>
              <a:rPr sz="1000" spc="-10" dirty="0">
                <a:solidFill>
                  <a:srgbClr val="231F20"/>
                </a:solidFill>
                <a:latin typeface="Arial"/>
                <a:cs typeface="Arial"/>
              </a:rPr>
              <a:t>Franklin </a:t>
            </a:r>
            <a:r>
              <a:rPr sz="1000" dirty="0">
                <a:solidFill>
                  <a:srgbClr val="231F20"/>
                </a:solidFill>
                <a:latin typeface="Arial"/>
                <a:cs typeface="Arial"/>
              </a:rPr>
              <a:t>chaired</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during</a:t>
            </a:r>
            <a:r>
              <a:rPr sz="1000" spc="15" dirty="0">
                <a:solidFill>
                  <a:srgbClr val="231F20"/>
                </a:solidFill>
                <a:latin typeface="Arial"/>
                <a:cs typeface="Arial"/>
              </a:rPr>
              <a:t>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first</a:t>
            </a:r>
            <a:r>
              <a:rPr sz="1000" spc="15" dirty="0">
                <a:solidFill>
                  <a:srgbClr val="231F20"/>
                </a:solidFill>
                <a:latin typeface="Arial"/>
                <a:cs typeface="Arial"/>
              </a:rPr>
              <a:t> </a:t>
            </a:r>
            <a:r>
              <a:rPr sz="1000" dirty="0">
                <a:solidFill>
                  <a:srgbClr val="231F20"/>
                </a:solidFill>
                <a:latin typeface="Arial"/>
                <a:cs typeface="Arial"/>
              </a:rPr>
              <a:t>two</a:t>
            </a:r>
            <a:r>
              <a:rPr sz="1000" spc="15" dirty="0">
                <a:solidFill>
                  <a:srgbClr val="231F20"/>
                </a:solidFill>
                <a:latin typeface="Arial"/>
                <a:cs typeface="Arial"/>
              </a:rPr>
              <a:t> </a:t>
            </a:r>
            <a:r>
              <a:rPr sz="1000" spc="-10" dirty="0">
                <a:solidFill>
                  <a:srgbClr val="231F20"/>
                </a:solidFill>
                <a:latin typeface="Arial"/>
                <a:cs typeface="Arial"/>
              </a:rPr>
              <a:t>years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elected</a:t>
            </a:r>
            <a:r>
              <a:rPr sz="1000" spc="15" dirty="0">
                <a:solidFill>
                  <a:srgbClr val="231F20"/>
                </a:solidFill>
                <a:latin typeface="Arial"/>
                <a:cs typeface="Arial"/>
              </a:rPr>
              <a:t> </a:t>
            </a:r>
            <a:r>
              <a:rPr sz="1000" spc="-10" dirty="0">
                <a:solidFill>
                  <a:srgbClr val="231F20"/>
                </a:solidFill>
                <a:latin typeface="Arial"/>
                <a:cs typeface="Arial"/>
              </a:rPr>
              <a:t>President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two</a:t>
            </a:r>
            <a:r>
              <a:rPr sz="1000" spc="10" dirty="0">
                <a:solidFill>
                  <a:srgbClr val="231F20"/>
                </a:solidFill>
                <a:latin typeface="Arial"/>
                <a:cs typeface="Arial"/>
              </a:rPr>
              <a:t> </a:t>
            </a:r>
            <a:r>
              <a:rPr sz="1000" spc="-10" dirty="0">
                <a:solidFill>
                  <a:srgbClr val="231F20"/>
                </a:solidFill>
                <a:latin typeface="Arial"/>
                <a:cs typeface="Arial"/>
              </a:rPr>
              <a:t>years</a:t>
            </a:r>
            <a:r>
              <a:rPr sz="1000" spc="10"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spc="-10" dirty="0">
                <a:solidFill>
                  <a:srgbClr val="231F20"/>
                </a:solidFill>
                <a:latin typeface="Arial"/>
                <a:cs typeface="Arial"/>
              </a:rPr>
              <a:t>chartering—</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truly</a:t>
            </a:r>
            <a:r>
              <a:rPr sz="1000" spc="10" dirty="0">
                <a:solidFill>
                  <a:srgbClr val="231F20"/>
                </a:solidFill>
                <a:latin typeface="Arial"/>
                <a:cs typeface="Arial"/>
              </a:rPr>
              <a:t> </a:t>
            </a:r>
            <a:r>
              <a:rPr sz="1000" spc="-10" dirty="0">
                <a:solidFill>
                  <a:srgbClr val="231F20"/>
                </a:solidFill>
                <a:latin typeface="Arial"/>
                <a:cs typeface="Arial"/>
              </a:rPr>
              <a:t>challenging, </a:t>
            </a:r>
            <a:r>
              <a:rPr sz="1000" dirty="0">
                <a:solidFill>
                  <a:srgbClr val="231F20"/>
                </a:solidFill>
                <a:latin typeface="Arial"/>
                <a:cs typeface="Arial"/>
              </a:rPr>
              <a:t>but</a:t>
            </a:r>
            <a:r>
              <a:rPr sz="1000" spc="25" dirty="0">
                <a:solidFill>
                  <a:srgbClr val="231F20"/>
                </a:solidFill>
                <a:latin typeface="Arial"/>
                <a:cs typeface="Arial"/>
              </a:rPr>
              <a:t> </a:t>
            </a:r>
            <a:r>
              <a:rPr sz="1000" dirty="0">
                <a:solidFill>
                  <a:srgbClr val="231F20"/>
                </a:solidFill>
                <a:latin typeface="Arial"/>
                <a:cs typeface="Arial"/>
              </a:rPr>
              <a:t>fruitful</a:t>
            </a:r>
            <a:r>
              <a:rPr sz="1000" spc="20" dirty="0">
                <a:solidFill>
                  <a:srgbClr val="231F20"/>
                </a:solidFill>
                <a:latin typeface="Arial"/>
                <a:cs typeface="Arial"/>
              </a:rPr>
              <a:t> </a:t>
            </a:r>
            <a:r>
              <a:rPr sz="1000" spc="-10" dirty="0">
                <a:solidFill>
                  <a:srgbClr val="231F20"/>
                </a:solidFill>
                <a:latin typeface="Arial"/>
                <a:cs typeface="Arial"/>
              </a:rPr>
              <a:t>four-</a:t>
            </a:r>
            <a:r>
              <a:rPr sz="1000" dirty="0">
                <a:solidFill>
                  <a:srgbClr val="231F20"/>
                </a:solidFill>
                <a:latin typeface="Arial"/>
                <a:cs typeface="Arial"/>
              </a:rPr>
              <a:t>year</a:t>
            </a:r>
            <a:r>
              <a:rPr sz="1000" spc="25" dirty="0">
                <a:solidFill>
                  <a:srgbClr val="231F20"/>
                </a:solidFill>
                <a:latin typeface="Arial"/>
                <a:cs typeface="Arial"/>
              </a:rPr>
              <a:t> </a:t>
            </a:r>
            <a:r>
              <a:rPr sz="1000" dirty="0">
                <a:solidFill>
                  <a:srgbClr val="231F20"/>
                </a:solidFill>
                <a:latin typeface="Arial"/>
                <a:cs typeface="Arial"/>
              </a:rPr>
              <a:t>long</a:t>
            </a:r>
            <a:r>
              <a:rPr sz="1000" spc="25" dirty="0">
                <a:solidFill>
                  <a:srgbClr val="231F20"/>
                </a:solidFill>
                <a:latin typeface="Arial"/>
                <a:cs typeface="Arial"/>
              </a:rPr>
              <a:t> </a:t>
            </a:r>
            <a:r>
              <a:rPr sz="1000" spc="-10" dirty="0">
                <a:solidFill>
                  <a:srgbClr val="231F20"/>
                </a:solidFill>
                <a:latin typeface="Arial"/>
                <a:cs typeface="Arial"/>
              </a:rPr>
              <a:t>task.</a:t>
            </a:r>
            <a:endParaRPr sz="1000" dirty="0">
              <a:latin typeface="Arial"/>
              <a:cs typeface="Arial"/>
            </a:endParaRPr>
          </a:p>
          <a:p>
            <a:pPr marL="12700" marR="78105">
              <a:lnSpc>
                <a:spcPct val="100000"/>
              </a:lnSpc>
              <a:spcBef>
                <a:spcPts val="900"/>
              </a:spcBef>
            </a:pPr>
            <a:r>
              <a:rPr sz="1000" dirty="0">
                <a:solidFill>
                  <a:srgbClr val="231F20"/>
                </a:solidFill>
                <a:latin typeface="Arial"/>
                <a:cs typeface="Arial"/>
              </a:rPr>
              <a:t>Installation</a:t>
            </a:r>
            <a:r>
              <a:rPr sz="1000" spc="-5" dirty="0">
                <a:solidFill>
                  <a:srgbClr val="231F20"/>
                </a:solidFill>
                <a:latin typeface="Arial"/>
                <a:cs typeface="Arial"/>
              </a:rPr>
              <a:t> </a:t>
            </a:r>
            <a:r>
              <a:rPr sz="1000" dirty="0">
                <a:solidFill>
                  <a:srgbClr val="231F20"/>
                </a:solidFill>
                <a:latin typeface="Arial"/>
                <a:cs typeface="Arial"/>
              </a:rPr>
              <a:t>took place at </a:t>
            </a:r>
            <a:r>
              <a:rPr sz="1000" spc="-20" dirty="0">
                <a:solidFill>
                  <a:srgbClr val="231F20"/>
                </a:solidFill>
                <a:latin typeface="Arial"/>
                <a:cs typeface="Arial"/>
              </a:rPr>
              <a:t>Mrs.</a:t>
            </a:r>
            <a:r>
              <a:rPr sz="1000" spc="-5" dirty="0">
                <a:solidFill>
                  <a:srgbClr val="231F20"/>
                </a:solidFill>
                <a:latin typeface="Arial"/>
                <a:cs typeface="Arial"/>
              </a:rPr>
              <a:t> </a:t>
            </a:r>
            <a:r>
              <a:rPr sz="1000" spc="-20" dirty="0">
                <a:solidFill>
                  <a:srgbClr val="231F20"/>
                </a:solidFill>
                <a:latin typeface="Arial"/>
                <a:cs typeface="Arial"/>
              </a:rPr>
              <a:t>Franklin’s</a:t>
            </a:r>
            <a:r>
              <a:rPr sz="1000" dirty="0">
                <a:solidFill>
                  <a:srgbClr val="231F20"/>
                </a:solidFill>
                <a:latin typeface="Arial"/>
                <a:cs typeface="Arial"/>
              </a:rPr>
              <a:t> home in </a:t>
            </a:r>
            <a:r>
              <a:rPr sz="1000" spc="-10" dirty="0">
                <a:solidFill>
                  <a:srgbClr val="231F20"/>
                </a:solidFill>
                <a:latin typeface="Arial"/>
                <a:cs typeface="Arial"/>
              </a:rPr>
              <a:t>October </a:t>
            </a:r>
            <a:r>
              <a:rPr sz="1000" spc="-25" dirty="0">
                <a:solidFill>
                  <a:srgbClr val="231F20"/>
                </a:solidFill>
                <a:latin typeface="Arial"/>
                <a:cs typeface="Arial"/>
              </a:rPr>
              <a:t>1962.</a:t>
            </a:r>
            <a:r>
              <a:rPr sz="1000" spc="-15" dirty="0">
                <a:solidFill>
                  <a:srgbClr val="231F20"/>
                </a:solidFill>
                <a:latin typeface="Arial"/>
                <a:cs typeface="Arial"/>
              </a:rPr>
              <a:t> </a:t>
            </a:r>
            <a:r>
              <a:rPr sz="1000" spc="-10" dirty="0">
                <a:solidFill>
                  <a:srgbClr val="231F20"/>
                </a:solidFill>
                <a:latin typeface="Arial"/>
                <a:cs typeface="Arial"/>
              </a:rPr>
              <a:t>Present </a:t>
            </a:r>
            <a:r>
              <a:rPr sz="1000" dirty="0">
                <a:solidFill>
                  <a:srgbClr val="231F20"/>
                </a:solidFill>
                <a:latin typeface="Arial"/>
                <a:cs typeface="Arial"/>
              </a:rPr>
              <a:t>were</a:t>
            </a:r>
            <a:r>
              <a:rPr sz="1000" spc="-10" dirty="0">
                <a:solidFill>
                  <a:srgbClr val="231F20"/>
                </a:solidFill>
                <a:latin typeface="Arial"/>
                <a:cs typeface="Arial"/>
              </a:rPr>
              <a:t> </a:t>
            </a:r>
            <a:r>
              <a:rPr sz="1000" spc="-20" dirty="0">
                <a:solidFill>
                  <a:srgbClr val="231F20"/>
                </a:solidFill>
                <a:latin typeface="Arial"/>
                <a:cs typeface="Arial"/>
              </a:rPr>
              <a:t>Eastern</a:t>
            </a:r>
            <a:r>
              <a:rPr sz="1000" spc="-15" dirty="0">
                <a:solidFill>
                  <a:srgbClr val="231F20"/>
                </a:solidFill>
                <a:latin typeface="Arial"/>
                <a:cs typeface="Arial"/>
              </a:rPr>
              <a:t> </a:t>
            </a:r>
            <a:r>
              <a:rPr sz="1000" spc="-10" dirty="0">
                <a:solidFill>
                  <a:srgbClr val="231F20"/>
                </a:solidFill>
                <a:latin typeface="Arial"/>
                <a:cs typeface="Arial"/>
              </a:rPr>
              <a:t>Regional </a:t>
            </a:r>
            <a:r>
              <a:rPr sz="1000" dirty="0">
                <a:solidFill>
                  <a:srgbClr val="231F20"/>
                </a:solidFill>
                <a:latin typeface="Arial"/>
                <a:cs typeface="Arial"/>
              </a:rPr>
              <a:t>Director</a:t>
            </a:r>
            <a:r>
              <a:rPr sz="1000" spc="-10" dirty="0">
                <a:solidFill>
                  <a:srgbClr val="231F20"/>
                </a:solidFill>
                <a:latin typeface="Arial"/>
                <a:cs typeface="Arial"/>
              </a:rPr>
              <a:t> ViCurtis </a:t>
            </a:r>
            <a:r>
              <a:rPr sz="1000" dirty="0">
                <a:solidFill>
                  <a:srgbClr val="231F20"/>
                </a:solidFill>
                <a:latin typeface="Arial"/>
                <a:cs typeface="Arial"/>
              </a:rPr>
              <a:t>Hinton</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lang="en-US" sz="1000" dirty="0">
                <a:solidFill>
                  <a:srgbClr val="231F20"/>
                </a:solidFill>
                <a:latin typeface="Arial"/>
                <a:cs typeface="Arial"/>
              </a:rPr>
              <a:t>installing</a:t>
            </a:r>
            <a:r>
              <a:rPr lang="en-US" sz="1000" spc="-5" dirty="0">
                <a:solidFill>
                  <a:srgbClr val="231F20"/>
                </a:solidFill>
                <a:latin typeface="Arial"/>
                <a:cs typeface="Arial"/>
              </a:rPr>
              <a:t> </a:t>
            </a:r>
            <a:r>
              <a:rPr sz="1000" spc="-10" dirty="0">
                <a:solidFill>
                  <a:srgbClr val="231F20"/>
                </a:solidFill>
                <a:latin typeface="Arial"/>
                <a:cs typeface="Arial"/>
              </a:rPr>
              <a:t>officer,</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standing</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as</a:t>
            </a:r>
            <a:r>
              <a:rPr sz="1000" spc="-5" dirty="0">
                <a:solidFill>
                  <a:srgbClr val="231F20"/>
                </a:solidFill>
                <a:latin typeface="Arial"/>
                <a:cs typeface="Arial"/>
              </a:rPr>
              <a:t> </a:t>
            </a:r>
            <a:r>
              <a:rPr sz="1000" spc="-10" dirty="0">
                <a:solidFill>
                  <a:srgbClr val="231F20"/>
                </a:solidFill>
                <a:latin typeface="Arial"/>
                <a:cs typeface="Arial"/>
              </a:rPr>
              <a:t>proud, </a:t>
            </a:r>
            <a:r>
              <a:rPr sz="1000" dirty="0">
                <a:solidFill>
                  <a:srgbClr val="231F20"/>
                </a:solidFill>
                <a:latin typeface="Arial"/>
                <a:cs typeface="Arial"/>
              </a:rPr>
              <a:t>honored</a:t>
            </a:r>
            <a:r>
              <a:rPr sz="1000" spc="-10" dirty="0">
                <a:solidFill>
                  <a:srgbClr val="231F20"/>
                </a:solidFill>
                <a:latin typeface="Arial"/>
                <a:cs typeface="Arial"/>
              </a:rPr>
              <a:t> </a:t>
            </a:r>
            <a:r>
              <a:rPr sz="1000" dirty="0">
                <a:solidFill>
                  <a:srgbClr val="231F20"/>
                </a:solidFill>
                <a:latin typeface="Arial"/>
                <a:cs typeface="Arial"/>
              </a:rPr>
              <a:t>guests</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spc="-40" dirty="0">
                <a:solidFill>
                  <a:srgbClr val="231F20"/>
                </a:solidFill>
                <a:latin typeface="Arial"/>
                <a:cs typeface="Arial"/>
              </a:rPr>
              <a:t>NPD</a:t>
            </a:r>
            <a:r>
              <a:rPr sz="1000" spc="-5" dirty="0">
                <a:solidFill>
                  <a:srgbClr val="231F20"/>
                </a:solidFill>
                <a:latin typeface="Arial"/>
                <a:cs typeface="Arial"/>
              </a:rPr>
              <a:t> </a:t>
            </a:r>
            <a:r>
              <a:rPr sz="1000" dirty="0">
                <a:solidFill>
                  <a:srgbClr val="231F20"/>
                </a:solidFill>
                <a:latin typeface="Arial"/>
                <a:cs typeface="Arial"/>
              </a:rPr>
              <a:t>Whitted,</a:t>
            </a:r>
            <a:r>
              <a:rPr sz="1000" spc="-10" dirty="0">
                <a:solidFill>
                  <a:srgbClr val="231F20"/>
                </a:solidFill>
                <a:latin typeface="Arial"/>
                <a:cs typeface="Arial"/>
              </a:rPr>
              <a:t> </a:t>
            </a:r>
            <a:r>
              <a:rPr sz="1000" dirty="0">
                <a:solidFill>
                  <a:srgbClr val="231F20"/>
                </a:solidFill>
                <a:latin typeface="Arial"/>
                <a:cs typeface="Arial"/>
              </a:rPr>
              <a:t>Carolyn</a:t>
            </a:r>
            <a:r>
              <a:rPr sz="1000" spc="-10" dirty="0">
                <a:solidFill>
                  <a:srgbClr val="231F20"/>
                </a:solidFill>
                <a:latin typeface="Arial"/>
                <a:cs typeface="Arial"/>
              </a:rPr>
              <a:t> French, </a:t>
            </a:r>
            <a:r>
              <a:rPr sz="1000" spc="-25" dirty="0">
                <a:solidFill>
                  <a:srgbClr val="231F20"/>
                </a:solidFill>
                <a:latin typeface="Arial"/>
                <a:cs typeface="Arial"/>
              </a:rPr>
              <a:t>and </a:t>
            </a:r>
            <a:r>
              <a:rPr sz="1000" dirty="0">
                <a:solidFill>
                  <a:srgbClr val="231F20"/>
                </a:solidFill>
                <a:latin typeface="Arial"/>
                <a:cs typeface="Arial"/>
              </a:rPr>
              <a:t>Juanita</a:t>
            </a:r>
            <a:r>
              <a:rPr sz="1000" spc="-50" dirty="0">
                <a:solidFill>
                  <a:srgbClr val="231F20"/>
                </a:solidFill>
                <a:latin typeface="Arial"/>
                <a:cs typeface="Arial"/>
              </a:rPr>
              <a:t> </a:t>
            </a:r>
            <a:r>
              <a:rPr sz="1000" spc="-10" dirty="0">
                <a:solidFill>
                  <a:srgbClr val="231F20"/>
                </a:solidFill>
                <a:latin typeface="Arial"/>
                <a:cs typeface="Arial"/>
              </a:rPr>
              <a:t>Fletcher.</a:t>
            </a:r>
            <a:endParaRPr sz="1000" dirty="0">
              <a:latin typeface="Arial"/>
              <a:cs typeface="Arial"/>
            </a:endParaRPr>
          </a:p>
          <a:p>
            <a:pPr marL="12700" marR="415290">
              <a:lnSpc>
                <a:spcPct val="100000"/>
              </a:lnSpc>
              <a:spcBef>
                <a:spcPts val="900"/>
              </a:spcBef>
            </a:pPr>
            <a:r>
              <a:rPr lang="en-US" sz="1000" dirty="0">
                <a:solidFill>
                  <a:srgbClr val="1D5495"/>
                </a:solidFill>
                <a:latin typeface="Arial Black"/>
                <a:cs typeface="Arial Black"/>
              </a:rPr>
              <a:t>The Charter Members of the Chapter included the following mothers:</a:t>
            </a:r>
            <a:endParaRPr sz="1000" dirty="0">
              <a:latin typeface="Arial Black"/>
              <a:cs typeface="Arial Black"/>
            </a:endParaRPr>
          </a:p>
        </p:txBody>
      </p:sp>
      <p:sp>
        <p:nvSpPr>
          <p:cNvPr id="4" name="object 4"/>
          <p:cNvSpPr txBox="1"/>
          <p:nvPr/>
        </p:nvSpPr>
        <p:spPr>
          <a:xfrm>
            <a:off x="4066197" y="6822452"/>
            <a:ext cx="1265555" cy="1734193"/>
          </a:xfrm>
          <a:prstGeom prst="rect">
            <a:avLst/>
          </a:prstGeom>
        </p:spPr>
        <p:txBody>
          <a:bodyPr vert="horz" wrap="square" lIns="0" tIns="12700" rIns="0" bIns="0" rtlCol="0">
            <a:spAutoFit/>
          </a:bodyPr>
          <a:lstStyle/>
          <a:p>
            <a:pPr marL="12700" marR="5080" algn="ctr">
              <a:lnSpc>
                <a:spcPct val="127299"/>
              </a:lnSpc>
              <a:spcBef>
                <a:spcPts val="100"/>
              </a:spcBef>
            </a:pPr>
            <a:r>
              <a:rPr sz="1100" dirty="0">
                <a:solidFill>
                  <a:srgbClr val="1D5495"/>
                </a:solidFill>
                <a:latin typeface="Lucida Sans Unicode"/>
                <a:cs typeface="Lucida Sans Unicode"/>
              </a:rPr>
              <a:t>Ellen</a:t>
            </a:r>
            <a:r>
              <a:rPr sz="1100" spc="-60" dirty="0">
                <a:solidFill>
                  <a:srgbClr val="1D5495"/>
                </a:solidFill>
                <a:latin typeface="Lucida Sans Unicode"/>
                <a:cs typeface="Lucida Sans Unicode"/>
              </a:rPr>
              <a:t> </a:t>
            </a:r>
            <a:r>
              <a:rPr sz="1100" spc="-100" dirty="0">
                <a:solidFill>
                  <a:srgbClr val="1D5495"/>
                </a:solidFill>
                <a:latin typeface="Lucida Sans Unicode"/>
                <a:cs typeface="Lucida Sans Unicode"/>
              </a:rPr>
              <a:t>L.</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Davis </a:t>
            </a:r>
            <a:r>
              <a:rPr sz="1100" spc="10" dirty="0">
                <a:solidFill>
                  <a:srgbClr val="1D5495"/>
                </a:solidFill>
                <a:latin typeface="Lucida Sans Unicode"/>
                <a:cs typeface="Lucida Sans Unicode"/>
              </a:rPr>
              <a:t>Catherine</a:t>
            </a:r>
            <a:r>
              <a:rPr sz="1100" spc="150" dirty="0">
                <a:solidFill>
                  <a:srgbClr val="1D5495"/>
                </a:solidFill>
                <a:latin typeface="Lucida Sans Unicode"/>
                <a:cs typeface="Lucida Sans Unicode"/>
              </a:rPr>
              <a:t> </a:t>
            </a:r>
            <a:r>
              <a:rPr sz="1100" spc="-20" dirty="0">
                <a:solidFill>
                  <a:srgbClr val="1D5495"/>
                </a:solidFill>
                <a:latin typeface="Lucida Sans Unicode"/>
                <a:cs typeface="Lucida Sans Unicode"/>
              </a:rPr>
              <a:t>King </a:t>
            </a:r>
            <a:r>
              <a:rPr sz="1100" dirty="0">
                <a:solidFill>
                  <a:srgbClr val="1D5495"/>
                </a:solidFill>
                <a:latin typeface="Lucida Sans Unicode"/>
                <a:cs typeface="Lucida Sans Unicode"/>
              </a:rPr>
              <a:t>Henrietta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Franklin </a:t>
            </a:r>
            <a:r>
              <a:rPr sz="1100" dirty="0">
                <a:solidFill>
                  <a:srgbClr val="1D5495"/>
                </a:solidFill>
                <a:latin typeface="Lucida Sans Unicode"/>
                <a:cs typeface="Lucida Sans Unicode"/>
              </a:rPr>
              <a:t>Louise</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Mathieu </a:t>
            </a:r>
            <a:r>
              <a:rPr sz="1100" dirty="0">
                <a:solidFill>
                  <a:srgbClr val="1D5495"/>
                </a:solidFill>
                <a:latin typeface="Lucida Sans Unicode"/>
                <a:cs typeface="Lucida Sans Unicode"/>
              </a:rPr>
              <a:t>Edithe</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Gordon </a:t>
            </a:r>
            <a:r>
              <a:rPr sz="1100" dirty="0">
                <a:solidFill>
                  <a:srgbClr val="1D5495"/>
                </a:solidFill>
                <a:latin typeface="Lucida Sans Unicode"/>
                <a:cs typeface="Lucida Sans Unicode"/>
              </a:rPr>
              <a:t>Novella</a:t>
            </a:r>
            <a:r>
              <a:rPr sz="1100" spc="130" dirty="0">
                <a:solidFill>
                  <a:srgbClr val="1D5495"/>
                </a:solidFill>
                <a:latin typeface="Lucida Sans Unicode"/>
                <a:cs typeface="Lucida Sans Unicode"/>
              </a:rPr>
              <a:t> </a:t>
            </a:r>
            <a:r>
              <a:rPr sz="1100" spc="-20" dirty="0">
                <a:solidFill>
                  <a:srgbClr val="1D5495"/>
                </a:solidFill>
                <a:latin typeface="Lucida Sans Unicode"/>
                <a:cs typeface="Lucida Sans Unicode"/>
              </a:rPr>
              <a:t>Monk </a:t>
            </a:r>
            <a:r>
              <a:rPr sz="1100" spc="10" dirty="0">
                <a:solidFill>
                  <a:srgbClr val="1D5495"/>
                </a:solidFill>
                <a:latin typeface="Lucida Sans Unicode"/>
                <a:cs typeface="Lucida Sans Unicode"/>
              </a:rPr>
              <a:t>Catherine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Hanks</a:t>
            </a:r>
            <a:endParaRPr lang="en-US" sz="1100" spc="-10" dirty="0">
              <a:solidFill>
                <a:srgbClr val="1D5495"/>
              </a:solidFill>
              <a:latin typeface="Lucida Sans Unicode"/>
              <a:cs typeface="Lucida Sans Unicode"/>
            </a:endParaRPr>
          </a:p>
          <a:p>
            <a:pPr marL="12700" marR="5080" algn="ctr">
              <a:lnSpc>
                <a:spcPct val="127299"/>
              </a:lnSpc>
              <a:spcBef>
                <a:spcPts val="100"/>
              </a:spcBef>
            </a:pPr>
            <a:r>
              <a:rPr lang="en-US" sz="1100" dirty="0">
                <a:solidFill>
                  <a:srgbClr val="1D5495"/>
                </a:solidFill>
                <a:latin typeface="Lucida Sans Unicode"/>
                <a:cs typeface="Lucida Sans Unicode"/>
              </a:rPr>
              <a:t>Evelyn</a:t>
            </a:r>
            <a:r>
              <a:rPr lang="en-US" sz="1100" spc="100" dirty="0">
                <a:solidFill>
                  <a:srgbClr val="1D5495"/>
                </a:solidFill>
                <a:latin typeface="Lucida Sans Unicode"/>
                <a:cs typeface="Lucida Sans Unicode"/>
              </a:rPr>
              <a:t> </a:t>
            </a:r>
            <a:r>
              <a:rPr lang="en-US" sz="1100" spc="45" dirty="0">
                <a:solidFill>
                  <a:srgbClr val="1D5495"/>
                </a:solidFill>
                <a:latin typeface="Lucida Sans Unicode"/>
                <a:cs typeface="Lucida Sans Unicode"/>
              </a:rPr>
              <a:t>Page</a:t>
            </a:r>
            <a:endParaRPr sz="1100" dirty="0">
              <a:latin typeface="Lucida Sans Unicode"/>
              <a:cs typeface="Lucida Sans Unicode"/>
            </a:endParaRPr>
          </a:p>
        </p:txBody>
      </p:sp>
      <p:sp>
        <p:nvSpPr>
          <p:cNvPr id="5" name="object 5"/>
          <p:cNvSpPr txBox="1"/>
          <p:nvPr/>
        </p:nvSpPr>
        <p:spPr>
          <a:xfrm>
            <a:off x="5713996" y="6822452"/>
            <a:ext cx="1210310" cy="1913216"/>
          </a:xfrm>
          <a:prstGeom prst="rect">
            <a:avLst/>
          </a:prstGeom>
        </p:spPr>
        <p:txBody>
          <a:bodyPr vert="horz" wrap="square" lIns="0" tIns="12700" rIns="0" bIns="0" rtlCol="0">
            <a:spAutoFit/>
          </a:bodyPr>
          <a:lstStyle/>
          <a:p>
            <a:pPr marL="12700" marR="5080" algn="ctr">
              <a:lnSpc>
                <a:spcPct val="127299"/>
              </a:lnSpc>
              <a:spcBef>
                <a:spcPts val="100"/>
              </a:spcBef>
            </a:pPr>
            <a:r>
              <a:rPr sz="1100" dirty="0">
                <a:solidFill>
                  <a:srgbClr val="1D5495"/>
                </a:solidFill>
                <a:latin typeface="Lucida Sans Unicode"/>
                <a:cs typeface="Lucida Sans Unicode"/>
              </a:rPr>
              <a:t>Emily</a:t>
            </a:r>
            <a:r>
              <a:rPr sz="1100" spc="45" dirty="0">
                <a:solidFill>
                  <a:srgbClr val="1D5495"/>
                </a:solidFill>
                <a:latin typeface="Lucida Sans Unicode"/>
                <a:cs typeface="Lucida Sans Unicode"/>
              </a:rPr>
              <a:t> </a:t>
            </a:r>
            <a:r>
              <a:rPr sz="1100" spc="-20" dirty="0">
                <a:solidFill>
                  <a:srgbClr val="1D5495"/>
                </a:solidFill>
                <a:latin typeface="Lucida Sans Unicode"/>
                <a:cs typeface="Lucida Sans Unicode"/>
              </a:rPr>
              <a:t>Hill </a:t>
            </a:r>
            <a:r>
              <a:rPr sz="1100" spc="55" dirty="0">
                <a:solidFill>
                  <a:srgbClr val="1D5495"/>
                </a:solidFill>
                <a:latin typeface="Lucida Sans Unicode"/>
                <a:cs typeface="Lucida Sans Unicode"/>
              </a:rPr>
              <a:t>Syvesta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Roberts </a:t>
            </a:r>
            <a:r>
              <a:rPr sz="1100" dirty="0">
                <a:solidFill>
                  <a:srgbClr val="1D5495"/>
                </a:solidFill>
                <a:latin typeface="Lucida Sans Unicode"/>
                <a:cs typeface="Lucida Sans Unicode"/>
              </a:rPr>
              <a:t>Ella</a:t>
            </a:r>
            <a:r>
              <a:rPr sz="1100" spc="-10" dirty="0">
                <a:solidFill>
                  <a:srgbClr val="1D5495"/>
                </a:solidFill>
                <a:latin typeface="Lucida Sans Unicode"/>
                <a:cs typeface="Lucida Sans Unicode"/>
              </a:rPr>
              <a:t> Horad</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Martha</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Swanson </a:t>
            </a:r>
            <a:r>
              <a:rPr sz="1100" dirty="0">
                <a:solidFill>
                  <a:srgbClr val="1D5495"/>
                </a:solidFill>
                <a:latin typeface="Lucida Sans Unicode"/>
                <a:cs typeface="Lucida Sans Unicode"/>
              </a:rPr>
              <a:t>Eleanor</a:t>
            </a:r>
            <a:r>
              <a:rPr sz="1100" spc="90" dirty="0">
                <a:solidFill>
                  <a:srgbClr val="1D5495"/>
                </a:solidFill>
                <a:latin typeface="Lucida Sans Unicode"/>
                <a:cs typeface="Lucida Sans Unicode"/>
              </a:rPr>
              <a:t> </a:t>
            </a:r>
            <a:r>
              <a:rPr sz="1100" spc="65" dirty="0">
                <a:solidFill>
                  <a:srgbClr val="1D5495"/>
                </a:solidFill>
                <a:latin typeface="Lucida Sans Unicode"/>
                <a:cs typeface="Lucida Sans Unicode"/>
              </a:rPr>
              <a:t>Jackson </a:t>
            </a:r>
            <a:r>
              <a:rPr sz="1100" dirty="0">
                <a:solidFill>
                  <a:srgbClr val="1D5495"/>
                </a:solidFill>
                <a:latin typeface="Lucida Sans Unicode"/>
                <a:cs typeface="Lucida Sans Unicode"/>
              </a:rPr>
              <a:t>Alda</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Taylor</a:t>
            </a:r>
            <a:endParaRPr sz="1100" dirty="0">
              <a:latin typeface="Lucida Sans Unicode"/>
              <a:cs typeface="Lucida Sans Unicode"/>
            </a:endParaRPr>
          </a:p>
          <a:p>
            <a:pPr algn="ctr">
              <a:lnSpc>
                <a:spcPct val="100000"/>
              </a:lnSpc>
              <a:spcBef>
                <a:spcPts val="359"/>
              </a:spcBef>
            </a:pPr>
            <a:r>
              <a:rPr sz="1100" dirty="0">
                <a:solidFill>
                  <a:srgbClr val="1D5495"/>
                </a:solidFill>
                <a:latin typeface="Lucida Sans Unicode"/>
                <a:cs typeface="Lucida Sans Unicode"/>
              </a:rPr>
              <a:t>Mary</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a:t>
            </a:r>
            <a:endParaRPr lang="en-US" sz="1100" spc="-10" dirty="0">
              <a:solidFill>
                <a:srgbClr val="1D5495"/>
              </a:solidFill>
              <a:latin typeface="Lucida Sans Unicode"/>
              <a:cs typeface="Lucida Sans Unicode"/>
            </a:endParaRPr>
          </a:p>
          <a:p>
            <a:pPr algn="ctr">
              <a:lnSpc>
                <a:spcPct val="100000"/>
              </a:lnSpc>
              <a:spcBef>
                <a:spcPts val="359"/>
              </a:spcBef>
            </a:pPr>
            <a:r>
              <a:rPr lang="en-US" sz="1100" spc="10" dirty="0">
                <a:solidFill>
                  <a:srgbClr val="1D5495"/>
                </a:solidFill>
                <a:latin typeface="Lucida Sans Unicode"/>
                <a:cs typeface="Lucida Sans Unicode"/>
              </a:rPr>
              <a:t>Catherine</a:t>
            </a:r>
            <a:r>
              <a:rPr lang="en-US" sz="1100" spc="150"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Williams</a:t>
            </a:r>
            <a:endParaRPr sz="1100" dirty="0">
              <a:latin typeface="Lucida Sans Unicode"/>
              <a:cs typeface="Lucida Sans Unicode"/>
            </a:endParaRPr>
          </a:p>
        </p:txBody>
      </p:sp>
      <p:sp>
        <p:nvSpPr>
          <p:cNvPr id="7" name="object 7"/>
          <p:cNvSpPr/>
          <p:nvPr/>
        </p:nvSpPr>
        <p:spPr>
          <a:xfrm>
            <a:off x="4047871" y="6393751"/>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8" name="object 8"/>
          <p:cNvSpPr txBox="1"/>
          <p:nvPr/>
        </p:nvSpPr>
        <p:spPr>
          <a:xfrm>
            <a:off x="4730216" y="6521335"/>
            <a:ext cx="2127784"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1D5495"/>
                </a:solidFill>
                <a:latin typeface="Arial Black"/>
                <a:cs typeface="Arial Black"/>
              </a:rPr>
              <a:t>The Charter Members</a:t>
            </a:r>
            <a:endParaRPr sz="1200" dirty="0">
              <a:latin typeface="Arial Black"/>
              <a:cs typeface="Arial Black"/>
            </a:endParaRPr>
          </a:p>
        </p:txBody>
      </p:sp>
      <p:grpSp>
        <p:nvGrpSpPr>
          <p:cNvPr id="9" name="object 9"/>
          <p:cNvGrpSpPr/>
          <p:nvPr/>
        </p:nvGrpSpPr>
        <p:grpSpPr>
          <a:xfrm>
            <a:off x="419100" y="2267445"/>
            <a:ext cx="1148080" cy="1176655"/>
            <a:chOff x="419100" y="2267445"/>
            <a:chExt cx="1148080" cy="1176655"/>
          </a:xfrm>
        </p:grpSpPr>
        <p:pic>
          <p:nvPicPr>
            <p:cNvPr id="10" name="object 10"/>
            <p:cNvPicPr/>
            <p:nvPr/>
          </p:nvPicPr>
          <p:blipFill>
            <a:blip r:embed="rId2" cstate="print"/>
            <a:stretch>
              <a:fillRect/>
            </a:stretch>
          </p:blipFill>
          <p:spPr>
            <a:xfrm>
              <a:off x="457200" y="2305545"/>
              <a:ext cx="1071562" cy="1100137"/>
            </a:xfrm>
            <a:prstGeom prst="rect">
              <a:avLst/>
            </a:prstGeom>
          </p:spPr>
        </p:pic>
        <p:sp>
          <p:nvSpPr>
            <p:cNvPr id="11" name="object 11"/>
            <p:cNvSpPr/>
            <p:nvPr/>
          </p:nvSpPr>
          <p:spPr>
            <a:xfrm>
              <a:off x="438150" y="2286495"/>
              <a:ext cx="1109980" cy="1138555"/>
            </a:xfrm>
            <a:custGeom>
              <a:avLst/>
              <a:gdLst/>
              <a:ahLst/>
              <a:cxnLst/>
              <a:rect l="l" t="t" r="r" b="b"/>
              <a:pathLst>
                <a:path w="1109980" h="1138554">
                  <a:moveTo>
                    <a:pt x="0" y="19050"/>
                  </a:moveTo>
                  <a:lnTo>
                    <a:pt x="0" y="1119187"/>
                  </a:lnTo>
                  <a:lnTo>
                    <a:pt x="0" y="1138237"/>
                  </a:lnTo>
                  <a:lnTo>
                    <a:pt x="19050" y="1138237"/>
                  </a:lnTo>
                  <a:lnTo>
                    <a:pt x="1090612" y="1138237"/>
                  </a:lnTo>
                  <a:lnTo>
                    <a:pt x="1109662" y="1138237"/>
                  </a:lnTo>
                  <a:lnTo>
                    <a:pt x="1109662" y="1119187"/>
                  </a:lnTo>
                  <a:lnTo>
                    <a:pt x="1109662" y="19050"/>
                  </a:lnTo>
                  <a:lnTo>
                    <a:pt x="1109662" y="0"/>
                  </a:lnTo>
                  <a:lnTo>
                    <a:pt x="1090612" y="0"/>
                  </a:lnTo>
                  <a:lnTo>
                    <a:pt x="19050" y="0"/>
                  </a:lnTo>
                  <a:lnTo>
                    <a:pt x="0" y="0"/>
                  </a:lnTo>
                  <a:lnTo>
                    <a:pt x="0" y="19050"/>
                  </a:lnTo>
                  <a:close/>
                </a:path>
              </a:pathLst>
            </a:custGeom>
            <a:ln w="38100">
              <a:solidFill>
                <a:srgbClr val="FFFFFF"/>
              </a:solidFill>
            </a:ln>
          </p:spPr>
          <p:txBody>
            <a:bodyPr wrap="square" lIns="0" tIns="0" rIns="0" bIns="0" rtlCol="0"/>
            <a:lstStyle/>
            <a:p>
              <a:endParaRPr/>
            </a:p>
          </p:txBody>
        </p:sp>
      </p:grpSp>
      <p:sp>
        <p:nvSpPr>
          <p:cNvPr id="13" name="object 13"/>
          <p:cNvSpPr txBox="1">
            <a:spLocks noGrp="1"/>
          </p:cNvSpPr>
          <p:nvPr>
            <p:ph type="sldNum" sz="quarter" idx="7"/>
          </p:nvPr>
        </p:nvSpPr>
        <p:spPr>
          <a:xfrm>
            <a:off x="7067294" y="9529590"/>
            <a:ext cx="266701"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19</a:t>
            </a:fld>
            <a:endParaRPr spc="-50" dirty="0"/>
          </a:p>
        </p:txBody>
      </p:sp>
      <p:sp>
        <p:nvSpPr>
          <p:cNvPr id="14" name="object 6">
            <a:extLst>
              <a:ext uri="{FF2B5EF4-FFF2-40B4-BE49-F238E27FC236}">
                <a16:creationId xmlns:a16="http://schemas.microsoft.com/office/drawing/2014/main" id="{A362881D-4272-EF92-4EC3-4A5C0E077539}"/>
              </a:ext>
            </a:extLst>
          </p:cNvPr>
          <p:cNvSpPr txBox="1"/>
          <p:nvPr/>
        </p:nvSpPr>
        <p:spPr>
          <a:xfrm>
            <a:off x="457200" y="1645951"/>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2893695" cy="4826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1D5495"/>
                </a:solidFill>
                <a:latin typeface="Arial Black"/>
                <a:cs typeface="Arial Black"/>
              </a:rPr>
              <a:t>Since its organization, the following persons have served as president of the Montgomery County, Maryland chapter</a:t>
            </a:r>
            <a:r>
              <a:rPr sz="1000" spc="-10" dirty="0">
                <a:solidFill>
                  <a:srgbClr val="1D5495"/>
                </a:solidFill>
                <a:latin typeface="Arial Black"/>
                <a:cs typeface="Arial Black"/>
              </a:rPr>
              <a:t>:</a:t>
            </a:r>
            <a:endParaRPr sz="1000" dirty="0">
              <a:latin typeface="Arial Black"/>
              <a:cs typeface="Arial Black"/>
            </a:endParaRPr>
          </a:p>
        </p:txBody>
      </p:sp>
      <p:sp>
        <p:nvSpPr>
          <p:cNvPr id="7" name="object 7"/>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20</a:t>
            </a:fld>
            <a:endParaRPr spc="-50" dirty="0"/>
          </a:p>
        </p:txBody>
      </p:sp>
      <p:sp>
        <p:nvSpPr>
          <p:cNvPr id="3" name="object 3"/>
          <p:cNvSpPr txBox="1"/>
          <p:nvPr/>
        </p:nvSpPr>
        <p:spPr>
          <a:xfrm>
            <a:off x="4016374" y="2012175"/>
            <a:ext cx="3603625" cy="474489"/>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1D5495"/>
                </a:solidFill>
                <a:latin typeface="Arial Black"/>
                <a:cs typeface="Arial Black"/>
              </a:rPr>
              <a:t>Examples of some of the signature programming and milestones that have solidified our presence and relevance in the community include:</a:t>
            </a:r>
            <a:endParaRPr sz="1000" dirty="0">
              <a:latin typeface="Arial Black"/>
              <a:cs typeface="Arial Black"/>
            </a:endParaRPr>
          </a:p>
        </p:txBody>
      </p:sp>
      <p:graphicFrame>
        <p:nvGraphicFramePr>
          <p:cNvPr id="4" name="object 4"/>
          <p:cNvGraphicFramePr>
            <a:graphicFrameLocks noGrp="1"/>
          </p:cNvGraphicFramePr>
          <p:nvPr>
            <p:extLst>
              <p:ext uri="{D42A27DB-BD31-4B8C-83A1-F6EECF244321}">
                <p14:modId xmlns:p14="http://schemas.microsoft.com/office/powerpoint/2010/main" val="2154754576"/>
              </p:ext>
            </p:extLst>
          </p:nvPr>
        </p:nvGraphicFramePr>
        <p:xfrm>
          <a:off x="457200" y="2554791"/>
          <a:ext cx="3272790" cy="6979281"/>
        </p:xfrm>
        <a:graphic>
          <a:graphicData uri="http://schemas.openxmlformats.org/drawingml/2006/table">
            <a:tbl>
              <a:tblPr firstRow="1" bandRow="1">
                <a:tableStyleId>{2D5ABB26-0587-4C30-8999-92F81FD0307C}</a:tableStyleId>
              </a:tblPr>
              <a:tblGrid>
                <a:gridCol w="1893570">
                  <a:extLst>
                    <a:ext uri="{9D8B030D-6E8A-4147-A177-3AD203B41FA5}">
                      <a16:colId xmlns:a16="http://schemas.microsoft.com/office/drawing/2014/main" val="20000"/>
                    </a:ext>
                  </a:extLst>
                </a:gridCol>
                <a:gridCol w="1379220">
                  <a:extLst>
                    <a:ext uri="{9D8B030D-6E8A-4147-A177-3AD203B41FA5}">
                      <a16:colId xmlns:a16="http://schemas.microsoft.com/office/drawing/2014/main" val="20001"/>
                    </a:ext>
                  </a:extLst>
                </a:gridCol>
              </a:tblGrid>
              <a:tr h="303530">
                <a:tc>
                  <a:txBody>
                    <a:bodyPr/>
                    <a:lstStyle/>
                    <a:p>
                      <a:pPr marL="50800" marR="505459">
                        <a:lnSpc>
                          <a:spcPct val="100000"/>
                        </a:lnSpc>
                        <a:spcBef>
                          <a:spcPts val="229"/>
                        </a:spcBef>
                      </a:pPr>
                      <a:r>
                        <a:rPr sz="800" b="0" spc="0" dirty="0">
                          <a:solidFill>
                            <a:srgbClr val="FFFFFF"/>
                          </a:solidFill>
                          <a:latin typeface="Arial Black"/>
                          <a:cs typeface="Arial Black"/>
                        </a:rPr>
                        <a:t>Henriette Franklin, Founding President</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590"/>
                        </a:spcBef>
                      </a:pPr>
                      <a:r>
                        <a:rPr sz="1000" b="0" spc="0" dirty="0">
                          <a:solidFill>
                            <a:srgbClr val="1D5495"/>
                          </a:solidFill>
                          <a:latin typeface="Arial Black"/>
                          <a:cs typeface="Arial Black"/>
                        </a:rPr>
                        <a:t>1960–1962</a:t>
                      </a:r>
                      <a:endParaRPr sz="1000" b="0" spc="0">
                        <a:latin typeface="Arial Black"/>
                        <a:cs typeface="Arial Black"/>
                      </a:endParaRPr>
                    </a:p>
                  </a:txBody>
                  <a:tcPr marL="0" marR="0" marT="74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0"/>
                  </a:ext>
                </a:extLst>
              </a:tr>
              <a:tr h="201295">
                <a:tc>
                  <a:txBody>
                    <a:bodyPr/>
                    <a:lstStyle/>
                    <a:p>
                      <a:pPr marL="50800">
                        <a:lnSpc>
                          <a:spcPct val="100000"/>
                        </a:lnSpc>
                        <a:spcBef>
                          <a:spcPts val="229"/>
                        </a:spcBef>
                      </a:pPr>
                      <a:r>
                        <a:rPr sz="800" b="0" spc="0" dirty="0">
                          <a:solidFill>
                            <a:srgbClr val="FFFFFF"/>
                          </a:solidFill>
                          <a:latin typeface="Arial Black"/>
                          <a:cs typeface="Arial Black"/>
                        </a:rPr>
                        <a:t>Louise Mathieu</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1962–1964</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1"/>
                  </a:ext>
                </a:extLst>
              </a:tr>
              <a:tr h="201930">
                <a:tc>
                  <a:txBody>
                    <a:bodyPr/>
                    <a:lstStyle/>
                    <a:p>
                      <a:pPr marL="50800">
                        <a:lnSpc>
                          <a:spcPct val="100000"/>
                        </a:lnSpc>
                        <a:spcBef>
                          <a:spcPts val="229"/>
                        </a:spcBef>
                      </a:pPr>
                      <a:r>
                        <a:rPr sz="800" b="0" spc="0" dirty="0">
                          <a:solidFill>
                            <a:srgbClr val="FFFFFF"/>
                          </a:solidFill>
                          <a:latin typeface="Arial Black"/>
                          <a:cs typeface="Arial Black"/>
                        </a:rPr>
                        <a:t>Dr. Loretta Webb</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1964–1966</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2"/>
                  </a:ext>
                </a:extLst>
              </a:tr>
              <a:tr h="201295">
                <a:tc>
                  <a:txBody>
                    <a:bodyPr/>
                    <a:lstStyle/>
                    <a:p>
                      <a:pPr marL="50800">
                        <a:lnSpc>
                          <a:spcPct val="100000"/>
                        </a:lnSpc>
                        <a:spcBef>
                          <a:spcPts val="229"/>
                        </a:spcBef>
                      </a:pPr>
                      <a:r>
                        <a:rPr sz="800" b="0" spc="0" dirty="0">
                          <a:solidFill>
                            <a:srgbClr val="FFFFFF"/>
                          </a:solidFill>
                          <a:latin typeface="Arial Black"/>
                          <a:cs typeface="Arial Black"/>
                        </a:rPr>
                        <a:t>Myra Wesley</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marL="1270" algn="ctr">
                        <a:lnSpc>
                          <a:spcPct val="100000"/>
                        </a:lnSpc>
                        <a:spcBef>
                          <a:spcPts val="190"/>
                        </a:spcBef>
                      </a:pPr>
                      <a:r>
                        <a:rPr sz="1000" b="0" spc="0" dirty="0">
                          <a:solidFill>
                            <a:srgbClr val="1D5495"/>
                          </a:solidFill>
                          <a:latin typeface="Arial Black"/>
                          <a:cs typeface="Arial Black"/>
                        </a:rPr>
                        <a:t>1966–1968</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3"/>
                  </a:ext>
                </a:extLst>
              </a:tr>
              <a:tr h="303530">
                <a:tc>
                  <a:txBody>
                    <a:bodyPr/>
                    <a:lstStyle/>
                    <a:p>
                      <a:pPr marL="50800" marR="286385">
                        <a:lnSpc>
                          <a:spcPct val="100000"/>
                        </a:lnSpc>
                        <a:spcBef>
                          <a:spcPts val="229"/>
                        </a:spcBef>
                      </a:pPr>
                      <a:r>
                        <a:rPr sz="800" b="0" spc="0" dirty="0">
                          <a:solidFill>
                            <a:srgbClr val="FFFFFF"/>
                          </a:solidFill>
                          <a:latin typeface="Arial Black"/>
                          <a:cs typeface="Arial Black"/>
                        </a:rPr>
                        <a:t>Odessa Shannon (Eastern Region Regional Director 1973–1974)</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590"/>
                        </a:spcBef>
                      </a:pPr>
                      <a:r>
                        <a:rPr sz="1000" b="0" spc="0" dirty="0">
                          <a:solidFill>
                            <a:srgbClr val="1D5495"/>
                          </a:solidFill>
                          <a:latin typeface="Arial Black"/>
                          <a:cs typeface="Arial Black"/>
                        </a:rPr>
                        <a:t>1968–1970</a:t>
                      </a:r>
                      <a:endParaRPr sz="1000" b="0" spc="0">
                        <a:latin typeface="Arial Black"/>
                        <a:cs typeface="Arial Black"/>
                      </a:endParaRPr>
                    </a:p>
                  </a:txBody>
                  <a:tcPr marL="0" marR="0" marT="74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4"/>
                  </a:ext>
                </a:extLst>
              </a:tr>
              <a:tr h="201930">
                <a:tc>
                  <a:txBody>
                    <a:bodyPr/>
                    <a:lstStyle/>
                    <a:p>
                      <a:pPr marL="50800">
                        <a:lnSpc>
                          <a:spcPct val="100000"/>
                        </a:lnSpc>
                        <a:spcBef>
                          <a:spcPts val="229"/>
                        </a:spcBef>
                      </a:pPr>
                      <a:r>
                        <a:rPr sz="800" b="0" spc="0" dirty="0">
                          <a:solidFill>
                            <a:srgbClr val="FFFFFF"/>
                          </a:solidFill>
                          <a:latin typeface="Arial Black"/>
                          <a:cs typeface="Arial Black"/>
                        </a:rPr>
                        <a:t>Margaret Hayes</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1970–1972</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5"/>
                  </a:ext>
                </a:extLst>
              </a:tr>
              <a:tr h="201295">
                <a:tc>
                  <a:txBody>
                    <a:bodyPr/>
                    <a:lstStyle/>
                    <a:p>
                      <a:pPr marL="50800">
                        <a:lnSpc>
                          <a:spcPct val="100000"/>
                        </a:lnSpc>
                        <a:spcBef>
                          <a:spcPts val="229"/>
                        </a:spcBef>
                      </a:pPr>
                      <a:r>
                        <a:rPr sz="800" b="0" spc="0" dirty="0">
                          <a:solidFill>
                            <a:srgbClr val="FFFFFF"/>
                          </a:solidFill>
                          <a:latin typeface="Arial Black"/>
                          <a:cs typeface="Arial Black"/>
                        </a:rPr>
                        <a:t>Sherene Webb</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1972–1974</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6"/>
                  </a:ext>
                </a:extLst>
              </a:tr>
              <a:tr h="201930">
                <a:tc>
                  <a:txBody>
                    <a:bodyPr/>
                    <a:lstStyle/>
                    <a:p>
                      <a:pPr marL="50800">
                        <a:lnSpc>
                          <a:spcPct val="100000"/>
                        </a:lnSpc>
                        <a:spcBef>
                          <a:spcPts val="229"/>
                        </a:spcBef>
                      </a:pPr>
                      <a:r>
                        <a:rPr sz="800" b="0" spc="0" dirty="0">
                          <a:solidFill>
                            <a:srgbClr val="FFFFFF"/>
                          </a:solidFill>
                          <a:latin typeface="Arial Black"/>
                          <a:cs typeface="Arial Black"/>
                        </a:rPr>
                        <a:t>Norma Allen</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1974–1976</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7"/>
                  </a:ext>
                </a:extLst>
              </a:tr>
              <a:tr h="201295">
                <a:tc>
                  <a:txBody>
                    <a:bodyPr/>
                    <a:lstStyle/>
                    <a:p>
                      <a:pPr marL="50800">
                        <a:lnSpc>
                          <a:spcPct val="100000"/>
                        </a:lnSpc>
                        <a:spcBef>
                          <a:spcPts val="229"/>
                        </a:spcBef>
                      </a:pPr>
                      <a:r>
                        <a:rPr sz="800" b="0" spc="0" dirty="0">
                          <a:solidFill>
                            <a:srgbClr val="FFFFFF"/>
                          </a:solidFill>
                          <a:latin typeface="Arial Black"/>
                          <a:cs typeface="Arial Black"/>
                        </a:rPr>
                        <a:t>Gladys Magwood</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1976–1978</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8"/>
                  </a:ext>
                </a:extLst>
              </a:tr>
              <a:tr h="201295">
                <a:tc>
                  <a:txBody>
                    <a:bodyPr/>
                    <a:lstStyle/>
                    <a:p>
                      <a:pPr marL="50800">
                        <a:lnSpc>
                          <a:spcPct val="100000"/>
                        </a:lnSpc>
                        <a:spcBef>
                          <a:spcPts val="229"/>
                        </a:spcBef>
                      </a:pPr>
                      <a:r>
                        <a:rPr sz="800" b="0" spc="0" dirty="0">
                          <a:solidFill>
                            <a:srgbClr val="FFFFFF"/>
                          </a:solidFill>
                          <a:latin typeface="Arial Black"/>
                          <a:cs typeface="Arial Black"/>
                        </a:rPr>
                        <a:t>Casma Huie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1978–1980</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09"/>
                  </a:ext>
                </a:extLst>
              </a:tr>
              <a:tr h="201930">
                <a:tc>
                  <a:txBody>
                    <a:bodyPr/>
                    <a:lstStyle/>
                    <a:p>
                      <a:pPr marL="50800">
                        <a:lnSpc>
                          <a:spcPct val="100000"/>
                        </a:lnSpc>
                        <a:spcBef>
                          <a:spcPts val="229"/>
                        </a:spcBef>
                      </a:pPr>
                      <a:r>
                        <a:rPr sz="800" b="0" spc="0" dirty="0">
                          <a:solidFill>
                            <a:srgbClr val="FFFFFF"/>
                          </a:solidFill>
                          <a:latin typeface="Arial Black"/>
                          <a:cs typeface="Arial Black"/>
                        </a:rPr>
                        <a:t>Evelyn Boyer</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1980–1982</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0"/>
                  </a:ext>
                </a:extLst>
              </a:tr>
              <a:tr h="201295">
                <a:tc>
                  <a:txBody>
                    <a:bodyPr/>
                    <a:lstStyle/>
                    <a:p>
                      <a:pPr marL="50800">
                        <a:lnSpc>
                          <a:spcPct val="100000"/>
                        </a:lnSpc>
                        <a:spcBef>
                          <a:spcPts val="229"/>
                        </a:spcBef>
                      </a:pPr>
                      <a:r>
                        <a:rPr sz="800" b="0" spc="0" dirty="0">
                          <a:solidFill>
                            <a:srgbClr val="FFFFFF"/>
                          </a:solidFill>
                          <a:latin typeface="Arial Black"/>
                          <a:cs typeface="Arial Black"/>
                        </a:rPr>
                        <a:t>Barbara J. Ward</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1982–1986</a:t>
                      </a:r>
                      <a:endParaRPr sz="1000" b="0" spc="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1"/>
                  </a:ext>
                </a:extLst>
              </a:tr>
              <a:tr h="303530">
                <a:tc>
                  <a:txBody>
                    <a:bodyPr/>
                    <a:lstStyle/>
                    <a:p>
                      <a:pPr marL="50800" marR="200660">
                        <a:lnSpc>
                          <a:spcPct val="100000"/>
                        </a:lnSpc>
                        <a:spcBef>
                          <a:spcPts val="229"/>
                        </a:spcBef>
                      </a:pPr>
                      <a:r>
                        <a:rPr sz="800" b="0" spc="0" dirty="0">
                          <a:solidFill>
                            <a:srgbClr val="FFFFFF"/>
                          </a:solidFill>
                          <a:latin typeface="Arial Black"/>
                          <a:cs typeface="Arial Black"/>
                        </a:rPr>
                        <a:t>Dr. Maxine Jenkins (Eastern Region Regional Director 1996–1997)</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590"/>
                        </a:spcBef>
                      </a:pPr>
                      <a:r>
                        <a:rPr sz="1000" b="0" spc="0" dirty="0">
                          <a:solidFill>
                            <a:srgbClr val="1D5495"/>
                          </a:solidFill>
                          <a:latin typeface="Arial Black"/>
                          <a:cs typeface="Arial Black"/>
                        </a:rPr>
                        <a:t>1986–1990</a:t>
                      </a:r>
                      <a:endParaRPr sz="1000" b="0" spc="0">
                        <a:latin typeface="Arial Black"/>
                        <a:cs typeface="Arial Black"/>
                      </a:endParaRPr>
                    </a:p>
                  </a:txBody>
                  <a:tcPr marL="0" marR="0" marT="74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2"/>
                  </a:ext>
                </a:extLst>
              </a:tr>
              <a:tr h="201295">
                <a:tc>
                  <a:txBody>
                    <a:bodyPr/>
                    <a:lstStyle/>
                    <a:p>
                      <a:pPr marL="50800">
                        <a:lnSpc>
                          <a:spcPct val="100000"/>
                        </a:lnSpc>
                        <a:spcBef>
                          <a:spcPts val="229"/>
                        </a:spcBef>
                      </a:pPr>
                      <a:r>
                        <a:rPr sz="800" b="0" spc="0" dirty="0">
                          <a:solidFill>
                            <a:srgbClr val="FFFFFF"/>
                          </a:solidFill>
                          <a:latin typeface="Arial Black"/>
                          <a:cs typeface="Arial Black"/>
                        </a:rPr>
                        <a:t>Brenda Arnwine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1990–1994</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3"/>
                  </a:ext>
                </a:extLst>
              </a:tr>
              <a:tr h="201930">
                <a:tc>
                  <a:txBody>
                    <a:bodyPr/>
                    <a:lstStyle/>
                    <a:p>
                      <a:pPr marL="50800">
                        <a:lnSpc>
                          <a:spcPct val="100000"/>
                        </a:lnSpc>
                        <a:spcBef>
                          <a:spcPts val="229"/>
                        </a:spcBef>
                      </a:pPr>
                      <a:r>
                        <a:rPr sz="800" b="0" spc="0" dirty="0">
                          <a:solidFill>
                            <a:srgbClr val="FFFFFF"/>
                          </a:solidFill>
                          <a:latin typeface="Arial Black"/>
                          <a:cs typeface="Arial Black"/>
                        </a:rPr>
                        <a:t>JoAnn Mussenden</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1994–1998</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4"/>
                  </a:ext>
                </a:extLst>
              </a:tr>
              <a:tr h="201295">
                <a:tc>
                  <a:txBody>
                    <a:bodyPr/>
                    <a:lstStyle/>
                    <a:p>
                      <a:pPr marL="50800">
                        <a:lnSpc>
                          <a:spcPct val="100000"/>
                        </a:lnSpc>
                        <a:spcBef>
                          <a:spcPts val="229"/>
                        </a:spcBef>
                      </a:pPr>
                      <a:r>
                        <a:rPr sz="800" b="0" spc="0" dirty="0">
                          <a:solidFill>
                            <a:srgbClr val="FFFFFF"/>
                          </a:solidFill>
                          <a:latin typeface="Arial Black"/>
                          <a:cs typeface="Arial Black"/>
                        </a:rPr>
                        <a:t>Leslye M. Fraser, Esquire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1998–2000</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5"/>
                  </a:ext>
                </a:extLst>
              </a:tr>
              <a:tr h="201295">
                <a:tc>
                  <a:txBody>
                    <a:bodyPr/>
                    <a:lstStyle/>
                    <a:p>
                      <a:pPr marL="50800">
                        <a:lnSpc>
                          <a:spcPct val="100000"/>
                        </a:lnSpc>
                        <a:spcBef>
                          <a:spcPts val="229"/>
                        </a:spcBef>
                      </a:pPr>
                      <a:r>
                        <a:rPr sz="800" b="0" spc="0" dirty="0">
                          <a:solidFill>
                            <a:srgbClr val="FFFFFF"/>
                          </a:solidFill>
                          <a:latin typeface="Arial Black"/>
                          <a:cs typeface="Arial Black"/>
                        </a:rPr>
                        <a:t>Debra Liverpool</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2000–2002</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6"/>
                  </a:ext>
                </a:extLst>
              </a:tr>
              <a:tr h="201930">
                <a:tc>
                  <a:txBody>
                    <a:bodyPr/>
                    <a:lstStyle/>
                    <a:p>
                      <a:pPr marL="50800">
                        <a:lnSpc>
                          <a:spcPct val="100000"/>
                        </a:lnSpc>
                        <a:spcBef>
                          <a:spcPts val="229"/>
                        </a:spcBef>
                      </a:pPr>
                      <a:r>
                        <a:rPr sz="800" b="0" spc="0" dirty="0">
                          <a:solidFill>
                            <a:srgbClr val="FFFFFF"/>
                          </a:solidFill>
                          <a:latin typeface="Arial Black"/>
                          <a:cs typeface="Arial Black"/>
                        </a:rPr>
                        <a:t>Dr. Lorraine Bassette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2002–2004</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7"/>
                  </a:ext>
                </a:extLst>
              </a:tr>
              <a:tr h="201295">
                <a:tc>
                  <a:txBody>
                    <a:bodyPr/>
                    <a:lstStyle/>
                    <a:p>
                      <a:pPr marL="50800">
                        <a:lnSpc>
                          <a:spcPct val="100000"/>
                        </a:lnSpc>
                        <a:spcBef>
                          <a:spcPts val="229"/>
                        </a:spcBef>
                      </a:pPr>
                      <a:r>
                        <a:rPr sz="800" b="0" spc="0" dirty="0">
                          <a:solidFill>
                            <a:srgbClr val="FFFFFF"/>
                          </a:solidFill>
                          <a:latin typeface="Arial Black"/>
                          <a:cs typeface="Arial Black"/>
                        </a:rPr>
                        <a:t>Debra Liverpool</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marL="1905" algn="ctr">
                        <a:lnSpc>
                          <a:spcPct val="100000"/>
                        </a:lnSpc>
                        <a:spcBef>
                          <a:spcPts val="190"/>
                        </a:spcBef>
                      </a:pPr>
                      <a:r>
                        <a:rPr sz="1000" b="0" spc="0" dirty="0">
                          <a:solidFill>
                            <a:srgbClr val="1D5495"/>
                          </a:solidFill>
                          <a:latin typeface="Arial Black"/>
                          <a:cs typeface="Arial Black"/>
                        </a:rPr>
                        <a:t>2004–2006</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8"/>
                  </a:ext>
                </a:extLst>
              </a:tr>
              <a:tr h="201930">
                <a:tc>
                  <a:txBody>
                    <a:bodyPr/>
                    <a:lstStyle/>
                    <a:p>
                      <a:pPr marL="50800">
                        <a:lnSpc>
                          <a:spcPct val="100000"/>
                        </a:lnSpc>
                        <a:spcBef>
                          <a:spcPts val="229"/>
                        </a:spcBef>
                      </a:pPr>
                      <a:r>
                        <a:rPr sz="800" b="0" spc="0" dirty="0">
                          <a:solidFill>
                            <a:srgbClr val="FFFFFF"/>
                          </a:solidFill>
                          <a:latin typeface="Arial Black"/>
                          <a:cs typeface="Arial Black"/>
                        </a:rPr>
                        <a:t>Patricia Hureston Lee, Esquire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2006–2008</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19"/>
                  </a:ext>
                </a:extLst>
              </a:tr>
              <a:tr h="201295">
                <a:tc>
                  <a:txBody>
                    <a:bodyPr/>
                    <a:lstStyle/>
                    <a:p>
                      <a:pPr marL="50800">
                        <a:lnSpc>
                          <a:spcPct val="100000"/>
                        </a:lnSpc>
                        <a:spcBef>
                          <a:spcPts val="229"/>
                        </a:spcBef>
                      </a:pPr>
                      <a:r>
                        <a:rPr sz="800" b="0" spc="0" dirty="0">
                          <a:solidFill>
                            <a:srgbClr val="FFFFFF"/>
                          </a:solidFill>
                          <a:latin typeface="Arial Black"/>
                          <a:cs typeface="Arial Black"/>
                        </a:rPr>
                        <a:t>Brenda Baldwin White, Esquire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2008–2010</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0"/>
                  </a:ext>
                </a:extLst>
              </a:tr>
              <a:tr h="303530">
                <a:tc>
                  <a:txBody>
                    <a:bodyPr/>
                    <a:lstStyle/>
                    <a:p>
                      <a:pPr marL="50800" marR="227329">
                        <a:lnSpc>
                          <a:spcPct val="100000"/>
                        </a:lnSpc>
                        <a:spcBef>
                          <a:spcPts val="229"/>
                        </a:spcBef>
                      </a:pPr>
                      <a:r>
                        <a:rPr sz="800" b="0" spc="0" dirty="0">
                          <a:solidFill>
                            <a:srgbClr val="FFFFFF"/>
                          </a:solidFill>
                          <a:latin typeface="Arial Black"/>
                          <a:cs typeface="Arial Black"/>
                        </a:rPr>
                        <a:t>Paulette Walker Campbell (Eastern Regional Editor 2018–2020)</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590"/>
                        </a:spcBef>
                      </a:pPr>
                      <a:r>
                        <a:rPr sz="1000" b="0" spc="0" dirty="0">
                          <a:solidFill>
                            <a:srgbClr val="1D5495"/>
                          </a:solidFill>
                          <a:latin typeface="Arial Black"/>
                          <a:cs typeface="Arial Black"/>
                        </a:rPr>
                        <a:t>2010–2012</a:t>
                      </a:r>
                      <a:endParaRPr sz="1000" b="0" spc="0" dirty="0">
                        <a:latin typeface="Arial Black"/>
                        <a:cs typeface="Arial Black"/>
                      </a:endParaRPr>
                    </a:p>
                  </a:txBody>
                  <a:tcPr marL="0" marR="0" marT="74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1"/>
                  </a:ext>
                </a:extLst>
              </a:tr>
              <a:tr h="201930">
                <a:tc>
                  <a:txBody>
                    <a:bodyPr/>
                    <a:lstStyle/>
                    <a:p>
                      <a:pPr marL="50800">
                        <a:lnSpc>
                          <a:spcPct val="100000"/>
                        </a:lnSpc>
                        <a:spcBef>
                          <a:spcPts val="229"/>
                        </a:spcBef>
                      </a:pPr>
                      <a:r>
                        <a:rPr sz="800" b="0" spc="0" dirty="0">
                          <a:solidFill>
                            <a:srgbClr val="FFFFFF"/>
                          </a:solidFill>
                          <a:latin typeface="Arial Black"/>
                          <a:cs typeface="Arial Black"/>
                        </a:rPr>
                        <a:t>Kimberly McLurkin-Harris</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2012–2014</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2"/>
                  </a:ext>
                </a:extLst>
              </a:tr>
              <a:tr h="201295">
                <a:tc>
                  <a:txBody>
                    <a:bodyPr/>
                    <a:lstStyle/>
                    <a:p>
                      <a:pPr marL="50800">
                        <a:lnSpc>
                          <a:spcPct val="100000"/>
                        </a:lnSpc>
                        <a:spcBef>
                          <a:spcPts val="229"/>
                        </a:spcBef>
                      </a:pPr>
                      <a:r>
                        <a:rPr sz="800" b="0" spc="0" dirty="0">
                          <a:solidFill>
                            <a:srgbClr val="FFFFFF"/>
                          </a:solidFill>
                          <a:latin typeface="Arial Black"/>
                          <a:cs typeface="Arial Black"/>
                        </a:rPr>
                        <a:t>Doreen C. Hope, Esquire</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2014–2016</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3"/>
                  </a:ext>
                </a:extLst>
              </a:tr>
              <a:tr h="201930">
                <a:tc>
                  <a:txBody>
                    <a:bodyPr/>
                    <a:lstStyle/>
                    <a:p>
                      <a:pPr marL="50800">
                        <a:lnSpc>
                          <a:spcPct val="100000"/>
                        </a:lnSpc>
                        <a:spcBef>
                          <a:spcPts val="229"/>
                        </a:spcBef>
                      </a:pPr>
                      <a:r>
                        <a:rPr sz="800" b="0" spc="0" dirty="0">
                          <a:solidFill>
                            <a:srgbClr val="FFFFFF"/>
                          </a:solidFill>
                          <a:latin typeface="Arial Black"/>
                          <a:cs typeface="Arial Black"/>
                        </a:rPr>
                        <a:t>Yaminah Leggett-Wells</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90"/>
                        </a:spcBef>
                      </a:pPr>
                      <a:r>
                        <a:rPr sz="1000" b="0" spc="0" dirty="0">
                          <a:solidFill>
                            <a:srgbClr val="1D5495"/>
                          </a:solidFill>
                          <a:latin typeface="Arial Black"/>
                          <a:cs typeface="Arial Black"/>
                        </a:rPr>
                        <a:t>2016–2018</a:t>
                      </a:r>
                      <a:endParaRPr sz="1000" b="0" spc="0" dirty="0">
                        <a:latin typeface="Arial Black"/>
                        <a:cs typeface="Arial Black"/>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4"/>
                  </a:ext>
                </a:extLst>
              </a:tr>
              <a:tr h="425450">
                <a:tc>
                  <a:txBody>
                    <a:bodyPr/>
                    <a:lstStyle/>
                    <a:p>
                      <a:pPr marL="50800" marR="205104">
                        <a:lnSpc>
                          <a:spcPct val="100000"/>
                        </a:lnSpc>
                        <a:spcBef>
                          <a:spcPts val="229"/>
                        </a:spcBef>
                      </a:pPr>
                      <a:r>
                        <a:rPr sz="800" b="0" spc="0" dirty="0">
                          <a:solidFill>
                            <a:srgbClr val="FFFFFF"/>
                          </a:solidFill>
                          <a:latin typeface="Arial Black"/>
                          <a:cs typeface="Arial Black"/>
                        </a:rPr>
                        <a:t>Bamidele “Kiki” Alexander (Eastern Regional Sergeant at Arms</a:t>
                      </a:r>
                      <a:endParaRPr sz="800" b="0" spc="0" dirty="0">
                        <a:latin typeface="Arial Black"/>
                        <a:cs typeface="Arial Black"/>
                      </a:endParaRPr>
                    </a:p>
                    <a:p>
                      <a:pPr marL="50800">
                        <a:lnSpc>
                          <a:spcPct val="100000"/>
                        </a:lnSpc>
                      </a:pPr>
                      <a:r>
                        <a:rPr sz="800" b="0" spc="0" dirty="0">
                          <a:solidFill>
                            <a:srgbClr val="FFFFFF"/>
                          </a:solidFill>
                          <a:latin typeface="Arial Black"/>
                          <a:cs typeface="Arial Black"/>
                        </a:rPr>
                        <a:t>2020–2024)</a:t>
                      </a:r>
                      <a:endParaRPr sz="800" b="0" spc="0" dirty="0">
                        <a:latin typeface="Arial Black"/>
                        <a:cs typeface="Arial Black"/>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070"/>
                        </a:spcBef>
                      </a:pPr>
                      <a:r>
                        <a:rPr sz="1000" b="0" spc="0" dirty="0">
                          <a:solidFill>
                            <a:srgbClr val="1D5495"/>
                          </a:solidFill>
                          <a:latin typeface="Arial Black"/>
                          <a:cs typeface="Arial Black"/>
                        </a:rPr>
                        <a:t>2018 –2022</a:t>
                      </a:r>
                      <a:endParaRPr sz="1000" b="0" spc="0" dirty="0">
                        <a:latin typeface="Arial Black"/>
                        <a:cs typeface="Arial Black"/>
                      </a:endParaRPr>
                    </a:p>
                  </a:txBody>
                  <a:tcPr marL="0" marR="0" marT="1358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5"/>
                  </a:ext>
                </a:extLst>
              </a:tr>
              <a:tr h="417195">
                <a:tc>
                  <a:txBody>
                    <a:bodyPr/>
                    <a:lstStyle/>
                    <a:p>
                      <a:pPr marL="50800" marR="260985">
                        <a:lnSpc>
                          <a:spcPct val="100000"/>
                        </a:lnSpc>
                        <a:spcBef>
                          <a:spcPts val="680"/>
                        </a:spcBef>
                      </a:pPr>
                      <a:r>
                        <a:rPr sz="800" b="0" spc="0" dirty="0">
                          <a:solidFill>
                            <a:srgbClr val="FFFFFF"/>
                          </a:solidFill>
                          <a:latin typeface="Arial Black"/>
                          <a:cs typeface="Arial Black"/>
                        </a:rPr>
                        <a:t>Sherri Sampson (Eastern Regional Membership Chair 2022–2024)</a:t>
                      </a:r>
                      <a:endParaRPr sz="800" b="0" spc="0">
                        <a:latin typeface="Arial Black"/>
                        <a:cs typeface="Arial Black"/>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1040"/>
                        </a:spcBef>
                      </a:pPr>
                      <a:r>
                        <a:rPr sz="1000" b="0" spc="0" dirty="0">
                          <a:solidFill>
                            <a:srgbClr val="1D5495"/>
                          </a:solidFill>
                          <a:latin typeface="Arial Black"/>
                          <a:cs typeface="Arial Black"/>
                        </a:rPr>
                        <a:t>2022–2024</a:t>
                      </a:r>
                      <a:endParaRPr sz="1000" b="0" spc="0" dirty="0">
                        <a:latin typeface="Arial Black"/>
                        <a:cs typeface="Arial Black"/>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6"/>
                  </a:ext>
                </a:extLst>
              </a:tr>
              <a:tr h="288925">
                <a:tc>
                  <a:txBody>
                    <a:bodyPr/>
                    <a:lstStyle/>
                    <a:p>
                      <a:pPr marL="50800">
                        <a:lnSpc>
                          <a:spcPct val="100000"/>
                        </a:lnSpc>
                        <a:spcBef>
                          <a:spcPts val="650"/>
                        </a:spcBef>
                      </a:pPr>
                      <a:r>
                        <a:rPr sz="800" spc="-75" dirty="0">
                          <a:solidFill>
                            <a:srgbClr val="FFFFFF"/>
                          </a:solidFill>
                          <a:latin typeface="Arial Black"/>
                          <a:cs typeface="Arial Black"/>
                        </a:rPr>
                        <a:t>Holli</a:t>
                      </a:r>
                      <a:r>
                        <a:rPr sz="800" spc="-30" dirty="0">
                          <a:solidFill>
                            <a:srgbClr val="FFFFFF"/>
                          </a:solidFill>
                          <a:latin typeface="Arial Black"/>
                          <a:cs typeface="Arial Black"/>
                        </a:rPr>
                        <a:t> </a:t>
                      </a:r>
                      <a:r>
                        <a:rPr sz="800" spc="-10" dirty="0">
                          <a:solidFill>
                            <a:srgbClr val="FFFFFF"/>
                          </a:solidFill>
                          <a:latin typeface="Arial Black"/>
                          <a:cs typeface="Arial Black"/>
                        </a:rPr>
                        <a:t>Townsend</a:t>
                      </a:r>
                      <a:endParaRPr sz="800" dirty="0">
                        <a:latin typeface="Arial Black"/>
                        <a:cs typeface="Arial Black"/>
                      </a:endParaRPr>
                    </a:p>
                  </a:txBody>
                  <a:tcPr marL="0" marR="0" marT="825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D5495"/>
                    </a:solidFill>
                  </a:tcPr>
                </a:tc>
                <a:tc>
                  <a:txBody>
                    <a:bodyPr/>
                    <a:lstStyle/>
                    <a:p>
                      <a:pPr algn="ctr">
                        <a:lnSpc>
                          <a:spcPct val="100000"/>
                        </a:lnSpc>
                        <a:spcBef>
                          <a:spcPts val="530"/>
                        </a:spcBef>
                      </a:pPr>
                      <a:r>
                        <a:rPr sz="1000" spc="-10" dirty="0">
                          <a:solidFill>
                            <a:srgbClr val="1D5495"/>
                          </a:solidFill>
                          <a:latin typeface="Arial Black"/>
                          <a:cs typeface="Arial Black"/>
                        </a:rPr>
                        <a:t>2024–present</a:t>
                      </a:r>
                      <a:endParaRPr sz="1000" dirty="0">
                        <a:latin typeface="Arial Black"/>
                        <a:cs typeface="Arial Black"/>
                      </a:endParaRPr>
                    </a:p>
                  </a:txBody>
                  <a:tcPr marL="0" marR="0" marT="673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FCEEE"/>
                    </a:solidFill>
                  </a:tcPr>
                </a:tc>
                <a:extLst>
                  <a:ext uri="{0D108BD9-81ED-4DB2-BD59-A6C34878D82A}">
                    <a16:rowId xmlns:a16="http://schemas.microsoft.com/office/drawing/2014/main" val="10027"/>
                  </a:ext>
                </a:extLst>
              </a:tr>
            </a:tbl>
          </a:graphicData>
        </a:graphic>
      </p:graphicFrame>
      <p:sp>
        <p:nvSpPr>
          <p:cNvPr id="5" name="object 5"/>
          <p:cNvSpPr txBox="1"/>
          <p:nvPr/>
        </p:nvSpPr>
        <p:spPr>
          <a:xfrm>
            <a:off x="4016375" y="2538234"/>
            <a:ext cx="3305175" cy="5874385"/>
          </a:xfrm>
          <a:prstGeom prst="rect">
            <a:avLst/>
          </a:prstGeom>
        </p:spPr>
        <p:txBody>
          <a:bodyPr vert="horz" wrap="square" lIns="0" tIns="69850" rIns="0" bIns="0" rtlCol="0">
            <a:spAutoFit/>
          </a:bodyPr>
          <a:lstStyle/>
          <a:p>
            <a:pPr marL="263525" indent="-250825" algn="just">
              <a:lnSpc>
                <a:spcPct val="100000"/>
              </a:lnSpc>
              <a:spcBef>
                <a:spcPts val="550"/>
              </a:spcBef>
              <a:buAutoNum type="arabicPeriod"/>
              <a:tabLst>
                <a:tab pos="263525" algn="l"/>
              </a:tabLst>
            </a:pPr>
            <a:r>
              <a:rPr sz="1000" dirty="0">
                <a:solidFill>
                  <a:srgbClr val="231F20"/>
                </a:solidFill>
                <a:latin typeface="Arial"/>
                <a:cs typeface="Arial"/>
              </a:rPr>
              <a:t>Celebrated</a:t>
            </a:r>
            <a:r>
              <a:rPr sz="1000" spc="45" dirty="0">
                <a:solidFill>
                  <a:srgbClr val="231F20"/>
                </a:solidFill>
                <a:latin typeface="Arial"/>
                <a:cs typeface="Arial"/>
              </a:rPr>
              <a:t> </a:t>
            </a:r>
            <a:r>
              <a:rPr sz="1000" spc="-10" dirty="0">
                <a:solidFill>
                  <a:srgbClr val="231F20"/>
                </a:solidFill>
                <a:latin typeface="Arial"/>
                <a:cs typeface="Arial"/>
              </a:rPr>
              <a:t>Chapter’s</a:t>
            </a:r>
            <a:r>
              <a:rPr sz="1000" spc="45" dirty="0">
                <a:solidFill>
                  <a:srgbClr val="231F20"/>
                </a:solidFill>
                <a:latin typeface="Arial"/>
                <a:cs typeface="Arial"/>
              </a:rPr>
              <a:t> </a:t>
            </a:r>
            <a:r>
              <a:rPr sz="1000" dirty="0">
                <a:solidFill>
                  <a:srgbClr val="231F20"/>
                </a:solidFill>
                <a:latin typeface="Arial"/>
                <a:cs typeface="Arial"/>
              </a:rPr>
              <a:t>60th</a:t>
            </a:r>
            <a:r>
              <a:rPr sz="1000" spc="50" dirty="0">
                <a:solidFill>
                  <a:srgbClr val="231F20"/>
                </a:solidFill>
                <a:latin typeface="Arial"/>
                <a:cs typeface="Arial"/>
              </a:rPr>
              <a:t> </a:t>
            </a:r>
            <a:r>
              <a:rPr sz="1000" spc="-10" dirty="0">
                <a:solidFill>
                  <a:srgbClr val="231F20"/>
                </a:solidFill>
                <a:latin typeface="Arial"/>
                <a:cs typeface="Arial"/>
              </a:rPr>
              <a:t>Anniversary,</a:t>
            </a:r>
            <a:r>
              <a:rPr sz="1000" spc="45" dirty="0">
                <a:solidFill>
                  <a:srgbClr val="231F20"/>
                </a:solidFill>
                <a:latin typeface="Arial"/>
                <a:cs typeface="Arial"/>
              </a:rPr>
              <a:t> </a:t>
            </a:r>
            <a:r>
              <a:rPr sz="1000" spc="-10" dirty="0">
                <a:solidFill>
                  <a:srgbClr val="231F20"/>
                </a:solidFill>
                <a:latin typeface="Arial"/>
                <a:cs typeface="Arial"/>
              </a:rPr>
              <a:t>2022–2023</a:t>
            </a:r>
            <a:endParaRPr sz="1000" dirty="0">
              <a:latin typeface="Arial"/>
              <a:cs typeface="Arial"/>
            </a:endParaRPr>
          </a:p>
          <a:p>
            <a:pPr marL="264795" indent="-252095" algn="just">
              <a:lnSpc>
                <a:spcPct val="100000"/>
              </a:lnSpc>
              <a:spcBef>
                <a:spcPts val="450"/>
              </a:spcBef>
              <a:buAutoNum type="arabicPeriod"/>
              <a:tabLst>
                <a:tab pos="264795" algn="l"/>
              </a:tabLst>
            </a:pPr>
            <a:r>
              <a:rPr sz="1000" spc="-10" dirty="0">
                <a:solidFill>
                  <a:srgbClr val="231F20"/>
                </a:solidFill>
                <a:latin typeface="Arial"/>
                <a:cs typeface="Arial"/>
              </a:rPr>
              <a:t>Recognized</a:t>
            </a:r>
            <a:r>
              <a:rPr sz="1000" spc="-40" dirty="0">
                <a:solidFill>
                  <a:srgbClr val="231F20"/>
                </a:solidFill>
                <a:latin typeface="Arial"/>
                <a:cs typeface="Arial"/>
              </a:rPr>
              <a:t> </a:t>
            </a:r>
            <a:r>
              <a:rPr sz="1000" spc="-10" dirty="0">
                <a:solidFill>
                  <a:srgbClr val="231F20"/>
                </a:solidFill>
                <a:latin typeface="Arial"/>
                <a:cs typeface="Arial"/>
              </a:rPr>
              <a:t>as</a:t>
            </a:r>
            <a:r>
              <a:rPr sz="1000" spc="-35" dirty="0">
                <a:solidFill>
                  <a:srgbClr val="231F20"/>
                </a:solidFill>
                <a:latin typeface="Arial"/>
                <a:cs typeface="Arial"/>
              </a:rPr>
              <a:t> </a:t>
            </a:r>
            <a:r>
              <a:rPr sz="1000" dirty="0">
                <a:solidFill>
                  <a:srgbClr val="231F20"/>
                </a:solidFill>
                <a:latin typeface="Arial"/>
                <a:cs typeface="Arial"/>
              </a:rPr>
              <a:t>a</a:t>
            </a:r>
            <a:r>
              <a:rPr sz="1000" spc="-35" dirty="0">
                <a:solidFill>
                  <a:srgbClr val="231F20"/>
                </a:solidFill>
                <a:latin typeface="Arial"/>
                <a:cs typeface="Arial"/>
              </a:rPr>
              <a:t> </a:t>
            </a:r>
            <a:r>
              <a:rPr sz="1000" dirty="0">
                <a:solidFill>
                  <a:srgbClr val="231F20"/>
                </a:solidFill>
                <a:latin typeface="Arial"/>
                <a:cs typeface="Arial"/>
              </a:rPr>
              <a:t>Jack</a:t>
            </a:r>
            <a:r>
              <a:rPr sz="1000" spc="-3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Jill</a:t>
            </a:r>
            <a:r>
              <a:rPr sz="1000" spc="-35" dirty="0">
                <a:solidFill>
                  <a:srgbClr val="231F20"/>
                </a:solidFill>
                <a:latin typeface="Arial"/>
                <a:cs typeface="Arial"/>
              </a:rPr>
              <a:t> </a:t>
            </a:r>
            <a:r>
              <a:rPr sz="1000" spc="-10" dirty="0">
                <a:solidFill>
                  <a:srgbClr val="231F20"/>
                </a:solidFill>
                <a:latin typeface="Arial"/>
                <a:cs typeface="Arial"/>
              </a:rPr>
              <a:t>Five</a:t>
            </a:r>
            <a:r>
              <a:rPr sz="1000" spc="-35" dirty="0">
                <a:solidFill>
                  <a:srgbClr val="231F20"/>
                </a:solidFill>
                <a:latin typeface="Arial"/>
                <a:cs typeface="Arial"/>
              </a:rPr>
              <a:t> </a:t>
            </a:r>
            <a:r>
              <a:rPr sz="1000" spc="-20" dirty="0">
                <a:solidFill>
                  <a:srgbClr val="231F20"/>
                </a:solidFill>
                <a:latin typeface="Arial"/>
                <a:cs typeface="Arial"/>
              </a:rPr>
              <a:t>Star</a:t>
            </a:r>
            <a:r>
              <a:rPr sz="1000" spc="-35" dirty="0">
                <a:solidFill>
                  <a:srgbClr val="231F20"/>
                </a:solidFill>
                <a:latin typeface="Arial"/>
                <a:cs typeface="Arial"/>
              </a:rPr>
              <a:t> </a:t>
            </a:r>
            <a:r>
              <a:rPr sz="1000" spc="-10" dirty="0">
                <a:solidFill>
                  <a:srgbClr val="231F20"/>
                </a:solidFill>
                <a:latin typeface="Arial"/>
                <a:cs typeface="Arial"/>
              </a:rPr>
              <a:t>Chapter,</a:t>
            </a:r>
            <a:r>
              <a:rPr sz="1000" spc="-40" dirty="0">
                <a:solidFill>
                  <a:srgbClr val="231F20"/>
                </a:solidFill>
                <a:latin typeface="Arial"/>
                <a:cs typeface="Arial"/>
              </a:rPr>
              <a:t> </a:t>
            </a:r>
            <a:r>
              <a:rPr sz="1000" spc="-20" dirty="0">
                <a:solidFill>
                  <a:srgbClr val="231F20"/>
                </a:solidFill>
                <a:latin typeface="Arial"/>
                <a:cs typeface="Arial"/>
              </a:rPr>
              <a:t>2020</a:t>
            </a:r>
            <a:endParaRPr sz="1000" dirty="0">
              <a:latin typeface="Arial"/>
              <a:cs typeface="Arial"/>
            </a:endParaRPr>
          </a:p>
          <a:p>
            <a:pPr marL="264160" marR="241935" indent="-251460" algn="just">
              <a:lnSpc>
                <a:spcPct val="100000"/>
              </a:lnSpc>
              <a:spcBef>
                <a:spcPts val="450"/>
              </a:spcBef>
              <a:buAutoNum type="arabicPeriod"/>
              <a:tabLst>
                <a:tab pos="266700" algn="l"/>
              </a:tabLst>
            </a:pPr>
            <a:r>
              <a:rPr sz="1000" dirty="0">
                <a:solidFill>
                  <a:srgbClr val="231F20"/>
                </a:solidFill>
                <a:latin typeface="Arial"/>
                <a:cs typeface="Arial"/>
              </a:rPr>
              <a:t>Awarded</a:t>
            </a:r>
            <a:r>
              <a:rPr sz="1000" spc="-15"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a:t>
            </a:r>
            <a:r>
              <a:rPr sz="1000" dirty="0">
                <a:solidFill>
                  <a:srgbClr val="231F20"/>
                </a:solidFill>
                <a:latin typeface="Arial"/>
                <a:cs typeface="Arial"/>
              </a:rPr>
              <a:t>Foundation</a:t>
            </a:r>
            <a:r>
              <a:rPr sz="1000" spc="-10" dirty="0">
                <a:solidFill>
                  <a:srgbClr val="231F20"/>
                </a:solidFill>
                <a:latin typeface="Arial"/>
                <a:cs typeface="Arial"/>
              </a:rPr>
              <a:t> Grant </a:t>
            </a:r>
            <a:r>
              <a:rPr sz="1000" dirty="0">
                <a:solidFill>
                  <a:srgbClr val="231F20"/>
                </a:solidFill>
                <a:latin typeface="Arial"/>
                <a:cs typeface="Arial"/>
              </a:rPr>
              <a:t>to</a:t>
            </a:r>
            <a:r>
              <a:rPr sz="1000" spc="-10" dirty="0">
                <a:solidFill>
                  <a:srgbClr val="231F20"/>
                </a:solidFill>
                <a:latin typeface="Arial"/>
                <a:cs typeface="Arial"/>
              </a:rPr>
              <a:t> launch 	</a:t>
            </a:r>
            <a:r>
              <a:rPr sz="1000" spc="-25" dirty="0">
                <a:solidFill>
                  <a:srgbClr val="231F20"/>
                </a:solidFill>
                <a:latin typeface="Arial"/>
                <a:cs typeface="Arial"/>
              </a:rPr>
              <a:t>Turn</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Page</a:t>
            </a:r>
            <a:r>
              <a:rPr sz="1000" spc="-20" dirty="0">
                <a:solidFill>
                  <a:srgbClr val="231F20"/>
                </a:solidFill>
                <a:latin typeface="Arial"/>
                <a:cs typeface="Arial"/>
              </a:rPr>
              <a:t> </a:t>
            </a:r>
            <a:r>
              <a:rPr sz="1000" dirty="0">
                <a:solidFill>
                  <a:srgbClr val="231F20"/>
                </a:solidFill>
                <a:latin typeface="Arial"/>
                <a:cs typeface="Arial"/>
              </a:rPr>
              <a:t>Virtual</a:t>
            </a:r>
            <a:r>
              <a:rPr sz="1000" spc="-20" dirty="0">
                <a:solidFill>
                  <a:srgbClr val="231F20"/>
                </a:solidFill>
                <a:latin typeface="Arial"/>
                <a:cs typeface="Arial"/>
              </a:rPr>
              <a:t> </a:t>
            </a:r>
            <a:r>
              <a:rPr sz="1000" spc="-10" dirty="0">
                <a:solidFill>
                  <a:srgbClr val="231F20"/>
                </a:solidFill>
                <a:latin typeface="Arial"/>
                <a:cs typeface="Arial"/>
              </a:rPr>
              <a:t>Reading</a:t>
            </a:r>
            <a:r>
              <a:rPr sz="1000" spc="-15" dirty="0">
                <a:solidFill>
                  <a:srgbClr val="231F20"/>
                </a:solidFill>
                <a:latin typeface="Arial"/>
                <a:cs typeface="Arial"/>
              </a:rPr>
              <a:t> </a:t>
            </a:r>
            <a:r>
              <a:rPr sz="1000" spc="-10" dirty="0">
                <a:solidFill>
                  <a:srgbClr val="231F20"/>
                </a:solidFill>
                <a:latin typeface="Arial"/>
                <a:cs typeface="Arial"/>
              </a:rPr>
              <a:t>Corner,</a:t>
            </a:r>
            <a:r>
              <a:rPr sz="1000" spc="-20" dirty="0">
                <a:solidFill>
                  <a:srgbClr val="231F20"/>
                </a:solidFill>
                <a:latin typeface="Arial"/>
                <a:cs typeface="Arial"/>
              </a:rPr>
              <a:t> 2020</a:t>
            </a:r>
            <a:endParaRPr sz="1000" dirty="0">
              <a:latin typeface="Arial"/>
              <a:cs typeface="Arial"/>
            </a:endParaRPr>
          </a:p>
          <a:p>
            <a:pPr marL="264160" marR="5080" indent="-251460" algn="just">
              <a:lnSpc>
                <a:spcPct val="100000"/>
              </a:lnSpc>
              <a:spcBef>
                <a:spcPts val="450"/>
              </a:spcBef>
              <a:buAutoNum type="arabicPeriod"/>
              <a:tabLst>
                <a:tab pos="266700" algn="l"/>
              </a:tabLst>
            </a:pPr>
            <a:r>
              <a:rPr sz="1000" dirty="0">
                <a:solidFill>
                  <a:srgbClr val="231F20"/>
                </a:solidFill>
                <a:latin typeface="Arial"/>
                <a:cs typeface="Arial"/>
              </a:rPr>
              <a:t>Celebrated</a:t>
            </a:r>
            <a:r>
              <a:rPr sz="1000" spc="-5" dirty="0">
                <a:solidFill>
                  <a:srgbClr val="231F20"/>
                </a:solidFill>
                <a:latin typeface="Arial"/>
                <a:cs typeface="Arial"/>
              </a:rPr>
              <a:t> </a:t>
            </a:r>
            <a:r>
              <a:rPr sz="1000" spc="-20" dirty="0">
                <a:solidFill>
                  <a:srgbClr val="231F20"/>
                </a:solidFill>
                <a:latin typeface="Arial"/>
                <a:cs typeface="Arial"/>
              </a:rPr>
              <a:t>Teen</a:t>
            </a:r>
            <a:r>
              <a:rPr sz="1000" dirty="0">
                <a:solidFill>
                  <a:srgbClr val="231F20"/>
                </a:solidFill>
                <a:latin typeface="Arial"/>
                <a:cs typeface="Arial"/>
              </a:rPr>
              <a:t> </a:t>
            </a:r>
            <a:r>
              <a:rPr sz="1000" spc="-25" dirty="0">
                <a:solidFill>
                  <a:srgbClr val="231F20"/>
                </a:solidFill>
                <a:latin typeface="Arial"/>
                <a:cs typeface="Arial"/>
              </a:rPr>
              <a:t>Tatiana</a:t>
            </a:r>
            <a:r>
              <a:rPr sz="1000" dirty="0">
                <a:solidFill>
                  <a:srgbClr val="231F20"/>
                </a:solidFill>
                <a:latin typeface="Arial"/>
                <a:cs typeface="Arial"/>
              </a:rPr>
              <a:t> </a:t>
            </a:r>
            <a:r>
              <a:rPr sz="1000" spc="-10" dirty="0">
                <a:solidFill>
                  <a:srgbClr val="231F20"/>
                </a:solidFill>
                <a:latin typeface="Arial"/>
                <a:cs typeface="Arial"/>
              </a:rPr>
              <a:t>Young</a:t>
            </a:r>
            <a:r>
              <a:rPr sz="1000" spc="-5" dirty="0">
                <a:solidFill>
                  <a:srgbClr val="231F20"/>
                </a:solidFill>
                <a:latin typeface="Arial"/>
                <a:cs typeface="Arial"/>
              </a:rPr>
              <a:t> </a:t>
            </a:r>
            <a:r>
              <a:rPr sz="1000" dirty="0">
                <a:solidFill>
                  <a:srgbClr val="231F20"/>
                </a:solidFill>
                <a:latin typeface="Arial"/>
                <a:cs typeface="Arial"/>
              </a:rPr>
              <a:t>for having the</a:t>
            </a:r>
            <a:r>
              <a:rPr sz="1000" spc="-5" dirty="0">
                <a:solidFill>
                  <a:srgbClr val="231F20"/>
                </a:solidFill>
                <a:latin typeface="Arial"/>
                <a:cs typeface="Arial"/>
              </a:rPr>
              <a:t> </a:t>
            </a:r>
            <a:r>
              <a:rPr sz="1000" spc="-10" dirty="0">
                <a:solidFill>
                  <a:srgbClr val="231F20"/>
                </a:solidFill>
                <a:latin typeface="Arial"/>
                <a:cs typeface="Arial"/>
              </a:rPr>
              <a:t>highest 	</a:t>
            </a:r>
            <a:r>
              <a:rPr sz="1000" dirty="0">
                <a:solidFill>
                  <a:srgbClr val="231F20"/>
                </a:solidFill>
                <a:latin typeface="Arial"/>
                <a:cs typeface="Arial"/>
              </a:rPr>
              <a:t>number</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hours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25" dirty="0">
                <a:solidFill>
                  <a:srgbClr val="231F20"/>
                </a:solidFill>
                <a:latin typeface="Arial"/>
                <a:cs typeface="Arial"/>
              </a:rPr>
              <a:t>the 	</a:t>
            </a:r>
            <a:r>
              <a:rPr sz="1000" spc="-20" dirty="0">
                <a:solidFill>
                  <a:srgbClr val="231F20"/>
                </a:solidFill>
                <a:latin typeface="Arial"/>
                <a:cs typeface="Arial"/>
              </a:rPr>
              <a:t>Eastern</a:t>
            </a:r>
            <a:r>
              <a:rPr sz="1000" spc="-15" dirty="0">
                <a:solidFill>
                  <a:srgbClr val="231F20"/>
                </a:solidFill>
                <a:latin typeface="Arial"/>
                <a:cs typeface="Arial"/>
              </a:rPr>
              <a:t> </a:t>
            </a:r>
            <a:r>
              <a:rPr sz="1000" spc="-10" dirty="0">
                <a:solidFill>
                  <a:srgbClr val="231F20"/>
                </a:solidFill>
                <a:latin typeface="Arial"/>
                <a:cs typeface="Arial"/>
              </a:rPr>
              <a:t>Region</a:t>
            </a:r>
            <a:r>
              <a:rPr sz="1000" spc="-15" dirty="0">
                <a:solidFill>
                  <a:srgbClr val="231F20"/>
                </a:solidFill>
                <a:latin typeface="Arial"/>
                <a:cs typeface="Arial"/>
              </a:rPr>
              <a:t> </a:t>
            </a:r>
            <a:r>
              <a:rPr sz="1000" spc="-50" dirty="0">
                <a:solidFill>
                  <a:srgbClr val="231F20"/>
                </a:solidFill>
                <a:latin typeface="Arial"/>
                <a:cs typeface="Arial"/>
              </a:rPr>
              <a:t>(2,514</a:t>
            </a:r>
            <a:r>
              <a:rPr sz="1000" spc="-10" dirty="0">
                <a:solidFill>
                  <a:srgbClr val="231F20"/>
                </a:solidFill>
                <a:latin typeface="Arial"/>
                <a:cs typeface="Arial"/>
              </a:rPr>
              <a:t> </a:t>
            </a:r>
            <a:r>
              <a:rPr sz="1000" spc="-20" dirty="0">
                <a:solidFill>
                  <a:srgbClr val="231F20"/>
                </a:solidFill>
                <a:latin typeface="Arial"/>
                <a:cs typeface="Arial"/>
              </a:rPr>
              <a:t>hours),</a:t>
            </a:r>
            <a:r>
              <a:rPr sz="1000" spc="-15" dirty="0">
                <a:solidFill>
                  <a:srgbClr val="231F20"/>
                </a:solidFill>
                <a:latin typeface="Arial"/>
                <a:cs typeface="Arial"/>
              </a:rPr>
              <a:t> </a:t>
            </a:r>
            <a:r>
              <a:rPr sz="1000" spc="-20" dirty="0">
                <a:solidFill>
                  <a:srgbClr val="231F20"/>
                </a:solidFill>
                <a:latin typeface="Arial"/>
                <a:cs typeface="Arial"/>
              </a:rPr>
              <a:t>2020</a:t>
            </a:r>
            <a:endParaRPr sz="1000" dirty="0">
              <a:latin typeface="Arial"/>
              <a:cs typeface="Arial"/>
            </a:endParaRPr>
          </a:p>
          <a:p>
            <a:pPr marL="266700" marR="72390" indent="-254000">
              <a:lnSpc>
                <a:spcPct val="100000"/>
              </a:lnSpc>
              <a:spcBef>
                <a:spcPts val="450"/>
              </a:spcBef>
              <a:buAutoNum type="arabicPeriod"/>
              <a:tabLst>
                <a:tab pos="266700" algn="l"/>
              </a:tabLst>
            </a:pPr>
            <a:r>
              <a:rPr sz="1000" dirty="0">
                <a:solidFill>
                  <a:srgbClr val="231F20"/>
                </a:solidFill>
                <a:latin typeface="Arial"/>
                <a:cs typeface="Arial"/>
              </a:rPr>
              <a:t>Congratulated</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own</a:t>
            </a:r>
            <a:r>
              <a:rPr sz="1000" spc="-10" dirty="0">
                <a:solidFill>
                  <a:srgbClr val="231F20"/>
                </a:solidFill>
                <a:latin typeface="Arial"/>
                <a:cs typeface="Arial"/>
              </a:rPr>
              <a:t> Regional</a:t>
            </a:r>
            <a:r>
              <a:rPr sz="1000" spc="-5" dirty="0">
                <a:solidFill>
                  <a:srgbClr val="231F20"/>
                </a:solidFill>
                <a:latin typeface="Arial"/>
                <a:cs typeface="Arial"/>
              </a:rPr>
              <a:t> </a:t>
            </a:r>
            <a:r>
              <a:rPr sz="1000" spc="-20" dirty="0">
                <a:solidFill>
                  <a:srgbClr val="231F20"/>
                </a:solidFill>
                <a:latin typeface="Arial"/>
                <a:cs typeface="Arial"/>
              </a:rPr>
              <a:t>Teen</a:t>
            </a:r>
            <a:r>
              <a:rPr sz="1000" spc="-10" dirty="0">
                <a:solidFill>
                  <a:srgbClr val="231F20"/>
                </a:solidFill>
                <a:latin typeface="Arial"/>
                <a:cs typeface="Arial"/>
              </a:rPr>
              <a:t> </a:t>
            </a:r>
            <a:r>
              <a:rPr sz="1000" dirty="0">
                <a:solidFill>
                  <a:srgbClr val="231F20"/>
                </a:solidFill>
                <a:latin typeface="Arial"/>
                <a:cs typeface="Arial"/>
              </a:rPr>
              <a:t>Protocol</a:t>
            </a:r>
            <a:r>
              <a:rPr sz="1000" spc="-5" dirty="0">
                <a:solidFill>
                  <a:srgbClr val="231F20"/>
                </a:solidFill>
                <a:latin typeface="Arial"/>
                <a:cs typeface="Arial"/>
              </a:rPr>
              <a:t> </a:t>
            </a:r>
            <a:r>
              <a:rPr sz="1000" spc="-20" dirty="0">
                <a:solidFill>
                  <a:srgbClr val="231F20"/>
                </a:solidFill>
                <a:latin typeface="Arial"/>
                <a:cs typeface="Arial"/>
              </a:rPr>
              <a:t>Chair </a:t>
            </a:r>
            <a:r>
              <a:rPr sz="1000" spc="-10" dirty="0">
                <a:solidFill>
                  <a:srgbClr val="231F20"/>
                </a:solidFill>
                <a:latin typeface="Arial"/>
                <a:cs typeface="Arial"/>
              </a:rPr>
              <a:t>Jessica</a:t>
            </a:r>
            <a:r>
              <a:rPr sz="1000" spc="5" dirty="0">
                <a:solidFill>
                  <a:srgbClr val="231F20"/>
                </a:solidFill>
                <a:latin typeface="Arial"/>
                <a:cs typeface="Arial"/>
              </a:rPr>
              <a:t> </a:t>
            </a:r>
            <a:r>
              <a:rPr sz="1000" dirty="0">
                <a:solidFill>
                  <a:srgbClr val="231F20"/>
                </a:solidFill>
                <a:latin typeface="Arial"/>
                <a:cs typeface="Arial"/>
              </a:rPr>
              <a:t>Holloway</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being</a:t>
            </a:r>
            <a:r>
              <a:rPr sz="1000" spc="5" dirty="0">
                <a:solidFill>
                  <a:srgbClr val="231F20"/>
                </a:solidFill>
                <a:latin typeface="Arial"/>
                <a:cs typeface="Arial"/>
              </a:rPr>
              <a:t> </a:t>
            </a:r>
            <a:r>
              <a:rPr sz="1000" dirty="0">
                <a:solidFill>
                  <a:srgbClr val="231F20"/>
                </a:solidFill>
                <a:latin typeface="Arial"/>
                <a:cs typeface="Arial"/>
              </a:rPr>
              <a:t>selected</a:t>
            </a:r>
            <a:r>
              <a:rPr sz="1000" spc="5" dirty="0">
                <a:solidFill>
                  <a:srgbClr val="231F20"/>
                </a:solidFill>
                <a:latin typeface="Arial"/>
                <a:cs typeface="Arial"/>
              </a:rPr>
              <a:t> </a:t>
            </a:r>
            <a:r>
              <a:rPr sz="1000" spc="-1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2020 Eastern</a:t>
            </a:r>
            <a:r>
              <a:rPr sz="1000" spc="-25" dirty="0">
                <a:solidFill>
                  <a:srgbClr val="231F20"/>
                </a:solidFill>
                <a:latin typeface="Arial"/>
                <a:cs typeface="Arial"/>
              </a:rPr>
              <a:t> </a:t>
            </a:r>
            <a:r>
              <a:rPr sz="1000" spc="-10" dirty="0">
                <a:solidFill>
                  <a:srgbClr val="231F20"/>
                </a:solidFill>
                <a:latin typeface="Arial"/>
                <a:cs typeface="Arial"/>
              </a:rPr>
              <a:t>Regional</a:t>
            </a:r>
            <a:r>
              <a:rPr sz="1000" spc="-25" dirty="0">
                <a:solidFill>
                  <a:srgbClr val="231F20"/>
                </a:solidFill>
                <a:latin typeface="Arial"/>
                <a:cs typeface="Arial"/>
              </a:rPr>
              <a:t> </a:t>
            </a:r>
            <a:r>
              <a:rPr sz="1000" dirty="0">
                <a:solidFill>
                  <a:srgbClr val="231F20"/>
                </a:solidFill>
                <a:latin typeface="Arial"/>
                <a:cs typeface="Arial"/>
              </a:rPr>
              <a:t>Carole</a:t>
            </a:r>
            <a:r>
              <a:rPr sz="1000" spc="-25"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a:t>
            </a:r>
            <a:r>
              <a:rPr sz="1000" dirty="0">
                <a:solidFill>
                  <a:srgbClr val="231F20"/>
                </a:solidFill>
                <a:latin typeface="Arial"/>
                <a:cs typeface="Arial"/>
              </a:rPr>
              <a:t>Award</a:t>
            </a:r>
            <a:r>
              <a:rPr sz="1000" spc="-25" dirty="0">
                <a:solidFill>
                  <a:srgbClr val="231F20"/>
                </a:solidFill>
                <a:latin typeface="Arial"/>
                <a:cs typeface="Arial"/>
              </a:rPr>
              <a:t> </a:t>
            </a:r>
            <a:r>
              <a:rPr sz="1000" spc="-10" dirty="0">
                <a:solidFill>
                  <a:srgbClr val="231F20"/>
                </a:solidFill>
                <a:latin typeface="Arial"/>
                <a:cs typeface="Arial"/>
              </a:rPr>
              <a:t>Winner, </a:t>
            </a:r>
            <a:r>
              <a:rPr sz="1000" spc="-20" dirty="0">
                <a:solidFill>
                  <a:srgbClr val="231F20"/>
                </a:solidFill>
                <a:latin typeface="Arial"/>
                <a:cs typeface="Arial"/>
              </a:rPr>
              <a:t>2020</a:t>
            </a:r>
            <a:endParaRPr sz="1000" dirty="0">
              <a:latin typeface="Arial"/>
              <a:cs typeface="Arial"/>
            </a:endParaRPr>
          </a:p>
          <a:p>
            <a:pPr marL="266700" marR="199390" indent="-254000">
              <a:lnSpc>
                <a:spcPct val="100000"/>
              </a:lnSpc>
              <a:spcBef>
                <a:spcPts val="450"/>
              </a:spcBef>
              <a:buAutoNum type="arabicPeriod"/>
              <a:tabLst>
                <a:tab pos="266700" algn="l"/>
              </a:tabLst>
            </a:pPr>
            <a:r>
              <a:rPr sz="1000" dirty="0">
                <a:solidFill>
                  <a:srgbClr val="231F20"/>
                </a:solidFill>
                <a:latin typeface="Arial"/>
                <a:cs typeface="Arial"/>
              </a:rPr>
              <a:t>Hosted</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Middle</a:t>
            </a:r>
            <a:r>
              <a:rPr sz="1000" spc="-10" dirty="0">
                <a:solidFill>
                  <a:srgbClr val="231F20"/>
                </a:solidFill>
                <a:latin typeface="Arial"/>
                <a:cs typeface="Arial"/>
              </a:rPr>
              <a:t> </a:t>
            </a:r>
            <a:r>
              <a:rPr sz="1000" dirty="0">
                <a:solidFill>
                  <a:srgbClr val="231F20"/>
                </a:solidFill>
                <a:latin typeface="Arial"/>
                <a:cs typeface="Arial"/>
              </a:rPr>
              <a:t>School</a:t>
            </a:r>
            <a:r>
              <a:rPr sz="1000" spc="-5" dirty="0">
                <a:solidFill>
                  <a:srgbClr val="231F20"/>
                </a:solidFill>
                <a:latin typeface="Arial"/>
                <a:cs typeface="Arial"/>
              </a:rPr>
              <a:t> </a:t>
            </a:r>
            <a:r>
              <a:rPr sz="1000" dirty="0">
                <a:solidFill>
                  <a:srgbClr val="231F20"/>
                </a:solidFill>
                <a:latin typeface="Arial"/>
                <a:cs typeface="Arial"/>
              </a:rPr>
              <a:t>Civil</a:t>
            </a:r>
            <a:r>
              <a:rPr sz="1000" spc="-10" dirty="0">
                <a:solidFill>
                  <a:srgbClr val="231F20"/>
                </a:solidFill>
                <a:latin typeface="Arial"/>
                <a:cs typeface="Arial"/>
              </a:rPr>
              <a:t> Rights </a:t>
            </a:r>
            <a:r>
              <a:rPr sz="1000" spc="-20" dirty="0">
                <a:solidFill>
                  <a:srgbClr val="231F20"/>
                </a:solidFill>
                <a:latin typeface="Arial"/>
                <a:cs typeface="Arial"/>
              </a:rPr>
              <a:t>Tour </a:t>
            </a:r>
            <a:r>
              <a:rPr sz="1000" spc="-10" dirty="0">
                <a:solidFill>
                  <a:srgbClr val="231F20"/>
                </a:solidFill>
                <a:latin typeface="Arial"/>
                <a:cs typeface="Arial"/>
              </a:rPr>
              <a:t>Experience:</a:t>
            </a:r>
            <a:r>
              <a:rPr sz="1000" spc="-20" dirty="0">
                <a:solidFill>
                  <a:srgbClr val="231F20"/>
                </a:solidFill>
                <a:latin typeface="Arial"/>
                <a:cs typeface="Arial"/>
              </a:rPr>
              <a:t> </a:t>
            </a:r>
            <a:r>
              <a:rPr sz="1000" spc="-10" dirty="0">
                <a:solidFill>
                  <a:srgbClr val="231F20"/>
                </a:solidFill>
                <a:latin typeface="Arial"/>
                <a:cs typeface="Arial"/>
              </a:rPr>
              <a:t>Alabama,</a:t>
            </a:r>
            <a:r>
              <a:rPr sz="1000" spc="-15"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spc="-10" dirty="0">
                <a:solidFill>
                  <a:srgbClr val="231F20"/>
                </a:solidFill>
                <a:latin typeface="Arial"/>
                <a:cs typeface="Arial"/>
              </a:rPr>
              <a:t>Orleans,</a:t>
            </a:r>
            <a:r>
              <a:rPr sz="1000" spc="-20" dirty="0">
                <a:solidFill>
                  <a:srgbClr val="231F20"/>
                </a:solidFill>
                <a:latin typeface="Arial"/>
                <a:cs typeface="Arial"/>
              </a:rPr>
              <a:t> </a:t>
            </a:r>
            <a:r>
              <a:rPr sz="1000" spc="-10" dirty="0">
                <a:solidFill>
                  <a:srgbClr val="231F20"/>
                </a:solidFill>
                <a:latin typeface="Arial"/>
                <a:cs typeface="Arial"/>
              </a:rPr>
              <a:t>Tennessee, </a:t>
            </a:r>
            <a:r>
              <a:rPr sz="1000" dirty="0">
                <a:solidFill>
                  <a:srgbClr val="231F20"/>
                </a:solidFill>
                <a:latin typeface="Arial"/>
                <a:cs typeface="Arial"/>
              </a:rPr>
              <a:t>South</a:t>
            </a:r>
            <a:r>
              <a:rPr sz="1000" spc="-20" dirty="0">
                <a:solidFill>
                  <a:srgbClr val="231F20"/>
                </a:solidFill>
                <a:latin typeface="Arial"/>
                <a:cs typeface="Arial"/>
              </a:rPr>
              <a:t> </a:t>
            </a:r>
            <a:r>
              <a:rPr sz="1000" spc="-10" dirty="0">
                <a:solidFill>
                  <a:srgbClr val="231F20"/>
                </a:solidFill>
                <a:latin typeface="Arial"/>
                <a:cs typeface="Arial"/>
              </a:rPr>
              <a:t>Carolina</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30" dirty="0">
                <a:solidFill>
                  <a:srgbClr val="231F20"/>
                </a:solidFill>
                <a:latin typeface="Arial"/>
                <a:cs typeface="Arial"/>
              </a:rPr>
              <a:t>Tulsa</a:t>
            </a:r>
            <a:r>
              <a:rPr sz="1000" spc="-20" dirty="0">
                <a:solidFill>
                  <a:srgbClr val="231F20"/>
                </a:solidFill>
                <a:latin typeface="Arial"/>
                <a:cs typeface="Arial"/>
              </a:rPr>
              <a:t> </a:t>
            </a:r>
            <a:r>
              <a:rPr sz="1000" spc="-10" dirty="0">
                <a:solidFill>
                  <a:srgbClr val="231F20"/>
                </a:solidFill>
                <a:latin typeface="Arial"/>
                <a:cs typeface="Arial"/>
              </a:rPr>
              <a:t>2017–2021</a:t>
            </a:r>
            <a:endParaRPr sz="1000" dirty="0">
              <a:latin typeface="Arial"/>
              <a:cs typeface="Arial"/>
            </a:endParaRPr>
          </a:p>
          <a:p>
            <a:pPr marL="266700" marR="60960" indent="-254000">
              <a:lnSpc>
                <a:spcPct val="100000"/>
              </a:lnSpc>
              <a:spcBef>
                <a:spcPts val="450"/>
              </a:spcBef>
              <a:buAutoNum type="arabicPeriod"/>
              <a:tabLst>
                <a:tab pos="266700" algn="l"/>
              </a:tabLst>
            </a:pPr>
            <a:r>
              <a:rPr sz="1000" dirty="0">
                <a:solidFill>
                  <a:srgbClr val="231F20"/>
                </a:solidFill>
                <a:latin typeface="Arial"/>
                <a:cs typeface="Arial"/>
              </a:rPr>
              <a:t>Celebrated</a:t>
            </a:r>
            <a:r>
              <a:rPr sz="1000" spc="-5" dirty="0">
                <a:solidFill>
                  <a:srgbClr val="231F20"/>
                </a:solidFill>
                <a:latin typeface="Arial"/>
                <a:cs typeface="Arial"/>
              </a:rPr>
              <a:t> </a:t>
            </a:r>
            <a:r>
              <a:rPr sz="1000" spc="-20" dirty="0">
                <a:solidFill>
                  <a:srgbClr val="231F20"/>
                </a:solidFill>
                <a:latin typeface="Arial"/>
                <a:cs typeface="Arial"/>
              </a:rPr>
              <a:t>Teen</a:t>
            </a:r>
            <a:r>
              <a:rPr sz="1000" dirty="0">
                <a:solidFill>
                  <a:srgbClr val="231F20"/>
                </a:solidFill>
                <a:latin typeface="Arial"/>
                <a:cs typeface="Arial"/>
              </a:rPr>
              <a:t> Adalia</a:t>
            </a:r>
            <a:r>
              <a:rPr sz="1000" spc="-5" dirty="0">
                <a:solidFill>
                  <a:srgbClr val="231F20"/>
                </a:solidFill>
                <a:latin typeface="Arial"/>
                <a:cs typeface="Arial"/>
              </a:rPr>
              <a:t> </a:t>
            </a:r>
            <a:r>
              <a:rPr sz="1000" spc="-10" dirty="0">
                <a:solidFill>
                  <a:srgbClr val="231F20"/>
                </a:solidFill>
                <a:latin typeface="Arial"/>
                <a:cs typeface="Arial"/>
              </a:rPr>
              <a:t>Winters</a:t>
            </a:r>
            <a:r>
              <a:rPr sz="1000" dirty="0">
                <a:solidFill>
                  <a:srgbClr val="231F20"/>
                </a:solidFill>
                <a:latin typeface="Arial"/>
                <a:cs typeface="Arial"/>
              </a:rPr>
              <a:t> for</a:t>
            </a:r>
            <a:r>
              <a:rPr sz="1000" spc="-5" dirty="0">
                <a:solidFill>
                  <a:srgbClr val="231F20"/>
                </a:solidFill>
                <a:latin typeface="Arial"/>
                <a:cs typeface="Arial"/>
              </a:rPr>
              <a:t> </a:t>
            </a:r>
            <a:r>
              <a:rPr sz="1000" dirty="0">
                <a:solidFill>
                  <a:srgbClr val="231F20"/>
                </a:solidFill>
                <a:latin typeface="Arial"/>
                <a:cs typeface="Arial"/>
              </a:rPr>
              <a:t>receiving </a:t>
            </a:r>
            <a:r>
              <a:rPr sz="1000" spc="-25" dirty="0">
                <a:solidFill>
                  <a:srgbClr val="231F20"/>
                </a:solidFill>
                <a:latin typeface="Arial"/>
                <a:cs typeface="Arial"/>
              </a:rPr>
              <a:t>the </a:t>
            </a:r>
            <a:r>
              <a:rPr sz="1000" dirty="0">
                <a:solidFill>
                  <a:srgbClr val="231F20"/>
                </a:solidFill>
                <a:latin typeface="Arial"/>
                <a:cs typeface="Arial"/>
              </a:rPr>
              <a:t>award for highest </a:t>
            </a:r>
            <a:r>
              <a:rPr sz="1000" spc="-60" dirty="0">
                <a:solidFill>
                  <a:srgbClr val="231F20"/>
                </a:solidFill>
                <a:latin typeface="Arial"/>
                <a:cs typeface="Arial"/>
              </a:rPr>
              <a:t>GPA</a:t>
            </a:r>
            <a:r>
              <a:rPr sz="1000" spc="5" dirty="0">
                <a:solidFill>
                  <a:srgbClr val="231F20"/>
                </a:solidFill>
                <a:latin typeface="Arial"/>
                <a:cs typeface="Arial"/>
              </a:rPr>
              <a:t> </a:t>
            </a:r>
            <a:r>
              <a:rPr sz="1000" dirty="0">
                <a:solidFill>
                  <a:srgbClr val="231F20"/>
                </a:solidFill>
                <a:latin typeface="Arial"/>
                <a:cs typeface="Arial"/>
              </a:rPr>
              <a:t>for a 9th grader</a:t>
            </a:r>
            <a:r>
              <a:rPr sz="1000" spc="5" dirty="0">
                <a:solidFill>
                  <a:srgbClr val="231F20"/>
                </a:solidFill>
                <a:latin typeface="Arial"/>
                <a:cs typeface="Arial"/>
              </a:rPr>
              <a:t> </a:t>
            </a:r>
            <a:r>
              <a:rPr sz="1000" dirty="0">
                <a:solidFill>
                  <a:srgbClr val="231F20"/>
                </a:solidFill>
                <a:latin typeface="Arial"/>
                <a:cs typeface="Arial"/>
              </a:rPr>
              <a:t>in the </a:t>
            </a:r>
            <a:r>
              <a:rPr sz="1000" spc="-10" dirty="0">
                <a:solidFill>
                  <a:srgbClr val="231F20"/>
                </a:solidFill>
                <a:latin typeface="Arial"/>
                <a:cs typeface="Arial"/>
              </a:rPr>
              <a:t>Eastern Region,</a:t>
            </a:r>
            <a:r>
              <a:rPr sz="1000" spc="-60" dirty="0">
                <a:solidFill>
                  <a:srgbClr val="231F20"/>
                </a:solidFill>
                <a:latin typeface="Arial"/>
                <a:cs typeface="Arial"/>
              </a:rPr>
              <a:t> </a:t>
            </a:r>
            <a:r>
              <a:rPr sz="1000" spc="-20" dirty="0">
                <a:solidFill>
                  <a:srgbClr val="231F20"/>
                </a:solidFill>
                <a:latin typeface="Arial"/>
                <a:cs typeface="Arial"/>
              </a:rPr>
              <a:t>2019</a:t>
            </a:r>
            <a:endParaRPr sz="1000" dirty="0">
              <a:latin typeface="Arial"/>
              <a:cs typeface="Arial"/>
            </a:endParaRPr>
          </a:p>
          <a:p>
            <a:pPr marL="266700" marR="113030" indent="-254000">
              <a:lnSpc>
                <a:spcPct val="100000"/>
              </a:lnSpc>
              <a:spcBef>
                <a:spcPts val="450"/>
              </a:spcBef>
              <a:buAutoNum type="arabicPeriod"/>
              <a:tabLst>
                <a:tab pos="266700" algn="l"/>
              </a:tabLst>
            </a:pPr>
            <a:r>
              <a:rPr sz="1000" dirty="0">
                <a:solidFill>
                  <a:srgbClr val="231F20"/>
                </a:solidFill>
                <a:latin typeface="Arial"/>
                <a:cs typeface="Arial"/>
              </a:rPr>
              <a:t>Celebrated</a:t>
            </a:r>
            <a:r>
              <a:rPr sz="1000" spc="-10" dirty="0">
                <a:solidFill>
                  <a:srgbClr val="231F20"/>
                </a:solidFill>
                <a:latin typeface="Arial"/>
                <a:cs typeface="Arial"/>
              </a:rPr>
              <a:t> </a:t>
            </a:r>
            <a:r>
              <a:rPr sz="1000" spc="-20" dirty="0">
                <a:solidFill>
                  <a:srgbClr val="231F20"/>
                </a:solidFill>
                <a:latin typeface="Arial"/>
                <a:cs typeface="Arial"/>
              </a:rPr>
              <a:t>10th</a:t>
            </a:r>
            <a:r>
              <a:rPr sz="1000" spc="-5" dirty="0">
                <a:solidFill>
                  <a:srgbClr val="231F20"/>
                </a:solidFill>
                <a:latin typeface="Arial"/>
                <a:cs typeface="Arial"/>
              </a:rPr>
              <a:t> </a:t>
            </a:r>
            <a:r>
              <a:rPr sz="1000" dirty="0">
                <a:solidFill>
                  <a:srgbClr val="231F20"/>
                </a:solidFill>
                <a:latin typeface="Arial"/>
                <a:cs typeface="Arial"/>
              </a:rPr>
              <a:t>Anniversary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Spelling</a:t>
            </a:r>
            <a:r>
              <a:rPr sz="1000" spc="-5" dirty="0">
                <a:solidFill>
                  <a:srgbClr val="231F20"/>
                </a:solidFill>
                <a:latin typeface="Arial"/>
                <a:cs typeface="Arial"/>
              </a:rPr>
              <a:t> </a:t>
            </a:r>
            <a:r>
              <a:rPr sz="1000" spc="-25" dirty="0">
                <a:solidFill>
                  <a:srgbClr val="231F20"/>
                </a:solidFill>
                <a:latin typeface="Arial"/>
                <a:cs typeface="Arial"/>
              </a:rPr>
              <a:t>Bee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Benjamin </a:t>
            </a:r>
            <a:r>
              <a:rPr sz="1000" spc="-70" dirty="0">
                <a:solidFill>
                  <a:srgbClr val="231F20"/>
                </a:solidFill>
                <a:latin typeface="Arial"/>
                <a:cs typeface="Arial"/>
              </a:rPr>
              <a:t>E.</a:t>
            </a:r>
            <a:r>
              <a:rPr sz="1000" spc="-15" dirty="0">
                <a:solidFill>
                  <a:srgbClr val="231F20"/>
                </a:solidFill>
                <a:latin typeface="Arial"/>
                <a:cs typeface="Arial"/>
              </a:rPr>
              <a:t> </a:t>
            </a:r>
            <a:r>
              <a:rPr sz="1000" spc="-20" dirty="0">
                <a:solidFill>
                  <a:srgbClr val="231F20"/>
                </a:solidFill>
                <a:latin typeface="Arial"/>
                <a:cs typeface="Arial"/>
              </a:rPr>
              <a:t>Mays</a:t>
            </a:r>
            <a:r>
              <a:rPr sz="1000" spc="-10" dirty="0">
                <a:solidFill>
                  <a:srgbClr val="231F20"/>
                </a:solidFill>
                <a:latin typeface="Arial"/>
                <a:cs typeface="Arial"/>
              </a:rPr>
              <a:t> </a:t>
            </a:r>
            <a:r>
              <a:rPr sz="1000" dirty="0">
                <a:solidFill>
                  <a:srgbClr val="231F20"/>
                </a:solidFill>
                <a:latin typeface="Arial"/>
                <a:cs typeface="Arial"/>
              </a:rPr>
              <a:t>Oratorical</a:t>
            </a:r>
            <a:r>
              <a:rPr sz="1000" spc="-10" dirty="0">
                <a:solidFill>
                  <a:srgbClr val="231F20"/>
                </a:solidFill>
                <a:latin typeface="Arial"/>
                <a:cs typeface="Arial"/>
              </a:rPr>
              <a:t> </a:t>
            </a:r>
            <a:r>
              <a:rPr sz="1000" dirty="0">
                <a:solidFill>
                  <a:srgbClr val="231F20"/>
                </a:solidFill>
                <a:latin typeface="Arial"/>
                <a:cs typeface="Arial"/>
              </a:rPr>
              <a:t>Competition,</a:t>
            </a:r>
            <a:r>
              <a:rPr sz="1000" spc="-15" dirty="0">
                <a:solidFill>
                  <a:srgbClr val="231F20"/>
                </a:solidFill>
                <a:latin typeface="Arial"/>
                <a:cs typeface="Arial"/>
              </a:rPr>
              <a:t> </a:t>
            </a:r>
            <a:r>
              <a:rPr sz="1000" spc="-20" dirty="0">
                <a:solidFill>
                  <a:srgbClr val="231F20"/>
                </a:solidFill>
                <a:latin typeface="Arial"/>
                <a:cs typeface="Arial"/>
              </a:rPr>
              <a:t>2019</a:t>
            </a:r>
            <a:endParaRPr sz="1000" dirty="0">
              <a:latin typeface="Arial"/>
              <a:cs typeface="Arial"/>
            </a:endParaRPr>
          </a:p>
          <a:p>
            <a:pPr marL="266065" indent="-253365">
              <a:lnSpc>
                <a:spcPct val="100000"/>
              </a:lnSpc>
              <a:spcBef>
                <a:spcPts val="450"/>
              </a:spcBef>
              <a:buAutoNum type="arabicPeriod"/>
              <a:tabLst>
                <a:tab pos="266065" algn="l"/>
              </a:tabLst>
            </a:pPr>
            <a:r>
              <a:rPr sz="1000" dirty="0">
                <a:solidFill>
                  <a:srgbClr val="231F20"/>
                </a:solidFill>
                <a:latin typeface="Arial"/>
                <a:cs typeface="Arial"/>
              </a:rPr>
              <a:t>Celebrated</a:t>
            </a:r>
            <a:r>
              <a:rPr sz="1000" spc="30" dirty="0">
                <a:solidFill>
                  <a:srgbClr val="231F20"/>
                </a:solidFill>
                <a:latin typeface="Arial"/>
                <a:cs typeface="Arial"/>
              </a:rPr>
              <a:t> </a:t>
            </a:r>
            <a:r>
              <a:rPr sz="1000" spc="-10" dirty="0">
                <a:solidFill>
                  <a:srgbClr val="231F20"/>
                </a:solidFill>
                <a:latin typeface="Arial"/>
                <a:cs typeface="Arial"/>
              </a:rPr>
              <a:t>Chapter’s</a:t>
            </a:r>
            <a:r>
              <a:rPr sz="1000" spc="30" dirty="0">
                <a:solidFill>
                  <a:srgbClr val="231F20"/>
                </a:solidFill>
                <a:latin typeface="Arial"/>
                <a:cs typeface="Arial"/>
              </a:rPr>
              <a:t> </a:t>
            </a:r>
            <a:r>
              <a:rPr sz="1000" dirty="0">
                <a:solidFill>
                  <a:srgbClr val="231F20"/>
                </a:solidFill>
                <a:latin typeface="Arial"/>
                <a:cs typeface="Arial"/>
              </a:rPr>
              <a:t>55th</a:t>
            </a:r>
            <a:r>
              <a:rPr sz="1000" spc="35" dirty="0">
                <a:solidFill>
                  <a:srgbClr val="231F20"/>
                </a:solidFill>
                <a:latin typeface="Arial"/>
                <a:cs typeface="Arial"/>
              </a:rPr>
              <a:t> </a:t>
            </a:r>
            <a:r>
              <a:rPr sz="1000" spc="-10" dirty="0">
                <a:solidFill>
                  <a:srgbClr val="231F20"/>
                </a:solidFill>
                <a:latin typeface="Arial"/>
                <a:cs typeface="Arial"/>
              </a:rPr>
              <a:t>Anniversary,</a:t>
            </a:r>
            <a:r>
              <a:rPr sz="1000" spc="30" dirty="0">
                <a:solidFill>
                  <a:srgbClr val="231F20"/>
                </a:solidFill>
                <a:latin typeface="Arial"/>
                <a:cs typeface="Arial"/>
              </a:rPr>
              <a:t> </a:t>
            </a:r>
            <a:r>
              <a:rPr sz="1000" spc="-20" dirty="0">
                <a:solidFill>
                  <a:srgbClr val="231F20"/>
                </a:solidFill>
                <a:latin typeface="Arial"/>
                <a:cs typeface="Arial"/>
              </a:rPr>
              <a:t>2017</a:t>
            </a:r>
            <a:endParaRPr sz="1000" dirty="0">
              <a:latin typeface="Arial"/>
              <a:cs typeface="Arial"/>
            </a:endParaRPr>
          </a:p>
          <a:p>
            <a:pPr marL="264795" indent="-252095">
              <a:lnSpc>
                <a:spcPct val="100000"/>
              </a:lnSpc>
              <a:spcBef>
                <a:spcPts val="450"/>
              </a:spcBef>
              <a:buAutoNum type="arabicPeriod"/>
              <a:tabLst>
                <a:tab pos="264795" algn="l"/>
              </a:tabLst>
            </a:pPr>
            <a:r>
              <a:rPr sz="1000" dirty="0">
                <a:solidFill>
                  <a:srgbClr val="231F20"/>
                </a:solidFill>
                <a:latin typeface="Arial"/>
                <a:cs typeface="Arial"/>
              </a:rPr>
              <a:t>Selected</a:t>
            </a:r>
            <a:r>
              <a:rPr sz="1000" spc="-1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45" dirty="0">
                <a:solidFill>
                  <a:srgbClr val="231F20"/>
                </a:solidFill>
                <a:latin typeface="Arial"/>
                <a:cs typeface="Arial"/>
              </a:rPr>
              <a:t>Year,</a:t>
            </a:r>
            <a:r>
              <a:rPr sz="1000" spc="-10" dirty="0">
                <a:solidFill>
                  <a:srgbClr val="231F20"/>
                </a:solidFill>
                <a:latin typeface="Arial"/>
                <a:cs typeface="Arial"/>
              </a:rPr>
              <a:t> </a:t>
            </a:r>
            <a:r>
              <a:rPr sz="1000" spc="-20" dirty="0">
                <a:solidFill>
                  <a:srgbClr val="231F20"/>
                </a:solidFill>
                <a:latin typeface="Arial"/>
                <a:cs typeface="Arial"/>
              </a:rPr>
              <a:t>2014</a:t>
            </a:r>
            <a:endParaRPr sz="1000" dirty="0">
              <a:latin typeface="Arial"/>
              <a:cs typeface="Arial"/>
            </a:endParaRPr>
          </a:p>
          <a:p>
            <a:pPr marL="266700" marR="333375" indent="-254000">
              <a:lnSpc>
                <a:spcPct val="100000"/>
              </a:lnSpc>
              <a:spcBef>
                <a:spcPts val="450"/>
              </a:spcBef>
              <a:buAutoNum type="arabicPeriod"/>
              <a:tabLst>
                <a:tab pos="266700" algn="l"/>
              </a:tabLst>
            </a:pPr>
            <a:r>
              <a:rPr sz="1000" spc="-10" dirty="0">
                <a:solidFill>
                  <a:srgbClr val="231F20"/>
                </a:solidFill>
                <a:latin typeface="Arial"/>
                <a:cs typeface="Arial"/>
              </a:rPr>
              <a:t>Received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80" dirty="0">
                <a:solidFill>
                  <a:srgbClr val="231F20"/>
                </a:solidFill>
                <a:latin typeface="Arial"/>
                <a:cs typeface="Arial"/>
              </a:rPr>
              <a:t>STAR</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excellence</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Programming </a:t>
            </a:r>
            <a:r>
              <a:rPr sz="1000" dirty="0">
                <a:solidFill>
                  <a:srgbClr val="231F20"/>
                </a:solidFill>
                <a:latin typeface="Arial"/>
                <a:cs typeface="Arial"/>
              </a:rPr>
              <a:t>in</a:t>
            </a:r>
            <a:r>
              <a:rPr sz="1000" spc="-15" dirty="0">
                <a:solidFill>
                  <a:srgbClr val="231F20"/>
                </a:solidFill>
                <a:latin typeface="Arial"/>
                <a:cs typeface="Arial"/>
              </a:rPr>
              <a:t> </a:t>
            </a:r>
            <a:r>
              <a:rPr sz="1000" spc="-20" dirty="0">
                <a:solidFill>
                  <a:srgbClr val="231F20"/>
                </a:solidFill>
                <a:latin typeface="Arial"/>
                <a:cs typeface="Arial"/>
              </a:rPr>
              <a:t>2014</a:t>
            </a:r>
            <a:endParaRPr sz="1000" dirty="0">
              <a:latin typeface="Arial"/>
              <a:cs typeface="Arial"/>
            </a:endParaRPr>
          </a:p>
          <a:p>
            <a:pPr marL="264795" indent="-252095">
              <a:lnSpc>
                <a:spcPct val="100000"/>
              </a:lnSpc>
              <a:spcBef>
                <a:spcPts val="450"/>
              </a:spcBef>
              <a:buAutoNum type="arabicPeriod"/>
              <a:tabLst>
                <a:tab pos="264795" algn="l"/>
              </a:tabLst>
            </a:pPr>
            <a:r>
              <a:rPr sz="1000" dirty="0">
                <a:solidFill>
                  <a:srgbClr val="231F20"/>
                </a:solidFill>
                <a:latin typeface="Arial"/>
                <a:cs typeface="Arial"/>
              </a:rPr>
              <a:t>Active </a:t>
            </a:r>
            <a:r>
              <a:rPr sz="1000" spc="-10" dirty="0">
                <a:solidFill>
                  <a:srgbClr val="231F20"/>
                </a:solidFill>
                <a:latin typeface="Arial"/>
                <a:cs typeface="Arial"/>
              </a:rPr>
              <a:t>Fathers</a:t>
            </a:r>
            <a:r>
              <a:rPr sz="1000" spc="5" dirty="0">
                <a:solidFill>
                  <a:srgbClr val="231F20"/>
                </a:solidFill>
                <a:latin typeface="Arial"/>
                <a:cs typeface="Arial"/>
              </a:rPr>
              <a:t> </a:t>
            </a:r>
            <a:r>
              <a:rPr sz="1000" spc="-10" dirty="0">
                <a:solidFill>
                  <a:srgbClr val="231F20"/>
                </a:solidFill>
                <a:latin typeface="Arial"/>
                <a:cs typeface="Arial"/>
              </a:rPr>
              <a:t>Auxiliary</a:t>
            </a:r>
            <a:endParaRPr sz="1000" dirty="0">
              <a:latin typeface="Arial"/>
              <a:cs typeface="Arial"/>
            </a:endParaRPr>
          </a:p>
          <a:p>
            <a:pPr marL="264160" marR="298450" indent="-251460">
              <a:lnSpc>
                <a:spcPct val="100000"/>
              </a:lnSpc>
              <a:spcBef>
                <a:spcPts val="450"/>
              </a:spcBef>
              <a:buAutoNum type="arabicPeriod"/>
              <a:tabLst>
                <a:tab pos="266700" algn="l"/>
              </a:tabLst>
            </a:pP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Poetry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Speech</a:t>
            </a:r>
            <a:r>
              <a:rPr sz="1000" spc="-10" dirty="0">
                <a:solidFill>
                  <a:srgbClr val="231F20"/>
                </a:solidFill>
                <a:latin typeface="Arial"/>
                <a:cs typeface="Arial"/>
              </a:rPr>
              <a:t> </a:t>
            </a:r>
            <a:r>
              <a:rPr sz="1000" dirty="0">
                <a:solidFill>
                  <a:srgbClr val="231F20"/>
                </a:solidFill>
                <a:latin typeface="Arial"/>
                <a:cs typeface="Arial"/>
              </a:rPr>
              <a:t>Workshop</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Harvard 	Graduate,</a:t>
            </a:r>
            <a:r>
              <a:rPr sz="1000" spc="-25" dirty="0">
                <a:solidFill>
                  <a:srgbClr val="231F20"/>
                </a:solidFill>
                <a:latin typeface="Arial"/>
                <a:cs typeface="Arial"/>
              </a:rPr>
              <a:t> </a:t>
            </a:r>
            <a:r>
              <a:rPr sz="1000" dirty="0">
                <a:solidFill>
                  <a:srgbClr val="231F20"/>
                </a:solidFill>
                <a:latin typeface="Arial"/>
                <a:cs typeface="Arial"/>
              </a:rPr>
              <a:t>Donovan</a:t>
            </a:r>
            <a:r>
              <a:rPr sz="1000" spc="-25" dirty="0">
                <a:solidFill>
                  <a:srgbClr val="231F20"/>
                </a:solidFill>
                <a:latin typeface="Arial"/>
                <a:cs typeface="Arial"/>
              </a:rPr>
              <a:t> </a:t>
            </a:r>
            <a:r>
              <a:rPr sz="1000" spc="-10" dirty="0">
                <a:solidFill>
                  <a:srgbClr val="231F20"/>
                </a:solidFill>
                <a:latin typeface="Arial"/>
                <a:cs typeface="Arial"/>
              </a:rPr>
              <a:t>Livingston</a:t>
            </a:r>
            <a:endParaRPr sz="1000" dirty="0">
              <a:latin typeface="Arial"/>
              <a:cs typeface="Arial"/>
            </a:endParaRPr>
          </a:p>
          <a:p>
            <a:pPr marL="264160" indent="-251460">
              <a:lnSpc>
                <a:spcPct val="100000"/>
              </a:lnSpc>
              <a:spcBef>
                <a:spcPts val="450"/>
              </a:spcBef>
              <a:buAutoNum type="arabicPeriod"/>
              <a:tabLst>
                <a:tab pos="264160" algn="l"/>
              </a:tabLst>
            </a:pPr>
            <a:r>
              <a:rPr sz="1000" dirty="0">
                <a:solidFill>
                  <a:srgbClr val="231F20"/>
                </a:solidFill>
                <a:latin typeface="Arial"/>
                <a:cs typeface="Arial"/>
              </a:rPr>
              <a:t>Held</a:t>
            </a:r>
            <a:r>
              <a:rPr sz="1000" spc="-25" dirty="0">
                <a:solidFill>
                  <a:srgbClr val="231F20"/>
                </a:solidFill>
                <a:latin typeface="Arial"/>
                <a:cs typeface="Arial"/>
              </a:rPr>
              <a:t> </a:t>
            </a:r>
            <a:r>
              <a:rPr sz="1000" dirty="0">
                <a:solidFill>
                  <a:srgbClr val="231F20"/>
                </a:solidFill>
                <a:latin typeface="Arial"/>
                <a:cs typeface="Arial"/>
              </a:rPr>
              <a:t>Carol</a:t>
            </a:r>
            <a:r>
              <a:rPr sz="1000" spc="-25"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a:t>
            </a:r>
            <a:r>
              <a:rPr sz="1000" spc="-20" dirty="0">
                <a:solidFill>
                  <a:srgbClr val="231F20"/>
                </a:solidFill>
                <a:latin typeface="Arial"/>
                <a:cs typeface="Arial"/>
              </a:rPr>
              <a:t>Day </a:t>
            </a:r>
            <a:r>
              <a:rPr sz="1000" spc="-10" dirty="0">
                <a:solidFill>
                  <a:srgbClr val="231F20"/>
                </a:solidFill>
                <a:latin typeface="Arial"/>
                <a:cs typeface="Arial"/>
              </a:rPr>
              <a:t>Recognition</a:t>
            </a:r>
            <a:endParaRPr sz="1000" dirty="0">
              <a:latin typeface="Arial"/>
              <a:cs typeface="Arial"/>
            </a:endParaRPr>
          </a:p>
          <a:p>
            <a:pPr marL="264160" indent="-251460">
              <a:lnSpc>
                <a:spcPct val="100000"/>
              </a:lnSpc>
              <a:spcBef>
                <a:spcPts val="450"/>
              </a:spcBef>
              <a:buAutoNum type="arabicPeriod"/>
              <a:tabLst>
                <a:tab pos="264160" algn="l"/>
              </a:tabLst>
            </a:pP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fundraiser</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March</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Dimes</a:t>
            </a:r>
            <a:endParaRPr sz="1000" dirty="0">
              <a:latin typeface="Arial"/>
              <a:cs typeface="Arial"/>
            </a:endParaRPr>
          </a:p>
          <a:p>
            <a:pPr marL="264795" marR="163195" indent="-252095">
              <a:lnSpc>
                <a:spcPct val="100000"/>
              </a:lnSpc>
              <a:spcBef>
                <a:spcPts val="450"/>
              </a:spcBef>
              <a:buAutoNum type="arabicPeriod"/>
              <a:tabLst>
                <a:tab pos="266700" algn="l"/>
              </a:tabLst>
            </a:pPr>
            <a:r>
              <a:rPr sz="1000" dirty="0">
                <a:solidFill>
                  <a:srgbClr val="231F20"/>
                </a:solidFill>
                <a:latin typeface="Arial"/>
                <a:cs typeface="Arial"/>
              </a:rPr>
              <a:t>Sponsored</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25" dirty="0">
                <a:solidFill>
                  <a:srgbClr val="231F20"/>
                </a:solidFill>
                <a:latin typeface="Arial"/>
                <a:cs typeface="Arial"/>
              </a:rPr>
              <a:t>HBCU</a:t>
            </a:r>
            <a:r>
              <a:rPr sz="1000" spc="-20" dirty="0">
                <a:solidFill>
                  <a:srgbClr val="231F20"/>
                </a:solidFill>
                <a:latin typeface="Arial"/>
                <a:cs typeface="Arial"/>
              </a:rPr>
              <a:t> </a:t>
            </a:r>
            <a:r>
              <a:rPr sz="1000" dirty="0">
                <a:solidFill>
                  <a:srgbClr val="231F20"/>
                </a:solidFill>
                <a:latin typeface="Arial"/>
                <a:cs typeface="Arial"/>
              </a:rPr>
              <a:t>College</a:t>
            </a:r>
            <a:r>
              <a:rPr sz="1000" spc="-20" dirty="0">
                <a:solidFill>
                  <a:srgbClr val="231F20"/>
                </a:solidFill>
                <a:latin typeface="Arial"/>
                <a:cs typeface="Arial"/>
              </a:rPr>
              <a:t> Fair </a:t>
            </a:r>
            <a:r>
              <a:rPr sz="1000" dirty="0">
                <a:solidFill>
                  <a:srgbClr val="231F20"/>
                </a:solidFill>
                <a:latin typeface="Arial"/>
                <a:cs typeface="Arial"/>
              </a:rPr>
              <a:t>&amp;</a:t>
            </a:r>
            <a:r>
              <a:rPr sz="1000" spc="-20" dirty="0">
                <a:solidFill>
                  <a:srgbClr val="231F20"/>
                </a:solidFill>
                <a:latin typeface="Arial"/>
                <a:cs typeface="Arial"/>
              </a:rPr>
              <a:t> </a:t>
            </a:r>
            <a:r>
              <a:rPr sz="1000" dirty="0">
                <a:solidFill>
                  <a:srgbClr val="231F20"/>
                </a:solidFill>
                <a:latin typeface="Arial"/>
                <a:cs typeface="Arial"/>
              </a:rPr>
              <a:t>Highly</a:t>
            </a:r>
            <a:r>
              <a:rPr sz="1000" spc="-20" dirty="0">
                <a:solidFill>
                  <a:srgbClr val="231F20"/>
                </a:solidFill>
                <a:latin typeface="Arial"/>
                <a:cs typeface="Arial"/>
              </a:rPr>
              <a:t> </a:t>
            </a:r>
            <a:r>
              <a:rPr sz="1000" spc="-10" dirty="0">
                <a:solidFill>
                  <a:srgbClr val="231F20"/>
                </a:solidFill>
                <a:latin typeface="Arial"/>
                <a:cs typeface="Arial"/>
              </a:rPr>
              <a:t>Selective 	Admissions</a:t>
            </a:r>
            <a:r>
              <a:rPr sz="1000" spc="10" dirty="0">
                <a:solidFill>
                  <a:srgbClr val="231F20"/>
                </a:solidFill>
                <a:latin typeface="Arial"/>
                <a:cs typeface="Arial"/>
              </a:rPr>
              <a:t> </a:t>
            </a:r>
            <a:r>
              <a:rPr sz="1000" spc="-10" dirty="0">
                <a:solidFill>
                  <a:srgbClr val="231F20"/>
                </a:solidFill>
                <a:latin typeface="Arial"/>
                <a:cs typeface="Arial"/>
              </a:rPr>
              <a:t>Workshop</a:t>
            </a:r>
            <a:endParaRPr sz="1000" dirty="0">
              <a:latin typeface="Arial"/>
              <a:cs typeface="Arial"/>
            </a:endParaRPr>
          </a:p>
          <a:p>
            <a:pPr marL="263525" marR="398145" indent="-250825">
              <a:lnSpc>
                <a:spcPct val="100000"/>
              </a:lnSpc>
              <a:spcBef>
                <a:spcPts val="450"/>
              </a:spcBef>
              <a:buAutoNum type="arabicPeriod"/>
              <a:tabLst>
                <a:tab pos="266700" algn="l"/>
              </a:tabLst>
            </a:pPr>
            <a:r>
              <a:rPr sz="1000" spc="-10" dirty="0">
                <a:solidFill>
                  <a:srgbClr val="231F20"/>
                </a:solidFill>
                <a:latin typeface="Arial"/>
                <a:cs typeface="Arial"/>
              </a:rPr>
              <a:t>First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dirty="0">
                <a:solidFill>
                  <a:srgbClr val="231F20"/>
                </a:solidFill>
                <a:latin typeface="Arial"/>
                <a:cs typeface="Arial"/>
              </a:rPr>
              <a:t>Awarded</a:t>
            </a:r>
            <a:r>
              <a:rPr sz="1000" spc="-10" dirty="0">
                <a:solidFill>
                  <a:srgbClr val="231F20"/>
                </a:solidFill>
                <a:latin typeface="Arial"/>
                <a:cs typeface="Arial"/>
              </a:rPr>
              <a:t> </a:t>
            </a:r>
            <a:r>
              <a:rPr sz="1000" dirty="0">
                <a:solidFill>
                  <a:srgbClr val="231F20"/>
                </a:solidFill>
                <a:latin typeface="Arial"/>
                <a:cs typeface="Arial"/>
              </a:rPr>
              <a:t>three</a:t>
            </a:r>
            <a:r>
              <a:rPr sz="1000" spc="-5"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Jill 	</a:t>
            </a:r>
            <a:r>
              <a:rPr sz="1000" dirty="0">
                <a:solidFill>
                  <a:srgbClr val="231F20"/>
                </a:solidFill>
                <a:latin typeface="Arial"/>
                <a:cs typeface="Arial"/>
              </a:rPr>
              <a:t>Foundation</a:t>
            </a:r>
            <a:r>
              <a:rPr sz="1000" spc="-15" dirty="0">
                <a:solidFill>
                  <a:srgbClr val="231F20"/>
                </a:solidFill>
                <a:latin typeface="Arial"/>
                <a:cs typeface="Arial"/>
              </a:rPr>
              <a:t> </a:t>
            </a:r>
            <a:r>
              <a:rPr sz="1000" spc="-10" dirty="0">
                <a:solidFill>
                  <a:srgbClr val="231F20"/>
                </a:solidFill>
                <a:latin typeface="Arial"/>
                <a:cs typeface="Arial"/>
              </a:rPr>
              <a:t>Grants, </a:t>
            </a:r>
            <a:r>
              <a:rPr sz="1000" spc="-20" dirty="0">
                <a:solidFill>
                  <a:srgbClr val="231F20"/>
                </a:solidFill>
                <a:latin typeface="Arial"/>
                <a:cs typeface="Arial"/>
              </a:rPr>
              <a:t>2013</a:t>
            </a:r>
            <a:endParaRPr sz="1000" dirty="0">
              <a:latin typeface="Arial"/>
              <a:cs typeface="Arial"/>
            </a:endParaRPr>
          </a:p>
        </p:txBody>
      </p:sp>
      <p:sp>
        <p:nvSpPr>
          <p:cNvPr id="6" name="object 6"/>
          <p:cNvSpPr txBox="1"/>
          <p:nvPr/>
        </p:nvSpPr>
        <p:spPr>
          <a:xfrm>
            <a:off x="457200" y="1645951"/>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98311-EFE1-673B-4F4F-C9952BD4089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CDCBD4-CE6D-6B8E-501F-18F5FDEF029E}"/>
              </a:ext>
            </a:extLst>
          </p:cNvPr>
          <p:cNvSpPr txBox="1"/>
          <p:nvPr/>
        </p:nvSpPr>
        <p:spPr>
          <a:xfrm>
            <a:off x="444500" y="1905000"/>
            <a:ext cx="3206750" cy="7566174"/>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The chapter has been carrying out National Jack and Jill program thrusts by shaping quality experiences for our children for sixty years. Currently we have </a:t>
            </a:r>
            <a:r>
              <a:rPr sz="1000" dirty="0">
                <a:solidFill>
                  <a:srgbClr val="231F20"/>
                </a:solidFill>
                <a:latin typeface="Arial Black"/>
                <a:cs typeface="Arial Black"/>
              </a:rPr>
              <a:t>125 active mothers, 3</a:t>
            </a:r>
            <a:r>
              <a:rPr lang="en-US" sz="1000" dirty="0">
                <a:solidFill>
                  <a:srgbClr val="231F20"/>
                </a:solidFill>
                <a:latin typeface="Arial Black"/>
                <a:cs typeface="Arial Black"/>
              </a:rPr>
              <a:t>3</a:t>
            </a:r>
            <a:r>
              <a:rPr sz="1000" dirty="0">
                <a:solidFill>
                  <a:srgbClr val="231F20"/>
                </a:solidFill>
                <a:latin typeface="Arial Black"/>
                <a:cs typeface="Arial Black"/>
              </a:rPr>
              <a:t> active associates and 20</a:t>
            </a:r>
            <a:r>
              <a:rPr lang="en-US" sz="1000" dirty="0">
                <a:solidFill>
                  <a:srgbClr val="231F20"/>
                </a:solidFill>
                <a:latin typeface="Arial Black"/>
                <a:cs typeface="Arial Black"/>
              </a:rPr>
              <a:t>7</a:t>
            </a:r>
            <a:r>
              <a:rPr sz="1000" dirty="0">
                <a:solidFill>
                  <a:srgbClr val="231F20"/>
                </a:solidFill>
                <a:latin typeface="Arial Black"/>
                <a:cs typeface="Arial Black"/>
              </a:rPr>
              <a:t> active children and teens. </a:t>
            </a:r>
            <a:r>
              <a:rPr sz="1000" dirty="0">
                <a:solidFill>
                  <a:srgbClr val="231F20"/>
                </a:solidFill>
                <a:latin typeface="Arial"/>
                <a:cs typeface="Arial"/>
              </a:rPr>
              <a:t>The chapter is poised to continue the journey of getting and giving value by nurturing highly motivated and socially responsible learners and leaders.</a:t>
            </a:r>
            <a:endParaRPr lang="en-US" sz="1000" dirty="0">
              <a:solidFill>
                <a:srgbClr val="231F20"/>
              </a:solidFill>
              <a:latin typeface="Arial"/>
              <a:cs typeface="Arial"/>
            </a:endParaRPr>
          </a:p>
          <a:p>
            <a:pPr marL="12700" marR="5080">
              <a:lnSpc>
                <a:spcPct val="100000"/>
              </a:lnSpc>
              <a:spcBef>
                <a:spcPts val="100"/>
              </a:spcBef>
            </a:pPr>
            <a:endParaRPr lang="en-US" sz="1000" b="1" dirty="0">
              <a:solidFill>
                <a:srgbClr val="0070C0"/>
              </a:solidFill>
              <a:latin typeface="Arial" panose="020B0604020202020204" pitchFamily="34" charset="0"/>
              <a:cs typeface="Arial" panose="020B0604020202020204" pitchFamily="34" charset="0"/>
            </a:endParaRPr>
          </a:p>
          <a:p>
            <a:r>
              <a:rPr lang="en-US" sz="1000" b="1" dirty="0">
                <a:solidFill>
                  <a:srgbClr val="0070C0"/>
                </a:solidFill>
                <a:latin typeface="Arial" panose="020B0604020202020204" pitchFamily="34" charset="0"/>
                <a:cs typeface="Arial" panose="020B0604020202020204" pitchFamily="34" charset="0"/>
              </a:rPr>
              <a:t>Now it’s time for a historical celebration of JJMCMC from 2004-2014:</a:t>
            </a:r>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2004-2005: A Year Rooted in Tradition and Service</a:t>
            </a:r>
          </a:p>
          <a:p>
            <a:r>
              <a:rPr lang="en-US" sz="1000" dirty="0">
                <a:latin typeface="Arial" panose="020B0604020202020204" pitchFamily="34" charset="0"/>
                <a:cs typeface="Arial" panose="020B0604020202020204" pitchFamily="34" charset="0"/>
              </a:rPr>
              <a:t>Under the leadership of President Debra Liverpool, the Montgomery County Maryland Chapter of Jack and Jill of America, Inc. embraced the theme, "It’s All About the Children," reflecting a deep commitment to empowering youth through education and service. This year was marked by an array of enriching programs that both educated and entertained the chapter's children, emphasizing leadership, cultural awareness, and community service. </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chapter began the year with a Mother’s Retreat aimed at energizing the membership and aligning activities with the national theme of creating a legacy of leadership and service. Throughout the year, nearly 100 educational, cultural, and service activities were organized. From the Pooh Group's pumpkin festival at Butler Orchards to Group II’s trip to the Kennedy Center, each group engaged in activities that fostered both learning and the spirit of giving back. The senior teens participated in a team-building course at Hemlock Overlook, focusing on self-reliance and community trust, while their community service included a Christmas party for the elderly and a street cleanup project.</a:t>
            </a:r>
          </a:p>
          <a:p>
            <a:r>
              <a:rPr lang="en-US" sz="1000" dirty="0">
                <a:latin typeface="Arial" panose="020B0604020202020204" pitchFamily="34" charset="0"/>
                <a:cs typeface="Arial" panose="020B0604020202020204" pitchFamily="34" charset="0"/>
              </a:rPr>
              <a:t>The chapter's annual Family Thanksgiving Dinner, now in its third decade, was themed "An Expression of Thanksgiving through the Art of Mime." Performances by the children honored the chapter's graduating seniors and welcomed new members. The year culminated with a successful fundraiser, raising money for the United Negro College Fund and the Jack and Jill Foundation.</a:t>
            </a:r>
          </a:p>
          <a:p>
            <a:endParaRPr lang="en-US" sz="1000" dirty="0">
              <a:latin typeface="Arial" panose="020B0604020202020204" pitchFamily="34" charset="0"/>
              <a:cs typeface="Arial" panose="020B0604020202020204" pitchFamily="34" charset="0"/>
            </a:endParaRPr>
          </a:p>
          <a:p>
            <a:r>
              <a:rPr lang="en-US" sz="1000" b="1" dirty="0">
                <a:solidFill>
                  <a:srgbClr val="0070C0"/>
                </a:solidFill>
                <a:latin typeface="Arial" panose="020B0604020202020204" pitchFamily="34" charset="0"/>
                <a:cs typeface="Arial" panose="020B0604020202020204" pitchFamily="34" charset="0"/>
              </a:rPr>
              <a:t>2005-2006: Responding to National Tragedy with Compassion</a:t>
            </a:r>
          </a:p>
          <a:p>
            <a:r>
              <a:rPr lang="en-US" sz="1000" dirty="0"/>
              <a:t>The devastation caused by Hurricane Katrina in September 2005 had a profound impact on the chapter's programming. </a:t>
            </a:r>
            <a:endParaRPr lang="en-US" sz="1000" dirty="0">
              <a:latin typeface="Arial" panose="020B0604020202020204" pitchFamily="34" charset="0"/>
              <a:cs typeface="Arial" panose="020B0604020202020204" pitchFamily="34" charset="0"/>
            </a:endParaRPr>
          </a:p>
        </p:txBody>
      </p:sp>
      <p:sp>
        <p:nvSpPr>
          <p:cNvPr id="3" name="object 3">
            <a:extLst>
              <a:ext uri="{FF2B5EF4-FFF2-40B4-BE49-F238E27FC236}">
                <a16:creationId xmlns:a16="http://schemas.microsoft.com/office/drawing/2014/main" id="{F3A2E113-A5B0-FABE-C682-8206CB277405}"/>
              </a:ext>
            </a:extLst>
          </p:cNvPr>
          <p:cNvSpPr txBox="1"/>
          <p:nvPr/>
        </p:nvSpPr>
        <p:spPr>
          <a:xfrm>
            <a:off x="-4502101" y="3520991"/>
            <a:ext cx="2845435" cy="3225165"/>
          </a:xfrm>
          <a:prstGeom prst="rect">
            <a:avLst/>
          </a:prstGeom>
        </p:spPr>
        <p:txBody>
          <a:bodyPr vert="horz" wrap="square" lIns="0" tIns="54610" rIns="0" bIns="0" rtlCol="0">
            <a:spAutoFit/>
          </a:bodyPr>
          <a:lstStyle/>
          <a:p>
            <a:pPr algn="ctr">
              <a:lnSpc>
                <a:spcPct val="100000"/>
              </a:lnSpc>
              <a:spcBef>
                <a:spcPts val="430"/>
              </a:spcBef>
            </a:pPr>
            <a:r>
              <a:rPr sz="1000" spc="-10" dirty="0">
                <a:solidFill>
                  <a:srgbClr val="27AAE1"/>
                </a:solidFill>
                <a:latin typeface="Lucida Sans Unicode"/>
                <a:cs typeface="Lucida Sans Unicode"/>
              </a:rPr>
              <a:t>2004–2005</a:t>
            </a:r>
            <a:endParaRPr sz="1000" dirty="0">
              <a:latin typeface="Lucida Sans Unicode"/>
              <a:cs typeface="Lucida Sans Unicode"/>
            </a:endParaRPr>
          </a:p>
          <a:p>
            <a:pPr algn="ctr">
              <a:lnSpc>
                <a:spcPct val="100000"/>
              </a:lnSpc>
              <a:spcBef>
                <a:spcPts val="40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Debra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Liverpool</a:t>
            </a:r>
            <a:endParaRPr sz="1100" dirty="0">
              <a:latin typeface="Lucida Sans Unicode"/>
              <a:cs typeface="Lucida Sans Unicode"/>
            </a:endParaRPr>
          </a:p>
          <a:p>
            <a:pPr marL="12065" marR="5080" algn="ctr">
              <a:lnSpc>
                <a:spcPct val="127299"/>
              </a:lnSpc>
            </a:pP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20" dirty="0">
                <a:solidFill>
                  <a:srgbClr val="1D5495"/>
                </a:solidFill>
                <a:latin typeface="Lucida Sans Unicode"/>
                <a:cs typeface="Lucida Sans Unicode"/>
              </a:rPr>
              <a:t> Jean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Program</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45" dirty="0">
                <a:solidFill>
                  <a:srgbClr val="1D5495"/>
                </a:solidFill>
                <a:latin typeface="Lucida Sans Unicode"/>
                <a:cs typeface="Lucida Sans Unicode"/>
              </a:rPr>
              <a:t> </a:t>
            </a:r>
            <a:r>
              <a:rPr sz="1100" spc="120" dirty="0">
                <a:solidFill>
                  <a:srgbClr val="1D5495"/>
                </a:solidFill>
                <a:latin typeface="Lucida Sans Unicode"/>
                <a:cs typeface="Lucida Sans Unicode"/>
              </a:rPr>
              <a:t>Jean</a:t>
            </a:r>
            <a:r>
              <a:rPr sz="1100" spc="145" dirty="0">
                <a:solidFill>
                  <a:srgbClr val="1D5495"/>
                </a:solidFill>
                <a:latin typeface="Lucida Sans Unicode"/>
                <a:cs typeface="Lucida Sans Unicode"/>
              </a:rPr>
              <a:t>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Monice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Sanders </a:t>
            </a:r>
            <a:r>
              <a:rPr sz="1100" dirty="0">
                <a:solidFill>
                  <a:srgbClr val="1D5495"/>
                </a:solidFill>
                <a:latin typeface="Lucida Sans Unicode"/>
                <a:cs typeface="Lucida Sans Unicode"/>
              </a:rPr>
              <a:t>Corresponding</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60" dirty="0">
                <a:solidFill>
                  <a:srgbClr val="1D5495"/>
                </a:solidFill>
                <a:latin typeface="Lucida Sans Unicode"/>
                <a:cs typeface="Lucida Sans Unicode"/>
              </a:rPr>
              <a:t> </a:t>
            </a:r>
            <a:r>
              <a:rPr sz="1100" spc="-45" dirty="0">
                <a:solidFill>
                  <a:srgbClr val="1D5495"/>
                </a:solidFill>
                <a:latin typeface="Lucida Sans Unicode"/>
                <a:cs typeface="Lucida Sans Unicode"/>
              </a:rPr>
              <a:t>Lori</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Moore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Francine</a:t>
            </a:r>
            <a:r>
              <a:rPr sz="1100" spc="70" dirty="0">
                <a:solidFill>
                  <a:srgbClr val="1D5495"/>
                </a:solidFill>
                <a:latin typeface="Lucida Sans Unicode"/>
                <a:cs typeface="Lucida Sans Unicode"/>
              </a:rPr>
              <a:t> </a:t>
            </a:r>
            <a:r>
              <a:rPr sz="1100" spc="-20" dirty="0">
                <a:solidFill>
                  <a:srgbClr val="1D5495"/>
                </a:solidFill>
                <a:latin typeface="Lucida Sans Unicode"/>
                <a:cs typeface="Lucida Sans Unicode"/>
              </a:rPr>
              <a:t>Hill</a:t>
            </a:r>
            <a:endParaRPr sz="1100" dirty="0">
              <a:latin typeface="Lucida Sans Unicode"/>
              <a:cs typeface="Lucida Sans Unicode"/>
            </a:endParaRPr>
          </a:p>
          <a:p>
            <a:pPr marL="29845" marR="22225" algn="ctr">
              <a:lnSpc>
                <a:spcPct val="127299"/>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75" dirty="0">
                <a:solidFill>
                  <a:srgbClr val="1D5495"/>
                </a:solidFill>
                <a:latin typeface="Lucida Sans Unicode"/>
                <a:cs typeface="Lucida Sans Unicode"/>
              </a:rPr>
              <a:t>Pamela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Monroe </a:t>
            </a:r>
            <a:r>
              <a:rPr sz="1100" dirty="0">
                <a:solidFill>
                  <a:srgbClr val="1D5495"/>
                </a:solidFill>
                <a:latin typeface="Lucida Sans Unicode"/>
                <a:cs typeface="Lucida Sans Unicode"/>
              </a:rPr>
              <a:t>Chapter</a:t>
            </a:r>
            <a:r>
              <a:rPr sz="1100" spc="125"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3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Nash-</a:t>
            </a:r>
            <a:r>
              <a:rPr sz="1100" spc="-10" dirty="0">
                <a:solidFill>
                  <a:srgbClr val="1D5495"/>
                </a:solidFill>
                <a:latin typeface="Lucida Sans Unicode"/>
                <a:cs typeface="Lucida Sans Unicode"/>
              </a:rPr>
              <a:t>Simmons </a:t>
            </a:r>
            <a:r>
              <a:rPr sz="1100" dirty="0">
                <a:solidFill>
                  <a:srgbClr val="1D5495"/>
                </a:solidFill>
                <a:latin typeface="Lucida Sans Unicode"/>
                <a:cs typeface="Lucida Sans Unicode"/>
              </a:rPr>
              <a:t>Parliamentarian,</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Lesly</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Wilson-</a:t>
            </a:r>
            <a:r>
              <a:rPr sz="1100" spc="-10" dirty="0">
                <a:solidFill>
                  <a:srgbClr val="1D5495"/>
                </a:solidFill>
                <a:latin typeface="Lucida Sans Unicode"/>
                <a:cs typeface="Lucida Sans Unicode"/>
              </a:rPr>
              <a:t>Bradley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dirty="0">
              <a:latin typeface="Lucida Sans Unicode"/>
              <a:cs typeface="Lucida Sans Unicode"/>
            </a:endParaRPr>
          </a:p>
          <a:p>
            <a:pPr marL="285750" marR="278130" indent="-635" algn="ctr">
              <a:lnSpc>
                <a:spcPct val="127299"/>
              </a:lnSpc>
            </a:pP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Clevette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Ridguard Historian,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Anita</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Holmes</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dirty="0">
                <a:solidFill>
                  <a:srgbClr val="1D5495"/>
                </a:solidFill>
                <a:latin typeface="Lucida Sans Unicode"/>
                <a:cs typeface="Lucida Sans Unicode"/>
              </a:rPr>
              <a:t> Melvin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endParaRPr sz="1100" dirty="0">
              <a:latin typeface="Lucida Sans Unicode"/>
              <a:cs typeface="Lucida Sans Unicode"/>
            </a:endParaRPr>
          </a:p>
        </p:txBody>
      </p:sp>
      <p:sp>
        <p:nvSpPr>
          <p:cNvPr id="5" name="object 5">
            <a:extLst>
              <a:ext uri="{FF2B5EF4-FFF2-40B4-BE49-F238E27FC236}">
                <a16:creationId xmlns:a16="http://schemas.microsoft.com/office/drawing/2014/main" id="{FA05E455-DC5E-373F-AFBA-2656B0FCB415}"/>
              </a:ext>
            </a:extLst>
          </p:cNvPr>
          <p:cNvSpPr txBox="1"/>
          <p:nvPr/>
        </p:nvSpPr>
        <p:spPr>
          <a:xfrm>
            <a:off x="3903898" y="1905000"/>
            <a:ext cx="3312160" cy="7245573"/>
          </a:xfrm>
          <a:prstGeom prst="rect">
            <a:avLst/>
          </a:prstGeom>
        </p:spPr>
        <p:txBody>
          <a:bodyPr vert="horz" wrap="square" lIns="0" tIns="12700" rIns="0" bIns="0" rtlCol="0">
            <a:spAutoFit/>
          </a:bodyPr>
          <a:lstStyle/>
          <a:p>
            <a:r>
              <a:rPr lang="en-US" sz="1000" dirty="0"/>
              <a:t>Under the continued presidency of Debra Liverpool, the chapter rallied in support of the Gulf Coast region. The youngest members, the Pooh Group and Group II, prepared and shipped over 100 backpacks filled with essentials for children affected by the disaster. Group V presented a collage in appreciation of local first responders who contributed to the relief efforts.</a:t>
            </a:r>
          </a:p>
          <a:p>
            <a:endParaRPr lang="en-US" sz="1000" dirty="0"/>
          </a:p>
          <a:p>
            <a:r>
              <a:rPr lang="en-US" sz="1000" dirty="0"/>
              <a:t>True to its tradition, the chapter hosted its annual Family Thanksgiving Dinner, themed “Songs of the South,” which paid homage to the Gulf Coast’s resilience. The chapter’s major black-tie fundraiser, "Celebrating All Things New Orleans," raised funds for two African American schools impacted by the hurricane, in addition to its regular donations to the United Negro College Fund and the Jack and Jill Foundation.</a:t>
            </a:r>
          </a:p>
          <a:p>
            <a:endParaRPr lang="en-US" sz="1000" dirty="0"/>
          </a:p>
          <a:p>
            <a:r>
              <a:rPr lang="en-US" sz="1000" dirty="0"/>
              <a:t>In addition to their relief efforts, the children engaged in almost 100 activities, including educational trips to museums and workshops, and community service projects such as food drives for local shelters and volunteering at the SOME (So Others Might Eat) program. The chapter bid farewell to 12 graduating teens, urging them to "Fly, Eagle, Fly," as they spread their wings toward bright futures.</a:t>
            </a:r>
          </a:p>
          <a:p>
            <a:endParaRPr lang="en-US" sz="1000" dirty="0"/>
          </a:p>
          <a:p>
            <a:r>
              <a:rPr lang="en-US" sz="1000" b="1" dirty="0">
                <a:solidFill>
                  <a:srgbClr val="0070C0"/>
                </a:solidFill>
                <a:latin typeface="Arial" panose="020B0604020202020204" pitchFamily="34" charset="0"/>
                <a:cs typeface="Arial" panose="020B0604020202020204" pitchFamily="34" charset="0"/>
              </a:rPr>
              <a:t>2006-2007: Honoring Legacy and Celebrating Community</a:t>
            </a:r>
          </a:p>
          <a:p>
            <a:r>
              <a:rPr lang="en-US" sz="1000" dirty="0"/>
              <a:t>The chapter entered its 2006-2007 program year with Patricia H. Lee as President, continuing the strong tradition of leadership and community involvement. The year began with a Family Picnic, hosted by the Father’s Auxiliary, and the children commemorated Carole Robertson, a Jack and Jill member who perished in the Birmingham church bombing in 1963. Through projects like creating a Peace Quilt and writing poems, the children reflected on the legacy of civil rights activism.</a:t>
            </a:r>
          </a:p>
          <a:p>
            <a:endParaRPr lang="en-US" sz="1000" dirty="0"/>
          </a:p>
          <a:p>
            <a:r>
              <a:rPr lang="en-US" sz="1000" dirty="0"/>
              <a:t>With a strong emphasis on community service, the children participated in nearly 100 activities, many in alignment with the national theme, "Empowering Our Youth to Excel through Leadership and Service in Our Communities." From sponsoring a homeless family to leading food and toiletry drives, the chapter's commitment to service was evident across all age groups. Senior teens took part in the “Help The Homeless Walkathon” and continued their tradition of street cleaning.</a:t>
            </a:r>
          </a:p>
        </p:txBody>
      </p:sp>
      <p:sp>
        <p:nvSpPr>
          <p:cNvPr id="6" name="object 6">
            <a:extLst>
              <a:ext uri="{FF2B5EF4-FFF2-40B4-BE49-F238E27FC236}">
                <a16:creationId xmlns:a16="http://schemas.microsoft.com/office/drawing/2014/main" id="{7012B47B-C864-0849-DF39-34C7E97CB5AA}"/>
              </a:ext>
            </a:extLst>
          </p:cNvPr>
          <p:cNvSpPr/>
          <p:nvPr/>
        </p:nvSpPr>
        <p:spPr>
          <a:xfrm>
            <a:off x="-4722495" y="342343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a:extLst>
              <a:ext uri="{FF2B5EF4-FFF2-40B4-BE49-F238E27FC236}">
                <a16:creationId xmlns:a16="http://schemas.microsoft.com/office/drawing/2014/main" id="{6684111D-5BFA-A34D-7687-136367082EFA}"/>
              </a:ext>
            </a:extLst>
          </p:cNvPr>
          <p:cNvSpPr/>
          <p:nvPr/>
        </p:nvSpPr>
        <p:spPr>
          <a:xfrm>
            <a:off x="-4724400" y="700967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9" name="object 9">
            <a:extLst>
              <a:ext uri="{FF2B5EF4-FFF2-40B4-BE49-F238E27FC236}">
                <a16:creationId xmlns:a16="http://schemas.microsoft.com/office/drawing/2014/main" id="{22299C38-CDC0-E93A-AEBE-45B48FBA86EB}"/>
              </a:ext>
            </a:extLst>
          </p:cNvPr>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21</a:t>
            </a:fld>
            <a:endParaRPr spc="-50" dirty="0"/>
          </a:p>
        </p:txBody>
      </p:sp>
      <p:sp>
        <p:nvSpPr>
          <p:cNvPr id="11" name="object 6">
            <a:extLst>
              <a:ext uri="{FF2B5EF4-FFF2-40B4-BE49-F238E27FC236}">
                <a16:creationId xmlns:a16="http://schemas.microsoft.com/office/drawing/2014/main" id="{6E648B32-0C16-36F8-351D-5D41349139E5}"/>
              </a:ext>
            </a:extLst>
          </p:cNvPr>
          <p:cNvSpPr txBox="1"/>
          <p:nvPr/>
        </p:nvSpPr>
        <p:spPr>
          <a:xfrm>
            <a:off x="457200" y="1645951"/>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Tree>
    <p:extLst>
      <p:ext uri="{BB962C8B-B14F-4D97-AF65-F5344CB8AC3E}">
        <p14:creationId xmlns:p14="http://schemas.microsoft.com/office/powerpoint/2010/main" val="3036044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2D03-68E8-475E-7798-20F701BB51C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FAB15B-C4D5-1F2B-8F60-E047FC85AA62}"/>
              </a:ext>
            </a:extLst>
          </p:cNvPr>
          <p:cNvSpPr txBox="1"/>
          <p:nvPr/>
        </p:nvSpPr>
        <p:spPr>
          <a:xfrm>
            <a:off x="420914" y="1955082"/>
            <a:ext cx="3206750" cy="7707238"/>
          </a:xfrm>
          <a:prstGeom prst="rect">
            <a:avLst/>
          </a:prstGeom>
        </p:spPr>
        <p:txBody>
          <a:bodyPr vert="horz" wrap="square" lIns="0" tIns="12700" rIns="0" bIns="0" rtlCol="0">
            <a:spAutoFit/>
          </a:bodyPr>
          <a:lstStyle/>
          <a:p>
            <a:r>
              <a:rPr lang="en-US" sz="1000" dirty="0"/>
              <a:t>The chapter’s signature events, including the Thanksgiving Dinner themed “Proverbs and Parables: Celebrating the Wisdom of our Ancestors” and the annual black-tie fundraiser, "One Love, One Heart," were highlights of the year. Proceeds benefited local organizations, including The George B. Thomas Learning Academy and YMCA Youth and Family Services.</a:t>
            </a:r>
          </a:p>
          <a:p>
            <a:endParaRPr lang="en-US" sz="1000" dirty="0"/>
          </a:p>
          <a:p>
            <a:r>
              <a:rPr lang="en-US" sz="1000" dirty="0"/>
              <a:t>The chapter honored 15 graduating teens and reflected on the founding principles of Jack and Jill, mindful that their focus remains steadfast—“It’s all about the children!”</a:t>
            </a:r>
          </a:p>
          <a:p>
            <a:endParaRPr lang="en-US" sz="1000" dirty="0"/>
          </a:p>
          <a:p>
            <a:r>
              <a:rPr lang="en-US" sz="1000" dirty="0"/>
              <a:t>This period (2004-2007) highlights the JJMCMC chapter’s unwavering dedication to leadership, service, and the nurturing of future generations. Through service to both local and national communities, the chapter fostered an environment where children thrived and were empowered to soar.</a:t>
            </a:r>
          </a:p>
          <a:p>
            <a:endParaRPr lang="en-US" sz="1000" dirty="0"/>
          </a:p>
          <a:p>
            <a:r>
              <a:rPr lang="en-US" sz="1000" b="1" dirty="0">
                <a:solidFill>
                  <a:srgbClr val="0070C0"/>
                </a:solidFill>
              </a:rPr>
              <a:t>2007-2008: The Sapphire Year</a:t>
            </a:r>
          </a:p>
          <a:p>
            <a:r>
              <a:rPr lang="en-US" sz="1000" dirty="0"/>
              <a:t>The 2007-2008 program year marked a significant milestone as the Montgomery County, Maryland Chapter of Jack and Jill of America, Inc. celebrated its Sapphire (45th) anniversary. Under the leadership of President Patricia H. Lee, the chapter launched this special year with a Mother's Leadership and Program Planning retreat, featuring National Vice President Gail Johnson as the keynote speaker. The retreat aimed to inspire leadership while fostering community engagement. At the heart of this year’s programming was the introduction of the Rites of Passage program, designed to guide the chapter’s children through leadership, community service, and family-focused activities, creating a continuum of growth from toddlers to teens.</a:t>
            </a:r>
          </a:p>
          <a:p>
            <a:endParaRPr lang="en-US" sz="1000" dirty="0"/>
          </a:p>
          <a:p>
            <a:r>
              <a:rPr lang="en-US" sz="1000" dirty="0"/>
              <a:t>Group I toddlers collected canned food, crafted a genealogy quilt, and participated in a “Dinosaur Jamboree” performance. Group II, meanwhile, immersed themselves in cultural and educational experiences such as an etiquette workshop, ice skating, and a visit to the Smithsonian Museum of African History. Group III’s investment club and outings like the Washington Nationals baseball game fostered financial literacy and cultural appreciation. The older groups delved deeper into leadership and service, culminating in Group V’s Kwanzaa feast and the Senior Teens’ leadership modules and community outreach projects, including volunteering at So Others Might Eat (SOME).</a:t>
            </a:r>
          </a:p>
        </p:txBody>
      </p:sp>
      <p:sp>
        <p:nvSpPr>
          <p:cNvPr id="3" name="object 3">
            <a:extLst>
              <a:ext uri="{FF2B5EF4-FFF2-40B4-BE49-F238E27FC236}">
                <a16:creationId xmlns:a16="http://schemas.microsoft.com/office/drawing/2014/main" id="{B5A98405-3B3A-EB90-F11A-80B253B84900}"/>
              </a:ext>
            </a:extLst>
          </p:cNvPr>
          <p:cNvSpPr txBox="1"/>
          <p:nvPr/>
        </p:nvSpPr>
        <p:spPr>
          <a:xfrm>
            <a:off x="-4502101" y="3520991"/>
            <a:ext cx="2845435" cy="3225165"/>
          </a:xfrm>
          <a:prstGeom prst="rect">
            <a:avLst/>
          </a:prstGeom>
        </p:spPr>
        <p:txBody>
          <a:bodyPr vert="horz" wrap="square" lIns="0" tIns="54610" rIns="0" bIns="0" rtlCol="0">
            <a:spAutoFit/>
          </a:bodyPr>
          <a:lstStyle/>
          <a:p>
            <a:pPr algn="ctr">
              <a:lnSpc>
                <a:spcPct val="100000"/>
              </a:lnSpc>
              <a:spcBef>
                <a:spcPts val="430"/>
              </a:spcBef>
            </a:pPr>
            <a:r>
              <a:rPr sz="1000" spc="-10" dirty="0">
                <a:solidFill>
                  <a:srgbClr val="27AAE1"/>
                </a:solidFill>
                <a:latin typeface="Lucida Sans Unicode"/>
                <a:cs typeface="Lucida Sans Unicode"/>
              </a:rPr>
              <a:t>2004–2005</a:t>
            </a:r>
            <a:endParaRPr sz="1000" dirty="0">
              <a:latin typeface="Lucida Sans Unicode"/>
              <a:cs typeface="Lucida Sans Unicode"/>
            </a:endParaRPr>
          </a:p>
          <a:p>
            <a:pPr algn="ctr">
              <a:lnSpc>
                <a:spcPct val="100000"/>
              </a:lnSpc>
              <a:spcBef>
                <a:spcPts val="40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Debra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Liverpool</a:t>
            </a:r>
            <a:endParaRPr sz="1100" dirty="0">
              <a:latin typeface="Lucida Sans Unicode"/>
              <a:cs typeface="Lucida Sans Unicode"/>
            </a:endParaRPr>
          </a:p>
          <a:p>
            <a:pPr marL="12065" marR="5080" algn="ctr">
              <a:lnSpc>
                <a:spcPct val="127299"/>
              </a:lnSpc>
            </a:pP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20" dirty="0">
                <a:solidFill>
                  <a:srgbClr val="1D5495"/>
                </a:solidFill>
                <a:latin typeface="Lucida Sans Unicode"/>
                <a:cs typeface="Lucida Sans Unicode"/>
              </a:rPr>
              <a:t> Jean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Program</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45" dirty="0">
                <a:solidFill>
                  <a:srgbClr val="1D5495"/>
                </a:solidFill>
                <a:latin typeface="Lucida Sans Unicode"/>
                <a:cs typeface="Lucida Sans Unicode"/>
              </a:rPr>
              <a:t> </a:t>
            </a:r>
            <a:r>
              <a:rPr sz="1100" spc="120" dirty="0">
                <a:solidFill>
                  <a:srgbClr val="1D5495"/>
                </a:solidFill>
                <a:latin typeface="Lucida Sans Unicode"/>
                <a:cs typeface="Lucida Sans Unicode"/>
              </a:rPr>
              <a:t>Jean</a:t>
            </a:r>
            <a:r>
              <a:rPr sz="1100" spc="145" dirty="0">
                <a:solidFill>
                  <a:srgbClr val="1D5495"/>
                </a:solidFill>
                <a:latin typeface="Lucida Sans Unicode"/>
                <a:cs typeface="Lucida Sans Unicode"/>
              </a:rPr>
              <a:t>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Monice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Sanders </a:t>
            </a:r>
            <a:r>
              <a:rPr sz="1100" dirty="0">
                <a:solidFill>
                  <a:srgbClr val="1D5495"/>
                </a:solidFill>
                <a:latin typeface="Lucida Sans Unicode"/>
                <a:cs typeface="Lucida Sans Unicode"/>
              </a:rPr>
              <a:t>Corresponding</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60" dirty="0">
                <a:solidFill>
                  <a:srgbClr val="1D5495"/>
                </a:solidFill>
                <a:latin typeface="Lucida Sans Unicode"/>
                <a:cs typeface="Lucida Sans Unicode"/>
              </a:rPr>
              <a:t> </a:t>
            </a:r>
            <a:r>
              <a:rPr sz="1100" spc="-45" dirty="0">
                <a:solidFill>
                  <a:srgbClr val="1D5495"/>
                </a:solidFill>
                <a:latin typeface="Lucida Sans Unicode"/>
                <a:cs typeface="Lucida Sans Unicode"/>
              </a:rPr>
              <a:t>Lori</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Moore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Francine</a:t>
            </a:r>
            <a:r>
              <a:rPr sz="1100" spc="70" dirty="0">
                <a:solidFill>
                  <a:srgbClr val="1D5495"/>
                </a:solidFill>
                <a:latin typeface="Lucida Sans Unicode"/>
                <a:cs typeface="Lucida Sans Unicode"/>
              </a:rPr>
              <a:t> </a:t>
            </a:r>
            <a:r>
              <a:rPr sz="1100" spc="-20" dirty="0">
                <a:solidFill>
                  <a:srgbClr val="1D5495"/>
                </a:solidFill>
                <a:latin typeface="Lucida Sans Unicode"/>
                <a:cs typeface="Lucida Sans Unicode"/>
              </a:rPr>
              <a:t>Hill</a:t>
            </a:r>
            <a:endParaRPr sz="1100" dirty="0">
              <a:latin typeface="Lucida Sans Unicode"/>
              <a:cs typeface="Lucida Sans Unicode"/>
            </a:endParaRPr>
          </a:p>
          <a:p>
            <a:pPr marL="29845" marR="22225" algn="ctr">
              <a:lnSpc>
                <a:spcPct val="127299"/>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75" dirty="0">
                <a:solidFill>
                  <a:srgbClr val="1D5495"/>
                </a:solidFill>
                <a:latin typeface="Lucida Sans Unicode"/>
                <a:cs typeface="Lucida Sans Unicode"/>
              </a:rPr>
              <a:t>Pamela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Monroe </a:t>
            </a:r>
            <a:r>
              <a:rPr sz="1100" dirty="0">
                <a:solidFill>
                  <a:srgbClr val="1D5495"/>
                </a:solidFill>
                <a:latin typeface="Lucida Sans Unicode"/>
                <a:cs typeface="Lucida Sans Unicode"/>
              </a:rPr>
              <a:t>Chapter</a:t>
            </a:r>
            <a:r>
              <a:rPr sz="1100" spc="125"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3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Nash-</a:t>
            </a:r>
            <a:r>
              <a:rPr sz="1100" spc="-10" dirty="0">
                <a:solidFill>
                  <a:srgbClr val="1D5495"/>
                </a:solidFill>
                <a:latin typeface="Lucida Sans Unicode"/>
                <a:cs typeface="Lucida Sans Unicode"/>
              </a:rPr>
              <a:t>Simmons </a:t>
            </a:r>
            <a:r>
              <a:rPr sz="1100" dirty="0">
                <a:solidFill>
                  <a:srgbClr val="1D5495"/>
                </a:solidFill>
                <a:latin typeface="Lucida Sans Unicode"/>
                <a:cs typeface="Lucida Sans Unicode"/>
              </a:rPr>
              <a:t>Parliamentarian,</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Lesly</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Wilson-</a:t>
            </a:r>
            <a:r>
              <a:rPr sz="1100" spc="-10" dirty="0">
                <a:solidFill>
                  <a:srgbClr val="1D5495"/>
                </a:solidFill>
                <a:latin typeface="Lucida Sans Unicode"/>
                <a:cs typeface="Lucida Sans Unicode"/>
              </a:rPr>
              <a:t>Bradley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dirty="0">
              <a:latin typeface="Lucida Sans Unicode"/>
              <a:cs typeface="Lucida Sans Unicode"/>
            </a:endParaRPr>
          </a:p>
          <a:p>
            <a:pPr marL="285750" marR="278130" indent="-635" algn="ctr">
              <a:lnSpc>
                <a:spcPct val="127299"/>
              </a:lnSpc>
            </a:pP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Clevette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Ridguard Historian,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Anita</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Holmes</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dirty="0">
                <a:solidFill>
                  <a:srgbClr val="1D5495"/>
                </a:solidFill>
                <a:latin typeface="Lucida Sans Unicode"/>
                <a:cs typeface="Lucida Sans Unicode"/>
              </a:rPr>
              <a:t> Melvin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endParaRPr sz="1100" dirty="0">
              <a:latin typeface="Lucida Sans Unicode"/>
              <a:cs typeface="Lucida Sans Unicode"/>
            </a:endParaRPr>
          </a:p>
        </p:txBody>
      </p:sp>
      <p:sp>
        <p:nvSpPr>
          <p:cNvPr id="5" name="object 5">
            <a:extLst>
              <a:ext uri="{FF2B5EF4-FFF2-40B4-BE49-F238E27FC236}">
                <a16:creationId xmlns:a16="http://schemas.microsoft.com/office/drawing/2014/main" id="{C4D7E109-D0DD-643E-0CCA-7E93E935B9B1}"/>
              </a:ext>
            </a:extLst>
          </p:cNvPr>
          <p:cNvSpPr txBox="1"/>
          <p:nvPr/>
        </p:nvSpPr>
        <p:spPr>
          <a:xfrm>
            <a:off x="3886200" y="1905000"/>
            <a:ext cx="3312160" cy="7245573"/>
          </a:xfrm>
          <a:prstGeom prst="rect">
            <a:avLst/>
          </a:prstGeom>
        </p:spPr>
        <p:txBody>
          <a:bodyPr vert="horz" wrap="square" lIns="0" tIns="12700" rIns="0" bIns="0" rtlCol="0">
            <a:spAutoFit/>
          </a:bodyPr>
          <a:lstStyle/>
          <a:p>
            <a:r>
              <a:rPr lang="en-US" sz="1000" dirty="0"/>
              <a:t>The chapter also organized its inaugural "Rise Up Reading" book drive to promote literacy, reflecting the legacy of its founder’s passion for education. The annual family Thanksgiving Dinner celebrated the theme “Celebrating our Ancestors through the Ages,” further honoring the chapter’s commitment to heritage, community, and service. A black-tie dinner dance, “Rhapsody in Blue,” raised funds for local charities while evoking the elegance of the Cotton Club, highlighting both the chapter’s celebratory spirit and its dedication to philanthropy.</a:t>
            </a:r>
          </a:p>
          <a:p>
            <a:endParaRPr lang="en-US" sz="1000" dirty="0"/>
          </a:p>
          <a:p>
            <a:r>
              <a:rPr lang="en-US" sz="1000" b="1" dirty="0">
                <a:solidFill>
                  <a:srgbClr val="0070C0"/>
                </a:solidFill>
              </a:rPr>
              <a:t> 2008-2009: Continuing the Legacy</a:t>
            </a:r>
          </a:p>
          <a:p>
            <a:r>
              <a:rPr lang="en-US" sz="1000" dirty="0"/>
              <a:t>The chapter, now under the leadership of President Brenda Baldwin-White, carried forward its legacy in the 2008-2009 year. This year began with a summer Mothers’ Retreat, which featured Blanche Williams, an author who motivated attendees with insights on designing a mindset for greatness. The fall was marked by the annual Jack and Jill Day picnic, emphasizing family and community. National Vice President Gail Johnson returned to the chapter’s first mothers’ meeting of the year, encouraging members to maximize their Jack and Jill experience.</a:t>
            </a:r>
          </a:p>
          <a:p>
            <a:endParaRPr lang="en-US" sz="1000" dirty="0"/>
          </a:p>
          <a:p>
            <a:r>
              <a:rPr lang="en-US" sz="1000" dirty="0"/>
              <a:t>The year’s programming continued to focus on leadership, community service, and family. Group activities included cultural excursions, such as Group III’s visit to the Soulful Symphony at Strathmore Music Hall, and the inaugural “Children’s Inaugural Ball,” a tribute to the election of President Barack Obama. A recurring theme of historical reflection carried into the Thanksgiving Dinner, where the chapter honored the legacy of Black Greek letter organizations under the theme “Stepping in Time with the Divine Nine.” This reflection on history and community culminated in a fundraising “No Show” ball, acknowledging the economic climate while still supporting local causes.</a:t>
            </a:r>
          </a:p>
          <a:p>
            <a:endParaRPr lang="en-US" sz="1000" dirty="0"/>
          </a:p>
          <a:p>
            <a:r>
              <a:rPr lang="en-US" sz="1000" b="1" dirty="0">
                <a:solidFill>
                  <a:srgbClr val="0070C0"/>
                </a:solidFill>
              </a:rPr>
              <a:t>2009-2010: National Recognition and Historic Moments</a:t>
            </a:r>
          </a:p>
          <a:p>
            <a:r>
              <a:rPr lang="en-US" sz="1000" dirty="0"/>
              <a:t>As the chapter entered its 47th year, programming continued to reflect both local and national achievements. The year began with a leadership retreat, followed by a Jack and Jill Day picnic hosted by the Fathers’ Auxiliary. Highlighting the chapter’s national involvement, several members participated in the Jack and Jill “On the Hill” Summit, meeting with Maryland Congressman Christopher Van Hollen to advocate for issues affecting children.</a:t>
            </a:r>
          </a:p>
        </p:txBody>
      </p:sp>
      <p:sp>
        <p:nvSpPr>
          <p:cNvPr id="6" name="object 6">
            <a:extLst>
              <a:ext uri="{FF2B5EF4-FFF2-40B4-BE49-F238E27FC236}">
                <a16:creationId xmlns:a16="http://schemas.microsoft.com/office/drawing/2014/main" id="{28C3B72D-659A-0178-056B-3DAAD91DA7E8}"/>
              </a:ext>
            </a:extLst>
          </p:cNvPr>
          <p:cNvSpPr/>
          <p:nvPr/>
        </p:nvSpPr>
        <p:spPr>
          <a:xfrm>
            <a:off x="-4722495" y="342343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a:extLst>
              <a:ext uri="{FF2B5EF4-FFF2-40B4-BE49-F238E27FC236}">
                <a16:creationId xmlns:a16="http://schemas.microsoft.com/office/drawing/2014/main" id="{94A2B938-27F9-B271-0F8A-295019976F58}"/>
              </a:ext>
            </a:extLst>
          </p:cNvPr>
          <p:cNvSpPr/>
          <p:nvPr/>
        </p:nvSpPr>
        <p:spPr>
          <a:xfrm>
            <a:off x="-4724400" y="700967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9" name="object 9">
            <a:extLst>
              <a:ext uri="{FF2B5EF4-FFF2-40B4-BE49-F238E27FC236}">
                <a16:creationId xmlns:a16="http://schemas.microsoft.com/office/drawing/2014/main" id="{9E5DD580-C2B1-1DE7-CAE5-1D03373BB1E8}"/>
              </a:ext>
            </a:extLst>
          </p:cNvPr>
          <p:cNvSpPr txBox="1">
            <a:spLocks noGrp="1"/>
          </p:cNvSpPr>
          <p:nvPr>
            <p:ph type="sldNum" sz="quarter" idx="7"/>
          </p:nvPr>
        </p:nvSpPr>
        <p:spPr>
          <a:xfrm>
            <a:off x="7067294" y="9529590"/>
            <a:ext cx="284191"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22</a:t>
            </a:fld>
            <a:endParaRPr spc="-50" dirty="0"/>
          </a:p>
        </p:txBody>
      </p:sp>
      <p:sp>
        <p:nvSpPr>
          <p:cNvPr id="11" name="object 6">
            <a:extLst>
              <a:ext uri="{FF2B5EF4-FFF2-40B4-BE49-F238E27FC236}">
                <a16:creationId xmlns:a16="http://schemas.microsoft.com/office/drawing/2014/main" id="{4BB8CE97-C655-B702-B1C9-E0DC29DA69E9}"/>
              </a:ext>
            </a:extLst>
          </p:cNvPr>
          <p:cNvSpPr txBox="1"/>
          <p:nvPr/>
        </p:nvSpPr>
        <p:spPr>
          <a:xfrm>
            <a:off x="445679" y="1707510"/>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Tree>
    <p:extLst>
      <p:ext uri="{BB962C8B-B14F-4D97-AF65-F5344CB8AC3E}">
        <p14:creationId xmlns:p14="http://schemas.microsoft.com/office/powerpoint/2010/main" val="580810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F760-490C-BDDE-ABE6-8CF71ECD46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82DDCA-6DE7-A0CD-0FFE-3D2676D7005E}"/>
              </a:ext>
            </a:extLst>
          </p:cNvPr>
          <p:cNvSpPr txBox="1"/>
          <p:nvPr/>
        </p:nvSpPr>
        <p:spPr>
          <a:xfrm>
            <a:off x="420914" y="1955082"/>
            <a:ext cx="3206750" cy="7399462"/>
          </a:xfrm>
          <a:prstGeom prst="rect">
            <a:avLst/>
          </a:prstGeom>
        </p:spPr>
        <p:txBody>
          <a:bodyPr vert="horz" wrap="square" lIns="0" tIns="12700" rIns="0" bIns="0" rtlCol="0">
            <a:spAutoFit/>
          </a:bodyPr>
          <a:lstStyle/>
          <a:p>
            <a:r>
              <a:rPr lang="en-US" sz="1000" dirty="0"/>
              <a:t>As the year progressed, members focused on expanding programming to include the inaugural Crystal Elegance Cotillion-Beautillion, a Black History Month Spelling Bee and Debate, and annual spring fundraising efforts. Programming at every age level remained robust, with Group I visiting </a:t>
            </a:r>
            <a:r>
              <a:rPr lang="en-US" sz="1000" dirty="0" err="1"/>
              <a:t>Croyden</a:t>
            </a:r>
            <a:r>
              <a:rPr lang="en-US" sz="1000" dirty="0"/>
              <a:t> Creek Nature Center, and the Senior Teens participating in a fashion show fundraiser, a Poverty Dinner, and a New Year’s Eve celebration. Sixteen graduating teens were honored, each preparing for matriculation at prestigious universities.</a:t>
            </a:r>
          </a:p>
          <a:p>
            <a:endParaRPr lang="en-US" sz="1000" dirty="0"/>
          </a:p>
          <a:p>
            <a:r>
              <a:rPr lang="en-US" sz="1000" b="1" dirty="0">
                <a:solidFill>
                  <a:srgbClr val="0070C0"/>
                </a:solidFill>
              </a:rPr>
              <a:t>2010-2011: AIM – Achieving Excellence, </a:t>
            </a:r>
            <a:br>
              <a:rPr lang="en-US" sz="1000" b="1" dirty="0">
                <a:solidFill>
                  <a:srgbClr val="0070C0"/>
                </a:solidFill>
              </a:rPr>
            </a:br>
            <a:r>
              <a:rPr lang="en-US" sz="1000" b="1" dirty="0">
                <a:solidFill>
                  <a:srgbClr val="0070C0"/>
                </a:solidFill>
              </a:rPr>
              <a:t>Inspiring Greatness</a:t>
            </a:r>
          </a:p>
          <a:p>
            <a:r>
              <a:rPr lang="en-US" sz="1000" dirty="0"/>
              <a:t>The chapter’s 48th year, led by President Paulette Walker Campbell, embraced the national theme: AIM—Achieving Excellence, Inspiring Greatness, Motivating Youth to Lead and Serve. This vision permeated all chapter activities, from the annual Jack and Jill Day picnic, which featured noted historian Elizabeth Clark-Lewis, to the Thanksgiving Dinner and Talent Showcase. The talent show honored the legacy of Michael Jackson while also celebrating the achievements of seven graduating teens.</a:t>
            </a:r>
          </a:p>
          <a:p>
            <a:endParaRPr lang="en-US" sz="1000" dirty="0"/>
          </a:p>
          <a:p>
            <a:r>
              <a:rPr lang="en-US" sz="1000" dirty="0"/>
              <a:t>Community service was a focal point of the year’s initiatives, as evidenced by the chapter’s Bone Marrow Drive, addressing a critical shortage of Black donors in the National Marrow Donor Program. The chapter also hosted its First Annual Human Rights Symposium, with a focus on human trafficking, bringing together students, legislators, and community leaders to tackle this critical issue.</a:t>
            </a:r>
          </a:p>
          <a:p>
            <a:endParaRPr lang="en-US" sz="1000" dirty="0"/>
          </a:p>
          <a:p>
            <a:r>
              <a:rPr lang="en-US" sz="1000" dirty="0"/>
              <a:t>Programming highlights included an array of cultural, educational, and leadership activities. Children across all groups participated in outings to museums, cooking classes, theater performances, and historical tours. Group V middle schoolers engaged in community service activities such as the Martin Luther King Day of Service and prepared for future academic success with SAT prep workshops. Senior Teens, meanwhile, organized a Poverty Dinner, attended the Alvin Ailey Dance Theatre, and partook in various social and leadership events.</a:t>
            </a:r>
          </a:p>
          <a:p>
            <a:r>
              <a:rPr lang="en-US" sz="1000" dirty="0"/>
              <a:t>As the chapter looked toward its 50th anniversary, the legacy of service, leadership, and community remained strong, guided by the chapter’s commitment to shaping the next generation of leaders.</a:t>
            </a:r>
          </a:p>
          <a:p>
            <a:endParaRPr lang="en-US" sz="1000" dirty="0"/>
          </a:p>
        </p:txBody>
      </p:sp>
      <p:sp>
        <p:nvSpPr>
          <p:cNvPr id="3" name="object 3">
            <a:extLst>
              <a:ext uri="{FF2B5EF4-FFF2-40B4-BE49-F238E27FC236}">
                <a16:creationId xmlns:a16="http://schemas.microsoft.com/office/drawing/2014/main" id="{8060F036-A560-18D2-F91C-71B8FA46CFEA}"/>
              </a:ext>
            </a:extLst>
          </p:cNvPr>
          <p:cNvSpPr txBox="1"/>
          <p:nvPr/>
        </p:nvSpPr>
        <p:spPr>
          <a:xfrm>
            <a:off x="-4502101" y="3520991"/>
            <a:ext cx="2845435" cy="3225165"/>
          </a:xfrm>
          <a:prstGeom prst="rect">
            <a:avLst/>
          </a:prstGeom>
        </p:spPr>
        <p:txBody>
          <a:bodyPr vert="horz" wrap="square" lIns="0" tIns="54610" rIns="0" bIns="0" rtlCol="0">
            <a:spAutoFit/>
          </a:bodyPr>
          <a:lstStyle/>
          <a:p>
            <a:pPr algn="ctr">
              <a:lnSpc>
                <a:spcPct val="100000"/>
              </a:lnSpc>
              <a:spcBef>
                <a:spcPts val="430"/>
              </a:spcBef>
            </a:pPr>
            <a:r>
              <a:rPr sz="1000" spc="-10" dirty="0">
                <a:solidFill>
                  <a:srgbClr val="27AAE1"/>
                </a:solidFill>
                <a:latin typeface="Lucida Sans Unicode"/>
                <a:cs typeface="Lucida Sans Unicode"/>
              </a:rPr>
              <a:t>2004–2005</a:t>
            </a:r>
            <a:endParaRPr sz="1000" dirty="0">
              <a:latin typeface="Lucida Sans Unicode"/>
              <a:cs typeface="Lucida Sans Unicode"/>
            </a:endParaRPr>
          </a:p>
          <a:p>
            <a:pPr algn="ctr">
              <a:lnSpc>
                <a:spcPct val="100000"/>
              </a:lnSpc>
              <a:spcBef>
                <a:spcPts val="40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Debra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Liverpool</a:t>
            </a:r>
            <a:endParaRPr sz="1100" dirty="0">
              <a:latin typeface="Lucida Sans Unicode"/>
              <a:cs typeface="Lucida Sans Unicode"/>
            </a:endParaRPr>
          </a:p>
          <a:p>
            <a:pPr marL="12065" marR="5080" algn="ctr">
              <a:lnSpc>
                <a:spcPct val="127299"/>
              </a:lnSpc>
            </a:pP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20" dirty="0">
                <a:solidFill>
                  <a:srgbClr val="1D5495"/>
                </a:solidFill>
                <a:latin typeface="Lucida Sans Unicode"/>
                <a:cs typeface="Lucida Sans Unicode"/>
              </a:rPr>
              <a:t> Jean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Program</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45" dirty="0">
                <a:solidFill>
                  <a:srgbClr val="1D5495"/>
                </a:solidFill>
                <a:latin typeface="Lucida Sans Unicode"/>
                <a:cs typeface="Lucida Sans Unicode"/>
              </a:rPr>
              <a:t> </a:t>
            </a:r>
            <a:r>
              <a:rPr sz="1100" spc="120" dirty="0">
                <a:solidFill>
                  <a:srgbClr val="1D5495"/>
                </a:solidFill>
                <a:latin typeface="Lucida Sans Unicode"/>
                <a:cs typeface="Lucida Sans Unicode"/>
              </a:rPr>
              <a:t>Jean</a:t>
            </a:r>
            <a:r>
              <a:rPr sz="1100" spc="145" dirty="0">
                <a:solidFill>
                  <a:srgbClr val="1D5495"/>
                </a:solidFill>
                <a:latin typeface="Lucida Sans Unicode"/>
                <a:cs typeface="Lucida Sans Unicode"/>
              </a:rPr>
              <a:t>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Monice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Sanders </a:t>
            </a:r>
            <a:r>
              <a:rPr sz="1100" dirty="0">
                <a:solidFill>
                  <a:srgbClr val="1D5495"/>
                </a:solidFill>
                <a:latin typeface="Lucida Sans Unicode"/>
                <a:cs typeface="Lucida Sans Unicode"/>
              </a:rPr>
              <a:t>Corresponding</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60" dirty="0">
                <a:solidFill>
                  <a:srgbClr val="1D5495"/>
                </a:solidFill>
                <a:latin typeface="Lucida Sans Unicode"/>
                <a:cs typeface="Lucida Sans Unicode"/>
              </a:rPr>
              <a:t> </a:t>
            </a:r>
            <a:r>
              <a:rPr sz="1100" spc="-45" dirty="0">
                <a:solidFill>
                  <a:srgbClr val="1D5495"/>
                </a:solidFill>
                <a:latin typeface="Lucida Sans Unicode"/>
                <a:cs typeface="Lucida Sans Unicode"/>
              </a:rPr>
              <a:t>Lori</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Moore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Francine</a:t>
            </a:r>
            <a:r>
              <a:rPr sz="1100" spc="70" dirty="0">
                <a:solidFill>
                  <a:srgbClr val="1D5495"/>
                </a:solidFill>
                <a:latin typeface="Lucida Sans Unicode"/>
                <a:cs typeface="Lucida Sans Unicode"/>
              </a:rPr>
              <a:t> </a:t>
            </a:r>
            <a:r>
              <a:rPr sz="1100" spc="-20" dirty="0">
                <a:solidFill>
                  <a:srgbClr val="1D5495"/>
                </a:solidFill>
                <a:latin typeface="Lucida Sans Unicode"/>
                <a:cs typeface="Lucida Sans Unicode"/>
              </a:rPr>
              <a:t>Hill</a:t>
            </a:r>
            <a:endParaRPr sz="1100" dirty="0">
              <a:latin typeface="Lucida Sans Unicode"/>
              <a:cs typeface="Lucida Sans Unicode"/>
            </a:endParaRPr>
          </a:p>
          <a:p>
            <a:pPr marL="29845" marR="22225" algn="ctr">
              <a:lnSpc>
                <a:spcPct val="127299"/>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75" dirty="0">
                <a:solidFill>
                  <a:srgbClr val="1D5495"/>
                </a:solidFill>
                <a:latin typeface="Lucida Sans Unicode"/>
                <a:cs typeface="Lucida Sans Unicode"/>
              </a:rPr>
              <a:t>Pamela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Monroe </a:t>
            </a:r>
            <a:r>
              <a:rPr sz="1100" dirty="0">
                <a:solidFill>
                  <a:srgbClr val="1D5495"/>
                </a:solidFill>
                <a:latin typeface="Lucida Sans Unicode"/>
                <a:cs typeface="Lucida Sans Unicode"/>
              </a:rPr>
              <a:t>Chapter</a:t>
            </a:r>
            <a:r>
              <a:rPr sz="1100" spc="125"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3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Nash-</a:t>
            </a:r>
            <a:r>
              <a:rPr sz="1100" spc="-10" dirty="0">
                <a:solidFill>
                  <a:srgbClr val="1D5495"/>
                </a:solidFill>
                <a:latin typeface="Lucida Sans Unicode"/>
                <a:cs typeface="Lucida Sans Unicode"/>
              </a:rPr>
              <a:t>Simmons </a:t>
            </a:r>
            <a:r>
              <a:rPr sz="1100" dirty="0">
                <a:solidFill>
                  <a:srgbClr val="1D5495"/>
                </a:solidFill>
                <a:latin typeface="Lucida Sans Unicode"/>
                <a:cs typeface="Lucida Sans Unicode"/>
              </a:rPr>
              <a:t>Parliamentarian,</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Lesly</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Wilson-</a:t>
            </a:r>
            <a:r>
              <a:rPr sz="1100" spc="-10" dirty="0">
                <a:solidFill>
                  <a:srgbClr val="1D5495"/>
                </a:solidFill>
                <a:latin typeface="Lucida Sans Unicode"/>
                <a:cs typeface="Lucida Sans Unicode"/>
              </a:rPr>
              <a:t>Bradley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dirty="0">
              <a:latin typeface="Lucida Sans Unicode"/>
              <a:cs typeface="Lucida Sans Unicode"/>
            </a:endParaRPr>
          </a:p>
          <a:p>
            <a:pPr marL="285750" marR="278130" indent="-635" algn="ctr">
              <a:lnSpc>
                <a:spcPct val="127299"/>
              </a:lnSpc>
            </a:pP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Clevette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Ridguard Historian,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Anita</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Holmes</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dirty="0">
                <a:solidFill>
                  <a:srgbClr val="1D5495"/>
                </a:solidFill>
                <a:latin typeface="Lucida Sans Unicode"/>
                <a:cs typeface="Lucida Sans Unicode"/>
              </a:rPr>
              <a:t> Melvin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endParaRPr sz="1100" dirty="0">
              <a:latin typeface="Lucida Sans Unicode"/>
              <a:cs typeface="Lucida Sans Unicode"/>
            </a:endParaRPr>
          </a:p>
        </p:txBody>
      </p:sp>
      <p:sp>
        <p:nvSpPr>
          <p:cNvPr id="5" name="object 5">
            <a:extLst>
              <a:ext uri="{FF2B5EF4-FFF2-40B4-BE49-F238E27FC236}">
                <a16:creationId xmlns:a16="http://schemas.microsoft.com/office/drawing/2014/main" id="{6B8DDEBE-12DF-21B3-063E-96F7D137B100}"/>
              </a:ext>
            </a:extLst>
          </p:cNvPr>
          <p:cNvSpPr txBox="1"/>
          <p:nvPr/>
        </p:nvSpPr>
        <p:spPr>
          <a:xfrm>
            <a:off x="3886200" y="1905000"/>
            <a:ext cx="3312160" cy="7399462"/>
          </a:xfrm>
          <a:prstGeom prst="rect">
            <a:avLst/>
          </a:prstGeom>
        </p:spPr>
        <p:txBody>
          <a:bodyPr vert="horz" wrap="square" lIns="0" tIns="12700" rIns="0" bIns="0" rtlCol="0">
            <a:spAutoFit/>
          </a:bodyPr>
          <a:lstStyle/>
          <a:p>
            <a:r>
              <a:rPr lang="en-US" sz="1000" b="1" dirty="0">
                <a:solidFill>
                  <a:srgbClr val="0070C0"/>
                </a:solidFill>
              </a:rPr>
              <a:t>2011-2012: Milestones and Growth</a:t>
            </a:r>
          </a:p>
          <a:p>
            <a:r>
              <a:rPr lang="en-US" sz="1000" dirty="0"/>
              <a:t>The 2011-2012 year was marked by groundbreaking achievements and impactful programs. Under the leadership of President Paulette Walker Campbell, the chapter hosted the 27th Eastern Region Mothers Conference, a first-of-its-kind destination conference held aboard Royal Caribbean’s Enchantment of the Seas. This bold move set a new standard for future regional conferences, as they began exploring family-friendly venues like Atlantis and Orlando, Florida.</a:t>
            </a:r>
          </a:p>
          <a:p>
            <a:endParaRPr lang="en-US" sz="1000" dirty="0"/>
          </a:p>
          <a:p>
            <a:r>
              <a:rPr lang="en-US" sz="1000" dirty="0"/>
              <a:t>Following this success, the chapter held a retreat for mothers titled Renew, Reconnect, Rejoice, featuring acclaimed author Sophia Nelson as the guest speaker. The retreat set the tone for an engaging year, punctuated by traditional events like the Jack and Jill Day family picnic, Black Family Day Thanksgiving Dinner, and Talent Showcase. The latter celebrated Black Broadway and honored the graduating teens of 2012.</a:t>
            </a:r>
          </a:p>
          <a:p>
            <a:endParaRPr lang="en-US" sz="1000" dirty="0"/>
          </a:p>
          <a:p>
            <a:r>
              <a:rPr lang="en-US" sz="1000" dirty="0"/>
              <a:t>In the realm of community service, members engaged in various initiatives, including compiling toiletry baskets for A Wider Circle and organizing canned food drives for Manna Food Center. The chapter also hosted its 3rd Annual Community Spelling Bee and the 2nd Biennial Cotillion-Beautillion, raising funds for organizations like Crossway Community, Inc., the Jack and Jill Foundation, and the Henrietta B. Franklin College Scholarship Fund.</a:t>
            </a:r>
          </a:p>
          <a:p>
            <a:endParaRPr lang="en-US" sz="1000" dirty="0"/>
          </a:p>
          <a:p>
            <a:r>
              <a:rPr lang="en-US" sz="1000" dirty="0"/>
              <a:t>Age groups participated in a wide range of educational and cultural activities, such as visits to historical landmarks, art explorations, and performances. Highlights included the **Martin Luther King, Jr. Memorial**, Frederick Douglass National Historic Site, and a Kennedy Center performance of Mozart. The teens contributed through fundraising efforts and volunteering, and they honed their leadership and organizational skills in preparation for the 2012 Eastern Region Teen Conference.</a:t>
            </a:r>
          </a:p>
          <a:p>
            <a:endParaRPr lang="en-US" sz="1000" dirty="0"/>
          </a:p>
          <a:p>
            <a:r>
              <a:rPr lang="en-US" sz="1000" b="1" dirty="0">
                <a:solidFill>
                  <a:srgbClr val="0070C0"/>
                </a:solidFill>
              </a:rPr>
              <a:t>2012-2013: JJMCMC Celebrates 50 Years</a:t>
            </a:r>
          </a:p>
          <a:p>
            <a:r>
              <a:rPr lang="en-US" sz="1000" dirty="0"/>
              <a:t>The chapter’s 50th anniversary was celebrated in 2012-2013 under the theme Literacy, Legacy, and Leadership, paying homage to the chapter's history and founder. President Kimberly McLurkin-Harris guided the chapter through a reflective and active year, beginning with the annual Jack and Jill Day picnic and participation in the March of Dimes March for Babies Walk. </a:t>
            </a:r>
          </a:p>
          <a:p>
            <a:endParaRPr lang="en-US" sz="1000" dirty="0"/>
          </a:p>
        </p:txBody>
      </p:sp>
      <p:sp>
        <p:nvSpPr>
          <p:cNvPr id="6" name="object 6">
            <a:extLst>
              <a:ext uri="{FF2B5EF4-FFF2-40B4-BE49-F238E27FC236}">
                <a16:creationId xmlns:a16="http://schemas.microsoft.com/office/drawing/2014/main" id="{FF48B185-C234-CB68-BA90-72B975B88ECE}"/>
              </a:ext>
            </a:extLst>
          </p:cNvPr>
          <p:cNvSpPr/>
          <p:nvPr/>
        </p:nvSpPr>
        <p:spPr>
          <a:xfrm>
            <a:off x="-4722495" y="342343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a:extLst>
              <a:ext uri="{FF2B5EF4-FFF2-40B4-BE49-F238E27FC236}">
                <a16:creationId xmlns:a16="http://schemas.microsoft.com/office/drawing/2014/main" id="{04BAE1D8-F93A-1D9A-48F4-21DA2B5DC3F7}"/>
              </a:ext>
            </a:extLst>
          </p:cNvPr>
          <p:cNvSpPr/>
          <p:nvPr/>
        </p:nvSpPr>
        <p:spPr>
          <a:xfrm>
            <a:off x="-4724400" y="700967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9" name="object 9">
            <a:extLst>
              <a:ext uri="{FF2B5EF4-FFF2-40B4-BE49-F238E27FC236}">
                <a16:creationId xmlns:a16="http://schemas.microsoft.com/office/drawing/2014/main" id="{46C6AA84-7C2A-98C5-88D2-8C3698907A8C}"/>
              </a:ext>
            </a:extLst>
          </p:cNvPr>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23</a:t>
            </a:fld>
            <a:endParaRPr spc="-50" dirty="0"/>
          </a:p>
        </p:txBody>
      </p:sp>
      <p:sp>
        <p:nvSpPr>
          <p:cNvPr id="11" name="object 6">
            <a:extLst>
              <a:ext uri="{FF2B5EF4-FFF2-40B4-BE49-F238E27FC236}">
                <a16:creationId xmlns:a16="http://schemas.microsoft.com/office/drawing/2014/main" id="{3018D3E7-90C5-68DB-2270-B453717F0EBC}"/>
              </a:ext>
            </a:extLst>
          </p:cNvPr>
          <p:cNvSpPr txBox="1"/>
          <p:nvPr/>
        </p:nvSpPr>
        <p:spPr>
          <a:xfrm>
            <a:off x="445679" y="1707510"/>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Tree>
    <p:extLst>
      <p:ext uri="{BB962C8B-B14F-4D97-AF65-F5344CB8AC3E}">
        <p14:creationId xmlns:p14="http://schemas.microsoft.com/office/powerpoint/2010/main" val="2362867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1447-D101-6FA2-B599-CF334AD7BF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854F8A0-0931-B02E-EDB2-EA42E21BB2EC}"/>
              </a:ext>
            </a:extLst>
          </p:cNvPr>
          <p:cNvSpPr txBox="1"/>
          <p:nvPr/>
        </p:nvSpPr>
        <p:spPr>
          <a:xfrm>
            <a:off x="420914" y="1955082"/>
            <a:ext cx="3206750" cy="7399462"/>
          </a:xfrm>
          <a:prstGeom prst="rect">
            <a:avLst/>
          </a:prstGeom>
        </p:spPr>
        <p:txBody>
          <a:bodyPr vert="horz" wrap="square" lIns="0" tIns="12700" rIns="0" bIns="0" rtlCol="0">
            <a:spAutoFit/>
          </a:bodyPr>
          <a:lstStyle/>
          <a:p>
            <a:r>
              <a:rPr lang="en-US" sz="1000" dirty="0"/>
              <a:t>In November, the Black Family Day celebration honored the chapter’s history by having each age group represent a different decade, showcasing the progress of Montgomery County Maryland. The tributes to President Obama and Trayvon Martin were a powerful reflection of the chapter’s ongoing commitment to social justice and racial pride.</a:t>
            </a:r>
          </a:p>
          <a:p>
            <a:endParaRPr lang="en-US" sz="1000" dirty="0"/>
          </a:p>
          <a:p>
            <a:r>
              <a:rPr lang="en-US" sz="1000" dirty="0"/>
              <a:t>In addition to commemorating its past, the chapter engaged in numerous service activities, including Loose Change fundraising and preparing for the National Museum of African American History and Culture. The Senior Teens spearheaded a Genealogy Project, helping younger children explore family heritage. Events such as the MLK Day of Service with A Wider Circle, the 4th Annual Community Spelling Bee, and the Black-Tie Dinner Dance raised funds for First Book, promoting literacy among low-income children.</a:t>
            </a:r>
          </a:p>
          <a:p>
            <a:endParaRPr lang="en-US" sz="1000" dirty="0"/>
          </a:p>
          <a:p>
            <a:r>
              <a:rPr lang="en-US" sz="1000" dirty="0"/>
              <a:t>The chapter’s youngest children learned about nutrition, history, and the arts through hands-on experiences. Meanwhile, the older groups embraced sports, literacy, and STEM-based learning, with the teens expanding their leadership through workshops and community service initiatives.</a:t>
            </a:r>
          </a:p>
          <a:p>
            <a:endParaRPr lang="en-US" sz="1000" dirty="0"/>
          </a:p>
          <a:p>
            <a:r>
              <a:rPr lang="en-US" sz="1000" b="1" dirty="0">
                <a:solidFill>
                  <a:srgbClr val="0070C0"/>
                </a:solidFill>
              </a:rPr>
              <a:t>2013-2014: Embracing Legacy and Leadership</a:t>
            </a:r>
          </a:p>
          <a:p>
            <a:r>
              <a:rPr lang="en-US" sz="1000" dirty="0"/>
              <a:t>As the chapter moved into 2013-2014, it maintained its commitment to service, leadership, and the arts, building upon its 50-year legacy. President Kimberly McLurkin-Harris continued to lead the chapter through a productive year, starting with the annual Jack and Jill Day celebration and participation in the National Book Festival.</a:t>
            </a:r>
          </a:p>
          <a:p>
            <a:endParaRPr lang="en-US" sz="1000" dirty="0"/>
          </a:p>
          <a:p>
            <a:r>
              <a:rPr lang="en-US" sz="1000" dirty="0"/>
              <a:t>The chapter paid tribute to Motown during Black Family Day, with performances celebrating the music and culture of the era. Seniors reflected on their journey within Jack and Jill, sharing how the chapter had shaped their lives.</a:t>
            </a:r>
          </a:p>
          <a:p>
            <a:endParaRPr lang="en-US" sz="1000" dirty="0"/>
          </a:p>
          <a:p>
            <a:r>
              <a:rPr lang="en-US" sz="1000" dirty="0"/>
              <a:t>For the first time, the chapter held a Town Hall Event for Teens, recognizing their second-place win for legislative programming at the On The Hill Summit. Partnering with the National Institutes of Health National Human Genome Institute, members participated in a cultural and genetic history project, further enhancing the chapter’s dedication to STEM and arts initiatives.</a:t>
            </a:r>
          </a:p>
        </p:txBody>
      </p:sp>
      <p:sp>
        <p:nvSpPr>
          <p:cNvPr id="3" name="object 3">
            <a:extLst>
              <a:ext uri="{FF2B5EF4-FFF2-40B4-BE49-F238E27FC236}">
                <a16:creationId xmlns:a16="http://schemas.microsoft.com/office/drawing/2014/main" id="{43748A70-5431-B67B-A23D-D47D8BA41D46}"/>
              </a:ext>
            </a:extLst>
          </p:cNvPr>
          <p:cNvSpPr txBox="1"/>
          <p:nvPr/>
        </p:nvSpPr>
        <p:spPr>
          <a:xfrm>
            <a:off x="-4502101" y="3520991"/>
            <a:ext cx="2845435" cy="3225165"/>
          </a:xfrm>
          <a:prstGeom prst="rect">
            <a:avLst/>
          </a:prstGeom>
        </p:spPr>
        <p:txBody>
          <a:bodyPr vert="horz" wrap="square" lIns="0" tIns="54610" rIns="0" bIns="0" rtlCol="0">
            <a:spAutoFit/>
          </a:bodyPr>
          <a:lstStyle/>
          <a:p>
            <a:pPr algn="ctr">
              <a:lnSpc>
                <a:spcPct val="100000"/>
              </a:lnSpc>
              <a:spcBef>
                <a:spcPts val="430"/>
              </a:spcBef>
            </a:pPr>
            <a:r>
              <a:rPr sz="1000" spc="-10" dirty="0">
                <a:solidFill>
                  <a:srgbClr val="27AAE1"/>
                </a:solidFill>
                <a:latin typeface="Lucida Sans Unicode"/>
                <a:cs typeface="Lucida Sans Unicode"/>
              </a:rPr>
              <a:t>2004–2005</a:t>
            </a:r>
            <a:endParaRPr sz="1000" dirty="0">
              <a:latin typeface="Lucida Sans Unicode"/>
              <a:cs typeface="Lucida Sans Unicode"/>
            </a:endParaRPr>
          </a:p>
          <a:p>
            <a:pPr algn="ctr">
              <a:lnSpc>
                <a:spcPct val="100000"/>
              </a:lnSpc>
              <a:spcBef>
                <a:spcPts val="40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Debra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Liverpool</a:t>
            </a:r>
            <a:endParaRPr sz="1100" dirty="0">
              <a:latin typeface="Lucida Sans Unicode"/>
              <a:cs typeface="Lucida Sans Unicode"/>
            </a:endParaRPr>
          </a:p>
          <a:p>
            <a:pPr marL="12065" marR="5080" algn="ctr">
              <a:lnSpc>
                <a:spcPct val="127299"/>
              </a:lnSpc>
            </a:pP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20" dirty="0">
                <a:solidFill>
                  <a:srgbClr val="1D5495"/>
                </a:solidFill>
                <a:latin typeface="Lucida Sans Unicode"/>
                <a:cs typeface="Lucida Sans Unicode"/>
              </a:rPr>
              <a:t> Jean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Program</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45" dirty="0">
                <a:solidFill>
                  <a:srgbClr val="1D5495"/>
                </a:solidFill>
                <a:latin typeface="Lucida Sans Unicode"/>
                <a:cs typeface="Lucida Sans Unicode"/>
              </a:rPr>
              <a:t> </a:t>
            </a:r>
            <a:r>
              <a:rPr sz="1100" spc="120" dirty="0">
                <a:solidFill>
                  <a:srgbClr val="1D5495"/>
                </a:solidFill>
                <a:latin typeface="Lucida Sans Unicode"/>
                <a:cs typeface="Lucida Sans Unicode"/>
              </a:rPr>
              <a:t>Jean</a:t>
            </a:r>
            <a:r>
              <a:rPr sz="1100" spc="145" dirty="0">
                <a:solidFill>
                  <a:srgbClr val="1D5495"/>
                </a:solidFill>
                <a:latin typeface="Lucida Sans Unicode"/>
                <a:cs typeface="Lucida Sans Unicode"/>
              </a:rPr>
              <a:t>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Monice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Sanders </a:t>
            </a:r>
            <a:r>
              <a:rPr sz="1100" dirty="0">
                <a:solidFill>
                  <a:srgbClr val="1D5495"/>
                </a:solidFill>
                <a:latin typeface="Lucida Sans Unicode"/>
                <a:cs typeface="Lucida Sans Unicode"/>
              </a:rPr>
              <a:t>Corresponding</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60" dirty="0">
                <a:solidFill>
                  <a:srgbClr val="1D5495"/>
                </a:solidFill>
                <a:latin typeface="Lucida Sans Unicode"/>
                <a:cs typeface="Lucida Sans Unicode"/>
              </a:rPr>
              <a:t> </a:t>
            </a:r>
            <a:r>
              <a:rPr sz="1100" spc="-45" dirty="0">
                <a:solidFill>
                  <a:srgbClr val="1D5495"/>
                </a:solidFill>
                <a:latin typeface="Lucida Sans Unicode"/>
                <a:cs typeface="Lucida Sans Unicode"/>
              </a:rPr>
              <a:t>Lori</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Moore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Francine</a:t>
            </a:r>
            <a:r>
              <a:rPr sz="1100" spc="70" dirty="0">
                <a:solidFill>
                  <a:srgbClr val="1D5495"/>
                </a:solidFill>
                <a:latin typeface="Lucida Sans Unicode"/>
                <a:cs typeface="Lucida Sans Unicode"/>
              </a:rPr>
              <a:t> </a:t>
            </a:r>
            <a:r>
              <a:rPr sz="1100" spc="-20" dirty="0">
                <a:solidFill>
                  <a:srgbClr val="1D5495"/>
                </a:solidFill>
                <a:latin typeface="Lucida Sans Unicode"/>
                <a:cs typeface="Lucida Sans Unicode"/>
              </a:rPr>
              <a:t>Hill</a:t>
            </a:r>
            <a:endParaRPr sz="1100" dirty="0">
              <a:latin typeface="Lucida Sans Unicode"/>
              <a:cs typeface="Lucida Sans Unicode"/>
            </a:endParaRPr>
          </a:p>
          <a:p>
            <a:pPr marL="29845" marR="22225" algn="ctr">
              <a:lnSpc>
                <a:spcPct val="127299"/>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75" dirty="0">
                <a:solidFill>
                  <a:srgbClr val="1D5495"/>
                </a:solidFill>
                <a:latin typeface="Lucida Sans Unicode"/>
                <a:cs typeface="Lucida Sans Unicode"/>
              </a:rPr>
              <a:t>Pamela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Monroe </a:t>
            </a:r>
            <a:r>
              <a:rPr sz="1100" dirty="0">
                <a:solidFill>
                  <a:srgbClr val="1D5495"/>
                </a:solidFill>
                <a:latin typeface="Lucida Sans Unicode"/>
                <a:cs typeface="Lucida Sans Unicode"/>
              </a:rPr>
              <a:t>Chapter</a:t>
            </a:r>
            <a:r>
              <a:rPr sz="1100" spc="125"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3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Nash-</a:t>
            </a:r>
            <a:r>
              <a:rPr sz="1100" spc="-10" dirty="0">
                <a:solidFill>
                  <a:srgbClr val="1D5495"/>
                </a:solidFill>
                <a:latin typeface="Lucida Sans Unicode"/>
                <a:cs typeface="Lucida Sans Unicode"/>
              </a:rPr>
              <a:t>Simmons </a:t>
            </a:r>
            <a:r>
              <a:rPr sz="1100" dirty="0">
                <a:solidFill>
                  <a:srgbClr val="1D5495"/>
                </a:solidFill>
                <a:latin typeface="Lucida Sans Unicode"/>
                <a:cs typeface="Lucida Sans Unicode"/>
              </a:rPr>
              <a:t>Parliamentarian,</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Lesly</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Wilson-</a:t>
            </a:r>
            <a:r>
              <a:rPr sz="1100" spc="-10" dirty="0">
                <a:solidFill>
                  <a:srgbClr val="1D5495"/>
                </a:solidFill>
                <a:latin typeface="Lucida Sans Unicode"/>
                <a:cs typeface="Lucida Sans Unicode"/>
              </a:rPr>
              <a:t>Bradley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dirty="0">
              <a:latin typeface="Lucida Sans Unicode"/>
              <a:cs typeface="Lucida Sans Unicode"/>
            </a:endParaRPr>
          </a:p>
          <a:p>
            <a:pPr marL="285750" marR="278130" indent="-635" algn="ctr">
              <a:lnSpc>
                <a:spcPct val="127299"/>
              </a:lnSpc>
            </a:pP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Clevette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Ridguard Historian,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Anita</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Holmes</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dirty="0">
                <a:solidFill>
                  <a:srgbClr val="1D5495"/>
                </a:solidFill>
                <a:latin typeface="Lucida Sans Unicode"/>
                <a:cs typeface="Lucida Sans Unicode"/>
              </a:rPr>
              <a:t> Melvin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endParaRPr sz="1100" dirty="0">
              <a:latin typeface="Lucida Sans Unicode"/>
              <a:cs typeface="Lucida Sans Unicode"/>
            </a:endParaRPr>
          </a:p>
        </p:txBody>
      </p:sp>
      <p:sp>
        <p:nvSpPr>
          <p:cNvPr id="5" name="object 5">
            <a:extLst>
              <a:ext uri="{FF2B5EF4-FFF2-40B4-BE49-F238E27FC236}">
                <a16:creationId xmlns:a16="http://schemas.microsoft.com/office/drawing/2014/main" id="{F83E285D-614B-97E1-B080-C2EFE8F9A351}"/>
              </a:ext>
            </a:extLst>
          </p:cNvPr>
          <p:cNvSpPr txBox="1"/>
          <p:nvPr/>
        </p:nvSpPr>
        <p:spPr>
          <a:xfrm>
            <a:off x="3886200" y="1905000"/>
            <a:ext cx="3312160" cy="3398366"/>
          </a:xfrm>
          <a:prstGeom prst="rect">
            <a:avLst/>
          </a:prstGeom>
        </p:spPr>
        <p:txBody>
          <a:bodyPr vert="horz" wrap="square" lIns="0" tIns="12700" rIns="0" bIns="0" rtlCol="0">
            <a:spAutoFit/>
          </a:bodyPr>
          <a:lstStyle/>
          <a:p>
            <a:r>
              <a:rPr lang="en-US" sz="1000" dirty="0"/>
              <a:t>Community service continued to be a focal point, with activities like the March of Dimes Walk for Babies, the Annual Spelling Bee, and participation in the Golden Legacy Cotillion-Beautillion. The latter raised funds for the National Center for Children and Families, supporting children in need.</a:t>
            </a:r>
          </a:p>
          <a:p>
            <a:endParaRPr lang="en-US" sz="1000" dirty="0"/>
          </a:p>
          <a:p>
            <a:r>
              <a:rPr lang="en-US" sz="1000" dirty="0"/>
              <a:t>Children from all age groups participated in educational and fun-filled activities ranging from art workshops and birdwatching to Tae Kwan Do clinics and financial literacy programs. The Senior Teens remained busy, participating in a Greek step show, completing leadership modules, and volunteering. They capped the year with a visit to the Civil Rights Exhibit at the Newseum and a Go Strong Olympics event, demonstrating their growing leadership and commitment to the chapter’s mission.</a:t>
            </a:r>
          </a:p>
          <a:p>
            <a:endParaRPr lang="en-US" sz="1000" dirty="0"/>
          </a:p>
          <a:p>
            <a:r>
              <a:rPr lang="en-US" sz="1000" dirty="0"/>
              <a:t>Through these three years, the chapter fostered leadership, community service, and cultural appreciation, solidifying its role as a pillar in the community and a nurturing environment for future leaders.</a:t>
            </a:r>
          </a:p>
          <a:p>
            <a:endParaRPr lang="en-US" sz="1000" dirty="0"/>
          </a:p>
        </p:txBody>
      </p:sp>
      <p:sp>
        <p:nvSpPr>
          <p:cNvPr id="6" name="object 6">
            <a:extLst>
              <a:ext uri="{FF2B5EF4-FFF2-40B4-BE49-F238E27FC236}">
                <a16:creationId xmlns:a16="http://schemas.microsoft.com/office/drawing/2014/main" id="{D60811D0-7CE7-628B-2675-D2B97CD35551}"/>
              </a:ext>
            </a:extLst>
          </p:cNvPr>
          <p:cNvSpPr/>
          <p:nvPr/>
        </p:nvSpPr>
        <p:spPr>
          <a:xfrm>
            <a:off x="-4722495" y="342343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a:extLst>
              <a:ext uri="{FF2B5EF4-FFF2-40B4-BE49-F238E27FC236}">
                <a16:creationId xmlns:a16="http://schemas.microsoft.com/office/drawing/2014/main" id="{3815B414-300B-DFFA-C514-4AE9E75C208D}"/>
              </a:ext>
            </a:extLst>
          </p:cNvPr>
          <p:cNvSpPr/>
          <p:nvPr/>
        </p:nvSpPr>
        <p:spPr>
          <a:xfrm>
            <a:off x="-4724400" y="700967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9" name="object 9">
            <a:extLst>
              <a:ext uri="{FF2B5EF4-FFF2-40B4-BE49-F238E27FC236}">
                <a16:creationId xmlns:a16="http://schemas.microsoft.com/office/drawing/2014/main" id="{4991E54D-DB1A-91B5-74BB-F4BF57B5E503}"/>
              </a:ext>
            </a:extLst>
          </p:cNvPr>
          <p:cNvSpPr txBox="1">
            <a:spLocks noGrp="1"/>
          </p:cNvSpPr>
          <p:nvPr>
            <p:ph type="sldNum" sz="quarter" idx="7"/>
          </p:nvPr>
        </p:nvSpPr>
        <p:spPr>
          <a:xfrm>
            <a:off x="7067295" y="9529590"/>
            <a:ext cx="239112"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24</a:t>
            </a:fld>
            <a:endParaRPr spc="-50" dirty="0"/>
          </a:p>
        </p:txBody>
      </p:sp>
      <p:sp>
        <p:nvSpPr>
          <p:cNvPr id="11" name="object 6">
            <a:extLst>
              <a:ext uri="{FF2B5EF4-FFF2-40B4-BE49-F238E27FC236}">
                <a16:creationId xmlns:a16="http://schemas.microsoft.com/office/drawing/2014/main" id="{F86D170F-B6A7-1CDE-5BBC-317078BE3E91}"/>
              </a:ext>
            </a:extLst>
          </p:cNvPr>
          <p:cNvSpPr txBox="1"/>
          <p:nvPr/>
        </p:nvSpPr>
        <p:spPr>
          <a:xfrm>
            <a:off x="431165" y="1707510"/>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
        <p:nvSpPr>
          <p:cNvPr id="12" name="object 4">
            <a:extLst>
              <a:ext uri="{FF2B5EF4-FFF2-40B4-BE49-F238E27FC236}">
                <a16:creationId xmlns:a16="http://schemas.microsoft.com/office/drawing/2014/main" id="{3ECED07C-6182-F595-F86D-6132D06B450C}"/>
              </a:ext>
            </a:extLst>
          </p:cNvPr>
          <p:cNvSpPr txBox="1"/>
          <p:nvPr/>
        </p:nvSpPr>
        <p:spPr>
          <a:xfrm>
            <a:off x="4036157" y="5340350"/>
            <a:ext cx="3270250" cy="3821944"/>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2014–2015</a:t>
            </a:r>
            <a:endParaRPr sz="1100" dirty="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Doreen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C.</a:t>
            </a:r>
            <a:r>
              <a:rPr sz="1100" spc="-5" dirty="0">
                <a:solidFill>
                  <a:srgbClr val="1D5495"/>
                </a:solidFill>
                <a:latin typeface="Lucida Sans Unicode"/>
                <a:cs typeface="Lucida Sans Unicode"/>
              </a:rPr>
              <a:t> </a:t>
            </a:r>
            <a:r>
              <a:rPr sz="1100" spc="-20" dirty="0">
                <a:solidFill>
                  <a:srgbClr val="1D5495"/>
                </a:solidFill>
                <a:latin typeface="Lucida Sans Unicode"/>
                <a:cs typeface="Lucida Sans Unicode"/>
              </a:rPr>
              <a:t>Hope</a:t>
            </a:r>
            <a:endParaRPr sz="1100" dirty="0">
              <a:latin typeface="Lucida Sans Unicode"/>
              <a:cs typeface="Lucida Sans Unicode"/>
            </a:endParaRPr>
          </a:p>
          <a:p>
            <a:pPr marL="12065" marR="5080" indent="-635" algn="ctr">
              <a:lnSpc>
                <a:spcPct val="127299"/>
              </a:lnSpc>
            </a:pPr>
            <a:r>
              <a:rPr sz="1100" dirty="0">
                <a:solidFill>
                  <a:srgbClr val="1D5495"/>
                </a:solidFill>
                <a:latin typeface="Lucida Sans Unicode"/>
                <a:cs typeface="Lucida Sans Unicode"/>
              </a:rPr>
              <a:t>Vice</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00" dirty="0">
                <a:solidFill>
                  <a:srgbClr val="1D5495"/>
                </a:solidFill>
                <a:latin typeface="Lucida Sans Unicode"/>
                <a:cs typeface="Lucida Sans Unicode"/>
              </a:rPr>
              <a:t> </a:t>
            </a:r>
            <a:r>
              <a:rPr sz="1100" spc="50" dirty="0">
                <a:solidFill>
                  <a:srgbClr val="1D5495"/>
                </a:solidFill>
                <a:latin typeface="Lucida Sans Unicode"/>
                <a:cs typeface="Lucida Sans Unicode"/>
              </a:rPr>
              <a:t>Yaminah</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Leggett-</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Program</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35"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spc="10" dirty="0">
                <a:solidFill>
                  <a:srgbClr val="1D5495"/>
                </a:solidFill>
                <a:latin typeface="Lucida Sans Unicode"/>
                <a:cs typeface="Lucida Sans Unicode"/>
              </a:rPr>
              <a:t>Recording</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Monica</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Rodia </a:t>
            </a:r>
            <a:r>
              <a:rPr sz="1100" spc="10" dirty="0">
                <a:solidFill>
                  <a:srgbClr val="1D5495"/>
                </a:solidFill>
                <a:latin typeface="Lucida Sans Unicode"/>
                <a:cs typeface="Lucida Sans Unicode"/>
              </a:rPr>
              <a:t>Corresponding</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Dina</a:t>
            </a:r>
            <a:r>
              <a:rPr sz="1100" spc="100" dirty="0">
                <a:solidFill>
                  <a:srgbClr val="1D5495"/>
                </a:solidFill>
                <a:latin typeface="Lucida Sans Unicode"/>
                <a:cs typeface="Lucida Sans Unicode"/>
              </a:rPr>
              <a:t> </a:t>
            </a:r>
            <a:r>
              <a:rPr sz="1100" spc="65" dirty="0">
                <a:solidFill>
                  <a:srgbClr val="1D5495"/>
                </a:solidFill>
                <a:latin typeface="Lucida Sans Unicode"/>
                <a:cs typeface="Lucida Sans Unicode"/>
              </a:rPr>
              <a:t>Jackson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Jacqueline</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Sykes-</a:t>
            </a:r>
            <a:r>
              <a:rPr sz="1100" spc="-10" dirty="0">
                <a:solidFill>
                  <a:srgbClr val="1D5495"/>
                </a:solidFill>
                <a:latin typeface="Lucida Sans Unicode"/>
                <a:cs typeface="Lucida Sans Unicode"/>
              </a:rPr>
              <a:t>Washington </a:t>
            </a:r>
            <a:r>
              <a:rPr sz="1100" spc="10" dirty="0">
                <a:solidFill>
                  <a:srgbClr val="1D5495"/>
                </a:solidFill>
                <a:latin typeface="Lucida Sans Unicode"/>
                <a:cs typeface="Lucida Sans Unicode"/>
              </a:rPr>
              <a:t>Financial</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80" dirty="0">
                <a:solidFill>
                  <a:srgbClr val="1D5495"/>
                </a:solidFill>
                <a:latin typeface="Lucida Sans Unicode"/>
                <a:cs typeface="Lucida Sans Unicode"/>
              </a:rPr>
              <a:t>Jaclynne</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White</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Nnawuchi </a:t>
            </a:r>
            <a:r>
              <a:rPr sz="1100" spc="-20" dirty="0">
                <a:solidFill>
                  <a:srgbClr val="1D5495"/>
                </a:solidFill>
                <a:latin typeface="Lucida Sans Unicode"/>
                <a:cs typeface="Lucida Sans Unicode"/>
              </a:rPr>
              <a:t>Editor:</a:t>
            </a:r>
            <a:r>
              <a:rPr sz="1100" spc="-40" dirty="0">
                <a:solidFill>
                  <a:srgbClr val="1D5495"/>
                </a:solidFill>
                <a:latin typeface="Lucida Sans Unicode"/>
                <a:cs typeface="Lucida Sans Unicode"/>
              </a:rPr>
              <a:t> </a:t>
            </a:r>
            <a:r>
              <a:rPr sz="1100" spc="75" dirty="0">
                <a:solidFill>
                  <a:srgbClr val="1D5495"/>
                </a:solidFill>
                <a:latin typeface="Lucida Sans Unicode"/>
                <a:cs typeface="Lucida Sans Unicode"/>
              </a:rPr>
              <a:t>Jeanine</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Grain</a:t>
            </a:r>
            <a:endParaRPr sz="1100" dirty="0">
              <a:latin typeface="Lucida Sans Unicode"/>
              <a:cs typeface="Lucida Sans Unicode"/>
            </a:endParaRPr>
          </a:p>
          <a:p>
            <a:pPr marL="358775" marR="351155" algn="ctr">
              <a:lnSpc>
                <a:spcPct val="127299"/>
              </a:lnSpc>
            </a:pPr>
            <a:r>
              <a:rPr sz="1100" spc="20" dirty="0">
                <a:solidFill>
                  <a:srgbClr val="1D5495"/>
                </a:solidFill>
                <a:latin typeface="Lucida Sans Unicode"/>
                <a:cs typeface="Lucida Sans Unicode"/>
              </a:rPr>
              <a:t>Parliamentarian:</a:t>
            </a:r>
            <a:r>
              <a:rPr sz="1100" spc="45" dirty="0">
                <a:solidFill>
                  <a:srgbClr val="1D5495"/>
                </a:solidFill>
                <a:latin typeface="Lucida Sans Unicode"/>
                <a:cs typeface="Lucida Sans Unicode"/>
              </a:rPr>
              <a:t> </a:t>
            </a:r>
            <a:r>
              <a:rPr sz="1100" spc="55" dirty="0">
                <a:solidFill>
                  <a:srgbClr val="1D5495"/>
                </a:solidFill>
                <a:latin typeface="Lucida Sans Unicode"/>
                <a:cs typeface="Lucida Sans Unicode"/>
              </a:rPr>
              <a:t>Chandra</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Holloway, </a:t>
            </a:r>
            <a:r>
              <a:rPr sz="1100" dirty="0">
                <a:solidFill>
                  <a:srgbClr val="1D5495"/>
                </a:solidFill>
                <a:latin typeface="Lucida Sans Unicode"/>
                <a:cs typeface="Lucida Sans Unicode"/>
              </a:rPr>
              <a:t>Foundation</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65" dirty="0">
                <a:solidFill>
                  <a:srgbClr val="1D5495"/>
                </a:solidFill>
                <a:latin typeface="Lucida Sans Unicode"/>
                <a:cs typeface="Lucida Sans Unicode"/>
              </a:rPr>
              <a:t>Stacye</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Loman </a:t>
            </a:r>
            <a:r>
              <a:rPr sz="1100" spc="10" dirty="0">
                <a:solidFill>
                  <a:srgbClr val="1D5495"/>
                </a:solidFill>
                <a:latin typeface="Lucida Sans Unicode"/>
                <a:cs typeface="Lucida Sans Unicode"/>
              </a:rPr>
              <a:t>Chaplain:</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Nina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Rivera</a:t>
            </a:r>
            <a:endParaRPr lang="en-US" sz="1100" spc="-10" dirty="0">
              <a:solidFill>
                <a:srgbClr val="1D5495"/>
              </a:solidFill>
              <a:latin typeface="Lucida Sans Unicode"/>
              <a:cs typeface="Lucida Sans Unicode"/>
            </a:endParaRPr>
          </a:p>
          <a:p>
            <a:pPr marL="255904" marR="248285" indent="464184">
              <a:lnSpc>
                <a:spcPct val="127299"/>
              </a:lnSpc>
              <a:spcBef>
                <a:spcPts val="100"/>
              </a:spcBef>
            </a:pPr>
            <a:r>
              <a:rPr lang="en-US" sz="1100" dirty="0">
                <a:solidFill>
                  <a:srgbClr val="1D5495"/>
                </a:solidFill>
                <a:latin typeface="Lucida Sans Unicode"/>
                <a:cs typeface="Lucida Sans Unicode"/>
              </a:rPr>
              <a:t>Historian:</a:t>
            </a:r>
            <a:r>
              <a:rPr lang="en-US" sz="1100" spc="-75" dirty="0">
                <a:solidFill>
                  <a:srgbClr val="1D5495"/>
                </a:solidFill>
                <a:latin typeface="Lucida Sans Unicode"/>
                <a:cs typeface="Lucida Sans Unicode"/>
              </a:rPr>
              <a:t> </a:t>
            </a:r>
            <a:r>
              <a:rPr lang="en-US" sz="1100" spc="50" dirty="0">
                <a:solidFill>
                  <a:srgbClr val="1D5495"/>
                </a:solidFill>
                <a:latin typeface="Lucida Sans Unicode"/>
                <a:cs typeface="Lucida Sans Unicode"/>
              </a:rPr>
              <a:t>Tanya</a:t>
            </a:r>
            <a:r>
              <a:rPr lang="en-US" sz="1100" spc="-60"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Brooks </a:t>
            </a:r>
            <a:r>
              <a:rPr lang="en-US" sz="1100" spc="60" dirty="0">
                <a:solidFill>
                  <a:srgbClr val="1D5495"/>
                </a:solidFill>
                <a:latin typeface="Lucida Sans Unicode"/>
                <a:cs typeface="Lucida Sans Unicode"/>
              </a:rPr>
              <a:t>succeeded</a:t>
            </a:r>
            <a:r>
              <a:rPr lang="en-US" sz="1100" dirty="0">
                <a:solidFill>
                  <a:srgbClr val="1D5495"/>
                </a:solidFill>
                <a:latin typeface="Lucida Sans Unicode"/>
                <a:cs typeface="Lucida Sans Unicode"/>
              </a:rPr>
              <a:t> </a:t>
            </a:r>
            <a:r>
              <a:rPr lang="en-US" sz="1100" spc="55" dirty="0">
                <a:solidFill>
                  <a:srgbClr val="1D5495"/>
                </a:solidFill>
                <a:latin typeface="Lucida Sans Unicode"/>
                <a:cs typeface="Lucida Sans Unicode"/>
              </a:rPr>
              <a:t>by</a:t>
            </a:r>
            <a:r>
              <a:rPr lang="en-US" sz="1100" dirty="0">
                <a:solidFill>
                  <a:srgbClr val="1D5495"/>
                </a:solidFill>
                <a:latin typeface="Lucida Sans Unicode"/>
                <a:cs typeface="Lucida Sans Unicode"/>
              </a:rPr>
              <a:t> </a:t>
            </a:r>
            <a:r>
              <a:rPr lang="en-US" sz="1100" spc="50" dirty="0">
                <a:solidFill>
                  <a:srgbClr val="1D5495"/>
                </a:solidFill>
                <a:latin typeface="Lucida Sans Unicode"/>
                <a:cs typeface="Lucida Sans Unicode"/>
              </a:rPr>
              <a:t>Rhea</a:t>
            </a:r>
            <a:r>
              <a:rPr lang="en-US" sz="1100" spc="5" dirty="0">
                <a:solidFill>
                  <a:srgbClr val="1D5495"/>
                </a:solidFill>
                <a:latin typeface="Lucida Sans Unicode"/>
                <a:cs typeface="Lucida Sans Unicode"/>
              </a:rPr>
              <a:t> </a:t>
            </a:r>
            <a:r>
              <a:rPr lang="en-US" sz="1100" dirty="0">
                <a:solidFill>
                  <a:srgbClr val="1D5495"/>
                </a:solidFill>
                <a:latin typeface="Lucida Sans Unicode"/>
                <a:cs typeface="Lucida Sans Unicode"/>
              </a:rPr>
              <a:t>Ballard-</a:t>
            </a:r>
            <a:r>
              <a:rPr lang="en-US" sz="1100" spc="-10" dirty="0">
                <a:solidFill>
                  <a:srgbClr val="1D5495"/>
                </a:solidFill>
                <a:latin typeface="Lucida Sans Unicode"/>
                <a:cs typeface="Lucida Sans Unicode"/>
              </a:rPr>
              <a:t>Thrower</a:t>
            </a:r>
            <a:endParaRPr lang="en-US" sz="1100" dirty="0">
              <a:latin typeface="Lucida Sans Unicode"/>
              <a:cs typeface="Lucida Sans Unicode"/>
            </a:endParaRPr>
          </a:p>
          <a:p>
            <a:pPr marL="104139" marR="96520" algn="ctr">
              <a:lnSpc>
                <a:spcPct val="100000"/>
              </a:lnSpc>
              <a:spcBef>
                <a:spcPts val="359"/>
              </a:spcBef>
            </a:pPr>
            <a:r>
              <a:rPr lang="en-US" sz="1100" dirty="0">
                <a:solidFill>
                  <a:srgbClr val="1D5495"/>
                </a:solidFill>
                <a:latin typeface="Lucida Sans Unicode"/>
                <a:cs typeface="Lucida Sans Unicode"/>
              </a:rPr>
              <a:t>Teen</a:t>
            </a:r>
            <a:r>
              <a:rPr lang="en-US" sz="1100" spc="85" dirty="0">
                <a:solidFill>
                  <a:srgbClr val="1D5495"/>
                </a:solidFill>
                <a:latin typeface="Lucida Sans Unicode"/>
                <a:cs typeface="Lucida Sans Unicode"/>
              </a:rPr>
              <a:t> </a:t>
            </a:r>
            <a:r>
              <a:rPr lang="en-US" sz="1100" dirty="0">
                <a:solidFill>
                  <a:srgbClr val="1D5495"/>
                </a:solidFill>
                <a:latin typeface="Lucida Sans Unicode"/>
                <a:cs typeface="Lucida Sans Unicode"/>
              </a:rPr>
              <a:t>Advisors:</a:t>
            </a:r>
            <a:r>
              <a:rPr lang="en-US" sz="1100" spc="90" dirty="0">
                <a:solidFill>
                  <a:srgbClr val="1D5495"/>
                </a:solidFill>
                <a:latin typeface="Lucida Sans Unicode"/>
                <a:cs typeface="Lucida Sans Unicode"/>
              </a:rPr>
              <a:t> </a:t>
            </a:r>
            <a:r>
              <a:rPr lang="en-US" sz="1100" spc="60" dirty="0" err="1">
                <a:solidFill>
                  <a:srgbClr val="1D5495"/>
                </a:solidFill>
                <a:latin typeface="Lucida Sans Unicode"/>
                <a:cs typeface="Lucida Sans Unicode"/>
              </a:rPr>
              <a:t>Schonay</a:t>
            </a:r>
            <a:r>
              <a:rPr lang="en-US" sz="1100" spc="85" dirty="0">
                <a:solidFill>
                  <a:srgbClr val="1D5495"/>
                </a:solidFill>
                <a:latin typeface="Lucida Sans Unicode"/>
                <a:cs typeface="Lucida Sans Unicode"/>
              </a:rPr>
              <a:t> </a:t>
            </a:r>
            <a:r>
              <a:rPr lang="en-US" sz="1100" dirty="0">
                <a:solidFill>
                  <a:srgbClr val="1D5495"/>
                </a:solidFill>
                <a:latin typeface="Lucida Sans Unicode"/>
                <a:cs typeface="Lucida Sans Unicode"/>
              </a:rPr>
              <a:t>Barnett-</a:t>
            </a:r>
            <a:r>
              <a:rPr lang="en-US" sz="1100" spc="-10" dirty="0">
                <a:solidFill>
                  <a:srgbClr val="1D5495"/>
                </a:solidFill>
                <a:latin typeface="Lucida Sans Unicode"/>
                <a:cs typeface="Lucida Sans Unicode"/>
              </a:rPr>
              <a:t>Jones, </a:t>
            </a:r>
            <a:r>
              <a:rPr lang="en-US" sz="1100" spc="80" dirty="0">
                <a:solidFill>
                  <a:srgbClr val="1D5495"/>
                </a:solidFill>
                <a:latin typeface="Lucida Sans Unicode"/>
                <a:cs typeface="Lucida Sans Unicode"/>
              </a:rPr>
              <a:t>Candace</a:t>
            </a:r>
            <a:r>
              <a:rPr lang="en-US" sz="1100" spc="90" dirty="0">
                <a:solidFill>
                  <a:srgbClr val="1D5495"/>
                </a:solidFill>
                <a:latin typeface="Lucida Sans Unicode"/>
                <a:cs typeface="Lucida Sans Unicode"/>
              </a:rPr>
              <a:t> </a:t>
            </a:r>
            <a:r>
              <a:rPr lang="en-US" sz="1100" dirty="0">
                <a:solidFill>
                  <a:srgbClr val="1D5495"/>
                </a:solidFill>
                <a:latin typeface="Lucida Sans Unicode"/>
                <a:cs typeface="Lucida Sans Unicode"/>
              </a:rPr>
              <a:t>Galvin</a:t>
            </a:r>
            <a:r>
              <a:rPr lang="en-US" sz="1100" spc="95"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Ross,</a:t>
            </a:r>
            <a:r>
              <a:rPr lang="en-US" sz="1100" spc="95" dirty="0">
                <a:solidFill>
                  <a:srgbClr val="1D5495"/>
                </a:solidFill>
                <a:latin typeface="Lucida Sans Unicode"/>
                <a:cs typeface="Lucida Sans Unicode"/>
              </a:rPr>
              <a:t> </a:t>
            </a:r>
            <a:r>
              <a:rPr lang="en-US" sz="1100" dirty="0">
                <a:solidFill>
                  <a:srgbClr val="1D5495"/>
                </a:solidFill>
                <a:latin typeface="Lucida Sans Unicode"/>
                <a:cs typeface="Lucida Sans Unicode"/>
              </a:rPr>
              <a:t>Stephanie</a:t>
            </a:r>
            <a:r>
              <a:rPr lang="en-US" sz="1100" spc="95"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Matlock </a:t>
            </a:r>
            <a:r>
              <a:rPr lang="en-US" sz="1100" dirty="0">
                <a:solidFill>
                  <a:srgbClr val="1D5495"/>
                </a:solidFill>
                <a:latin typeface="Lucida Sans Unicode"/>
                <a:cs typeface="Lucida Sans Unicode"/>
              </a:rPr>
              <a:t>Maynor,</a:t>
            </a:r>
            <a:r>
              <a:rPr lang="en-US" sz="1100" spc="5" dirty="0">
                <a:solidFill>
                  <a:srgbClr val="1D5495"/>
                </a:solidFill>
                <a:latin typeface="Lucida Sans Unicode"/>
                <a:cs typeface="Lucida Sans Unicode"/>
              </a:rPr>
              <a:t> </a:t>
            </a:r>
            <a:r>
              <a:rPr lang="en-US" sz="1100" dirty="0">
                <a:solidFill>
                  <a:srgbClr val="1D5495"/>
                </a:solidFill>
                <a:latin typeface="Lucida Sans Unicode"/>
                <a:cs typeface="Lucida Sans Unicode"/>
              </a:rPr>
              <a:t>Lisa</a:t>
            </a:r>
            <a:r>
              <a:rPr lang="en-US" sz="1100" spc="10"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Napoleon</a:t>
            </a:r>
            <a:endParaRPr lang="en-US" sz="1100" dirty="0">
              <a:latin typeface="Lucida Sans Unicode"/>
              <a:cs typeface="Lucida Sans Unicode"/>
            </a:endParaRPr>
          </a:p>
        </p:txBody>
      </p:sp>
    </p:spTree>
    <p:extLst>
      <p:ext uri="{BB962C8B-B14F-4D97-AF65-F5344CB8AC3E}">
        <p14:creationId xmlns:p14="http://schemas.microsoft.com/office/powerpoint/2010/main" val="854625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5325-BC7B-5A71-6D10-DF90943C144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4BA10EC-B311-9C03-5520-A39AB33B37E2}"/>
              </a:ext>
            </a:extLst>
          </p:cNvPr>
          <p:cNvSpPr txBox="1"/>
          <p:nvPr/>
        </p:nvSpPr>
        <p:spPr>
          <a:xfrm>
            <a:off x="-4502101" y="3520991"/>
            <a:ext cx="2845435" cy="3225165"/>
          </a:xfrm>
          <a:prstGeom prst="rect">
            <a:avLst/>
          </a:prstGeom>
        </p:spPr>
        <p:txBody>
          <a:bodyPr vert="horz" wrap="square" lIns="0" tIns="54610" rIns="0" bIns="0" rtlCol="0">
            <a:spAutoFit/>
          </a:bodyPr>
          <a:lstStyle/>
          <a:p>
            <a:pPr algn="ctr">
              <a:lnSpc>
                <a:spcPct val="100000"/>
              </a:lnSpc>
              <a:spcBef>
                <a:spcPts val="430"/>
              </a:spcBef>
            </a:pPr>
            <a:r>
              <a:rPr sz="1000" spc="-10" dirty="0">
                <a:solidFill>
                  <a:srgbClr val="27AAE1"/>
                </a:solidFill>
                <a:latin typeface="Lucida Sans Unicode"/>
                <a:cs typeface="Lucida Sans Unicode"/>
              </a:rPr>
              <a:t>2004–2005</a:t>
            </a:r>
            <a:endParaRPr sz="1000" dirty="0">
              <a:latin typeface="Lucida Sans Unicode"/>
              <a:cs typeface="Lucida Sans Unicode"/>
            </a:endParaRPr>
          </a:p>
          <a:p>
            <a:pPr algn="ctr">
              <a:lnSpc>
                <a:spcPct val="100000"/>
              </a:lnSpc>
              <a:spcBef>
                <a:spcPts val="40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Debra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Liverpool</a:t>
            </a:r>
            <a:endParaRPr sz="1100" dirty="0">
              <a:latin typeface="Lucida Sans Unicode"/>
              <a:cs typeface="Lucida Sans Unicode"/>
            </a:endParaRPr>
          </a:p>
          <a:p>
            <a:pPr marL="12065" marR="5080" algn="ctr">
              <a:lnSpc>
                <a:spcPct val="127299"/>
              </a:lnSpc>
            </a:pP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20" dirty="0">
                <a:solidFill>
                  <a:srgbClr val="1D5495"/>
                </a:solidFill>
                <a:latin typeface="Lucida Sans Unicode"/>
                <a:cs typeface="Lucida Sans Unicode"/>
              </a:rPr>
              <a:t> Jean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Program</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45" dirty="0">
                <a:solidFill>
                  <a:srgbClr val="1D5495"/>
                </a:solidFill>
                <a:latin typeface="Lucida Sans Unicode"/>
                <a:cs typeface="Lucida Sans Unicode"/>
              </a:rPr>
              <a:t> </a:t>
            </a:r>
            <a:r>
              <a:rPr sz="1100" spc="120" dirty="0">
                <a:solidFill>
                  <a:srgbClr val="1D5495"/>
                </a:solidFill>
                <a:latin typeface="Lucida Sans Unicode"/>
                <a:cs typeface="Lucida Sans Unicode"/>
              </a:rPr>
              <a:t>Jean</a:t>
            </a:r>
            <a:r>
              <a:rPr sz="1100" spc="145" dirty="0">
                <a:solidFill>
                  <a:srgbClr val="1D5495"/>
                </a:solidFill>
                <a:latin typeface="Lucida Sans Unicode"/>
                <a:cs typeface="Lucida Sans Unicode"/>
              </a:rPr>
              <a:t> </a:t>
            </a:r>
            <a:r>
              <a:rPr sz="1100" dirty="0">
                <a:solidFill>
                  <a:srgbClr val="1D5495"/>
                </a:solidFill>
                <a:latin typeface="Lucida Sans Unicode"/>
                <a:cs typeface="Lucida Sans Unicode"/>
              </a:rPr>
              <a:t>Moody-</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Monice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Sanders </a:t>
            </a:r>
            <a:r>
              <a:rPr sz="1100" dirty="0">
                <a:solidFill>
                  <a:srgbClr val="1D5495"/>
                </a:solidFill>
                <a:latin typeface="Lucida Sans Unicode"/>
                <a:cs typeface="Lucida Sans Unicode"/>
              </a:rPr>
              <a:t>Corresponding</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60" dirty="0">
                <a:solidFill>
                  <a:srgbClr val="1D5495"/>
                </a:solidFill>
                <a:latin typeface="Lucida Sans Unicode"/>
                <a:cs typeface="Lucida Sans Unicode"/>
              </a:rPr>
              <a:t> </a:t>
            </a:r>
            <a:r>
              <a:rPr sz="1100" spc="-45" dirty="0">
                <a:solidFill>
                  <a:srgbClr val="1D5495"/>
                </a:solidFill>
                <a:latin typeface="Lucida Sans Unicode"/>
                <a:cs typeface="Lucida Sans Unicode"/>
              </a:rPr>
              <a:t>Lori</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Moore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Francine</a:t>
            </a:r>
            <a:r>
              <a:rPr sz="1100" spc="70" dirty="0">
                <a:solidFill>
                  <a:srgbClr val="1D5495"/>
                </a:solidFill>
                <a:latin typeface="Lucida Sans Unicode"/>
                <a:cs typeface="Lucida Sans Unicode"/>
              </a:rPr>
              <a:t> </a:t>
            </a:r>
            <a:r>
              <a:rPr sz="1100" spc="-20" dirty="0">
                <a:solidFill>
                  <a:srgbClr val="1D5495"/>
                </a:solidFill>
                <a:latin typeface="Lucida Sans Unicode"/>
                <a:cs typeface="Lucida Sans Unicode"/>
              </a:rPr>
              <a:t>Hill</a:t>
            </a:r>
            <a:endParaRPr sz="1100" dirty="0">
              <a:latin typeface="Lucida Sans Unicode"/>
              <a:cs typeface="Lucida Sans Unicode"/>
            </a:endParaRPr>
          </a:p>
          <a:p>
            <a:pPr marL="29845" marR="22225" algn="ctr">
              <a:lnSpc>
                <a:spcPct val="127299"/>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75" dirty="0">
                <a:solidFill>
                  <a:srgbClr val="1D5495"/>
                </a:solidFill>
                <a:latin typeface="Lucida Sans Unicode"/>
                <a:cs typeface="Lucida Sans Unicode"/>
              </a:rPr>
              <a:t>Pamela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Monroe </a:t>
            </a:r>
            <a:r>
              <a:rPr sz="1100" dirty="0">
                <a:solidFill>
                  <a:srgbClr val="1D5495"/>
                </a:solidFill>
                <a:latin typeface="Lucida Sans Unicode"/>
                <a:cs typeface="Lucida Sans Unicode"/>
              </a:rPr>
              <a:t>Chapter</a:t>
            </a:r>
            <a:r>
              <a:rPr sz="1100" spc="125"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3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Nash-</a:t>
            </a:r>
            <a:r>
              <a:rPr sz="1100" spc="-10" dirty="0">
                <a:solidFill>
                  <a:srgbClr val="1D5495"/>
                </a:solidFill>
                <a:latin typeface="Lucida Sans Unicode"/>
                <a:cs typeface="Lucida Sans Unicode"/>
              </a:rPr>
              <a:t>Simmons </a:t>
            </a:r>
            <a:r>
              <a:rPr sz="1100" dirty="0">
                <a:solidFill>
                  <a:srgbClr val="1D5495"/>
                </a:solidFill>
                <a:latin typeface="Lucida Sans Unicode"/>
                <a:cs typeface="Lucida Sans Unicode"/>
              </a:rPr>
              <a:t>Parliamentarian,</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Lesly</a:t>
            </a:r>
            <a:r>
              <a:rPr sz="1100" spc="330" dirty="0">
                <a:solidFill>
                  <a:srgbClr val="1D5495"/>
                </a:solidFill>
                <a:latin typeface="Lucida Sans Unicode"/>
                <a:cs typeface="Lucida Sans Unicode"/>
              </a:rPr>
              <a:t> </a:t>
            </a:r>
            <a:r>
              <a:rPr sz="1100" dirty="0">
                <a:solidFill>
                  <a:srgbClr val="1D5495"/>
                </a:solidFill>
                <a:latin typeface="Lucida Sans Unicode"/>
                <a:cs typeface="Lucida Sans Unicode"/>
              </a:rPr>
              <a:t>Wilson-</a:t>
            </a:r>
            <a:r>
              <a:rPr sz="1100" spc="-10" dirty="0">
                <a:solidFill>
                  <a:srgbClr val="1D5495"/>
                </a:solidFill>
                <a:latin typeface="Lucida Sans Unicode"/>
                <a:cs typeface="Lucida Sans Unicode"/>
              </a:rPr>
              <a:t>Bradley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dirty="0">
              <a:latin typeface="Lucida Sans Unicode"/>
              <a:cs typeface="Lucida Sans Unicode"/>
            </a:endParaRPr>
          </a:p>
          <a:p>
            <a:pPr marL="285750" marR="278130" indent="-635" algn="ctr">
              <a:lnSpc>
                <a:spcPct val="127299"/>
              </a:lnSpc>
            </a:pP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Clevette</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Ridguard Historian,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Anita</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Holmes</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dirty="0">
                <a:solidFill>
                  <a:srgbClr val="1D5495"/>
                </a:solidFill>
                <a:latin typeface="Lucida Sans Unicode"/>
                <a:cs typeface="Lucida Sans Unicode"/>
              </a:rPr>
              <a:t> Melvin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endParaRPr sz="1100" dirty="0">
              <a:latin typeface="Lucida Sans Unicode"/>
              <a:cs typeface="Lucida Sans Unicode"/>
            </a:endParaRPr>
          </a:p>
        </p:txBody>
      </p:sp>
      <p:sp>
        <p:nvSpPr>
          <p:cNvPr id="6" name="object 6">
            <a:extLst>
              <a:ext uri="{FF2B5EF4-FFF2-40B4-BE49-F238E27FC236}">
                <a16:creationId xmlns:a16="http://schemas.microsoft.com/office/drawing/2014/main" id="{45C64B16-0D22-FD84-A33D-79F775256D5C}"/>
              </a:ext>
            </a:extLst>
          </p:cNvPr>
          <p:cNvSpPr/>
          <p:nvPr/>
        </p:nvSpPr>
        <p:spPr>
          <a:xfrm>
            <a:off x="-4722495" y="342343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a:extLst>
              <a:ext uri="{FF2B5EF4-FFF2-40B4-BE49-F238E27FC236}">
                <a16:creationId xmlns:a16="http://schemas.microsoft.com/office/drawing/2014/main" id="{CD7DB611-E80C-7485-D1E7-0393F3A7FC27}"/>
              </a:ext>
            </a:extLst>
          </p:cNvPr>
          <p:cNvSpPr/>
          <p:nvPr/>
        </p:nvSpPr>
        <p:spPr>
          <a:xfrm>
            <a:off x="-4724400" y="700967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9" name="object 9">
            <a:extLst>
              <a:ext uri="{FF2B5EF4-FFF2-40B4-BE49-F238E27FC236}">
                <a16:creationId xmlns:a16="http://schemas.microsoft.com/office/drawing/2014/main" id="{C7FA0FE1-ED8D-1668-E146-8C9B0C611CDD}"/>
              </a:ext>
            </a:extLst>
          </p:cNvPr>
          <p:cNvSpPr txBox="1">
            <a:spLocks noGrp="1"/>
          </p:cNvSpPr>
          <p:nvPr>
            <p:ph type="sldNum" sz="quarter" idx="7"/>
          </p:nvPr>
        </p:nvSpPr>
        <p:spPr>
          <a:xfrm>
            <a:off x="7067294" y="9529590"/>
            <a:ext cx="1717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25</a:t>
            </a:fld>
            <a:endParaRPr spc="-50" dirty="0"/>
          </a:p>
        </p:txBody>
      </p:sp>
      <p:sp>
        <p:nvSpPr>
          <p:cNvPr id="11" name="object 6">
            <a:extLst>
              <a:ext uri="{FF2B5EF4-FFF2-40B4-BE49-F238E27FC236}">
                <a16:creationId xmlns:a16="http://schemas.microsoft.com/office/drawing/2014/main" id="{198FDC82-8556-4C0F-3ECB-8133F1C0B62C}"/>
              </a:ext>
            </a:extLst>
          </p:cNvPr>
          <p:cNvSpPr txBox="1"/>
          <p:nvPr/>
        </p:nvSpPr>
        <p:spPr>
          <a:xfrm>
            <a:off x="431165" y="1707510"/>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
        <p:nvSpPr>
          <p:cNvPr id="10" name="object 2">
            <a:extLst>
              <a:ext uri="{FF2B5EF4-FFF2-40B4-BE49-F238E27FC236}">
                <a16:creationId xmlns:a16="http://schemas.microsoft.com/office/drawing/2014/main" id="{45B58F78-353A-085A-B68F-26A82C2250D9}"/>
              </a:ext>
            </a:extLst>
          </p:cNvPr>
          <p:cNvSpPr txBox="1"/>
          <p:nvPr/>
        </p:nvSpPr>
        <p:spPr>
          <a:xfrm>
            <a:off x="431165" y="1981200"/>
            <a:ext cx="3086735" cy="3495316"/>
          </a:xfrm>
          <a:prstGeom prst="rect">
            <a:avLst/>
          </a:prstGeom>
        </p:spPr>
        <p:txBody>
          <a:bodyPr vert="horz" wrap="square" lIns="0" tIns="12700" rIns="0" bIns="0" rtlCol="0">
            <a:spAutoFit/>
          </a:bodyPr>
          <a:lstStyle/>
          <a:p>
            <a:pPr algn="ctr">
              <a:spcBef>
                <a:spcPts val="1280"/>
              </a:spcBef>
            </a:pPr>
            <a:r>
              <a:rPr lang="en-US" sz="1200" spc="10" dirty="0">
                <a:solidFill>
                  <a:srgbClr val="1D5495"/>
                </a:solidFill>
                <a:latin typeface="Lucida Sans Unicode"/>
                <a:cs typeface="Lucida Sans Unicode"/>
              </a:rPr>
              <a:t>Associates</a:t>
            </a:r>
            <a:r>
              <a:rPr lang="en-US" sz="1200" spc="60" dirty="0">
                <a:solidFill>
                  <a:srgbClr val="1D5495"/>
                </a:solidFill>
                <a:latin typeface="Lucida Sans Unicode"/>
                <a:cs typeface="Lucida Sans Unicode"/>
              </a:rPr>
              <a:t> </a:t>
            </a:r>
            <a:r>
              <a:rPr lang="en-US" sz="1200" spc="10" dirty="0">
                <a:solidFill>
                  <a:srgbClr val="1D5495"/>
                </a:solidFill>
                <a:latin typeface="Lucida Sans Unicode"/>
                <a:cs typeface="Lucida Sans Unicode"/>
              </a:rPr>
              <a:t>Chair:</a:t>
            </a:r>
            <a:r>
              <a:rPr lang="en-US" sz="1200" spc="65" dirty="0">
                <a:solidFill>
                  <a:srgbClr val="1D5495"/>
                </a:solidFill>
                <a:latin typeface="Lucida Sans Unicode"/>
                <a:cs typeface="Lucida Sans Unicode"/>
              </a:rPr>
              <a:t> </a:t>
            </a:r>
            <a:r>
              <a:rPr lang="en-US" sz="1200" spc="10" dirty="0">
                <a:solidFill>
                  <a:srgbClr val="1D5495"/>
                </a:solidFill>
                <a:latin typeface="Lucida Sans Unicode"/>
                <a:cs typeface="Lucida Sans Unicode"/>
              </a:rPr>
              <a:t>Tonya</a:t>
            </a:r>
            <a:r>
              <a:rPr lang="en-US" sz="1200" spc="65" dirty="0">
                <a:solidFill>
                  <a:srgbClr val="1D5495"/>
                </a:solidFill>
                <a:latin typeface="Lucida Sans Unicode"/>
                <a:cs typeface="Lucida Sans Unicode"/>
              </a:rPr>
              <a:t> </a:t>
            </a:r>
            <a:r>
              <a:rPr lang="en-US" sz="1200" spc="-10" dirty="0">
                <a:solidFill>
                  <a:srgbClr val="1D5495"/>
                </a:solidFill>
                <a:latin typeface="Lucida Sans Unicode"/>
                <a:cs typeface="Lucida Sans Unicode"/>
              </a:rPr>
              <a:t>Brooks </a:t>
            </a:r>
            <a:r>
              <a:rPr lang="en-US" sz="1200" dirty="0">
                <a:solidFill>
                  <a:srgbClr val="1D5495"/>
                </a:solidFill>
                <a:latin typeface="Lucida Sans Unicode"/>
                <a:cs typeface="Lucida Sans Unicode"/>
              </a:rPr>
              <a:t>Father’s</a:t>
            </a:r>
            <a:r>
              <a:rPr lang="en-US" sz="1200" spc="10" dirty="0">
                <a:solidFill>
                  <a:srgbClr val="1D5495"/>
                </a:solidFill>
                <a:latin typeface="Lucida Sans Unicode"/>
                <a:cs typeface="Lucida Sans Unicode"/>
              </a:rPr>
              <a:t> </a:t>
            </a:r>
            <a:r>
              <a:rPr lang="en-US" sz="1200" spc="-10" dirty="0">
                <a:solidFill>
                  <a:srgbClr val="1D5495"/>
                </a:solidFill>
                <a:latin typeface="Lucida Sans Unicode"/>
                <a:cs typeface="Lucida Sans Unicode"/>
              </a:rPr>
              <a:t>Auxiliary:</a:t>
            </a:r>
            <a:r>
              <a:rPr lang="en-US" sz="1200" spc="10" dirty="0">
                <a:solidFill>
                  <a:srgbClr val="1D5495"/>
                </a:solidFill>
                <a:latin typeface="Lucida Sans Unicode"/>
                <a:cs typeface="Lucida Sans Unicode"/>
              </a:rPr>
              <a:t> </a:t>
            </a:r>
            <a:r>
              <a:rPr lang="en-US" sz="1200" dirty="0">
                <a:solidFill>
                  <a:srgbClr val="1D5495"/>
                </a:solidFill>
                <a:latin typeface="Lucida Sans Unicode"/>
                <a:cs typeface="Lucida Sans Unicode"/>
              </a:rPr>
              <a:t>Robert</a:t>
            </a:r>
            <a:r>
              <a:rPr lang="en-US" sz="1200" spc="10" dirty="0">
                <a:solidFill>
                  <a:srgbClr val="1D5495"/>
                </a:solidFill>
                <a:latin typeface="Lucida Sans Unicode"/>
                <a:cs typeface="Lucida Sans Unicode"/>
              </a:rPr>
              <a:t> </a:t>
            </a:r>
            <a:r>
              <a:rPr lang="en-US" sz="1200" dirty="0">
                <a:solidFill>
                  <a:srgbClr val="1D5495"/>
                </a:solidFill>
                <a:latin typeface="Lucida Sans Unicode"/>
                <a:cs typeface="Lucida Sans Unicode"/>
              </a:rPr>
              <a:t>Grimes</a:t>
            </a:r>
            <a:r>
              <a:rPr lang="en-US" sz="1200" spc="10" dirty="0">
                <a:solidFill>
                  <a:srgbClr val="1D5495"/>
                </a:solidFill>
                <a:latin typeface="Lucida Sans Unicode"/>
                <a:cs typeface="Lucida Sans Unicode"/>
              </a:rPr>
              <a:t> </a:t>
            </a:r>
            <a:r>
              <a:rPr lang="en-US" sz="1200" dirty="0">
                <a:solidFill>
                  <a:srgbClr val="1D5495"/>
                </a:solidFill>
                <a:latin typeface="Lucida Sans Unicode"/>
                <a:cs typeface="Lucida Sans Unicode"/>
              </a:rPr>
              <a:t>-</a:t>
            </a:r>
            <a:r>
              <a:rPr lang="en-US" sz="1200" spc="10" dirty="0">
                <a:solidFill>
                  <a:srgbClr val="1D5495"/>
                </a:solidFill>
                <a:latin typeface="Lucida Sans Unicode"/>
                <a:cs typeface="Lucida Sans Unicode"/>
              </a:rPr>
              <a:t> </a:t>
            </a:r>
            <a:r>
              <a:rPr lang="en-US" sz="1200" spc="-10" dirty="0">
                <a:solidFill>
                  <a:srgbClr val="1D5495"/>
                </a:solidFill>
                <a:latin typeface="Lucida Sans Unicode"/>
                <a:cs typeface="Lucida Sans Unicode"/>
              </a:rPr>
              <a:t>Chair</a:t>
            </a:r>
            <a:endParaRPr lang="en-US" sz="1200" spc="-110" dirty="0">
              <a:solidFill>
                <a:srgbClr val="1D5495"/>
              </a:solidFill>
              <a:latin typeface="Arial Black"/>
              <a:cs typeface="Arial Black"/>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marL="424180" marR="416559" indent="334645">
              <a:lnSpc>
                <a:spcPct val="127299"/>
              </a:lnSpc>
              <a:spcBef>
                <a:spcPts val="65"/>
              </a:spcBef>
            </a:pPr>
            <a:r>
              <a:rPr sz="1100" dirty="0">
                <a:solidFill>
                  <a:srgbClr val="1D5495"/>
                </a:solidFill>
                <a:latin typeface="Lucida Sans Unicode"/>
                <a:cs typeface="Lucida Sans Unicode"/>
              </a:rPr>
              <a:t>President:</a:t>
            </a:r>
            <a:r>
              <a:rPr sz="1100" spc="100" dirty="0">
                <a:solidFill>
                  <a:srgbClr val="1D5495"/>
                </a:solidFill>
                <a:latin typeface="Lucida Sans Unicode"/>
                <a:cs typeface="Lucida Sans Unicode"/>
              </a:rPr>
              <a:t> </a:t>
            </a:r>
            <a:r>
              <a:rPr sz="1100" dirty="0">
                <a:solidFill>
                  <a:srgbClr val="1D5495"/>
                </a:solidFill>
                <a:latin typeface="Lucida Sans Unicode"/>
                <a:cs typeface="Lucida Sans Unicode"/>
              </a:rPr>
              <a:t>Elana</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Harris </a:t>
            </a:r>
            <a:r>
              <a:rPr sz="1100" dirty="0">
                <a:solidFill>
                  <a:srgbClr val="1D5495"/>
                </a:solidFill>
                <a:latin typeface="Lucida Sans Unicode"/>
                <a:cs typeface="Lucida Sans Unicode"/>
              </a:rPr>
              <a:t>Vice-President:</a:t>
            </a:r>
            <a:r>
              <a:rPr sz="1100" spc="95" dirty="0">
                <a:solidFill>
                  <a:srgbClr val="1D5495"/>
                </a:solidFill>
                <a:latin typeface="Lucida Sans Unicode"/>
                <a:cs typeface="Lucida Sans Unicode"/>
              </a:rPr>
              <a:t> </a:t>
            </a:r>
            <a:r>
              <a:rPr sz="1100" spc="55" dirty="0">
                <a:solidFill>
                  <a:srgbClr val="1D5495"/>
                </a:solidFill>
                <a:latin typeface="Lucida Sans Unicode"/>
                <a:cs typeface="Lucida Sans Unicode"/>
              </a:rPr>
              <a:t>Cameron</a:t>
            </a:r>
            <a:r>
              <a:rPr sz="1100" spc="100" dirty="0">
                <a:solidFill>
                  <a:srgbClr val="1D5495"/>
                </a:solidFill>
                <a:latin typeface="Lucida Sans Unicode"/>
                <a:cs typeface="Lucida Sans Unicode"/>
              </a:rPr>
              <a:t> </a:t>
            </a:r>
            <a:r>
              <a:rPr sz="1100" spc="70" dirty="0">
                <a:solidFill>
                  <a:srgbClr val="1D5495"/>
                </a:solidFill>
                <a:latin typeface="Lucida Sans Unicode"/>
                <a:cs typeface="Lucida Sans Unicode"/>
              </a:rPr>
              <a:t>Jones</a:t>
            </a:r>
            <a:endParaRPr sz="1100" dirty="0">
              <a:latin typeface="Lucida Sans Unicode"/>
              <a:cs typeface="Lucida Sans Unicode"/>
            </a:endParaRPr>
          </a:p>
          <a:p>
            <a:pPr algn="ctr">
              <a:lnSpc>
                <a:spcPct val="100000"/>
              </a:lnSpc>
              <a:spcBef>
                <a:spcPts val="360"/>
              </a:spcBef>
            </a:pPr>
            <a:r>
              <a:rPr sz="1100" dirty="0">
                <a:solidFill>
                  <a:srgbClr val="1D5495"/>
                </a:solidFill>
                <a:latin typeface="Lucida Sans Unicode"/>
                <a:cs typeface="Lucida Sans Unicode"/>
              </a:rPr>
              <a:t>Recording</a:t>
            </a:r>
            <a:r>
              <a:rPr sz="1100" spc="150"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155" dirty="0">
                <a:solidFill>
                  <a:srgbClr val="1D5495"/>
                </a:solidFill>
                <a:latin typeface="Lucida Sans Unicode"/>
                <a:cs typeface="Lucida Sans Unicode"/>
              </a:rPr>
              <a:t> </a:t>
            </a:r>
            <a:r>
              <a:rPr sz="1100" spc="-20" dirty="0">
                <a:solidFill>
                  <a:srgbClr val="1D5495"/>
                </a:solidFill>
                <a:latin typeface="Lucida Sans Unicode"/>
                <a:cs typeface="Lucida Sans Unicode"/>
              </a:rPr>
              <a:t>Alexis</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Harden</a:t>
            </a:r>
            <a:endParaRPr sz="1100" dirty="0">
              <a:latin typeface="Lucida Sans Unicode"/>
              <a:cs typeface="Lucida Sans Unicode"/>
            </a:endParaRPr>
          </a:p>
          <a:p>
            <a:pPr marL="12700" marR="5080" algn="ctr">
              <a:lnSpc>
                <a:spcPct val="100000"/>
              </a:lnSpc>
              <a:spcBef>
                <a:spcPts val="360"/>
              </a:spcBef>
            </a:pPr>
            <a:r>
              <a:rPr sz="1100" spc="10" dirty="0">
                <a:solidFill>
                  <a:srgbClr val="1D5495"/>
                </a:solidFill>
                <a:latin typeface="Lucida Sans Unicode"/>
                <a:cs typeface="Lucida Sans Unicode"/>
              </a:rPr>
              <a:t>Corresponding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Demetri</a:t>
            </a:r>
            <a:r>
              <a:rPr sz="1100" spc="105" dirty="0">
                <a:solidFill>
                  <a:srgbClr val="1D5495"/>
                </a:solidFill>
                <a:latin typeface="Lucida Sans Unicode"/>
                <a:cs typeface="Lucida Sans Unicode"/>
              </a:rPr>
              <a:t> </a:t>
            </a:r>
            <a:r>
              <a:rPr sz="1100" spc="40" dirty="0">
                <a:solidFill>
                  <a:srgbClr val="1D5495"/>
                </a:solidFill>
                <a:latin typeface="Lucida Sans Unicode"/>
                <a:cs typeface="Lucida Sans Unicode"/>
              </a:rPr>
              <a:t>McCray- </a:t>
            </a:r>
            <a:r>
              <a:rPr sz="1100" spc="-10" dirty="0">
                <a:solidFill>
                  <a:srgbClr val="1D5495"/>
                </a:solidFill>
                <a:latin typeface="Lucida Sans Unicode"/>
                <a:cs typeface="Lucida Sans Unicode"/>
              </a:rPr>
              <a:t>Buggs</a:t>
            </a:r>
            <a:endParaRPr sz="1100" dirty="0">
              <a:latin typeface="Lucida Sans Unicode"/>
              <a:cs typeface="Lucida Sans Unicode"/>
            </a:endParaRPr>
          </a:p>
          <a:p>
            <a:pPr marL="315595" marR="307975" indent="-635" algn="ctr">
              <a:lnSpc>
                <a:spcPct val="127299"/>
              </a:lnSpc>
            </a:pPr>
            <a:r>
              <a:rPr sz="1100" dirty="0">
                <a:solidFill>
                  <a:srgbClr val="1D5495"/>
                </a:solidFill>
                <a:latin typeface="Lucida Sans Unicode"/>
                <a:cs typeface="Lucida Sans Unicode"/>
              </a:rPr>
              <a:t>Treasurer:</a:t>
            </a:r>
            <a:r>
              <a:rPr sz="1100" spc="-35" dirty="0">
                <a:solidFill>
                  <a:srgbClr val="1D5495"/>
                </a:solidFill>
                <a:latin typeface="Lucida Sans Unicode"/>
                <a:cs typeface="Lucida Sans Unicode"/>
              </a:rPr>
              <a:t> </a:t>
            </a:r>
            <a:r>
              <a:rPr sz="1100" spc="60" dirty="0">
                <a:solidFill>
                  <a:srgbClr val="1D5495"/>
                </a:solidFill>
                <a:latin typeface="Lucida Sans Unicode"/>
                <a:cs typeface="Lucida Sans Unicode"/>
              </a:rPr>
              <a:t>Carmen</a:t>
            </a:r>
            <a:r>
              <a:rPr sz="1100" spc="-30" dirty="0">
                <a:solidFill>
                  <a:srgbClr val="1D5495"/>
                </a:solidFill>
                <a:latin typeface="Lucida Sans Unicode"/>
                <a:cs typeface="Lucida Sans Unicode"/>
              </a:rPr>
              <a:t> </a:t>
            </a:r>
            <a:r>
              <a:rPr sz="1100" spc="-20" dirty="0">
                <a:solidFill>
                  <a:srgbClr val="1D5495"/>
                </a:solidFill>
                <a:latin typeface="Lucida Sans Unicode"/>
                <a:cs typeface="Lucida Sans Unicode"/>
              </a:rPr>
              <a:t>Moore</a:t>
            </a:r>
            <a:r>
              <a:rPr sz="1100" spc="500" dirty="0">
                <a:solidFill>
                  <a:srgbClr val="1D5495"/>
                </a:solidFill>
                <a:latin typeface="Lucida Sans Unicode"/>
                <a:cs typeface="Lucida Sans Unicode"/>
              </a:rPr>
              <a:t>  </a:t>
            </a:r>
            <a:r>
              <a:rPr sz="1100" spc="10" dirty="0">
                <a:solidFill>
                  <a:srgbClr val="1D5495"/>
                </a:solidFill>
                <a:latin typeface="Lucida Sans Unicode"/>
                <a:cs typeface="Lucida Sans Unicode"/>
              </a:rPr>
              <a:t>Financial</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Tatiyana</a:t>
            </a:r>
            <a:r>
              <a:rPr sz="1100" spc="200" dirty="0">
                <a:solidFill>
                  <a:srgbClr val="1D5495"/>
                </a:solidFill>
                <a:latin typeface="Lucida Sans Unicode"/>
                <a:cs typeface="Lucida Sans Unicode"/>
              </a:rPr>
              <a:t> </a:t>
            </a:r>
            <a:r>
              <a:rPr sz="1100" spc="-10" dirty="0">
                <a:solidFill>
                  <a:srgbClr val="1D5495"/>
                </a:solidFill>
                <a:latin typeface="Lucida Sans Unicode"/>
                <a:cs typeface="Lucida Sans Unicode"/>
              </a:rPr>
              <a:t>Lewis </a:t>
            </a:r>
            <a:r>
              <a:rPr sz="1100" spc="-20" dirty="0">
                <a:solidFill>
                  <a:srgbClr val="1D5495"/>
                </a:solidFill>
                <a:latin typeface="Lucida Sans Unicode"/>
                <a:cs typeface="Lucida Sans Unicode"/>
              </a:rPr>
              <a:t>Editor:</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Hillary</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Cyrus </a:t>
            </a:r>
            <a:r>
              <a:rPr sz="1100" spc="20" dirty="0">
                <a:solidFill>
                  <a:srgbClr val="1D5495"/>
                </a:solidFill>
                <a:latin typeface="Lucida Sans Unicode"/>
                <a:cs typeface="Lucida Sans Unicode"/>
              </a:rPr>
              <a:t>Parliamentarian:</a:t>
            </a:r>
            <a:r>
              <a:rPr sz="1100" spc="114" dirty="0">
                <a:solidFill>
                  <a:srgbClr val="1D5495"/>
                </a:solidFill>
                <a:latin typeface="Lucida Sans Unicode"/>
                <a:cs typeface="Lucida Sans Unicode"/>
              </a:rPr>
              <a:t> </a:t>
            </a:r>
            <a:r>
              <a:rPr sz="1100" spc="20" dirty="0">
                <a:solidFill>
                  <a:srgbClr val="1D5495"/>
                </a:solidFill>
                <a:latin typeface="Lucida Sans Unicode"/>
                <a:cs typeface="Lucida Sans Unicode"/>
              </a:rPr>
              <a:t>William</a:t>
            </a:r>
            <a:r>
              <a:rPr sz="1100" spc="120" dirty="0">
                <a:solidFill>
                  <a:srgbClr val="1D5495"/>
                </a:solidFill>
                <a:latin typeface="Lucida Sans Unicode"/>
                <a:cs typeface="Lucida Sans Unicode"/>
              </a:rPr>
              <a:t> </a:t>
            </a:r>
            <a:r>
              <a:rPr sz="1100" spc="-10" dirty="0">
                <a:solidFill>
                  <a:srgbClr val="1D5495"/>
                </a:solidFill>
                <a:latin typeface="Lucida Sans Unicode"/>
                <a:cs typeface="Lucida Sans Unicode"/>
              </a:rPr>
              <a:t>McMillian</a:t>
            </a:r>
            <a:endParaRPr sz="1100" dirty="0">
              <a:latin typeface="Lucida Sans Unicode"/>
              <a:cs typeface="Lucida Sans Unicode"/>
            </a:endParaRPr>
          </a:p>
          <a:p>
            <a:pPr marL="282575" marR="274955" algn="ctr">
              <a:lnSpc>
                <a:spcPct val="127299"/>
              </a:lnSpc>
            </a:pPr>
            <a:r>
              <a:rPr sz="1100" dirty="0">
                <a:solidFill>
                  <a:srgbClr val="1D5495"/>
                </a:solidFill>
                <a:latin typeface="Lucida Sans Unicode"/>
                <a:cs typeface="Lucida Sans Unicode"/>
              </a:rPr>
              <a:t>Foundation</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Laila-Rose</a:t>
            </a:r>
            <a:r>
              <a:rPr sz="1100" spc="125" dirty="0">
                <a:solidFill>
                  <a:srgbClr val="1D5495"/>
                </a:solidFill>
                <a:latin typeface="Lucida Sans Unicode"/>
                <a:cs typeface="Lucida Sans Unicode"/>
              </a:rPr>
              <a:t> </a:t>
            </a:r>
            <a:r>
              <a:rPr sz="1100" spc="-10" dirty="0">
                <a:solidFill>
                  <a:srgbClr val="1D5495"/>
                </a:solidFill>
                <a:latin typeface="Lucida Sans Unicode"/>
                <a:cs typeface="Lucida Sans Unicode"/>
              </a:rPr>
              <a:t>Galvin </a:t>
            </a:r>
            <a:r>
              <a:rPr sz="1100" spc="10" dirty="0">
                <a:solidFill>
                  <a:srgbClr val="1D5495"/>
                </a:solidFill>
                <a:latin typeface="Lucida Sans Unicode"/>
                <a:cs typeface="Lucida Sans Unicode"/>
              </a:rPr>
              <a:t>Chaplain:</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Isiah</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Wells</a:t>
            </a:r>
            <a:endParaRPr sz="1100" dirty="0">
              <a:latin typeface="Lucida Sans Unicode"/>
              <a:cs typeface="Lucida Sans Unicode"/>
            </a:endParaRPr>
          </a:p>
          <a:p>
            <a:pPr marL="283845" marR="276225" indent="354965">
              <a:lnSpc>
                <a:spcPct val="127299"/>
              </a:lnSpc>
            </a:pPr>
            <a:r>
              <a:rPr sz="1100" dirty="0">
                <a:solidFill>
                  <a:srgbClr val="1D5495"/>
                </a:solidFill>
                <a:latin typeface="Lucida Sans Unicode"/>
                <a:cs typeface="Lucida Sans Unicode"/>
              </a:rPr>
              <a:t>Historian:</a:t>
            </a:r>
            <a:r>
              <a:rPr sz="1100" spc="-65" dirty="0">
                <a:solidFill>
                  <a:srgbClr val="1D5495"/>
                </a:solidFill>
                <a:latin typeface="Lucida Sans Unicode"/>
                <a:cs typeface="Lucida Sans Unicode"/>
              </a:rPr>
              <a:t> </a:t>
            </a:r>
            <a:r>
              <a:rPr sz="1100" spc="75" dirty="0">
                <a:solidFill>
                  <a:srgbClr val="1D5495"/>
                </a:solidFill>
                <a:latin typeface="Lucida Sans Unicode"/>
                <a:cs typeface="Lucida Sans Unicode"/>
              </a:rPr>
              <a:t>Maraya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Maynor </a:t>
            </a:r>
            <a:r>
              <a:rPr sz="1100" dirty="0">
                <a:solidFill>
                  <a:srgbClr val="1D5495"/>
                </a:solidFill>
                <a:latin typeface="Lucida Sans Unicode"/>
                <a:cs typeface="Lucida Sans Unicode"/>
              </a:rPr>
              <a:t>Sergeant-At-Arms:</a:t>
            </a:r>
            <a:r>
              <a:rPr sz="1100" spc="275" dirty="0">
                <a:solidFill>
                  <a:srgbClr val="1D5495"/>
                </a:solidFill>
                <a:latin typeface="Lucida Sans Unicode"/>
                <a:cs typeface="Lucida Sans Unicode"/>
              </a:rPr>
              <a:t> </a:t>
            </a:r>
            <a:r>
              <a:rPr sz="1100" dirty="0">
                <a:solidFill>
                  <a:srgbClr val="1D5495"/>
                </a:solidFill>
                <a:latin typeface="Lucida Sans Unicode"/>
                <a:cs typeface="Lucida Sans Unicode"/>
              </a:rPr>
              <a:t>Matthew</a:t>
            </a:r>
            <a:r>
              <a:rPr sz="1100" spc="275" dirty="0">
                <a:solidFill>
                  <a:srgbClr val="1D5495"/>
                </a:solidFill>
                <a:latin typeface="Lucida Sans Unicode"/>
                <a:cs typeface="Lucida Sans Unicode"/>
              </a:rPr>
              <a:t> </a:t>
            </a:r>
            <a:r>
              <a:rPr sz="1100" spc="-10" dirty="0">
                <a:solidFill>
                  <a:srgbClr val="1D5495"/>
                </a:solidFill>
                <a:latin typeface="Lucida Sans Unicode"/>
                <a:cs typeface="Lucida Sans Unicode"/>
              </a:rPr>
              <a:t>Brooks</a:t>
            </a:r>
            <a:endParaRPr sz="1100" dirty="0">
              <a:latin typeface="Lucida Sans Unicode"/>
              <a:cs typeface="Lucida Sans Unicode"/>
            </a:endParaRPr>
          </a:p>
        </p:txBody>
      </p:sp>
      <p:sp>
        <p:nvSpPr>
          <p:cNvPr id="12" name="object 3">
            <a:extLst>
              <a:ext uri="{FF2B5EF4-FFF2-40B4-BE49-F238E27FC236}">
                <a16:creationId xmlns:a16="http://schemas.microsoft.com/office/drawing/2014/main" id="{ABC9545D-F02A-35D7-4C13-C0D1E1A86E12}"/>
              </a:ext>
            </a:extLst>
          </p:cNvPr>
          <p:cNvSpPr txBox="1"/>
          <p:nvPr/>
        </p:nvSpPr>
        <p:spPr>
          <a:xfrm>
            <a:off x="323214" y="5803900"/>
            <a:ext cx="3302635" cy="2273300"/>
          </a:xfrm>
          <a:prstGeom prst="rect">
            <a:avLst/>
          </a:prstGeom>
        </p:spPr>
        <p:txBody>
          <a:bodyPr vert="horz" wrap="square" lIns="0" tIns="12700" rIns="0" bIns="0" rtlCol="0">
            <a:spAutoFit/>
          </a:bodyPr>
          <a:lstStyle/>
          <a:p>
            <a:pPr marL="12700" marR="5080">
              <a:lnSpc>
                <a:spcPct val="100000"/>
              </a:lnSpc>
              <a:spcBef>
                <a:spcPts val="100"/>
              </a:spcBef>
            </a:pPr>
            <a:r>
              <a:rPr sz="1000" spc="-10" dirty="0">
                <a:solidFill>
                  <a:srgbClr val="231F20"/>
                </a:solidFill>
                <a:latin typeface="Arial"/>
                <a:cs typeface="Arial"/>
              </a:rPr>
              <a:t>This</a:t>
            </a:r>
            <a:r>
              <a:rPr sz="1000" spc="-5" dirty="0">
                <a:solidFill>
                  <a:srgbClr val="231F20"/>
                </a:solidFill>
                <a:latin typeface="Arial"/>
                <a:cs typeface="Arial"/>
              </a:rPr>
              <a:t> </a:t>
            </a:r>
            <a:r>
              <a:rPr sz="1000" spc="-25" dirty="0">
                <a:solidFill>
                  <a:srgbClr val="231F20"/>
                </a:solidFill>
                <a:latin typeface="Arial"/>
                <a:cs typeface="Arial"/>
              </a:rPr>
              <a:t>year,</a:t>
            </a:r>
            <a:r>
              <a:rPr sz="1000" dirty="0">
                <a:solidFill>
                  <a:srgbClr val="231F20"/>
                </a:solidFill>
                <a:latin typeface="Arial"/>
                <a:cs typeface="Arial"/>
              </a:rPr>
              <a:t> mothers started off the year with the </a:t>
            </a:r>
            <a:r>
              <a:rPr sz="1000" spc="-10" dirty="0">
                <a:solidFill>
                  <a:srgbClr val="231F20"/>
                </a:solidFill>
                <a:latin typeface="Arial"/>
                <a:cs typeface="Arial"/>
              </a:rPr>
              <a:t>Chapter’s </a:t>
            </a:r>
            <a:r>
              <a:rPr sz="1000" dirty="0">
                <a:solidFill>
                  <a:srgbClr val="231F20"/>
                </a:solidFill>
                <a:latin typeface="Arial"/>
                <a:cs typeface="Arial"/>
              </a:rPr>
              <a:t>first overnight retreat.</a:t>
            </a:r>
            <a:r>
              <a:rPr sz="1000" spc="5" dirty="0">
                <a:solidFill>
                  <a:srgbClr val="231F20"/>
                </a:solidFill>
                <a:latin typeface="Arial"/>
                <a:cs typeface="Arial"/>
              </a:rPr>
              <a:t> </a:t>
            </a:r>
            <a:r>
              <a:rPr sz="1000" dirty="0">
                <a:solidFill>
                  <a:srgbClr val="231F20"/>
                </a:solidFill>
                <a:latin typeface="Arial"/>
                <a:cs typeface="Arial"/>
              </a:rPr>
              <a:t>The theme</a:t>
            </a:r>
            <a:r>
              <a:rPr sz="1000" spc="5" dirty="0">
                <a:solidFill>
                  <a:srgbClr val="231F20"/>
                </a:solidFill>
                <a:latin typeface="Arial"/>
                <a:cs typeface="Arial"/>
              </a:rPr>
              <a:t> </a:t>
            </a:r>
            <a:r>
              <a:rPr sz="1000" dirty="0">
                <a:solidFill>
                  <a:srgbClr val="231F20"/>
                </a:solidFill>
                <a:latin typeface="Arial"/>
                <a:cs typeface="Arial"/>
              </a:rPr>
              <a:t>of the</a:t>
            </a:r>
            <a:r>
              <a:rPr sz="1000" spc="5" dirty="0">
                <a:solidFill>
                  <a:srgbClr val="231F20"/>
                </a:solidFill>
                <a:latin typeface="Arial"/>
                <a:cs typeface="Arial"/>
              </a:rPr>
              <a:t> </a:t>
            </a:r>
            <a:r>
              <a:rPr sz="1000" dirty="0">
                <a:solidFill>
                  <a:srgbClr val="231F20"/>
                </a:solidFill>
                <a:latin typeface="Arial"/>
                <a:cs typeface="Arial"/>
              </a:rPr>
              <a:t>retreat </a:t>
            </a:r>
            <a:r>
              <a:rPr sz="1000" spc="-20" dirty="0">
                <a:solidFill>
                  <a:srgbClr val="231F20"/>
                </a:solidFill>
                <a:latin typeface="Arial"/>
                <a:cs typeface="Arial"/>
              </a:rPr>
              <a:t>was: </a:t>
            </a:r>
            <a:r>
              <a:rPr sz="1000" dirty="0">
                <a:solidFill>
                  <a:srgbClr val="231F20"/>
                </a:solidFill>
                <a:latin typeface="Arial"/>
                <a:cs typeface="Arial"/>
              </a:rPr>
              <a:t>“Celebrating</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Motherhood,</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5" dirty="0">
                <a:solidFill>
                  <a:srgbClr val="231F20"/>
                </a:solidFill>
                <a:latin typeface="Arial"/>
                <a:cs typeface="Arial"/>
              </a:rPr>
              <a:t>One </a:t>
            </a:r>
            <a:r>
              <a:rPr sz="1000" dirty="0">
                <a:solidFill>
                  <a:srgbClr val="231F20"/>
                </a:solidFill>
                <a:latin typeface="Arial"/>
                <a:cs typeface="Arial"/>
              </a:rPr>
              <a:t>Another!”</a:t>
            </a:r>
            <a:r>
              <a:rPr sz="1000" spc="-15"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up</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a:t>
            </a:r>
            <a:r>
              <a:rPr sz="1000" spc="-25" dirty="0">
                <a:solidFill>
                  <a:srgbClr val="231F20"/>
                </a:solidFill>
                <a:latin typeface="Arial"/>
                <a:cs typeface="Arial"/>
              </a:rPr>
              <a:t>Day </a:t>
            </a:r>
            <a:r>
              <a:rPr sz="1000" dirty="0">
                <a:solidFill>
                  <a:srgbClr val="231F20"/>
                </a:solidFill>
                <a:latin typeface="Arial"/>
                <a:cs typeface="Arial"/>
              </a:rPr>
              <a:t>celebration</a:t>
            </a:r>
            <a:r>
              <a:rPr sz="1000" spc="25"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bond</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fellowship</a:t>
            </a:r>
            <a:r>
              <a:rPr sz="1000" spc="3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one</a:t>
            </a:r>
            <a:r>
              <a:rPr sz="1000" spc="30" dirty="0">
                <a:solidFill>
                  <a:srgbClr val="231F20"/>
                </a:solidFill>
                <a:latin typeface="Arial"/>
                <a:cs typeface="Arial"/>
              </a:rPr>
              <a:t> </a:t>
            </a:r>
            <a:r>
              <a:rPr sz="1000" dirty="0">
                <a:solidFill>
                  <a:srgbClr val="231F20"/>
                </a:solidFill>
                <a:latin typeface="Arial"/>
                <a:cs typeface="Arial"/>
              </a:rPr>
              <a:t>another</a:t>
            </a:r>
            <a:r>
              <a:rPr sz="1000" spc="30" dirty="0">
                <a:solidFill>
                  <a:srgbClr val="231F20"/>
                </a:solidFill>
                <a:latin typeface="Arial"/>
                <a:cs typeface="Arial"/>
              </a:rPr>
              <a:t> </a:t>
            </a:r>
            <a:r>
              <a:rPr sz="1000" spc="-25" dirty="0">
                <a:solidFill>
                  <a:srgbClr val="231F20"/>
                </a:solidFill>
                <a:latin typeface="Arial"/>
                <a:cs typeface="Arial"/>
              </a:rPr>
              <a:t>as</a:t>
            </a:r>
            <a:r>
              <a:rPr sz="1000" spc="500" dirty="0">
                <a:solidFill>
                  <a:srgbClr val="231F20"/>
                </a:solidFill>
                <a:latin typeface="Arial"/>
                <a:cs typeface="Arial"/>
              </a:rPr>
              <a:t> </a:t>
            </a:r>
            <a:r>
              <a:rPr sz="1000"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began</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spc="-2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spc="-20" dirty="0">
                <a:solidFill>
                  <a:srgbClr val="231F20"/>
                </a:solidFill>
                <a:latin typeface="Arial"/>
                <a:cs typeface="Arial"/>
              </a:rPr>
              <a:t>Teen</a:t>
            </a:r>
            <a:r>
              <a:rPr sz="1000" spc="-15" dirty="0">
                <a:solidFill>
                  <a:srgbClr val="231F20"/>
                </a:solidFill>
                <a:latin typeface="Arial"/>
                <a:cs typeface="Arial"/>
              </a:rPr>
              <a:t> </a:t>
            </a:r>
            <a:r>
              <a:rPr sz="1000" spc="-10" dirty="0">
                <a:solidFill>
                  <a:srgbClr val="231F20"/>
                </a:solidFill>
                <a:latin typeface="Arial"/>
                <a:cs typeface="Arial"/>
              </a:rPr>
              <a:t>President, </a:t>
            </a:r>
            <a:r>
              <a:rPr sz="1000" spc="-20" dirty="0">
                <a:solidFill>
                  <a:srgbClr val="231F20"/>
                </a:solidFill>
                <a:latin typeface="Arial"/>
                <a:cs typeface="Arial"/>
              </a:rPr>
              <a:t>Elana </a:t>
            </a:r>
            <a:r>
              <a:rPr sz="1000" spc="-10" dirty="0">
                <a:solidFill>
                  <a:srgbClr val="231F20"/>
                </a:solidFill>
                <a:latin typeface="Arial"/>
                <a:cs typeface="Arial"/>
              </a:rPr>
              <a:t>Harris,</a:t>
            </a:r>
            <a:r>
              <a:rPr sz="1000" spc="-15" dirty="0">
                <a:solidFill>
                  <a:srgbClr val="231F20"/>
                </a:solidFill>
                <a:latin typeface="Arial"/>
                <a:cs typeface="Arial"/>
              </a:rPr>
              <a:t> </a:t>
            </a:r>
            <a:r>
              <a:rPr sz="1000" dirty="0">
                <a:solidFill>
                  <a:srgbClr val="231F20"/>
                </a:solidFill>
                <a:latin typeface="Arial"/>
                <a:cs typeface="Arial"/>
              </a:rPr>
              <a:t>lead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Junior</a:t>
            </a:r>
            <a:r>
              <a:rPr sz="1000" spc="-10"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presenting</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moving </a:t>
            </a:r>
            <a:r>
              <a:rPr sz="1000" dirty="0">
                <a:solidFill>
                  <a:srgbClr val="231F20"/>
                </a:solidFill>
                <a:latin typeface="Arial"/>
                <a:cs typeface="Arial"/>
              </a:rPr>
              <a:t>memorial</a:t>
            </a:r>
            <a:r>
              <a:rPr sz="1000" spc="-30" dirty="0">
                <a:solidFill>
                  <a:srgbClr val="231F20"/>
                </a:solidFill>
                <a:latin typeface="Arial"/>
                <a:cs typeface="Arial"/>
              </a:rPr>
              <a:t> </a:t>
            </a:r>
            <a:r>
              <a:rPr sz="1000" dirty="0">
                <a:solidFill>
                  <a:srgbClr val="231F20"/>
                </a:solidFill>
                <a:latin typeface="Arial"/>
                <a:cs typeface="Arial"/>
              </a:rPr>
              <a:t>ceremony</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honor</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Carole</a:t>
            </a:r>
            <a:r>
              <a:rPr sz="1000" spc="-25"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The </a:t>
            </a:r>
            <a:r>
              <a:rPr sz="1000" spc="-10" dirty="0">
                <a:solidFill>
                  <a:srgbClr val="231F20"/>
                </a:solidFill>
                <a:latin typeface="Arial"/>
                <a:cs typeface="Arial"/>
              </a:rPr>
              <a:t>Fathers</a:t>
            </a:r>
            <a:r>
              <a:rPr sz="1000" spc="5" dirty="0">
                <a:solidFill>
                  <a:srgbClr val="231F20"/>
                </a:solidFill>
                <a:latin typeface="Arial"/>
                <a:cs typeface="Arial"/>
              </a:rPr>
              <a:t> </a:t>
            </a:r>
            <a:r>
              <a:rPr sz="1000" dirty="0">
                <a:solidFill>
                  <a:srgbClr val="231F20"/>
                </a:solidFill>
                <a:latin typeface="Arial"/>
                <a:cs typeface="Arial"/>
              </a:rPr>
              <a:t>Auxiliary</a:t>
            </a:r>
            <a:r>
              <a:rPr sz="1000" spc="10" dirty="0">
                <a:solidFill>
                  <a:srgbClr val="231F20"/>
                </a:solidFill>
                <a:latin typeface="Arial"/>
                <a:cs typeface="Arial"/>
              </a:rPr>
              <a:t> </a:t>
            </a:r>
            <a:r>
              <a:rPr sz="1000" dirty="0">
                <a:solidFill>
                  <a:srgbClr val="231F20"/>
                </a:solidFill>
                <a:latin typeface="Arial"/>
                <a:cs typeface="Arial"/>
              </a:rPr>
              <a:t>planned</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executed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wonderful</a:t>
            </a:r>
            <a:r>
              <a:rPr sz="1000" spc="10" dirty="0">
                <a:solidFill>
                  <a:srgbClr val="231F20"/>
                </a:solidFill>
                <a:latin typeface="Arial"/>
                <a:cs typeface="Arial"/>
              </a:rPr>
              <a:t> </a:t>
            </a:r>
            <a:r>
              <a:rPr sz="1000" spc="-10" dirty="0">
                <a:solidFill>
                  <a:srgbClr val="231F20"/>
                </a:solidFill>
                <a:latin typeface="Arial"/>
                <a:cs typeface="Arial"/>
              </a:rPr>
              <a:t>event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a:t>
            </a:r>
            <a:r>
              <a:rPr sz="1000" spc="-5" dirty="0">
                <a:solidFill>
                  <a:srgbClr val="231F20"/>
                </a:solidFill>
                <a:latin typeface="Arial"/>
                <a:cs typeface="Arial"/>
              </a:rPr>
              <a:t> </a:t>
            </a:r>
            <a:r>
              <a:rPr sz="1000" spc="-45" dirty="0">
                <a:solidFill>
                  <a:srgbClr val="231F20"/>
                </a:solidFill>
                <a:latin typeface="Arial"/>
                <a:cs typeface="Arial"/>
              </a:rPr>
              <a:t>Day.</a:t>
            </a:r>
            <a:r>
              <a:rPr sz="1000"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spc="-45" dirty="0">
                <a:solidFill>
                  <a:srgbClr val="231F20"/>
                </a:solidFill>
                <a:latin typeface="Arial"/>
                <a:cs typeface="Arial"/>
              </a:rPr>
              <a:t>189</a:t>
            </a:r>
            <a:r>
              <a:rPr sz="1000" spc="-5" dirty="0">
                <a:solidFill>
                  <a:srgbClr val="231F20"/>
                </a:solidFill>
                <a:latin typeface="Arial"/>
                <a:cs typeface="Arial"/>
              </a:rPr>
              <a:t> </a:t>
            </a:r>
            <a:r>
              <a:rPr sz="1000" dirty="0">
                <a:solidFill>
                  <a:srgbClr val="231F20"/>
                </a:solidFill>
                <a:latin typeface="Arial"/>
                <a:cs typeface="Arial"/>
              </a:rPr>
              <a:t>people </a:t>
            </a:r>
            <a:r>
              <a:rPr sz="1000" spc="-10" dirty="0">
                <a:solidFill>
                  <a:srgbClr val="231F20"/>
                </a:solidFill>
                <a:latin typeface="Arial"/>
                <a:cs typeface="Arial"/>
              </a:rPr>
              <a:t>attend</a:t>
            </a:r>
            <a:endParaRPr sz="1000" dirty="0">
              <a:latin typeface="Arial"/>
              <a:cs typeface="Arial"/>
            </a:endParaRPr>
          </a:p>
          <a:p>
            <a:pPr marL="12700">
              <a:lnSpc>
                <a:spcPct val="100000"/>
              </a:lnSpc>
            </a:pPr>
            <a:r>
              <a:rPr sz="1000" dirty="0">
                <a:solidFill>
                  <a:srgbClr val="231F20"/>
                </a:solidFill>
                <a:latin typeface="Arial"/>
                <a:cs typeface="Arial"/>
              </a:rPr>
              <a:t>this</a:t>
            </a:r>
            <a:r>
              <a:rPr sz="1000" spc="-20" dirty="0">
                <a:solidFill>
                  <a:srgbClr val="231F20"/>
                </a:solidFill>
                <a:latin typeface="Arial"/>
                <a:cs typeface="Arial"/>
              </a:rPr>
              <a:t> </a:t>
            </a:r>
            <a:r>
              <a:rPr sz="1000" spc="-10" dirty="0">
                <a:solidFill>
                  <a:srgbClr val="231F20"/>
                </a:solidFill>
                <a:latin typeface="Arial"/>
                <a:cs typeface="Arial"/>
              </a:rPr>
              <a:t>event.</a:t>
            </a:r>
            <a:endParaRPr sz="1000" dirty="0">
              <a:latin typeface="Arial"/>
              <a:cs typeface="Arial"/>
            </a:endParaRPr>
          </a:p>
          <a:p>
            <a:pPr marL="12700" marR="125730">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December 6,</a:t>
            </a:r>
            <a:r>
              <a:rPr sz="1000" spc="-5" dirty="0">
                <a:solidFill>
                  <a:srgbClr val="231F20"/>
                </a:solidFill>
                <a:latin typeface="Arial"/>
                <a:cs typeface="Arial"/>
              </a:rPr>
              <a:t> </a:t>
            </a:r>
            <a:r>
              <a:rPr sz="1000" dirty="0">
                <a:solidFill>
                  <a:srgbClr val="231F20"/>
                </a:solidFill>
                <a:latin typeface="Arial"/>
                <a:cs typeface="Arial"/>
              </a:rPr>
              <a:t>the chapter</a:t>
            </a:r>
            <a:r>
              <a:rPr sz="1000" spc="-5" dirty="0">
                <a:solidFill>
                  <a:srgbClr val="231F20"/>
                </a:solidFill>
                <a:latin typeface="Arial"/>
                <a:cs typeface="Arial"/>
              </a:rPr>
              <a:t> </a:t>
            </a:r>
            <a:r>
              <a:rPr sz="1000" dirty="0">
                <a:solidFill>
                  <a:srgbClr val="231F20"/>
                </a:solidFill>
                <a:latin typeface="Arial"/>
                <a:cs typeface="Arial"/>
              </a:rPr>
              <a:t>held its first</a:t>
            </a:r>
            <a:r>
              <a:rPr sz="1000" spc="-5" dirty="0">
                <a:solidFill>
                  <a:srgbClr val="231F20"/>
                </a:solidFill>
                <a:latin typeface="Arial"/>
                <a:cs typeface="Arial"/>
              </a:rPr>
              <a:t> </a:t>
            </a:r>
            <a:r>
              <a:rPr sz="1000" dirty="0">
                <a:solidFill>
                  <a:srgbClr val="231F20"/>
                </a:solidFill>
                <a:latin typeface="Arial"/>
                <a:cs typeface="Arial"/>
              </a:rPr>
              <a:t>Holiday </a:t>
            </a:r>
            <a:r>
              <a:rPr sz="1000" spc="-10" dirty="0">
                <a:solidFill>
                  <a:srgbClr val="231F20"/>
                </a:solidFill>
                <a:latin typeface="Arial"/>
                <a:cs typeface="Arial"/>
              </a:rPr>
              <a:t>Dinner </a:t>
            </a:r>
            <a:r>
              <a:rPr sz="1000" dirty="0">
                <a:solidFill>
                  <a:srgbClr val="231F20"/>
                </a:solidFill>
                <a:latin typeface="Arial"/>
                <a:cs typeface="Arial"/>
              </a:rPr>
              <a:t>Dance entitled “Snowflakes and </a:t>
            </a:r>
            <a:r>
              <a:rPr sz="1000" spc="-20" dirty="0">
                <a:solidFill>
                  <a:srgbClr val="231F20"/>
                </a:solidFill>
                <a:latin typeface="Arial"/>
                <a:cs typeface="Arial"/>
              </a:rPr>
              <a:t>Silver.”</a:t>
            </a:r>
            <a:r>
              <a:rPr sz="1000" dirty="0">
                <a:solidFill>
                  <a:srgbClr val="231F20"/>
                </a:solidFill>
                <a:latin typeface="Arial"/>
                <a:cs typeface="Arial"/>
              </a:rPr>
              <a:t> </a:t>
            </a:r>
            <a:r>
              <a:rPr sz="1000" spc="-20" dirty="0">
                <a:solidFill>
                  <a:srgbClr val="231F20"/>
                </a:solidFill>
                <a:latin typeface="Arial"/>
                <a:cs typeface="Arial"/>
              </a:rPr>
              <a:t>Moms,</a:t>
            </a:r>
            <a:r>
              <a:rPr sz="1000" dirty="0">
                <a:solidFill>
                  <a:srgbClr val="231F20"/>
                </a:solidFill>
                <a:latin typeface="Arial"/>
                <a:cs typeface="Arial"/>
              </a:rPr>
              <a:t> </a:t>
            </a:r>
            <a:r>
              <a:rPr sz="1000" spc="-20" dirty="0">
                <a:solidFill>
                  <a:srgbClr val="231F20"/>
                </a:solidFill>
                <a:latin typeface="Arial"/>
                <a:cs typeface="Arial"/>
              </a:rPr>
              <a:t>dads</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kids</a:t>
            </a:r>
            <a:r>
              <a:rPr sz="1000" spc="-10" dirty="0">
                <a:solidFill>
                  <a:srgbClr val="231F20"/>
                </a:solidFill>
                <a:latin typeface="Arial"/>
                <a:cs typeface="Arial"/>
              </a:rPr>
              <a:t> </a:t>
            </a:r>
            <a:r>
              <a:rPr sz="1000" dirty="0">
                <a:solidFill>
                  <a:srgbClr val="231F20"/>
                </a:solidFill>
                <a:latin typeface="Arial"/>
                <a:cs typeface="Arial"/>
              </a:rPr>
              <a:t>danced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night</a:t>
            </a:r>
            <a:r>
              <a:rPr sz="1000" spc="-10" dirty="0">
                <a:solidFill>
                  <a:srgbClr val="231F20"/>
                </a:solidFill>
                <a:latin typeface="Arial"/>
                <a:cs typeface="Arial"/>
              </a:rPr>
              <a:t> </a:t>
            </a:r>
            <a:r>
              <a:rPr sz="1000" spc="-30" dirty="0">
                <a:solidFill>
                  <a:srgbClr val="231F20"/>
                </a:solidFill>
                <a:latin typeface="Arial"/>
                <a:cs typeface="Arial"/>
              </a:rPr>
              <a:t>away.</a:t>
            </a:r>
            <a:r>
              <a:rPr sz="1000" spc="-10"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Jillers</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spc="-25" dirty="0">
                <a:solidFill>
                  <a:srgbClr val="231F20"/>
                </a:solidFill>
                <a:latin typeface="Arial"/>
                <a:cs typeface="Arial"/>
              </a:rPr>
              <a:t>all</a:t>
            </a:r>
            <a:endParaRPr sz="1000" dirty="0">
              <a:latin typeface="Arial"/>
              <a:cs typeface="Arial"/>
            </a:endParaRPr>
          </a:p>
        </p:txBody>
      </p:sp>
      <p:sp>
        <p:nvSpPr>
          <p:cNvPr id="13" name="object 4">
            <a:extLst>
              <a:ext uri="{FF2B5EF4-FFF2-40B4-BE49-F238E27FC236}">
                <a16:creationId xmlns:a16="http://schemas.microsoft.com/office/drawing/2014/main" id="{968A8CE8-E511-83ED-3D4E-1DD3E7CE4B7D}"/>
              </a:ext>
            </a:extLst>
          </p:cNvPr>
          <p:cNvSpPr txBox="1"/>
          <p:nvPr/>
        </p:nvSpPr>
        <p:spPr>
          <a:xfrm>
            <a:off x="3892062" y="1958616"/>
            <a:ext cx="3312160" cy="7035800"/>
          </a:xfrm>
          <a:prstGeom prst="rect">
            <a:avLst/>
          </a:prstGeom>
        </p:spPr>
        <p:txBody>
          <a:bodyPr vert="horz" wrap="square" lIns="0" tIns="12700" rIns="0" bIns="0" rtlCol="0">
            <a:spAutoFit/>
          </a:bodyPr>
          <a:lstStyle/>
          <a:p>
            <a:pPr marL="12700" marR="153035">
              <a:lnSpc>
                <a:spcPct val="100000"/>
              </a:lnSpc>
              <a:spcBef>
                <a:spcPts val="100"/>
              </a:spcBef>
            </a:pPr>
            <a:r>
              <a:rPr sz="1000" dirty="0">
                <a:solidFill>
                  <a:srgbClr val="231F20"/>
                </a:solidFill>
                <a:latin typeface="Arial"/>
                <a:cs typeface="Arial"/>
              </a:rPr>
              <a:t>age</a:t>
            </a:r>
            <a:r>
              <a:rPr sz="1000" spc="55" dirty="0">
                <a:solidFill>
                  <a:srgbClr val="231F20"/>
                </a:solidFill>
                <a:latin typeface="Arial"/>
                <a:cs typeface="Arial"/>
              </a:rPr>
              <a:t> </a:t>
            </a:r>
            <a:r>
              <a:rPr sz="1000" dirty="0">
                <a:solidFill>
                  <a:srgbClr val="231F20"/>
                </a:solidFill>
                <a:latin typeface="Arial"/>
                <a:cs typeface="Arial"/>
              </a:rPr>
              <a:t>groups</a:t>
            </a:r>
            <a:r>
              <a:rPr sz="1000" spc="60" dirty="0">
                <a:solidFill>
                  <a:srgbClr val="231F20"/>
                </a:solidFill>
                <a:latin typeface="Arial"/>
                <a:cs typeface="Arial"/>
              </a:rPr>
              <a:t> </a:t>
            </a:r>
            <a:r>
              <a:rPr sz="1000" dirty="0">
                <a:solidFill>
                  <a:srgbClr val="231F20"/>
                </a:solidFill>
                <a:latin typeface="Arial"/>
                <a:cs typeface="Arial"/>
              </a:rPr>
              <a:t>provided</a:t>
            </a:r>
            <a:r>
              <a:rPr sz="1000" spc="60" dirty="0">
                <a:solidFill>
                  <a:srgbClr val="231F20"/>
                </a:solidFill>
                <a:latin typeface="Arial"/>
                <a:cs typeface="Arial"/>
              </a:rPr>
              <a:t> </a:t>
            </a:r>
            <a:r>
              <a:rPr sz="1000" dirty="0">
                <a:solidFill>
                  <a:srgbClr val="231F20"/>
                </a:solidFill>
                <a:latin typeface="Arial"/>
                <a:cs typeface="Arial"/>
              </a:rPr>
              <a:t>entertainment</a:t>
            </a:r>
            <a:r>
              <a:rPr sz="1000" spc="60" dirty="0">
                <a:solidFill>
                  <a:srgbClr val="231F20"/>
                </a:solidFill>
                <a:latin typeface="Arial"/>
                <a:cs typeface="Arial"/>
              </a:rPr>
              <a:t> </a:t>
            </a:r>
            <a:r>
              <a:rPr sz="1000" dirty="0">
                <a:solidFill>
                  <a:srgbClr val="231F20"/>
                </a:solidFill>
                <a:latin typeface="Arial"/>
                <a:cs typeface="Arial"/>
              </a:rPr>
              <a:t>highlighting</a:t>
            </a:r>
            <a:r>
              <a:rPr sz="1000" spc="60" dirty="0">
                <a:solidFill>
                  <a:srgbClr val="231F20"/>
                </a:solidFill>
                <a:latin typeface="Arial"/>
                <a:cs typeface="Arial"/>
              </a:rPr>
              <a:t> </a:t>
            </a:r>
            <a:r>
              <a:rPr sz="1000" spc="-20" dirty="0">
                <a:solidFill>
                  <a:srgbClr val="231F20"/>
                </a:solidFill>
                <a:latin typeface="Arial"/>
                <a:cs typeface="Arial"/>
              </a:rPr>
              <a:t>each </a:t>
            </a:r>
            <a:r>
              <a:rPr sz="1000" dirty="0">
                <a:solidFill>
                  <a:srgbClr val="231F20"/>
                </a:solidFill>
                <a:latin typeface="Arial"/>
                <a:cs typeface="Arial"/>
              </a:rPr>
              <a:t>child’s</a:t>
            </a:r>
            <a:r>
              <a:rPr sz="1000" spc="-15" dirty="0">
                <a:solidFill>
                  <a:srgbClr val="231F20"/>
                </a:solidFill>
                <a:latin typeface="Arial"/>
                <a:cs typeface="Arial"/>
              </a:rPr>
              <a:t> </a:t>
            </a:r>
            <a:r>
              <a:rPr sz="1000" dirty="0">
                <a:solidFill>
                  <a:srgbClr val="231F20"/>
                </a:solidFill>
                <a:latin typeface="Arial"/>
                <a:cs typeface="Arial"/>
              </a:rPr>
              <a:t>individual</a:t>
            </a:r>
            <a:r>
              <a:rPr sz="1000" spc="-15" dirty="0">
                <a:solidFill>
                  <a:srgbClr val="231F20"/>
                </a:solidFill>
                <a:latin typeface="Arial"/>
                <a:cs typeface="Arial"/>
              </a:rPr>
              <a:t> </a:t>
            </a:r>
            <a:r>
              <a:rPr sz="1000" dirty="0">
                <a:solidFill>
                  <a:srgbClr val="231F20"/>
                </a:solidFill>
                <a:latin typeface="Arial"/>
                <a:cs typeface="Arial"/>
              </a:rPr>
              <a:t>talent.</a:t>
            </a:r>
            <a:r>
              <a:rPr sz="1000" spc="-15" dirty="0">
                <a:solidFill>
                  <a:srgbClr val="231F20"/>
                </a:solidFill>
                <a:latin typeface="Arial"/>
                <a:cs typeface="Arial"/>
              </a:rPr>
              <a:t> </a:t>
            </a:r>
            <a:r>
              <a:rPr sz="1000" dirty="0">
                <a:solidFill>
                  <a:srgbClr val="231F20"/>
                </a:solidFill>
                <a:latin typeface="Arial"/>
                <a:cs typeface="Arial"/>
              </a:rPr>
              <a:t>Graduating</a:t>
            </a:r>
            <a:r>
              <a:rPr sz="1000" spc="-15"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spc="-20" dirty="0">
                <a:solidFill>
                  <a:srgbClr val="231F20"/>
                </a:solidFill>
                <a:latin typeface="Arial"/>
                <a:cs typeface="Arial"/>
              </a:rPr>
              <a:t>were </a:t>
            </a:r>
            <a:r>
              <a:rPr sz="1000" dirty="0">
                <a:solidFill>
                  <a:srgbClr val="231F20"/>
                </a:solidFill>
                <a:latin typeface="Arial"/>
                <a:cs typeface="Arial"/>
              </a:rPr>
              <a:t>celebrated</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came</a:t>
            </a:r>
            <a:r>
              <a:rPr sz="1000" spc="-10" dirty="0">
                <a:solidFill>
                  <a:srgbClr val="231F20"/>
                </a:solidFill>
                <a:latin typeface="Arial"/>
                <a:cs typeface="Arial"/>
              </a:rPr>
              <a:t> </a:t>
            </a:r>
            <a:r>
              <a:rPr sz="1000" dirty="0">
                <a:solidFill>
                  <a:srgbClr val="231F20"/>
                </a:solidFill>
                <a:latin typeface="Arial"/>
                <a:cs typeface="Arial"/>
              </a:rPr>
              <a:t>forward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share</a:t>
            </a:r>
            <a:r>
              <a:rPr sz="1000" spc="-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Jill</a:t>
            </a:r>
            <a:r>
              <a:rPr sz="1000" spc="5"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shaped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lives.</a:t>
            </a:r>
            <a:endParaRPr sz="1000" dirty="0">
              <a:latin typeface="Arial"/>
              <a:cs typeface="Arial"/>
            </a:endParaRPr>
          </a:p>
          <a:p>
            <a:pPr marL="12700" marR="152400">
              <a:lnSpc>
                <a:spcPct val="100000"/>
              </a:lnSpc>
              <a:spcBef>
                <a:spcPts val="900"/>
              </a:spcBef>
            </a:pP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sponsored</a:t>
            </a:r>
            <a:r>
              <a:rPr sz="1000" spc="1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legislative </a:t>
            </a:r>
            <a:r>
              <a:rPr sz="1000" dirty="0">
                <a:solidFill>
                  <a:srgbClr val="231F20"/>
                </a:solidFill>
                <a:latin typeface="Arial"/>
                <a:cs typeface="Arial"/>
              </a:rPr>
              <a:t>process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using</a:t>
            </a:r>
            <a:r>
              <a:rPr sz="1000" spc="-10" dirty="0">
                <a:solidFill>
                  <a:srgbClr val="231F20"/>
                </a:solidFill>
                <a:latin typeface="Arial"/>
                <a:cs typeface="Arial"/>
              </a:rPr>
              <a:t> </a:t>
            </a:r>
            <a:r>
              <a:rPr sz="1000" dirty="0">
                <a:solidFill>
                  <a:srgbClr val="231F20"/>
                </a:solidFill>
                <a:latin typeface="Arial"/>
                <a:cs typeface="Arial"/>
              </a:rPr>
              <a:t>advocacy</a:t>
            </a:r>
            <a:r>
              <a:rPr sz="1000" spc="-15" dirty="0">
                <a:solidFill>
                  <a:srgbClr val="231F20"/>
                </a:solidFill>
                <a:latin typeface="Arial"/>
                <a:cs typeface="Arial"/>
              </a:rPr>
              <a:t> </a:t>
            </a:r>
            <a:r>
              <a:rPr sz="1000" dirty="0">
                <a:solidFill>
                  <a:srgbClr val="231F20"/>
                </a:solidFill>
                <a:latin typeface="Arial"/>
                <a:cs typeface="Arial"/>
              </a:rPr>
              <a:t>strategies</a:t>
            </a:r>
            <a:r>
              <a:rPr sz="1000" spc="-10"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work.</a:t>
            </a:r>
            <a:r>
              <a:rPr sz="1000" spc="-10" dirty="0">
                <a:solidFill>
                  <a:srgbClr val="231F20"/>
                </a:solidFill>
                <a:latin typeface="Arial"/>
                <a:cs typeface="Arial"/>
              </a:rPr>
              <a:t> </a:t>
            </a:r>
            <a:r>
              <a:rPr sz="1000" spc="-20" dirty="0">
                <a:solidFill>
                  <a:srgbClr val="231F20"/>
                </a:solidFill>
                <a:latin typeface="Arial"/>
                <a:cs typeface="Arial"/>
              </a:rPr>
              <a:t>Each </a:t>
            </a:r>
            <a:r>
              <a:rPr sz="1000" dirty="0">
                <a:solidFill>
                  <a:srgbClr val="231F20"/>
                </a:solidFill>
                <a:latin typeface="Arial"/>
                <a:cs typeface="Arial"/>
              </a:rPr>
              <a:t>age</a:t>
            </a:r>
            <a:r>
              <a:rPr sz="1000" spc="1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participated</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kids</a:t>
            </a:r>
            <a:r>
              <a:rPr sz="1000" spc="15" dirty="0">
                <a:solidFill>
                  <a:srgbClr val="231F20"/>
                </a:solidFill>
                <a:latin typeface="Arial"/>
                <a:cs typeface="Arial"/>
              </a:rPr>
              <a:t> </a:t>
            </a:r>
            <a:r>
              <a:rPr sz="1000" dirty="0">
                <a:solidFill>
                  <a:srgbClr val="231F20"/>
                </a:solidFill>
                <a:latin typeface="Arial"/>
                <a:cs typeface="Arial"/>
              </a:rPr>
              <a:t>visited</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County </a:t>
            </a:r>
            <a:r>
              <a:rPr sz="1000" dirty="0">
                <a:solidFill>
                  <a:srgbClr val="231F20"/>
                </a:solidFill>
                <a:latin typeface="Arial"/>
                <a:cs typeface="Arial"/>
              </a:rPr>
              <a:t>Council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Board</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Education</a:t>
            </a:r>
            <a:r>
              <a:rPr sz="1000" spc="-15" dirty="0">
                <a:solidFill>
                  <a:srgbClr val="231F20"/>
                </a:solidFill>
                <a:latin typeface="Arial"/>
                <a:cs typeface="Arial"/>
              </a:rPr>
              <a:t> </a:t>
            </a:r>
            <a:r>
              <a:rPr sz="1000" dirty="0">
                <a:solidFill>
                  <a:srgbClr val="231F20"/>
                </a:solidFill>
                <a:latin typeface="Arial"/>
                <a:cs typeface="Arial"/>
              </a:rPr>
              <a:t>meeting</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advocated </a:t>
            </a:r>
            <a:r>
              <a:rPr sz="1000" dirty="0">
                <a:solidFill>
                  <a:srgbClr val="231F20"/>
                </a:solidFill>
                <a:latin typeface="Arial"/>
                <a:cs typeface="Arial"/>
              </a:rPr>
              <a:t>for legislative</a:t>
            </a:r>
            <a:r>
              <a:rPr sz="1000" spc="5" dirty="0">
                <a:solidFill>
                  <a:srgbClr val="231F20"/>
                </a:solidFill>
                <a:latin typeface="Arial"/>
                <a:cs typeface="Arial"/>
              </a:rPr>
              <a:t> </a:t>
            </a:r>
            <a:r>
              <a:rPr sz="1000" spc="-10" dirty="0">
                <a:solidFill>
                  <a:srgbClr val="231F20"/>
                </a:solidFill>
                <a:latin typeface="Arial"/>
                <a:cs typeface="Arial"/>
              </a:rPr>
              <a:t>issues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educational </a:t>
            </a:r>
            <a:r>
              <a:rPr sz="1000" spc="-10" dirty="0">
                <a:solidFill>
                  <a:srgbClr val="231F20"/>
                </a:solidFill>
                <a:latin typeface="Arial"/>
                <a:cs typeface="Arial"/>
              </a:rPr>
              <a:t>programs.</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sponsored</a:t>
            </a:r>
            <a:r>
              <a:rPr sz="1000" spc="20" dirty="0">
                <a:solidFill>
                  <a:srgbClr val="231F20"/>
                </a:solidFill>
                <a:latin typeface="Arial"/>
                <a:cs typeface="Arial"/>
              </a:rPr>
              <a:t> </a:t>
            </a:r>
            <a:r>
              <a:rPr sz="1000" dirty="0">
                <a:solidFill>
                  <a:srgbClr val="231F20"/>
                </a:solidFill>
                <a:latin typeface="Arial"/>
                <a:cs typeface="Arial"/>
              </a:rPr>
              <a:t>two</a:t>
            </a:r>
            <a:r>
              <a:rPr sz="1000" spc="20" dirty="0">
                <a:solidFill>
                  <a:srgbClr val="231F20"/>
                </a:solidFill>
                <a:latin typeface="Arial"/>
                <a:cs typeface="Arial"/>
              </a:rPr>
              <a:t> </a:t>
            </a:r>
            <a:r>
              <a:rPr sz="1000" dirty="0">
                <a:solidFill>
                  <a:srgbClr val="231F20"/>
                </a:solidFill>
                <a:latin typeface="Arial"/>
                <a:cs typeface="Arial"/>
              </a:rPr>
              <a:t>workshops</a:t>
            </a:r>
            <a:r>
              <a:rPr sz="1000" spc="20"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spc="-10" dirty="0">
                <a:solidFill>
                  <a:srgbClr val="231F20"/>
                </a:solidFill>
                <a:latin typeface="Arial"/>
                <a:cs typeface="Arial"/>
              </a:rPr>
              <a:t>college </a:t>
            </a:r>
            <a:r>
              <a:rPr sz="1000" dirty="0">
                <a:solidFill>
                  <a:srgbClr val="231F20"/>
                </a:solidFill>
                <a:latin typeface="Arial"/>
                <a:cs typeface="Arial"/>
              </a:rPr>
              <a:t>preparedness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public.</a:t>
            </a:r>
            <a:r>
              <a:rPr sz="1000" spc="15" dirty="0">
                <a:solidFill>
                  <a:srgbClr val="231F20"/>
                </a:solidFill>
                <a:latin typeface="Arial"/>
                <a:cs typeface="Arial"/>
              </a:rPr>
              <a:t> </a:t>
            </a:r>
            <a:r>
              <a:rPr sz="1000" dirty="0">
                <a:solidFill>
                  <a:srgbClr val="231F20"/>
                </a:solidFill>
                <a:latin typeface="Arial"/>
                <a:cs typeface="Arial"/>
              </a:rPr>
              <a:t>Mothers</a:t>
            </a:r>
            <a:r>
              <a:rPr sz="1000" spc="20" dirty="0">
                <a:solidFill>
                  <a:srgbClr val="231F20"/>
                </a:solidFill>
                <a:latin typeface="Arial"/>
                <a:cs typeface="Arial"/>
              </a:rPr>
              <a:t> </a:t>
            </a:r>
            <a:r>
              <a:rPr sz="1000" dirty="0">
                <a:solidFill>
                  <a:srgbClr val="231F20"/>
                </a:solidFill>
                <a:latin typeface="Arial"/>
                <a:cs typeface="Arial"/>
              </a:rPr>
              <a:t>promoted</a:t>
            </a:r>
            <a:r>
              <a:rPr sz="1000" spc="15" dirty="0">
                <a:solidFill>
                  <a:srgbClr val="231F20"/>
                </a:solidFill>
                <a:latin typeface="Arial"/>
                <a:cs typeface="Arial"/>
              </a:rPr>
              <a:t> </a:t>
            </a:r>
            <a:r>
              <a:rPr sz="1000" spc="-20" dirty="0">
                <a:solidFill>
                  <a:srgbClr val="231F20"/>
                </a:solidFill>
                <a:latin typeface="Arial"/>
                <a:cs typeface="Arial"/>
              </a:rPr>
              <a:t>ways</a:t>
            </a:r>
            <a:endParaRPr sz="1000" dirty="0">
              <a:latin typeface="Arial"/>
              <a:cs typeface="Arial"/>
            </a:endParaRPr>
          </a:p>
          <a:p>
            <a:pPr marL="12700" marR="396240">
              <a:lnSpc>
                <a:spcPct val="100000"/>
              </a:lnSpc>
            </a:pPr>
            <a:r>
              <a:rPr sz="1000" dirty="0">
                <a:solidFill>
                  <a:srgbClr val="231F20"/>
                </a:solidFill>
                <a:latin typeface="Arial"/>
                <a:cs typeface="Arial"/>
              </a:rPr>
              <a:t>to reduce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risk</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spc="-10" dirty="0">
                <a:solidFill>
                  <a:srgbClr val="231F20"/>
                </a:solidFill>
                <a:latin typeface="Arial"/>
                <a:cs typeface="Arial"/>
              </a:rPr>
              <a:t>cardiovascular</a:t>
            </a:r>
            <a:r>
              <a:rPr sz="1000" spc="5" dirty="0">
                <a:solidFill>
                  <a:srgbClr val="231F20"/>
                </a:solidFill>
                <a:latin typeface="Arial"/>
                <a:cs typeface="Arial"/>
              </a:rPr>
              <a:t> </a:t>
            </a:r>
            <a:r>
              <a:rPr sz="1000" spc="-10" dirty="0">
                <a:solidFill>
                  <a:srgbClr val="231F20"/>
                </a:solidFill>
                <a:latin typeface="Arial"/>
                <a:cs typeface="Arial"/>
              </a:rPr>
              <a:t>disease,</a:t>
            </a:r>
            <a:r>
              <a:rPr sz="1000" spc="5" dirty="0">
                <a:solidFill>
                  <a:srgbClr val="231F20"/>
                </a:solidFill>
                <a:latin typeface="Arial"/>
                <a:cs typeface="Arial"/>
              </a:rPr>
              <a:t> </a:t>
            </a:r>
            <a:r>
              <a:rPr sz="1000" spc="-20" dirty="0">
                <a:solidFill>
                  <a:srgbClr val="231F20"/>
                </a:solidFill>
                <a:latin typeface="Arial"/>
                <a:cs typeface="Arial"/>
              </a:rPr>
              <a:t>Type</a:t>
            </a:r>
            <a:r>
              <a:rPr sz="1000" spc="500" dirty="0">
                <a:solidFill>
                  <a:srgbClr val="231F20"/>
                </a:solidFill>
                <a:latin typeface="Arial"/>
                <a:cs typeface="Arial"/>
              </a:rPr>
              <a:t> </a:t>
            </a:r>
            <a:r>
              <a:rPr sz="1000" dirty="0">
                <a:solidFill>
                  <a:srgbClr val="231F20"/>
                </a:solidFill>
                <a:latin typeface="Arial"/>
                <a:cs typeface="Arial"/>
              </a:rPr>
              <a:t>2</a:t>
            </a:r>
            <a:r>
              <a:rPr sz="1000" spc="25" dirty="0">
                <a:solidFill>
                  <a:srgbClr val="231F20"/>
                </a:solidFill>
                <a:latin typeface="Arial"/>
                <a:cs typeface="Arial"/>
              </a:rPr>
              <a:t> </a:t>
            </a:r>
            <a:r>
              <a:rPr sz="1000" dirty="0">
                <a:solidFill>
                  <a:srgbClr val="231F20"/>
                </a:solidFill>
                <a:latin typeface="Arial"/>
                <a:cs typeface="Arial"/>
              </a:rPr>
              <a:t>diabetes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obesity</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continued</a:t>
            </a:r>
            <a:r>
              <a:rPr sz="1000" spc="25"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monthly</a:t>
            </a:r>
            <a:endParaRPr sz="1000" dirty="0">
              <a:latin typeface="Arial"/>
              <a:cs typeface="Arial"/>
            </a:endParaRPr>
          </a:p>
          <a:p>
            <a:pPr marL="12700" marR="5080">
              <a:lnSpc>
                <a:spcPct val="100000"/>
              </a:lnSpc>
            </a:pPr>
            <a:r>
              <a:rPr sz="1000" dirty="0">
                <a:solidFill>
                  <a:srgbClr val="231F20"/>
                </a:solidFill>
                <a:latin typeface="Arial"/>
                <a:cs typeface="Arial"/>
              </a:rPr>
              <a:t>power</a:t>
            </a:r>
            <a:r>
              <a:rPr sz="1000" spc="-15" dirty="0">
                <a:solidFill>
                  <a:srgbClr val="231F20"/>
                </a:solidFill>
                <a:latin typeface="Arial"/>
                <a:cs typeface="Arial"/>
              </a:rPr>
              <a:t> </a:t>
            </a:r>
            <a:r>
              <a:rPr sz="1000" dirty="0">
                <a:solidFill>
                  <a:srgbClr val="231F20"/>
                </a:solidFill>
                <a:latin typeface="Arial"/>
                <a:cs typeface="Arial"/>
              </a:rPr>
              <a:t>walks</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Wheaton</a:t>
            </a:r>
            <a:r>
              <a:rPr sz="1000" spc="-10" dirty="0">
                <a:solidFill>
                  <a:srgbClr val="231F20"/>
                </a:solidFill>
                <a:latin typeface="Arial"/>
                <a:cs typeface="Arial"/>
              </a:rPr>
              <a:t> Mall.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continued</a:t>
            </a:r>
            <a:r>
              <a:rPr sz="1000" spc="-10" dirty="0">
                <a:solidFill>
                  <a:srgbClr val="231F20"/>
                </a:solidFill>
                <a:latin typeface="Arial"/>
                <a:cs typeface="Arial"/>
              </a:rPr>
              <a:t> </a:t>
            </a:r>
            <a:r>
              <a:rPr sz="1000" spc="-25" dirty="0">
                <a:solidFill>
                  <a:srgbClr val="231F20"/>
                </a:solidFill>
                <a:latin typeface="Arial"/>
                <a:cs typeface="Arial"/>
              </a:rPr>
              <a:t>its </a:t>
            </a:r>
            <a:r>
              <a:rPr sz="1000" dirty="0">
                <a:solidFill>
                  <a:srgbClr val="231F20"/>
                </a:solidFill>
                <a:latin typeface="Arial"/>
                <a:cs typeface="Arial"/>
              </a:rPr>
              <a:t>partnership</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March</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Dimes</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annual</a:t>
            </a:r>
            <a:r>
              <a:rPr sz="1000" spc="-30" dirty="0">
                <a:solidFill>
                  <a:srgbClr val="231F20"/>
                </a:solidFill>
                <a:latin typeface="Arial"/>
                <a:cs typeface="Arial"/>
              </a:rPr>
              <a:t> </a:t>
            </a:r>
            <a:r>
              <a:rPr sz="1000" spc="-20" dirty="0">
                <a:solidFill>
                  <a:srgbClr val="231F20"/>
                </a:solidFill>
                <a:latin typeface="Arial"/>
                <a:cs typeface="Arial"/>
              </a:rPr>
              <a:t>Walk</a:t>
            </a:r>
            <a:r>
              <a:rPr sz="1000" spc="-30" dirty="0">
                <a:solidFill>
                  <a:srgbClr val="231F20"/>
                </a:solidFill>
                <a:latin typeface="Arial"/>
                <a:cs typeface="Arial"/>
              </a:rPr>
              <a:t> </a:t>
            </a:r>
            <a:r>
              <a:rPr sz="1000" dirty="0">
                <a:solidFill>
                  <a:srgbClr val="231F20"/>
                </a:solidFill>
                <a:latin typeface="Arial"/>
                <a:cs typeface="Arial"/>
              </a:rPr>
              <a:t>for</a:t>
            </a:r>
            <a:r>
              <a:rPr sz="1000" spc="-30" dirty="0">
                <a:solidFill>
                  <a:srgbClr val="231F20"/>
                </a:solidFill>
                <a:latin typeface="Arial"/>
                <a:cs typeface="Arial"/>
              </a:rPr>
              <a:t> </a:t>
            </a:r>
            <a:r>
              <a:rPr sz="1000" dirty="0">
                <a:solidFill>
                  <a:srgbClr val="231F20"/>
                </a:solidFill>
                <a:latin typeface="Arial"/>
                <a:cs typeface="Arial"/>
              </a:rPr>
              <a:t>Babies</a:t>
            </a:r>
            <a:r>
              <a:rPr sz="1000" spc="-30" dirty="0">
                <a:solidFill>
                  <a:srgbClr val="231F20"/>
                </a:solidFill>
                <a:latin typeface="Arial"/>
                <a:cs typeface="Arial"/>
              </a:rPr>
              <a:t> </a:t>
            </a:r>
            <a:r>
              <a:rPr sz="1000" dirty="0">
                <a:solidFill>
                  <a:srgbClr val="231F20"/>
                </a:solidFill>
                <a:latin typeface="Arial"/>
                <a:cs typeface="Arial"/>
              </a:rPr>
              <a:t>event</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April.</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Chapter</a:t>
            </a:r>
            <a:r>
              <a:rPr sz="1000" spc="-30" dirty="0">
                <a:solidFill>
                  <a:srgbClr val="231F20"/>
                </a:solidFill>
                <a:latin typeface="Arial"/>
                <a:cs typeface="Arial"/>
              </a:rPr>
              <a:t> </a:t>
            </a:r>
            <a:r>
              <a:rPr sz="1000" spc="-20" dirty="0">
                <a:solidFill>
                  <a:srgbClr val="231F20"/>
                </a:solidFill>
                <a:latin typeface="Arial"/>
                <a:cs typeface="Arial"/>
              </a:rPr>
              <a:t>held</a:t>
            </a:r>
            <a:endParaRPr sz="1000" dirty="0">
              <a:latin typeface="Arial"/>
              <a:cs typeface="Arial"/>
            </a:endParaRPr>
          </a:p>
          <a:p>
            <a:pPr marL="12700" marR="34925">
              <a:lnSpc>
                <a:spcPct val="100000"/>
              </a:lnSpc>
            </a:pPr>
            <a:r>
              <a:rPr sz="1000" dirty="0">
                <a:solidFill>
                  <a:srgbClr val="231F20"/>
                </a:solidFill>
                <a:latin typeface="Arial"/>
                <a:cs typeface="Arial"/>
              </a:rPr>
              <a:t>its</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spc="-45" dirty="0">
                <a:solidFill>
                  <a:srgbClr val="231F20"/>
                </a:solidFill>
                <a:latin typeface="Arial"/>
                <a:cs typeface="Arial"/>
              </a:rPr>
              <a:t>MLK</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event with</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spc="-10" dirty="0">
                <a:solidFill>
                  <a:srgbClr val="231F20"/>
                </a:solidFill>
                <a:latin typeface="Arial"/>
                <a:cs typeface="Arial"/>
              </a:rPr>
              <a:t>charity,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Wider</a:t>
            </a:r>
            <a:r>
              <a:rPr sz="1000" spc="-5" dirty="0">
                <a:solidFill>
                  <a:srgbClr val="231F20"/>
                </a:solidFill>
                <a:latin typeface="Arial"/>
                <a:cs typeface="Arial"/>
              </a:rPr>
              <a:t> </a:t>
            </a:r>
            <a:r>
              <a:rPr sz="1000" dirty="0">
                <a:solidFill>
                  <a:srgbClr val="231F20"/>
                </a:solidFill>
                <a:latin typeface="Arial"/>
                <a:cs typeface="Arial"/>
              </a:rPr>
              <a:t>Circle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address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impact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poverty</a:t>
            </a:r>
            <a:r>
              <a:rPr sz="1000" spc="-5" dirty="0">
                <a:solidFill>
                  <a:srgbClr val="231F20"/>
                </a:solidFill>
                <a:latin typeface="Arial"/>
                <a:cs typeface="Arial"/>
              </a:rPr>
              <a:t> </a:t>
            </a:r>
            <a:r>
              <a:rPr sz="1000" spc="-20" dirty="0">
                <a:solidFill>
                  <a:srgbClr val="231F20"/>
                </a:solidFill>
                <a:latin typeface="Arial"/>
                <a:cs typeface="Arial"/>
              </a:rPr>
              <a:t>among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January</a:t>
            </a:r>
            <a:r>
              <a:rPr sz="1000" spc="-15" dirty="0">
                <a:solidFill>
                  <a:srgbClr val="231F20"/>
                </a:solidFill>
                <a:latin typeface="Arial"/>
                <a:cs typeface="Arial"/>
              </a:rPr>
              <a:t> </a:t>
            </a:r>
            <a:r>
              <a:rPr sz="1000" spc="-25" dirty="0">
                <a:solidFill>
                  <a:srgbClr val="231F20"/>
                </a:solidFill>
                <a:latin typeface="Arial"/>
                <a:cs typeface="Arial"/>
              </a:rPr>
              <a:t>2015.</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5th</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Community </a:t>
            </a:r>
            <a:r>
              <a:rPr sz="1000" dirty="0">
                <a:solidFill>
                  <a:srgbClr val="231F20"/>
                </a:solidFill>
                <a:latin typeface="Arial"/>
                <a:cs typeface="Arial"/>
              </a:rPr>
              <a:t>Spelling</a:t>
            </a:r>
            <a:r>
              <a:rPr sz="1000" spc="-20" dirty="0">
                <a:solidFill>
                  <a:srgbClr val="231F20"/>
                </a:solidFill>
                <a:latin typeface="Arial"/>
                <a:cs typeface="Arial"/>
              </a:rPr>
              <a:t> </a:t>
            </a:r>
            <a:r>
              <a:rPr sz="1000" dirty="0">
                <a:solidFill>
                  <a:srgbClr val="231F20"/>
                </a:solidFill>
                <a:latin typeface="Arial"/>
                <a:cs typeface="Arial"/>
              </a:rPr>
              <a:t>Bee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Oratorical</a:t>
            </a:r>
            <a:r>
              <a:rPr sz="1000" spc="-20"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spc="-10" dirty="0">
                <a:solidFill>
                  <a:srgbClr val="231F20"/>
                </a:solidFill>
                <a:latin typeface="Arial"/>
                <a:cs typeface="Arial"/>
              </a:rPr>
              <a:t>Feb.</a:t>
            </a:r>
            <a:r>
              <a:rPr sz="1000" spc="-20" dirty="0">
                <a:solidFill>
                  <a:srgbClr val="231F20"/>
                </a:solidFill>
                <a:latin typeface="Arial"/>
                <a:cs typeface="Arial"/>
              </a:rPr>
              <a:t> </a:t>
            </a:r>
            <a:r>
              <a:rPr sz="1000" spc="-75" dirty="0">
                <a:solidFill>
                  <a:srgbClr val="231F20"/>
                </a:solidFill>
                <a:latin typeface="Arial"/>
                <a:cs typeface="Arial"/>
              </a:rPr>
              <a:t>21,</a:t>
            </a:r>
            <a:r>
              <a:rPr sz="1000" spc="-15" dirty="0">
                <a:solidFill>
                  <a:srgbClr val="231F20"/>
                </a:solidFill>
                <a:latin typeface="Arial"/>
                <a:cs typeface="Arial"/>
              </a:rPr>
              <a:t> </a:t>
            </a:r>
            <a:r>
              <a:rPr sz="1000" spc="-20" dirty="0">
                <a:solidFill>
                  <a:srgbClr val="231F20"/>
                </a:solidFill>
                <a:latin typeface="Arial"/>
                <a:cs typeface="Arial"/>
              </a:rPr>
              <a:t>2015.</a:t>
            </a:r>
            <a:endParaRPr sz="1000" dirty="0">
              <a:latin typeface="Arial"/>
              <a:cs typeface="Arial"/>
            </a:endParaRPr>
          </a:p>
          <a:p>
            <a:pPr marL="12700" marR="47625">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spc="-10" dirty="0">
                <a:solidFill>
                  <a:srgbClr val="231F20"/>
                </a:solidFill>
                <a:latin typeface="Arial"/>
                <a:cs typeface="Arial"/>
              </a:rPr>
              <a:t>obstacle </a:t>
            </a:r>
            <a:r>
              <a:rPr sz="1000" dirty="0">
                <a:solidFill>
                  <a:srgbClr val="231F20"/>
                </a:solidFill>
                <a:latin typeface="Arial"/>
                <a:cs typeface="Arial"/>
              </a:rPr>
              <a:t>course</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included</a:t>
            </a:r>
            <a:r>
              <a:rPr sz="1000" spc="10" dirty="0">
                <a:solidFill>
                  <a:srgbClr val="231F20"/>
                </a:solidFill>
                <a:latin typeface="Arial"/>
                <a:cs typeface="Arial"/>
              </a:rPr>
              <a:t> </a:t>
            </a:r>
            <a:r>
              <a:rPr sz="1000" dirty="0">
                <a:solidFill>
                  <a:srgbClr val="231F20"/>
                </a:solidFill>
                <a:latin typeface="Arial"/>
                <a:cs typeface="Arial"/>
              </a:rPr>
              <a:t>sack</a:t>
            </a:r>
            <a:r>
              <a:rPr sz="1000" spc="5" dirty="0">
                <a:solidFill>
                  <a:srgbClr val="231F20"/>
                </a:solidFill>
                <a:latin typeface="Arial"/>
                <a:cs typeface="Arial"/>
              </a:rPr>
              <a:t> </a:t>
            </a:r>
            <a:r>
              <a:rPr sz="1000" dirty="0">
                <a:solidFill>
                  <a:srgbClr val="231F20"/>
                </a:solidFill>
                <a:latin typeface="Arial"/>
                <a:cs typeface="Arial"/>
              </a:rPr>
              <a:t>jumping,</a:t>
            </a:r>
            <a:r>
              <a:rPr sz="1000" spc="5" dirty="0">
                <a:solidFill>
                  <a:srgbClr val="231F20"/>
                </a:solidFill>
                <a:latin typeface="Arial"/>
                <a:cs typeface="Arial"/>
              </a:rPr>
              <a:t> </a:t>
            </a:r>
            <a:r>
              <a:rPr sz="1000" dirty="0">
                <a:solidFill>
                  <a:srgbClr val="231F20"/>
                </a:solidFill>
                <a:latin typeface="Arial"/>
                <a:cs typeface="Arial"/>
              </a:rPr>
              <a:t>speed</a:t>
            </a:r>
            <a:r>
              <a:rPr sz="1000" spc="10" dirty="0">
                <a:solidFill>
                  <a:srgbClr val="231F20"/>
                </a:solidFill>
                <a:latin typeface="Arial"/>
                <a:cs typeface="Arial"/>
              </a:rPr>
              <a:t> </a:t>
            </a:r>
            <a:r>
              <a:rPr sz="1000" dirty="0">
                <a:solidFill>
                  <a:srgbClr val="231F20"/>
                </a:solidFill>
                <a:latin typeface="Arial"/>
                <a:cs typeface="Arial"/>
              </a:rPr>
              <a:t>agility</a:t>
            </a:r>
            <a:r>
              <a:rPr sz="1000" spc="5" dirty="0">
                <a:solidFill>
                  <a:srgbClr val="231F20"/>
                </a:solidFill>
                <a:latin typeface="Arial"/>
                <a:cs typeface="Arial"/>
              </a:rPr>
              <a:t> </a:t>
            </a:r>
            <a:r>
              <a:rPr sz="1000" spc="-20" dirty="0">
                <a:solidFill>
                  <a:srgbClr val="231F20"/>
                </a:solidFill>
                <a:latin typeface="Arial"/>
                <a:cs typeface="Arial"/>
              </a:rPr>
              <a:t>rope </a:t>
            </a:r>
            <a:r>
              <a:rPr sz="1000" dirty="0">
                <a:solidFill>
                  <a:srgbClr val="231F20"/>
                </a:solidFill>
                <a:latin typeface="Arial"/>
                <a:cs typeface="Arial"/>
              </a:rPr>
              <a:t>ladders and balance beams in support of the </a:t>
            </a:r>
            <a:r>
              <a:rPr sz="1000" spc="-10" dirty="0">
                <a:solidFill>
                  <a:srgbClr val="231F20"/>
                </a:solidFill>
                <a:latin typeface="Arial"/>
                <a:cs typeface="Arial"/>
              </a:rPr>
              <a:t>“Let’s</a:t>
            </a:r>
            <a:r>
              <a:rPr sz="1000" spc="500" dirty="0">
                <a:solidFill>
                  <a:srgbClr val="231F20"/>
                </a:solidFill>
                <a:latin typeface="Arial"/>
                <a:cs typeface="Arial"/>
              </a:rPr>
              <a:t> </a:t>
            </a:r>
            <a:r>
              <a:rPr sz="1000" dirty="0">
                <a:solidFill>
                  <a:srgbClr val="231F20"/>
                </a:solidFill>
                <a:latin typeface="Arial"/>
                <a:cs typeface="Arial"/>
              </a:rPr>
              <a:t>Move” Initiative.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supported</a:t>
            </a:r>
            <a:r>
              <a:rPr sz="1000" spc="5" dirty="0">
                <a:solidFill>
                  <a:srgbClr val="231F20"/>
                </a:solidFill>
                <a:latin typeface="Arial"/>
                <a:cs typeface="Arial"/>
              </a:rPr>
              <a:t> </a:t>
            </a:r>
            <a:r>
              <a:rPr sz="1000" dirty="0">
                <a:solidFill>
                  <a:srgbClr val="231F20"/>
                </a:solidFill>
                <a:latin typeface="Arial"/>
                <a:cs typeface="Arial"/>
              </a:rPr>
              <a:t>the Down</a:t>
            </a:r>
            <a:r>
              <a:rPr sz="1000" spc="5" dirty="0">
                <a:solidFill>
                  <a:srgbClr val="231F20"/>
                </a:solidFill>
                <a:latin typeface="Arial"/>
                <a:cs typeface="Arial"/>
              </a:rPr>
              <a:t> </a:t>
            </a:r>
            <a:r>
              <a:rPr sz="1000" spc="-10" dirty="0">
                <a:solidFill>
                  <a:srgbClr val="231F20"/>
                </a:solidFill>
                <a:latin typeface="Arial"/>
                <a:cs typeface="Arial"/>
              </a:rPr>
              <a:t>Syndrome </a:t>
            </a:r>
            <a:r>
              <a:rPr sz="1000" dirty="0">
                <a:solidFill>
                  <a:srgbClr val="231F20"/>
                </a:solidFill>
                <a:latin typeface="Arial"/>
                <a:cs typeface="Arial"/>
              </a:rPr>
              <a:t>Network</a:t>
            </a:r>
            <a:r>
              <a:rPr sz="1000" spc="30" dirty="0">
                <a:solidFill>
                  <a:srgbClr val="231F20"/>
                </a:solidFill>
                <a:latin typeface="Arial"/>
                <a:cs typeface="Arial"/>
              </a:rPr>
              <a:t> </a:t>
            </a:r>
            <a:r>
              <a:rPr sz="1000" dirty="0">
                <a:solidFill>
                  <a:srgbClr val="231F20"/>
                </a:solidFill>
                <a:latin typeface="Arial"/>
                <a:cs typeface="Arial"/>
              </a:rPr>
              <a:t>of</a:t>
            </a:r>
            <a:r>
              <a:rPr sz="1000" spc="30" dirty="0">
                <a:solidFill>
                  <a:srgbClr val="231F20"/>
                </a:solidFill>
                <a:latin typeface="Arial"/>
                <a:cs typeface="Arial"/>
              </a:rPr>
              <a:t> </a:t>
            </a:r>
            <a:r>
              <a:rPr sz="1000" dirty="0">
                <a:solidFill>
                  <a:srgbClr val="231F20"/>
                </a:solidFill>
                <a:latin typeface="Arial"/>
                <a:cs typeface="Arial"/>
              </a:rPr>
              <a:t>Montgomery</a:t>
            </a:r>
            <a:r>
              <a:rPr sz="1000" spc="30" dirty="0">
                <a:solidFill>
                  <a:srgbClr val="231F20"/>
                </a:solidFill>
                <a:latin typeface="Arial"/>
                <a:cs typeface="Arial"/>
              </a:rPr>
              <a:t> </a:t>
            </a:r>
            <a:r>
              <a:rPr sz="1000" dirty="0">
                <a:solidFill>
                  <a:srgbClr val="231F20"/>
                </a:solidFill>
                <a:latin typeface="Arial"/>
                <a:cs typeface="Arial"/>
              </a:rPr>
              <a:t>County</a:t>
            </a:r>
            <a:r>
              <a:rPr sz="1000" spc="30" dirty="0">
                <a:solidFill>
                  <a:srgbClr val="231F20"/>
                </a:solidFill>
                <a:latin typeface="Arial"/>
                <a:cs typeface="Arial"/>
              </a:rPr>
              <a:t> </a:t>
            </a:r>
            <a:r>
              <a:rPr sz="1000" dirty="0">
                <a:solidFill>
                  <a:srgbClr val="231F20"/>
                </a:solidFill>
                <a:latin typeface="Arial"/>
                <a:cs typeface="Arial"/>
              </a:rPr>
              <a:t>by</a:t>
            </a:r>
            <a:r>
              <a:rPr sz="1000" spc="35" dirty="0">
                <a:solidFill>
                  <a:srgbClr val="231F20"/>
                </a:solidFill>
                <a:latin typeface="Arial"/>
                <a:cs typeface="Arial"/>
              </a:rPr>
              <a:t> </a:t>
            </a:r>
            <a:r>
              <a:rPr sz="1000" dirty="0">
                <a:solidFill>
                  <a:srgbClr val="231F20"/>
                </a:solidFill>
                <a:latin typeface="Arial"/>
                <a:cs typeface="Arial"/>
              </a:rPr>
              <a:t>participated</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spc="-20" dirty="0">
                <a:solidFill>
                  <a:srgbClr val="231F20"/>
                </a:solidFill>
                <a:latin typeface="Arial"/>
                <a:cs typeface="Arial"/>
              </a:rPr>
              <a:t>their </a:t>
            </a:r>
            <a:r>
              <a:rPr sz="1000" spc="-25" dirty="0">
                <a:solidFill>
                  <a:srgbClr val="231F20"/>
                </a:solidFill>
                <a:latin typeface="Arial"/>
                <a:cs typeface="Arial"/>
              </a:rPr>
              <a:t>2014</a:t>
            </a:r>
            <a:r>
              <a:rPr sz="1000" spc="-15" dirty="0">
                <a:solidFill>
                  <a:srgbClr val="231F20"/>
                </a:solidFill>
                <a:latin typeface="Arial"/>
                <a:cs typeface="Arial"/>
              </a:rPr>
              <a:t> </a:t>
            </a:r>
            <a:r>
              <a:rPr sz="1000" dirty="0">
                <a:solidFill>
                  <a:srgbClr val="231F20"/>
                </a:solidFill>
                <a:latin typeface="Arial"/>
                <a:cs typeface="Arial"/>
              </a:rPr>
              <a:t>Buddy</a:t>
            </a:r>
            <a:r>
              <a:rPr sz="1000" spc="-15" dirty="0">
                <a:solidFill>
                  <a:srgbClr val="231F20"/>
                </a:solidFill>
                <a:latin typeface="Arial"/>
                <a:cs typeface="Arial"/>
              </a:rPr>
              <a:t> </a:t>
            </a:r>
            <a:r>
              <a:rPr sz="1000" spc="-30" dirty="0">
                <a:solidFill>
                  <a:srgbClr val="231F20"/>
                </a:solidFill>
                <a:latin typeface="Arial"/>
                <a:cs typeface="Arial"/>
              </a:rPr>
              <a:t>Walk.,</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spc="-10" dirty="0">
                <a:solidFill>
                  <a:srgbClr val="231F20"/>
                </a:solidFill>
                <a:latin typeface="Arial"/>
                <a:cs typeface="Arial"/>
              </a:rPr>
              <a:t>Mommy</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Me</a:t>
            </a:r>
            <a:r>
              <a:rPr sz="1000" spc="-15" dirty="0">
                <a:solidFill>
                  <a:srgbClr val="231F20"/>
                </a:solidFill>
                <a:latin typeface="Arial"/>
                <a:cs typeface="Arial"/>
              </a:rPr>
              <a:t> </a:t>
            </a:r>
            <a:r>
              <a:rPr sz="1000" spc="-10" dirty="0">
                <a:solidFill>
                  <a:srgbClr val="231F20"/>
                </a:solidFill>
                <a:latin typeface="Arial"/>
                <a:cs typeface="Arial"/>
              </a:rPr>
              <a:t>Cooking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Holiday</a:t>
            </a:r>
            <a:r>
              <a:rPr sz="1000" spc="-5" dirty="0">
                <a:solidFill>
                  <a:srgbClr val="231F20"/>
                </a:solidFill>
                <a:latin typeface="Arial"/>
                <a:cs typeface="Arial"/>
              </a:rPr>
              <a:t> </a:t>
            </a:r>
            <a:r>
              <a:rPr sz="1000" dirty="0">
                <a:solidFill>
                  <a:srgbClr val="231F20"/>
                </a:solidFill>
                <a:latin typeface="Arial"/>
                <a:cs typeface="Arial"/>
              </a:rPr>
              <a:t>Potluck</a:t>
            </a:r>
            <a:r>
              <a:rPr sz="1000" spc="-5" dirty="0">
                <a:solidFill>
                  <a:srgbClr val="231F20"/>
                </a:solidFill>
                <a:latin typeface="Arial"/>
                <a:cs typeface="Arial"/>
              </a:rPr>
              <a:t> </a:t>
            </a:r>
            <a:r>
              <a:rPr sz="1000" spc="-10" dirty="0">
                <a:solidFill>
                  <a:srgbClr val="231F20"/>
                </a:solidFill>
                <a:latin typeface="Arial"/>
                <a:cs typeface="Arial"/>
              </a:rPr>
              <a:t>(where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collected</a:t>
            </a:r>
            <a:r>
              <a:rPr sz="1000" spc="-5" dirty="0">
                <a:solidFill>
                  <a:srgbClr val="231F20"/>
                </a:solidFill>
                <a:latin typeface="Arial"/>
                <a:cs typeface="Arial"/>
              </a:rPr>
              <a:t> </a:t>
            </a:r>
            <a:r>
              <a:rPr sz="1000" spc="-10" dirty="0">
                <a:solidFill>
                  <a:srgbClr val="231F20"/>
                </a:solidFill>
                <a:latin typeface="Arial"/>
                <a:cs typeface="Arial"/>
              </a:rPr>
              <a:t>“Toys</a:t>
            </a:r>
            <a:r>
              <a:rPr sz="1000" spc="-5" dirty="0">
                <a:solidFill>
                  <a:srgbClr val="231F20"/>
                </a:solidFill>
                <a:latin typeface="Arial"/>
                <a:cs typeface="Arial"/>
              </a:rPr>
              <a:t> </a:t>
            </a:r>
            <a:r>
              <a:rPr sz="1000" spc="-25" dirty="0">
                <a:solidFill>
                  <a:srgbClr val="231F20"/>
                </a:solidFill>
                <a:latin typeface="Arial"/>
                <a:cs typeface="Arial"/>
              </a:rPr>
              <a:t>for Tots”).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banking</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visited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Trolley Museum,</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Dairy</a:t>
            </a:r>
            <a:r>
              <a:rPr sz="1000" spc="-15" dirty="0">
                <a:solidFill>
                  <a:srgbClr val="231F20"/>
                </a:solidFill>
                <a:latin typeface="Arial"/>
                <a:cs typeface="Arial"/>
              </a:rPr>
              <a:t> </a:t>
            </a:r>
            <a:r>
              <a:rPr sz="1000" spc="-10" dirty="0">
                <a:solidFill>
                  <a:srgbClr val="231F20"/>
                </a:solidFill>
                <a:latin typeface="Arial"/>
                <a:cs typeface="Arial"/>
              </a:rPr>
              <a:t>Mooseum,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“Jack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Bean </a:t>
            </a:r>
            <a:r>
              <a:rPr sz="1000" dirty="0">
                <a:solidFill>
                  <a:srgbClr val="231F20"/>
                </a:solidFill>
                <a:latin typeface="Arial"/>
                <a:cs typeface="Arial"/>
              </a:rPr>
              <a:t>Stalk”</a:t>
            </a:r>
            <a:r>
              <a:rPr sz="1000" spc="55" dirty="0">
                <a:solidFill>
                  <a:srgbClr val="231F20"/>
                </a:solidFill>
                <a:latin typeface="Arial"/>
                <a:cs typeface="Arial"/>
              </a:rPr>
              <a:t> </a:t>
            </a:r>
            <a:r>
              <a:rPr sz="1000" dirty="0">
                <a:solidFill>
                  <a:srgbClr val="231F20"/>
                </a:solidFill>
                <a:latin typeface="Arial"/>
                <a:cs typeface="Arial"/>
              </a:rPr>
              <a:t>puppet</a:t>
            </a:r>
            <a:r>
              <a:rPr sz="1000" spc="60" dirty="0">
                <a:solidFill>
                  <a:srgbClr val="231F20"/>
                </a:solidFill>
                <a:latin typeface="Arial"/>
                <a:cs typeface="Arial"/>
              </a:rPr>
              <a:t> </a:t>
            </a:r>
            <a:r>
              <a:rPr sz="1000" spc="-10" dirty="0">
                <a:solidFill>
                  <a:srgbClr val="231F20"/>
                </a:solidFill>
                <a:latin typeface="Arial"/>
                <a:cs typeface="Arial"/>
              </a:rPr>
              <a:t>show.</a:t>
            </a:r>
            <a:endParaRPr sz="1000" dirty="0">
              <a:latin typeface="Arial"/>
              <a:cs typeface="Arial"/>
            </a:endParaRPr>
          </a:p>
          <a:p>
            <a:pPr marL="12700" marR="20320">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kindergarten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kicked-off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combined</a:t>
            </a:r>
            <a:r>
              <a:rPr sz="1000" spc="5"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a:t>
            </a:r>
            <a:r>
              <a:rPr sz="1000" dirty="0">
                <a:solidFill>
                  <a:srgbClr val="231F20"/>
                </a:solidFill>
                <a:latin typeface="Arial"/>
                <a:cs typeface="Arial"/>
              </a:rPr>
              <a:t>fitness</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physical </a:t>
            </a:r>
            <a:r>
              <a:rPr sz="1000" dirty="0">
                <a:solidFill>
                  <a:srgbClr val="231F20"/>
                </a:solidFill>
                <a:latin typeface="Arial"/>
                <a:cs typeface="Arial"/>
              </a:rPr>
              <a:t>fitness.</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attended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Native</a:t>
            </a:r>
            <a:r>
              <a:rPr sz="1000" spc="-10" dirty="0">
                <a:solidFill>
                  <a:srgbClr val="231F20"/>
                </a:solidFill>
                <a:latin typeface="Arial"/>
                <a:cs typeface="Arial"/>
              </a:rPr>
              <a:t> </a:t>
            </a:r>
            <a:r>
              <a:rPr sz="1000" dirty="0">
                <a:solidFill>
                  <a:srgbClr val="231F20"/>
                </a:solidFill>
                <a:latin typeface="Arial"/>
                <a:cs typeface="Arial"/>
              </a:rPr>
              <a:t>American</a:t>
            </a:r>
            <a:r>
              <a:rPr sz="1000" spc="-15" dirty="0">
                <a:solidFill>
                  <a:srgbClr val="231F20"/>
                </a:solidFill>
                <a:latin typeface="Arial"/>
                <a:cs typeface="Arial"/>
              </a:rPr>
              <a:t> </a:t>
            </a:r>
            <a:r>
              <a:rPr sz="1000" spc="-10" dirty="0">
                <a:solidFill>
                  <a:srgbClr val="231F20"/>
                </a:solidFill>
                <a:latin typeface="Arial"/>
                <a:cs typeface="Arial"/>
              </a:rPr>
              <a:t>Powwow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exposed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traditional</a:t>
            </a:r>
            <a:r>
              <a:rPr sz="1000" spc="10" dirty="0">
                <a:solidFill>
                  <a:srgbClr val="231F20"/>
                </a:solidFill>
                <a:latin typeface="Arial"/>
                <a:cs typeface="Arial"/>
              </a:rPr>
              <a:t> </a:t>
            </a:r>
            <a:r>
              <a:rPr sz="1000" dirty="0">
                <a:solidFill>
                  <a:srgbClr val="231F20"/>
                </a:solidFill>
                <a:latin typeface="Arial"/>
                <a:cs typeface="Arial"/>
              </a:rPr>
              <a:t>dances</a:t>
            </a:r>
            <a:r>
              <a:rPr sz="1000" spc="10" dirty="0">
                <a:solidFill>
                  <a:srgbClr val="231F20"/>
                </a:solidFill>
                <a:latin typeface="Arial"/>
                <a:cs typeface="Arial"/>
              </a:rPr>
              <a:t> </a:t>
            </a:r>
            <a:r>
              <a:rPr sz="1000" spc="-20" dirty="0">
                <a:solidFill>
                  <a:srgbClr val="231F20"/>
                </a:solidFill>
                <a:latin typeface="Arial"/>
                <a:cs typeface="Arial"/>
              </a:rPr>
              <a:t>from </a:t>
            </a:r>
            <a:r>
              <a:rPr sz="1000" dirty="0">
                <a:solidFill>
                  <a:srgbClr val="231F20"/>
                </a:solidFill>
                <a:latin typeface="Arial"/>
                <a:cs typeface="Arial"/>
              </a:rPr>
              <a:t>various</a:t>
            </a:r>
            <a:r>
              <a:rPr sz="1000" spc="-15" dirty="0">
                <a:solidFill>
                  <a:srgbClr val="231F20"/>
                </a:solidFill>
                <a:latin typeface="Arial"/>
                <a:cs typeface="Arial"/>
              </a:rPr>
              <a:t> </a:t>
            </a:r>
            <a:r>
              <a:rPr sz="1000" dirty="0">
                <a:solidFill>
                  <a:srgbClr val="231F20"/>
                </a:solidFill>
                <a:latin typeface="Arial"/>
                <a:cs typeface="Arial"/>
              </a:rPr>
              <a:t>tribes,</a:t>
            </a:r>
            <a:r>
              <a:rPr sz="1000" spc="-15" dirty="0">
                <a:solidFill>
                  <a:srgbClr val="231F20"/>
                </a:solidFill>
                <a:latin typeface="Arial"/>
                <a:cs typeface="Arial"/>
              </a:rPr>
              <a:t> </a:t>
            </a:r>
            <a:r>
              <a:rPr sz="1000" dirty="0">
                <a:solidFill>
                  <a:srgbClr val="231F20"/>
                </a:solidFill>
                <a:latin typeface="Arial"/>
                <a:cs typeface="Arial"/>
              </a:rPr>
              <a:t>drum</a:t>
            </a:r>
            <a:r>
              <a:rPr sz="1000" spc="-15" dirty="0">
                <a:solidFill>
                  <a:srgbClr val="231F20"/>
                </a:solidFill>
                <a:latin typeface="Arial"/>
                <a:cs typeface="Arial"/>
              </a:rPr>
              <a:t> </a:t>
            </a:r>
            <a:r>
              <a:rPr sz="1000" spc="-10" dirty="0">
                <a:solidFill>
                  <a:srgbClr val="231F20"/>
                </a:solidFill>
                <a:latin typeface="Arial"/>
                <a:cs typeface="Arial"/>
              </a:rPr>
              <a:t>circles,</a:t>
            </a:r>
            <a:r>
              <a:rPr sz="1000" spc="-15" dirty="0">
                <a:solidFill>
                  <a:srgbClr val="231F20"/>
                </a:solidFill>
                <a:latin typeface="Arial"/>
                <a:cs typeface="Arial"/>
              </a:rPr>
              <a:t> </a:t>
            </a:r>
            <a:r>
              <a:rPr sz="1000" dirty="0">
                <a:solidFill>
                  <a:srgbClr val="231F20"/>
                </a:solidFill>
                <a:latin typeface="Arial"/>
                <a:cs typeface="Arial"/>
              </a:rPr>
              <a:t>crafts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jewelry</a:t>
            </a:r>
            <a:r>
              <a:rPr sz="1000" spc="-15" dirty="0">
                <a:solidFill>
                  <a:srgbClr val="231F20"/>
                </a:solidFill>
                <a:latin typeface="Arial"/>
                <a:cs typeface="Arial"/>
              </a:rPr>
              <a:t> </a:t>
            </a:r>
            <a:r>
              <a:rPr sz="1000" spc="-10" dirty="0">
                <a:solidFill>
                  <a:srgbClr val="231F20"/>
                </a:solidFill>
                <a:latin typeface="Arial"/>
                <a:cs typeface="Arial"/>
              </a:rPr>
              <a:t>making.</a:t>
            </a:r>
            <a:endParaRPr sz="1000" dirty="0">
              <a:latin typeface="Arial"/>
              <a:cs typeface="Arial"/>
            </a:endParaRPr>
          </a:p>
          <a:p>
            <a:pPr marL="12700" marR="59055">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second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third</a:t>
            </a:r>
            <a:r>
              <a:rPr sz="1000" spc="15"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supported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“Let’s</a:t>
            </a:r>
            <a:r>
              <a:rPr sz="1000" spc="15" dirty="0">
                <a:solidFill>
                  <a:srgbClr val="231F20"/>
                </a:solidFill>
                <a:latin typeface="Arial"/>
                <a:cs typeface="Arial"/>
              </a:rPr>
              <a:t> </a:t>
            </a:r>
            <a:r>
              <a:rPr sz="1000" spc="-20" dirty="0">
                <a:solidFill>
                  <a:srgbClr val="231F20"/>
                </a:solidFill>
                <a:latin typeface="Arial"/>
                <a:cs typeface="Arial"/>
              </a:rPr>
              <a:t>Move” </a:t>
            </a:r>
            <a:r>
              <a:rPr sz="1000" dirty="0">
                <a:solidFill>
                  <a:srgbClr val="231F20"/>
                </a:solidFill>
                <a:latin typeface="Arial"/>
                <a:cs typeface="Arial"/>
              </a:rPr>
              <a:t>Initiative</a:t>
            </a:r>
            <a:r>
              <a:rPr sz="1000" spc="-5" dirty="0">
                <a:solidFill>
                  <a:srgbClr val="231F20"/>
                </a:solidFill>
                <a:latin typeface="Arial"/>
                <a:cs typeface="Arial"/>
              </a:rPr>
              <a:t> </a:t>
            </a:r>
            <a:r>
              <a:rPr sz="1000" dirty="0">
                <a:solidFill>
                  <a:srgbClr val="231F20"/>
                </a:solidFill>
                <a:latin typeface="Arial"/>
                <a:cs typeface="Arial"/>
              </a:rPr>
              <a:t>with a skating activity. They</a:t>
            </a:r>
            <a:r>
              <a:rPr sz="1000" spc="-5" dirty="0">
                <a:solidFill>
                  <a:srgbClr val="231F20"/>
                </a:solidFill>
                <a:latin typeface="Arial"/>
                <a:cs typeface="Arial"/>
              </a:rPr>
              <a:t> </a:t>
            </a:r>
            <a:r>
              <a:rPr sz="1000" dirty="0">
                <a:solidFill>
                  <a:srgbClr val="231F20"/>
                </a:solidFill>
                <a:latin typeface="Arial"/>
                <a:cs typeface="Arial"/>
              </a:rPr>
              <a:t>participated in </a:t>
            </a:r>
            <a:r>
              <a:rPr sz="1000" spc="-50" dirty="0">
                <a:solidFill>
                  <a:srgbClr val="231F20"/>
                </a:solidFill>
                <a:latin typeface="Arial"/>
                <a:cs typeface="Arial"/>
              </a:rPr>
              <a:t>a </a:t>
            </a:r>
            <a:r>
              <a:rPr sz="1000" dirty="0">
                <a:solidFill>
                  <a:srgbClr val="231F20"/>
                </a:solidFill>
                <a:latin typeface="Arial"/>
                <a:cs typeface="Arial"/>
              </a:rPr>
              <a:t>forensic</a:t>
            </a:r>
            <a:r>
              <a:rPr sz="1000" spc="5" dirty="0">
                <a:solidFill>
                  <a:srgbClr val="231F20"/>
                </a:solidFill>
                <a:latin typeface="Arial"/>
                <a:cs typeface="Arial"/>
              </a:rPr>
              <a:t> </a:t>
            </a:r>
            <a:r>
              <a:rPr sz="1000" dirty="0">
                <a:solidFill>
                  <a:srgbClr val="231F20"/>
                </a:solidFill>
                <a:latin typeface="Arial"/>
                <a:cs typeface="Arial"/>
              </a:rPr>
              <a:t>science</a:t>
            </a:r>
            <a:r>
              <a:rPr sz="1000" spc="10" dirty="0">
                <a:solidFill>
                  <a:srgbClr val="231F20"/>
                </a:solidFill>
                <a:latin typeface="Arial"/>
                <a:cs typeface="Arial"/>
              </a:rPr>
              <a:t> </a:t>
            </a:r>
            <a:r>
              <a:rPr sz="1000" spc="-45"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placed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kids</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midst</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fabricated</a:t>
            </a:r>
            <a:r>
              <a:rPr sz="1000" spc="15" dirty="0">
                <a:solidFill>
                  <a:srgbClr val="231F20"/>
                </a:solidFill>
                <a:latin typeface="Arial"/>
                <a:cs typeface="Arial"/>
              </a:rPr>
              <a:t> </a:t>
            </a:r>
            <a:r>
              <a:rPr sz="1000" dirty="0">
                <a:solidFill>
                  <a:srgbClr val="231F20"/>
                </a:solidFill>
                <a:latin typeface="Arial"/>
                <a:cs typeface="Arial"/>
              </a:rPr>
              <a:t>laboratory</a:t>
            </a:r>
            <a:r>
              <a:rPr sz="1000" spc="15" dirty="0">
                <a:solidFill>
                  <a:srgbClr val="231F20"/>
                </a:solidFill>
                <a:latin typeface="Arial"/>
                <a:cs typeface="Arial"/>
              </a:rPr>
              <a:t> </a:t>
            </a:r>
            <a:r>
              <a:rPr sz="1000" dirty="0">
                <a:solidFill>
                  <a:srgbClr val="231F20"/>
                </a:solidFill>
                <a:latin typeface="Arial"/>
                <a:cs typeface="Arial"/>
              </a:rPr>
              <a:t>designed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expose </a:t>
            </a:r>
            <a:r>
              <a:rPr sz="1000" dirty="0">
                <a:solidFill>
                  <a:srgbClr val="231F20"/>
                </a:solidFill>
                <a:latin typeface="Arial"/>
                <a:cs typeface="Arial"/>
              </a:rPr>
              <a:t>them</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various</a:t>
            </a:r>
            <a:r>
              <a:rPr sz="1000" spc="-15" dirty="0">
                <a:solidFill>
                  <a:srgbClr val="231F20"/>
                </a:solidFill>
                <a:latin typeface="Arial"/>
                <a:cs typeface="Arial"/>
              </a:rPr>
              <a:t> </a:t>
            </a:r>
            <a:r>
              <a:rPr sz="1000" spc="-10" dirty="0">
                <a:solidFill>
                  <a:srgbClr val="231F20"/>
                </a:solidFill>
                <a:latin typeface="Arial"/>
                <a:cs typeface="Arial"/>
              </a:rPr>
              <a:t>chemical, </a:t>
            </a:r>
            <a:r>
              <a:rPr sz="1000" dirty="0">
                <a:solidFill>
                  <a:srgbClr val="231F20"/>
                </a:solidFill>
                <a:latin typeface="Arial"/>
                <a:cs typeface="Arial"/>
              </a:rPr>
              <a:t>biological,</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math</a:t>
            </a:r>
            <a:r>
              <a:rPr sz="1000" spc="-10" dirty="0">
                <a:solidFill>
                  <a:srgbClr val="231F20"/>
                </a:solidFill>
                <a:latin typeface="Arial"/>
                <a:cs typeface="Arial"/>
              </a:rPr>
              <a:t> </a:t>
            </a:r>
            <a:r>
              <a:rPr sz="1000" dirty="0">
                <a:solidFill>
                  <a:srgbClr val="231F20"/>
                </a:solidFill>
                <a:latin typeface="Arial"/>
                <a:cs typeface="Arial"/>
              </a:rPr>
              <a:t>tests</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experiments</a:t>
            </a:r>
            <a:r>
              <a:rPr sz="1000" spc="-10" dirty="0">
                <a:solidFill>
                  <a:srgbClr val="231F20"/>
                </a:solidFill>
                <a:latin typeface="Arial"/>
                <a:cs typeface="Arial"/>
              </a:rPr>
              <a:t> </a:t>
            </a:r>
            <a:r>
              <a:rPr sz="1000" dirty="0">
                <a:solidFill>
                  <a:srgbClr val="231F20"/>
                </a:solidFill>
                <a:latin typeface="Arial"/>
                <a:cs typeface="Arial"/>
              </a:rPr>
              <a:t>used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crime</a:t>
            </a:r>
            <a:r>
              <a:rPr sz="1000" spc="-10" dirty="0">
                <a:solidFill>
                  <a:srgbClr val="231F20"/>
                </a:solidFill>
                <a:latin typeface="Arial"/>
                <a:cs typeface="Arial"/>
              </a:rPr>
              <a:t> </a:t>
            </a:r>
            <a:r>
              <a:rPr sz="1000" dirty="0">
                <a:solidFill>
                  <a:srgbClr val="231F20"/>
                </a:solidFill>
                <a:latin typeface="Arial"/>
                <a:cs typeface="Arial"/>
              </a:rPr>
              <a:t>scene</a:t>
            </a:r>
            <a:r>
              <a:rPr sz="1000" spc="-10" dirty="0">
                <a:solidFill>
                  <a:srgbClr val="231F20"/>
                </a:solidFill>
                <a:latin typeface="Arial"/>
                <a:cs typeface="Arial"/>
              </a:rPr>
              <a:t> </a:t>
            </a:r>
            <a:r>
              <a:rPr sz="1000" dirty="0">
                <a:solidFill>
                  <a:srgbClr val="231F20"/>
                </a:solidFill>
                <a:latin typeface="Arial"/>
                <a:cs typeface="Arial"/>
              </a:rPr>
              <a:t>investigation.</a:t>
            </a:r>
            <a:r>
              <a:rPr sz="1000" spc="-10" dirty="0">
                <a:solidFill>
                  <a:srgbClr val="231F20"/>
                </a:solidFill>
                <a:latin typeface="Arial"/>
                <a:cs typeface="Arial"/>
              </a:rPr>
              <a:t> </a:t>
            </a:r>
            <a:r>
              <a:rPr sz="1000" spc="-20" dirty="0">
                <a:solidFill>
                  <a:srgbClr val="231F20"/>
                </a:solidFill>
                <a:latin typeface="Arial"/>
                <a:cs typeface="Arial"/>
              </a:rPr>
              <a:t>They</a:t>
            </a:r>
            <a:endParaRPr sz="1000" dirty="0">
              <a:latin typeface="Arial"/>
              <a:cs typeface="Arial"/>
            </a:endParaRPr>
          </a:p>
          <a:p>
            <a:pPr marL="12700" marR="316230">
              <a:lnSpc>
                <a:spcPct val="100000"/>
              </a:lnSpc>
            </a:pPr>
            <a:r>
              <a:rPr sz="1000" dirty="0">
                <a:solidFill>
                  <a:srgbClr val="231F20"/>
                </a:solidFill>
                <a:latin typeface="Arial"/>
                <a:cs typeface="Arial"/>
              </a:rPr>
              <a:t>also</a:t>
            </a:r>
            <a:r>
              <a:rPr sz="1000" spc="-25" dirty="0">
                <a:solidFill>
                  <a:srgbClr val="231F20"/>
                </a:solidFill>
                <a:latin typeface="Arial"/>
                <a:cs typeface="Arial"/>
              </a:rPr>
              <a:t> </a:t>
            </a:r>
            <a:r>
              <a:rPr sz="1000" dirty="0">
                <a:solidFill>
                  <a:srgbClr val="231F20"/>
                </a:solidFill>
                <a:latin typeface="Arial"/>
                <a:cs typeface="Arial"/>
              </a:rPr>
              <a:t>held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Ronald</a:t>
            </a:r>
            <a:r>
              <a:rPr sz="1000" spc="-25" dirty="0">
                <a:solidFill>
                  <a:srgbClr val="231F20"/>
                </a:solidFill>
                <a:latin typeface="Arial"/>
                <a:cs typeface="Arial"/>
              </a:rPr>
              <a:t> </a:t>
            </a:r>
            <a:r>
              <a:rPr sz="1000" dirty="0">
                <a:solidFill>
                  <a:srgbClr val="231F20"/>
                </a:solidFill>
                <a:latin typeface="Arial"/>
                <a:cs typeface="Arial"/>
              </a:rPr>
              <a:t>McDonald</a:t>
            </a:r>
            <a:r>
              <a:rPr sz="1000" spc="-20" dirty="0">
                <a:solidFill>
                  <a:srgbClr val="231F20"/>
                </a:solidFill>
                <a:latin typeface="Arial"/>
                <a:cs typeface="Arial"/>
              </a:rPr>
              <a:t> </a:t>
            </a:r>
            <a:r>
              <a:rPr sz="1000" spc="-10" dirty="0">
                <a:solidFill>
                  <a:srgbClr val="231F20"/>
                </a:solidFill>
                <a:latin typeface="Arial"/>
                <a:cs typeface="Arial"/>
              </a:rPr>
              <a:t>Giving:</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Goody</a:t>
            </a:r>
            <a:r>
              <a:rPr sz="1000" spc="-25" dirty="0">
                <a:solidFill>
                  <a:srgbClr val="231F20"/>
                </a:solidFill>
                <a:latin typeface="Arial"/>
                <a:cs typeface="Arial"/>
              </a:rPr>
              <a:t> Bag </a:t>
            </a:r>
            <a:r>
              <a:rPr sz="1000" spc="-10" dirty="0">
                <a:solidFill>
                  <a:srgbClr val="231F20"/>
                </a:solidFill>
                <a:latin typeface="Arial"/>
                <a:cs typeface="Arial"/>
              </a:rPr>
              <a:t>Celebration.</a:t>
            </a:r>
            <a:endParaRPr sz="1000" dirty="0">
              <a:latin typeface="Arial"/>
              <a:cs typeface="Arial"/>
            </a:endParaRPr>
          </a:p>
        </p:txBody>
      </p:sp>
    </p:spTree>
    <p:extLst>
      <p:ext uri="{BB962C8B-B14F-4D97-AF65-F5344CB8AC3E}">
        <p14:creationId xmlns:p14="http://schemas.microsoft.com/office/powerpoint/2010/main" val="2100221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1DA5-A8D2-6C47-F703-80A11545EDBD}"/>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A56D1777-94E2-615D-469B-E53C5BB01CD2}"/>
              </a:ext>
            </a:extLst>
          </p:cNvPr>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fld id="{81D60167-4931-47E6-BA6A-407CBD079E47}" type="slidenum">
              <a:rPr spc="-50" dirty="0"/>
              <a:t>26</a:t>
            </a:fld>
            <a:endParaRPr spc="-50" dirty="0"/>
          </a:p>
        </p:txBody>
      </p:sp>
      <p:sp>
        <p:nvSpPr>
          <p:cNvPr id="11" name="object 6">
            <a:extLst>
              <a:ext uri="{FF2B5EF4-FFF2-40B4-BE49-F238E27FC236}">
                <a16:creationId xmlns:a16="http://schemas.microsoft.com/office/drawing/2014/main" id="{82348A9C-A519-892A-D002-C4B70C186C1F}"/>
              </a:ext>
            </a:extLst>
          </p:cNvPr>
          <p:cNvSpPr txBox="1"/>
          <p:nvPr/>
        </p:nvSpPr>
        <p:spPr>
          <a:xfrm>
            <a:off x="431165" y="1707510"/>
            <a:ext cx="3455035" cy="197490"/>
          </a:xfrm>
          <a:prstGeom prst="rect">
            <a:avLst/>
          </a:prstGeom>
        </p:spPr>
        <p:txBody>
          <a:bodyPr vert="horz" wrap="square" lIns="0" tIns="12700" rIns="0" bIns="0" rtlCol="0">
            <a:spAutoFit/>
          </a:bodyPr>
          <a:lstStyle/>
          <a:p>
            <a:pPr algn="l">
              <a:lnSpc>
                <a:spcPct val="100000"/>
              </a:lnSpc>
              <a:spcBef>
                <a:spcPts val="1400"/>
              </a:spcBef>
            </a:pPr>
            <a:r>
              <a:rPr sz="1200" dirty="0">
                <a:solidFill>
                  <a:srgbClr val="F06CA6"/>
                </a:solidFill>
                <a:latin typeface="Lucida Sans Unicode"/>
                <a:cs typeface="Lucida Sans Unicode"/>
              </a:rPr>
              <a:t>CHAPTER HISTORY</a:t>
            </a:r>
            <a:endParaRPr sz="1200" dirty="0">
              <a:latin typeface="Lucida Sans Unicode"/>
              <a:cs typeface="Lucida Sans Unicode"/>
            </a:endParaRPr>
          </a:p>
        </p:txBody>
      </p:sp>
      <p:sp>
        <p:nvSpPr>
          <p:cNvPr id="2" name="object 2">
            <a:extLst>
              <a:ext uri="{FF2B5EF4-FFF2-40B4-BE49-F238E27FC236}">
                <a16:creationId xmlns:a16="http://schemas.microsoft.com/office/drawing/2014/main" id="{2FF27BE8-6FFF-3EA5-41F3-B16D84CAD292}"/>
              </a:ext>
            </a:extLst>
          </p:cNvPr>
          <p:cNvSpPr txBox="1"/>
          <p:nvPr/>
        </p:nvSpPr>
        <p:spPr>
          <a:xfrm>
            <a:off x="444500" y="2012175"/>
            <a:ext cx="3301365" cy="4483100"/>
          </a:xfrm>
          <a:prstGeom prst="rect">
            <a:avLst/>
          </a:prstGeom>
        </p:spPr>
        <p:txBody>
          <a:bodyPr vert="horz" wrap="square" lIns="0" tIns="12700" rIns="0" bIns="0" rtlCol="0">
            <a:spAutoFit/>
          </a:bodyPr>
          <a:lstStyle/>
          <a:p>
            <a:pPr marL="12700" marR="394335">
              <a:lnSpc>
                <a:spcPct val="100000"/>
              </a:lnSpc>
              <a:spcBef>
                <a:spcPts val="1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fourth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fifth</a:t>
            </a:r>
            <a:r>
              <a:rPr sz="1000" spc="5" dirty="0">
                <a:solidFill>
                  <a:srgbClr val="231F20"/>
                </a:solidFill>
                <a:latin typeface="Arial"/>
                <a:cs typeface="Arial"/>
              </a:rPr>
              <a:t> </a:t>
            </a:r>
            <a:r>
              <a:rPr sz="1000" dirty="0">
                <a:solidFill>
                  <a:srgbClr val="231F20"/>
                </a:solidFill>
                <a:latin typeface="Arial"/>
                <a:cs typeface="Arial"/>
              </a:rPr>
              <a:t>grade</a:t>
            </a:r>
            <a:r>
              <a:rPr sz="1000" spc="5" dirty="0">
                <a:solidFill>
                  <a:srgbClr val="231F20"/>
                </a:solidFill>
                <a:latin typeface="Arial"/>
                <a:cs typeface="Arial"/>
              </a:rPr>
              <a:t> </a:t>
            </a:r>
            <a:r>
              <a:rPr sz="1000" dirty="0">
                <a:solidFill>
                  <a:srgbClr val="231F20"/>
                </a:solidFill>
                <a:latin typeface="Arial"/>
                <a:cs typeface="Arial"/>
              </a:rPr>
              <a:t>aerial</a:t>
            </a:r>
            <a:r>
              <a:rPr sz="1000" spc="5" dirty="0">
                <a:solidFill>
                  <a:srgbClr val="231F20"/>
                </a:solidFill>
                <a:latin typeface="Arial"/>
                <a:cs typeface="Arial"/>
              </a:rPr>
              <a:t> </a:t>
            </a:r>
            <a:r>
              <a:rPr sz="1000" dirty="0">
                <a:solidFill>
                  <a:srgbClr val="231F20"/>
                </a:solidFill>
                <a:latin typeface="Arial"/>
                <a:cs typeface="Arial"/>
              </a:rPr>
              <a:t>adventurists</a:t>
            </a:r>
            <a:r>
              <a:rPr sz="1000" spc="5" dirty="0">
                <a:solidFill>
                  <a:srgbClr val="231F20"/>
                </a:solidFill>
                <a:latin typeface="Arial"/>
                <a:cs typeface="Arial"/>
              </a:rPr>
              <a:t> </a:t>
            </a:r>
            <a:r>
              <a:rPr sz="1000" dirty="0">
                <a:solidFill>
                  <a:srgbClr val="231F20"/>
                </a:solidFill>
                <a:latin typeface="Arial"/>
                <a:cs typeface="Arial"/>
              </a:rPr>
              <a:t>met</a:t>
            </a:r>
            <a:r>
              <a:rPr sz="1000" spc="10" dirty="0">
                <a:solidFill>
                  <a:srgbClr val="231F20"/>
                </a:solidFill>
                <a:latin typeface="Arial"/>
                <a:cs typeface="Arial"/>
              </a:rPr>
              <a:t> </a:t>
            </a:r>
            <a:r>
              <a:rPr sz="1000" spc="-25" dirty="0">
                <a:solidFill>
                  <a:srgbClr val="231F20"/>
                </a:solidFill>
                <a:latin typeface="Arial"/>
                <a:cs typeface="Arial"/>
              </a:rPr>
              <a:t>at </a:t>
            </a:r>
            <a:r>
              <a:rPr sz="1000" spc="-10" dirty="0">
                <a:solidFill>
                  <a:srgbClr val="231F20"/>
                </a:solidFill>
                <a:latin typeface="Arial"/>
                <a:cs typeface="Arial"/>
              </a:rPr>
              <a:t>Terrapin</a:t>
            </a:r>
            <a:r>
              <a:rPr sz="1000" spc="5" dirty="0">
                <a:solidFill>
                  <a:srgbClr val="231F20"/>
                </a:solidFill>
                <a:latin typeface="Arial"/>
                <a:cs typeface="Arial"/>
              </a:rPr>
              <a:t> </a:t>
            </a:r>
            <a:r>
              <a:rPr sz="1000" dirty="0">
                <a:solidFill>
                  <a:srgbClr val="231F20"/>
                </a:solidFill>
                <a:latin typeface="Arial"/>
                <a:cs typeface="Arial"/>
              </a:rPr>
              <a:t>Adventures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25" dirty="0">
                <a:solidFill>
                  <a:srgbClr val="231F20"/>
                </a:solidFill>
                <a:latin typeface="Arial"/>
                <a:cs typeface="Arial"/>
              </a:rPr>
              <a:t>of</a:t>
            </a:r>
            <a:endParaRPr sz="1000" dirty="0">
              <a:latin typeface="Arial"/>
              <a:cs typeface="Arial"/>
            </a:endParaRPr>
          </a:p>
          <a:p>
            <a:pPr marL="12700" marR="5080">
              <a:lnSpc>
                <a:spcPct val="100000"/>
              </a:lnSpc>
              <a:spcBef>
                <a:spcPts val="900"/>
              </a:spcBef>
            </a:pPr>
            <a:r>
              <a:rPr sz="1000" dirty="0">
                <a:solidFill>
                  <a:srgbClr val="231F20"/>
                </a:solidFill>
                <a:latin typeface="Arial"/>
                <a:cs typeface="Arial"/>
              </a:rPr>
              <a:t>‘physically</a:t>
            </a:r>
            <a:r>
              <a:rPr sz="1000" spc="-5" dirty="0">
                <a:solidFill>
                  <a:srgbClr val="231F20"/>
                </a:solidFill>
                <a:latin typeface="Arial"/>
                <a:cs typeface="Arial"/>
              </a:rPr>
              <a:t> </a:t>
            </a:r>
            <a:r>
              <a:rPr sz="1000" dirty="0">
                <a:solidFill>
                  <a:srgbClr val="231F20"/>
                </a:solidFill>
                <a:latin typeface="Arial"/>
                <a:cs typeface="Arial"/>
              </a:rPr>
              <a:t>challenging’ activity.</a:t>
            </a:r>
            <a:r>
              <a:rPr sz="1000" spc="-5" dirty="0">
                <a:solidFill>
                  <a:srgbClr val="231F20"/>
                </a:solidFill>
                <a:latin typeface="Arial"/>
                <a:cs typeface="Arial"/>
              </a:rPr>
              <a:t> </a:t>
            </a:r>
            <a:r>
              <a:rPr sz="1000" dirty="0">
                <a:solidFill>
                  <a:srgbClr val="231F20"/>
                </a:solidFill>
                <a:latin typeface="Arial"/>
                <a:cs typeface="Arial"/>
              </a:rPr>
              <a:t>They conducted a</a:t>
            </a:r>
            <a:r>
              <a:rPr sz="1000" spc="-5" dirty="0">
                <a:solidFill>
                  <a:srgbClr val="231F20"/>
                </a:solidFill>
                <a:latin typeface="Arial"/>
                <a:cs typeface="Arial"/>
              </a:rPr>
              <a:t> </a:t>
            </a:r>
            <a:r>
              <a:rPr sz="1000" spc="-20" dirty="0">
                <a:solidFill>
                  <a:srgbClr val="231F20"/>
                </a:solidFill>
                <a:latin typeface="Arial"/>
                <a:cs typeface="Arial"/>
              </a:rPr>
              <a:t>book </a:t>
            </a:r>
            <a:r>
              <a:rPr sz="1000" dirty="0">
                <a:solidFill>
                  <a:srgbClr val="231F20"/>
                </a:solidFill>
                <a:latin typeface="Arial"/>
                <a:cs typeface="Arial"/>
              </a:rPr>
              <a:t>discussion</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November.</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all</a:t>
            </a:r>
            <a:r>
              <a:rPr sz="1000" spc="-15" dirty="0">
                <a:solidFill>
                  <a:srgbClr val="231F20"/>
                </a:solidFill>
                <a:latin typeface="Arial"/>
                <a:cs typeface="Arial"/>
              </a:rPr>
              <a:t> </a:t>
            </a:r>
            <a:r>
              <a:rPr sz="1000" dirty="0">
                <a:solidFill>
                  <a:srgbClr val="231F20"/>
                </a:solidFill>
                <a:latin typeface="Arial"/>
                <a:cs typeface="Arial"/>
              </a:rPr>
              <a:t>got</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copy</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10" dirty="0">
                <a:solidFill>
                  <a:srgbClr val="231F20"/>
                </a:solidFill>
                <a:latin typeface="Arial"/>
                <a:cs typeface="Arial"/>
              </a:rPr>
              <a:t>Charlie</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Chocolate</a:t>
            </a:r>
            <a:r>
              <a:rPr sz="1000" spc="10" dirty="0">
                <a:solidFill>
                  <a:srgbClr val="231F20"/>
                </a:solidFill>
                <a:latin typeface="Arial"/>
                <a:cs typeface="Arial"/>
              </a:rPr>
              <a:t> </a:t>
            </a:r>
            <a:r>
              <a:rPr sz="1000" spc="-10" dirty="0">
                <a:solidFill>
                  <a:srgbClr val="231F20"/>
                </a:solidFill>
                <a:latin typeface="Arial"/>
                <a:cs typeface="Arial"/>
              </a:rPr>
              <a:t>Factory,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took</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‘real-</a:t>
            </a:r>
            <a:r>
              <a:rPr sz="1000" dirty="0">
                <a:solidFill>
                  <a:srgbClr val="231F20"/>
                </a:solidFill>
                <a:latin typeface="Arial"/>
                <a:cs typeface="Arial"/>
              </a:rPr>
              <a:t>live’</a:t>
            </a:r>
            <a:r>
              <a:rPr sz="1000" spc="10" dirty="0">
                <a:solidFill>
                  <a:srgbClr val="231F20"/>
                </a:solidFill>
                <a:latin typeface="Arial"/>
                <a:cs typeface="Arial"/>
              </a:rPr>
              <a:t> </a:t>
            </a:r>
            <a:r>
              <a:rPr sz="1000" dirty="0">
                <a:solidFill>
                  <a:srgbClr val="231F20"/>
                </a:solidFill>
                <a:latin typeface="Arial"/>
                <a:cs typeface="Arial"/>
              </a:rPr>
              <a:t>guided</a:t>
            </a:r>
            <a:r>
              <a:rPr sz="1000" spc="10" dirty="0">
                <a:solidFill>
                  <a:srgbClr val="231F20"/>
                </a:solidFill>
                <a:latin typeface="Arial"/>
                <a:cs typeface="Arial"/>
              </a:rPr>
              <a:t> </a:t>
            </a:r>
            <a:r>
              <a:rPr sz="1000" dirty="0">
                <a:solidFill>
                  <a:srgbClr val="231F20"/>
                </a:solidFill>
                <a:latin typeface="Arial"/>
                <a:cs typeface="Arial"/>
              </a:rPr>
              <a:t>tour</a:t>
            </a:r>
            <a:r>
              <a:rPr sz="1000" spc="5" dirty="0">
                <a:solidFill>
                  <a:srgbClr val="231F20"/>
                </a:solidFill>
                <a:latin typeface="Arial"/>
                <a:cs typeface="Arial"/>
              </a:rPr>
              <a:t> </a:t>
            </a:r>
            <a:r>
              <a:rPr sz="1000" spc="-35" dirty="0">
                <a:solidFill>
                  <a:srgbClr val="231F20"/>
                </a:solidFill>
                <a:latin typeface="Arial"/>
                <a:cs typeface="Arial"/>
              </a:rPr>
              <a:t>of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minority</a:t>
            </a:r>
            <a:r>
              <a:rPr sz="1000" spc="-10" dirty="0">
                <a:solidFill>
                  <a:srgbClr val="231F20"/>
                </a:solidFill>
                <a:latin typeface="Arial"/>
                <a:cs typeface="Arial"/>
              </a:rPr>
              <a:t> </a:t>
            </a:r>
            <a:r>
              <a:rPr sz="1000" dirty="0">
                <a:solidFill>
                  <a:srgbClr val="231F20"/>
                </a:solidFill>
                <a:latin typeface="Arial"/>
                <a:cs typeface="Arial"/>
              </a:rPr>
              <a:t>owned</a:t>
            </a:r>
            <a:r>
              <a:rPr sz="1000" spc="-5" dirty="0">
                <a:solidFill>
                  <a:srgbClr val="231F20"/>
                </a:solidFill>
                <a:latin typeface="Arial"/>
                <a:cs typeface="Arial"/>
              </a:rPr>
              <a:t> </a:t>
            </a:r>
            <a:r>
              <a:rPr sz="1000" dirty="0">
                <a:solidFill>
                  <a:srgbClr val="231F20"/>
                </a:solidFill>
                <a:latin typeface="Arial"/>
                <a:cs typeface="Arial"/>
              </a:rPr>
              <a:t>Chocolate</a:t>
            </a:r>
            <a:r>
              <a:rPr sz="1000" spc="-10" dirty="0">
                <a:solidFill>
                  <a:srgbClr val="231F20"/>
                </a:solidFill>
                <a:latin typeface="Arial"/>
                <a:cs typeface="Arial"/>
              </a:rPr>
              <a:t> Factory.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toured</a:t>
            </a:r>
            <a:r>
              <a:rPr sz="1000" spc="-10" dirty="0">
                <a:solidFill>
                  <a:srgbClr val="231F20"/>
                </a:solidFill>
                <a:latin typeface="Arial"/>
                <a:cs typeface="Arial"/>
              </a:rPr>
              <a:t> </a:t>
            </a:r>
            <a:r>
              <a:rPr sz="1000" spc="-25" dirty="0">
                <a:solidFill>
                  <a:srgbClr val="231F20"/>
                </a:solidFill>
                <a:latin typeface="Arial"/>
                <a:cs typeface="Arial"/>
              </a:rPr>
              <a:t>TD </a:t>
            </a:r>
            <a:r>
              <a:rPr sz="1000" dirty="0">
                <a:solidFill>
                  <a:srgbClr val="231F20"/>
                </a:solidFill>
                <a:latin typeface="Arial"/>
                <a:cs typeface="Arial"/>
              </a:rPr>
              <a:t>Bank</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saving</a:t>
            </a:r>
            <a:r>
              <a:rPr sz="1000" spc="-5" dirty="0">
                <a:solidFill>
                  <a:srgbClr val="231F20"/>
                </a:solidFill>
                <a:latin typeface="Arial"/>
                <a:cs typeface="Arial"/>
              </a:rPr>
              <a:t> </a:t>
            </a:r>
            <a:r>
              <a:rPr sz="1000" spc="-10" dirty="0">
                <a:solidFill>
                  <a:srgbClr val="231F20"/>
                </a:solidFill>
                <a:latin typeface="Arial"/>
                <a:cs typeface="Arial"/>
              </a:rPr>
              <a:t>versus</a:t>
            </a:r>
            <a:r>
              <a:rPr sz="1000" spc="-5" dirty="0">
                <a:solidFill>
                  <a:srgbClr val="231F20"/>
                </a:solidFill>
                <a:latin typeface="Arial"/>
                <a:cs typeface="Arial"/>
              </a:rPr>
              <a:t> </a:t>
            </a:r>
            <a:r>
              <a:rPr sz="1000" dirty="0">
                <a:solidFill>
                  <a:srgbClr val="231F20"/>
                </a:solidFill>
                <a:latin typeface="Arial"/>
                <a:cs typeface="Arial"/>
              </a:rPr>
              <a:t>spending,</a:t>
            </a:r>
            <a:r>
              <a:rPr sz="1000" spc="-5"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open</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bank</a:t>
            </a:r>
            <a:r>
              <a:rPr sz="1000" spc="-10" dirty="0">
                <a:solidFill>
                  <a:srgbClr val="231F20"/>
                </a:solidFill>
                <a:latin typeface="Arial"/>
                <a:cs typeface="Arial"/>
              </a:rPr>
              <a:t> </a:t>
            </a:r>
            <a:r>
              <a:rPr sz="1000" dirty="0">
                <a:solidFill>
                  <a:srgbClr val="231F20"/>
                </a:solidFill>
                <a:latin typeface="Arial"/>
                <a:cs typeface="Arial"/>
              </a:rPr>
              <a:t>account</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savings</a:t>
            </a:r>
            <a:r>
              <a:rPr sz="1000" spc="-5" dirty="0">
                <a:solidFill>
                  <a:srgbClr val="231F20"/>
                </a:solidFill>
                <a:latin typeface="Arial"/>
                <a:cs typeface="Arial"/>
              </a:rPr>
              <a:t> </a:t>
            </a:r>
            <a:r>
              <a:rPr sz="1000" dirty="0">
                <a:solidFill>
                  <a:srgbClr val="231F20"/>
                </a:solidFill>
                <a:latin typeface="Arial"/>
                <a:cs typeface="Arial"/>
              </a:rPr>
              <a:t>account</a:t>
            </a:r>
            <a:r>
              <a:rPr sz="1000" spc="-10" dirty="0">
                <a:solidFill>
                  <a:srgbClr val="231F20"/>
                </a:solidFill>
                <a:latin typeface="Arial"/>
                <a:cs typeface="Arial"/>
              </a:rPr>
              <a:t> works.</a:t>
            </a:r>
            <a:endParaRPr sz="1000" dirty="0">
              <a:latin typeface="Arial"/>
              <a:cs typeface="Arial"/>
            </a:endParaRPr>
          </a:p>
          <a:p>
            <a:pPr marL="12700" marR="12255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sixth, seventh and eighth graders started</a:t>
            </a:r>
            <a:r>
              <a:rPr sz="1000" spc="-5" dirty="0">
                <a:solidFill>
                  <a:srgbClr val="231F20"/>
                </a:solidFill>
                <a:latin typeface="Arial"/>
                <a:cs typeface="Arial"/>
              </a:rPr>
              <a:t> </a:t>
            </a:r>
            <a:r>
              <a:rPr sz="1000" dirty="0">
                <a:solidFill>
                  <a:srgbClr val="231F20"/>
                </a:solidFill>
                <a:latin typeface="Arial"/>
                <a:cs typeface="Arial"/>
              </a:rPr>
              <a:t>the </a:t>
            </a:r>
            <a:r>
              <a:rPr sz="1000" spc="-20" dirty="0">
                <a:solidFill>
                  <a:srgbClr val="231F20"/>
                </a:solidFill>
                <a:latin typeface="Arial"/>
                <a:cs typeface="Arial"/>
              </a:rPr>
              <a:t>year</a:t>
            </a:r>
            <a:r>
              <a:rPr sz="1000" spc="500"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Lets</a:t>
            </a:r>
            <a:r>
              <a:rPr sz="1000" spc="20" dirty="0">
                <a:solidFill>
                  <a:srgbClr val="231F20"/>
                </a:solidFill>
                <a:latin typeface="Arial"/>
                <a:cs typeface="Arial"/>
              </a:rPr>
              <a:t> </a:t>
            </a:r>
            <a:r>
              <a:rPr sz="1000" dirty="0">
                <a:solidFill>
                  <a:srgbClr val="231F20"/>
                </a:solidFill>
                <a:latin typeface="Arial"/>
                <a:cs typeface="Arial"/>
              </a:rPr>
              <a:t>Move–Field</a:t>
            </a:r>
            <a:r>
              <a:rPr sz="1000" spc="20" dirty="0">
                <a:solidFill>
                  <a:srgbClr val="231F20"/>
                </a:solidFill>
                <a:latin typeface="Arial"/>
                <a:cs typeface="Arial"/>
              </a:rPr>
              <a:t> </a:t>
            </a:r>
            <a:r>
              <a:rPr sz="1000" spc="-2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where</a:t>
            </a:r>
            <a:r>
              <a:rPr sz="1000" spc="2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discussed</a:t>
            </a:r>
            <a:r>
              <a:rPr sz="1000" spc="20" dirty="0">
                <a:solidFill>
                  <a:srgbClr val="231F20"/>
                </a:solidFill>
                <a:latin typeface="Arial"/>
                <a:cs typeface="Arial"/>
              </a:rPr>
              <a:t> </a:t>
            </a:r>
            <a:r>
              <a:rPr sz="1000" dirty="0">
                <a:solidFill>
                  <a:srgbClr val="231F20"/>
                </a:solidFill>
                <a:latin typeface="Arial"/>
                <a:cs typeface="Arial"/>
              </a:rPr>
              <a:t>healthy</a:t>
            </a:r>
            <a:r>
              <a:rPr sz="1000" spc="20" dirty="0">
                <a:solidFill>
                  <a:srgbClr val="231F20"/>
                </a:solidFill>
                <a:latin typeface="Arial"/>
                <a:cs typeface="Arial"/>
              </a:rPr>
              <a:t> </a:t>
            </a:r>
            <a:r>
              <a:rPr sz="1000" dirty="0">
                <a:solidFill>
                  <a:srgbClr val="231F20"/>
                </a:solidFill>
                <a:latin typeface="Arial"/>
                <a:cs typeface="Arial"/>
              </a:rPr>
              <a:t>living</a:t>
            </a:r>
            <a:r>
              <a:rPr sz="1000" spc="20" dirty="0">
                <a:solidFill>
                  <a:srgbClr val="231F20"/>
                </a:solidFill>
                <a:latin typeface="Arial"/>
                <a:cs typeface="Arial"/>
              </a:rPr>
              <a:t> </a:t>
            </a:r>
            <a:r>
              <a:rPr sz="1000" dirty="0">
                <a:solidFill>
                  <a:srgbClr val="231F20"/>
                </a:solidFill>
                <a:latin typeface="Arial"/>
                <a:cs typeface="Arial"/>
              </a:rPr>
              <a:t>options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recreational sport</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volunteered</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Making</a:t>
            </a:r>
            <a:r>
              <a:rPr sz="1000" spc="-30" dirty="0">
                <a:solidFill>
                  <a:srgbClr val="231F20"/>
                </a:solidFill>
                <a:latin typeface="Arial"/>
                <a:cs typeface="Arial"/>
              </a:rPr>
              <a:t> </a:t>
            </a:r>
            <a:r>
              <a:rPr sz="1000" dirty="0">
                <a:solidFill>
                  <a:srgbClr val="231F20"/>
                </a:solidFill>
                <a:latin typeface="Arial"/>
                <a:cs typeface="Arial"/>
              </a:rPr>
              <a:t>Strides</a:t>
            </a:r>
            <a:r>
              <a:rPr sz="1000" spc="-30" dirty="0">
                <a:solidFill>
                  <a:srgbClr val="231F20"/>
                </a:solidFill>
                <a:latin typeface="Arial"/>
                <a:cs typeface="Arial"/>
              </a:rPr>
              <a:t> </a:t>
            </a:r>
            <a:r>
              <a:rPr sz="1000" dirty="0">
                <a:solidFill>
                  <a:srgbClr val="231F20"/>
                </a:solidFill>
                <a:latin typeface="Arial"/>
                <a:cs typeface="Arial"/>
              </a:rPr>
              <a:t>Against</a:t>
            </a:r>
            <a:r>
              <a:rPr sz="1000" spc="-30" dirty="0">
                <a:solidFill>
                  <a:srgbClr val="231F20"/>
                </a:solidFill>
                <a:latin typeface="Arial"/>
                <a:cs typeface="Arial"/>
              </a:rPr>
              <a:t> </a:t>
            </a:r>
            <a:r>
              <a:rPr sz="1000" spc="-10" dirty="0">
                <a:solidFill>
                  <a:srgbClr val="231F20"/>
                </a:solidFill>
                <a:latin typeface="Arial"/>
                <a:cs typeface="Arial"/>
              </a:rPr>
              <a:t>Breast</a:t>
            </a:r>
            <a:r>
              <a:rPr sz="1000" spc="-30" dirty="0">
                <a:solidFill>
                  <a:srgbClr val="231F20"/>
                </a:solidFill>
                <a:latin typeface="Arial"/>
                <a:cs typeface="Arial"/>
              </a:rPr>
              <a:t> </a:t>
            </a:r>
            <a:r>
              <a:rPr sz="1000" spc="-10" dirty="0">
                <a:solidFill>
                  <a:srgbClr val="231F20"/>
                </a:solidFill>
                <a:latin typeface="Arial"/>
                <a:cs typeface="Arial"/>
              </a:rPr>
              <a:t>Cancer</a:t>
            </a:r>
            <a:r>
              <a:rPr sz="1000" spc="-30" dirty="0">
                <a:solidFill>
                  <a:srgbClr val="231F20"/>
                </a:solidFill>
                <a:latin typeface="Arial"/>
                <a:cs typeface="Arial"/>
              </a:rPr>
              <a:t> </a:t>
            </a:r>
            <a:r>
              <a:rPr sz="1000" spc="-25" dirty="0">
                <a:solidFill>
                  <a:srgbClr val="231F20"/>
                </a:solidFill>
                <a:latin typeface="Arial"/>
                <a:cs typeface="Arial"/>
              </a:rPr>
              <a:t>Walk. </a:t>
            </a:r>
            <a:r>
              <a:rPr sz="1000" dirty="0">
                <a:solidFill>
                  <a:srgbClr val="231F20"/>
                </a:solidFill>
                <a:latin typeface="Arial"/>
                <a:cs typeface="Arial"/>
              </a:rPr>
              <a:t>The</a:t>
            </a:r>
            <a:r>
              <a:rPr sz="1000" spc="-30" dirty="0">
                <a:solidFill>
                  <a:srgbClr val="231F20"/>
                </a:solidFill>
                <a:latin typeface="Arial"/>
                <a:cs typeface="Arial"/>
              </a:rPr>
              <a:t> </a:t>
            </a:r>
            <a:r>
              <a:rPr sz="1000" spc="-20" dirty="0">
                <a:solidFill>
                  <a:srgbClr val="231F20"/>
                </a:solidFill>
                <a:latin typeface="Arial"/>
                <a:cs typeface="Arial"/>
              </a:rPr>
              <a:t>kids </a:t>
            </a:r>
            <a:r>
              <a:rPr sz="1000" dirty="0">
                <a:solidFill>
                  <a:srgbClr val="231F20"/>
                </a:solidFill>
                <a:latin typeface="Arial"/>
                <a:cs typeface="Arial"/>
              </a:rPr>
              <a:t>passed</a:t>
            </a:r>
            <a:r>
              <a:rPr sz="1000" spc="-15" dirty="0">
                <a:solidFill>
                  <a:srgbClr val="231F20"/>
                </a:solidFill>
                <a:latin typeface="Arial"/>
                <a:cs typeface="Arial"/>
              </a:rPr>
              <a:t> </a:t>
            </a:r>
            <a:r>
              <a:rPr sz="1000" dirty="0">
                <a:solidFill>
                  <a:srgbClr val="231F20"/>
                </a:solidFill>
                <a:latin typeface="Arial"/>
                <a:cs typeface="Arial"/>
              </a:rPr>
              <a:t>out</a:t>
            </a:r>
            <a:r>
              <a:rPr sz="1000" spc="-10" dirty="0">
                <a:solidFill>
                  <a:srgbClr val="231F20"/>
                </a:solidFill>
                <a:latin typeface="Arial"/>
                <a:cs typeface="Arial"/>
              </a:rPr>
              <a:t> </a:t>
            </a:r>
            <a:r>
              <a:rPr sz="1000" dirty="0">
                <a:solidFill>
                  <a:srgbClr val="231F20"/>
                </a:solidFill>
                <a:latin typeface="Arial"/>
                <a:cs typeface="Arial"/>
              </a:rPr>
              <a:t>breast</a:t>
            </a:r>
            <a:r>
              <a:rPr sz="1000" spc="-10" dirty="0">
                <a:solidFill>
                  <a:srgbClr val="231F20"/>
                </a:solidFill>
                <a:latin typeface="Arial"/>
                <a:cs typeface="Arial"/>
              </a:rPr>
              <a:t> </a:t>
            </a:r>
            <a:r>
              <a:rPr sz="1000" dirty="0">
                <a:solidFill>
                  <a:srgbClr val="231F20"/>
                </a:solidFill>
                <a:latin typeface="Arial"/>
                <a:cs typeface="Arial"/>
              </a:rPr>
              <a:t>cancer</a:t>
            </a:r>
            <a:r>
              <a:rPr sz="1000" spc="-15" dirty="0">
                <a:solidFill>
                  <a:srgbClr val="231F20"/>
                </a:solidFill>
                <a:latin typeface="Arial"/>
                <a:cs typeface="Arial"/>
              </a:rPr>
              <a:t> </a:t>
            </a:r>
            <a:r>
              <a:rPr sz="1000" dirty="0">
                <a:solidFill>
                  <a:srgbClr val="231F20"/>
                </a:solidFill>
                <a:latin typeface="Arial"/>
                <a:cs typeface="Arial"/>
              </a:rPr>
              <a:t>literature,</a:t>
            </a:r>
            <a:r>
              <a:rPr sz="1000" spc="-10"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t-</a:t>
            </a:r>
            <a:r>
              <a:rPr sz="1000" dirty="0">
                <a:solidFill>
                  <a:srgbClr val="231F20"/>
                </a:solidFill>
                <a:latin typeface="Arial"/>
                <a:cs typeface="Arial"/>
              </a:rPr>
              <a:t>shirts</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conducted</a:t>
            </a:r>
            <a:r>
              <a:rPr sz="1000" spc="-5" dirty="0">
                <a:solidFill>
                  <a:srgbClr val="231F20"/>
                </a:solidFill>
                <a:latin typeface="Arial"/>
                <a:cs typeface="Arial"/>
              </a:rPr>
              <a:t> </a:t>
            </a:r>
            <a:r>
              <a:rPr sz="1000" spc="-10" dirty="0">
                <a:solidFill>
                  <a:srgbClr val="231F20"/>
                </a:solidFill>
                <a:latin typeface="Arial"/>
                <a:cs typeface="Arial"/>
              </a:rPr>
              <a:t>surveys.</a:t>
            </a:r>
            <a:r>
              <a:rPr sz="1000" dirty="0">
                <a:solidFill>
                  <a:srgbClr val="231F20"/>
                </a:solidFill>
                <a:latin typeface="Arial"/>
                <a:cs typeface="Arial"/>
              </a:rPr>
              <a:t> The Art of Public Speaking </a:t>
            </a:r>
            <a:r>
              <a:rPr sz="1000" spc="-10" dirty="0">
                <a:solidFill>
                  <a:srgbClr val="231F20"/>
                </a:solidFill>
                <a:latin typeface="Arial"/>
                <a:cs typeface="Arial"/>
              </a:rPr>
              <a:t>activity </a:t>
            </a:r>
            <a:r>
              <a:rPr sz="1000" dirty="0">
                <a:solidFill>
                  <a:srgbClr val="231F20"/>
                </a:solidFill>
                <a:latin typeface="Arial"/>
                <a:cs typeface="Arial"/>
              </a:rPr>
              <a:t>empowered our</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 Jillers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think</a:t>
            </a:r>
            <a:r>
              <a:rPr sz="1000" spc="5" dirty="0">
                <a:solidFill>
                  <a:srgbClr val="231F20"/>
                </a:solidFill>
                <a:latin typeface="Arial"/>
                <a:cs typeface="Arial"/>
              </a:rPr>
              <a:t> </a:t>
            </a:r>
            <a:r>
              <a:rPr sz="1000" spc="-10" dirty="0">
                <a:solidFill>
                  <a:srgbClr val="231F20"/>
                </a:solidFill>
                <a:latin typeface="Arial"/>
                <a:cs typeface="Arial"/>
              </a:rPr>
              <a:t>critically,</a:t>
            </a:r>
            <a:r>
              <a:rPr sz="1000" dirty="0">
                <a:solidFill>
                  <a:srgbClr val="231F20"/>
                </a:solidFill>
                <a:latin typeface="Arial"/>
                <a:cs typeface="Arial"/>
              </a:rPr>
              <a:t> </a:t>
            </a:r>
            <a:r>
              <a:rPr sz="1000" spc="-10" dirty="0">
                <a:solidFill>
                  <a:srgbClr val="231F20"/>
                </a:solidFill>
                <a:latin typeface="Arial"/>
                <a:cs typeface="Arial"/>
              </a:rPr>
              <a:t>devise </a:t>
            </a:r>
            <a:r>
              <a:rPr sz="1000" dirty="0">
                <a:solidFill>
                  <a:srgbClr val="231F20"/>
                </a:solidFill>
                <a:latin typeface="Arial"/>
                <a:cs typeface="Arial"/>
              </a:rPr>
              <a:t>well-reasoned</a:t>
            </a:r>
            <a:r>
              <a:rPr sz="1000" spc="15" dirty="0">
                <a:solidFill>
                  <a:srgbClr val="231F20"/>
                </a:solidFill>
                <a:latin typeface="Arial"/>
                <a:cs typeface="Arial"/>
              </a:rPr>
              <a:t> </a:t>
            </a:r>
            <a:r>
              <a:rPr sz="1000" dirty="0">
                <a:solidFill>
                  <a:srgbClr val="231F20"/>
                </a:solidFill>
                <a:latin typeface="Arial"/>
                <a:cs typeface="Arial"/>
              </a:rPr>
              <a:t>arguments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effectively</a:t>
            </a:r>
            <a:r>
              <a:rPr sz="1000" spc="20" dirty="0">
                <a:solidFill>
                  <a:srgbClr val="231F20"/>
                </a:solidFill>
                <a:latin typeface="Arial"/>
                <a:cs typeface="Arial"/>
              </a:rPr>
              <a:t> </a:t>
            </a:r>
            <a:r>
              <a:rPr sz="1000" spc="-10" dirty="0">
                <a:solidFill>
                  <a:srgbClr val="231F20"/>
                </a:solidFill>
                <a:latin typeface="Arial"/>
                <a:cs typeface="Arial"/>
              </a:rPr>
              <a:t>communicate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ideas.</a:t>
            </a:r>
            <a:r>
              <a:rPr sz="1000" spc="15" dirty="0">
                <a:solidFill>
                  <a:srgbClr val="231F20"/>
                </a:solidFill>
                <a:latin typeface="Arial"/>
                <a:cs typeface="Arial"/>
              </a:rPr>
              <a:t> </a:t>
            </a:r>
            <a:r>
              <a:rPr sz="1000" spc="-1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helped</a:t>
            </a:r>
            <a:r>
              <a:rPr sz="1000" spc="20" dirty="0">
                <a:solidFill>
                  <a:srgbClr val="231F20"/>
                </a:solidFill>
                <a:latin typeface="Arial"/>
                <a:cs typeface="Arial"/>
              </a:rPr>
              <a:t> </a:t>
            </a:r>
            <a:r>
              <a:rPr sz="1000" dirty="0">
                <a:solidFill>
                  <a:srgbClr val="231F20"/>
                </a:solidFill>
                <a:latin typeface="Arial"/>
                <a:cs typeface="Arial"/>
              </a:rPr>
              <a:t>prepare</a:t>
            </a:r>
            <a:r>
              <a:rPr sz="1000" spc="1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30" dirty="0">
                <a:solidFill>
                  <a:srgbClr val="231F20"/>
                </a:solidFill>
                <a:latin typeface="Arial"/>
                <a:cs typeface="Arial"/>
              </a:rPr>
              <a:t>JJMCMC</a:t>
            </a:r>
            <a:r>
              <a:rPr sz="1000" spc="15" dirty="0">
                <a:solidFill>
                  <a:srgbClr val="231F20"/>
                </a:solidFill>
                <a:latin typeface="Arial"/>
                <a:cs typeface="Arial"/>
              </a:rPr>
              <a:t> </a:t>
            </a:r>
            <a:r>
              <a:rPr sz="1000" dirty="0">
                <a:solidFill>
                  <a:srgbClr val="231F20"/>
                </a:solidFill>
                <a:latin typeface="Arial"/>
                <a:cs typeface="Arial"/>
              </a:rPr>
              <a:t>oratorical</a:t>
            </a:r>
            <a:r>
              <a:rPr sz="1000" spc="15" dirty="0">
                <a:solidFill>
                  <a:srgbClr val="231F20"/>
                </a:solidFill>
                <a:latin typeface="Arial"/>
                <a:cs typeface="Arial"/>
              </a:rPr>
              <a:t> </a:t>
            </a:r>
            <a:r>
              <a:rPr sz="1000" dirty="0">
                <a:solidFill>
                  <a:srgbClr val="231F20"/>
                </a:solidFill>
                <a:latin typeface="Arial"/>
                <a:cs typeface="Arial"/>
              </a:rPr>
              <a:t>competition</a:t>
            </a:r>
            <a:r>
              <a:rPr sz="1000" spc="15"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February.</a:t>
            </a:r>
            <a:endParaRPr sz="1000" dirty="0">
              <a:latin typeface="Arial"/>
              <a:cs typeface="Arial"/>
            </a:endParaRPr>
          </a:p>
          <a:p>
            <a:pPr marL="12700" marR="17399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bang</a:t>
            </a:r>
            <a:r>
              <a:rPr sz="1000" spc="-10" dirty="0">
                <a:solidFill>
                  <a:srgbClr val="231F20"/>
                </a:solidFill>
                <a:latin typeface="Arial"/>
                <a:cs typeface="Arial"/>
              </a:rPr>
              <a:t> </a:t>
            </a:r>
            <a:r>
              <a:rPr sz="1000" spc="-20" dirty="0">
                <a:solidFill>
                  <a:srgbClr val="231F20"/>
                </a:solidFill>
                <a:latin typeface="Arial"/>
                <a:cs typeface="Arial"/>
              </a:rPr>
              <a:t>when </a:t>
            </a:r>
            <a:r>
              <a:rPr sz="1000" dirty="0">
                <a:solidFill>
                  <a:srgbClr val="231F20"/>
                </a:solidFill>
                <a:latin typeface="Arial"/>
                <a:cs typeface="Arial"/>
              </a:rPr>
              <a:t>it</a:t>
            </a:r>
            <a:r>
              <a:rPr sz="1000" spc="35" dirty="0">
                <a:solidFill>
                  <a:srgbClr val="231F20"/>
                </a:solidFill>
                <a:latin typeface="Arial"/>
                <a:cs typeface="Arial"/>
              </a:rPr>
              <a:t> </a:t>
            </a:r>
            <a:r>
              <a:rPr sz="1000" dirty="0">
                <a:solidFill>
                  <a:srgbClr val="231F20"/>
                </a:solidFill>
                <a:latin typeface="Arial"/>
                <a:cs typeface="Arial"/>
              </a:rPr>
              <a:t>hosted</a:t>
            </a:r>
            <a:r>
              <a:rPr sz="1000" spc="40" dirty="0">
                <a:solidFill>
                  <a:srgbClr val="231F20"/>
                </a:solidFill>
                <a:latin typeface="Arial"/>
                <a:cs typeface="Arial"/>
              </a:rPr>
              <a:t> </a:t>
            </a:r>
            <a:r>
              <a:rPr sz="1000" dirty="0">
                <a:solidFill>
                  <a:srgbClr val="231F20"/>
                </a:solidFill>
                <a:latin typeface="Arial"/>
                <a:cs typeface="Arial"/>
              </a:rPr>
              <a:t>a</a:t>
            </a:r>
            <a:r>
              <a:rPr sz="1000" spc="40" dirty="0">
                <a:solidFill>
                  <a:srgbClr val="231F20"/>
                </a:solidFill>
                <a:latin typeface="Arial"/>
                <a:cs typeface="Arial"/>
              </a:rPr>
              <a:t> </a:t>
            </a:r>
            <a:r>
              <a:rPr sz="1000" dirty="0">
                <a:solidFill>
                  <a:srgbClr val="231F20"/>
                </a:solidFill>
                <a:latin typeface="Arial"/>
                <a:cs typeface="Arial"/>
              </a:rPr>
              <a:t>well-attended</a:t>
            </a:r>
            <a:r>
              <a:rPr sz="1000" spc="40" dirty="0">
                <a:solidFill>
                  <a:srgbClr val="231F20"/>
                </a:solidFill>
                <a:latin typeface="Arial"/>
                <a:cs typeface="Arial"/>
              </a:rPr>
              <a:t> </a:t>
            </a:r>
            <a:r>
              <a:rPr sz="1000" dirty="0">
                <a:solidFill>
                  <a:srgbClr val="231F20"/>
                </a:solidFill>
                <a:latin typeface="Arial"/>
                <a:cs typeface="Arial"/>
              </a:rPr>
              <a:t>college</a:t>
            </a:r>
            <a:r>
              <a:rPr sz="1000" spc="40" dirty="0">
                <a:solidFill>
                  <a:srgbClr val="231F20"/>
                </a:solidFill>
                <a:latin typeface="Arial"/>
                <a:cs typeface="Arial"/>
              </a:rPr>
              <a:t> </a:t>
            </a:r>
            <a:r>
              <a:rPr sz="1000" dirty="0">
                <a:solidFill>
                  <a:srgbClr val="231F20"/>
                </a:solidFill>
                <a:latin typeface="Arial"/>
                <a:cs typeface="Arial"/>
              </a:rPr>
              <a:t>prep</a:t>
            </a:r>
            <a:r>
              <a:rPr sz="1000" spc="40" dirty="0">
                <a:solidFill>
                  <a:srgbClr val="231F20"/>
                </a:solidFill>
                <a:latin typeface="Arial"/>
                <a:cs typeface="Arial"/>
              </a:rPr>
              <a:t> </a:t>
            </a:r>
            <a:r>
              <a:rPr sz="1000" dirty="0">
                <a:solidFill>
                  <a:srgbClr val="231F20"/>
                </a:solidFill>
                <a:latin typeface="Arial"/>
                <a:cs typeface="Arial"/>
              </a:rPr>
              <a:t>workshop</a:t>
            </a:r>
            <a:r>
              <a:rPr sz="1000" spc="40" dirty="0">
                <a:solidFill>
                  <a:srgbClr val="231F20"/>
                </a:solidFill>
                <a:latin typeface="Arial"/>
                <a:cs typeface="Arial"/>
              </a:rPr>
              <a:t> </a:t>
            </a:r>
            <a:r>
              <a:rPr sz="1000" spc="-25" dirty="0">
                <a:solidFill>
                  <a:srgbClr val="231F20"/>
                </a:solidFill>
                <a:latin typeface="Arial"/>
                <a:cs typeface="Arial"/>
              </a:rPr>
              <a:t>and</a:t>
            </a:r>
            <a:endParaRPr sz="1000" dirty="0">
              <a:latin typeface="Arial"/>
              <a:cs typeface="Arial"/>
            </a:endParaRPr>
          </a:p>
          <a:p>
            <a:pPr marL="12700" marR="66040">
              <a:lnSpc>
                <a:spcPct val="100000"/>
              </a:lnSpc>
            </a:pP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teen</a:t>
            </a:r>
            <a:r>
              <a:rPr sz="1000" spc="-5" dirty="0">
                <a:solidFill>
                  <a:srgbClr val="231F20"/>
                </a:solidFill>
                <a:latin typeface="Arial"/>
                <a:cs typeface="Arial"/>
              </a:rPr>
              <a:t> </a:t>
            </a:r>
            <a:r>
              <a:rPr sz="1000" spc="-10" dirty="0">
                <a:solidFill>
                  <a:srgbClr val="231F20"/>
                </a:solidFill>
                <a:latin typeface="Arial"/>
                <a:cs typeface="Arial"/>
              </a:rPr>
              <a:t>social.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went</a:t>
            </a:r>
            <a:r>
              <a:rPr sz="1000" spc="-5" dirty="0">
                <a:solidFill>
                  <a:srgbClr val="231F20"/>
                </a:solidFill>
                <a:latin typeface="Arial"/>
                <a:cs typeface="Arial"/>
              </a:rPr>
              <a:t> </a:t>
            </a:r>
            <a:r>
              <a:rPr sz="1000" dirty="0">
                <a:solidFill>
                  <a:srgbClr val="231F20"/>
                </a:solidFill>
                <a:latin typeface="Arial"/>
                <a:cs typeface="Arial"/>
              </a:rPr>
              <a:t>into</a:t>
            </a:r>
            <a:r>
              <a:rPr sz="1000" spc="-5"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mode,</a:t>
            </a:r>
            <a:r>
              <a:rPr sz="1000" spc="-5"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a:t>
            </a:r>
            <a:r>
              <a:rPr sz="1000" spc="-10" dirty="0">
                <a:solidFill>
                  <a:srgbClr val="231F20"/>
                </a:solidFill>
                <a:latin typeface="Arial"/>
                <a:cs typeface="Arial"/>
              </a:rPr>
              <a:t>modules </a:t>
            </a:r>
            <a:r>
              <a:rPr sz="1000" dirty="0">
                <a:solidFill>
                  <a:srgbClr val="231F20"/>
                </a:solidFill>
                <a:latin typeface="Arial"/>
                <a:cs typeface="Arial"/>
              </a:rPr>
              <a:t>earlier</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third</a:t>
            </a:r>
            <a:r>
              <a:rPr sz="1000" spc="-10" dirty="0">
                <a:solidFill>
                  <a:srgbClr val="231F20"/>
                </a:solidFill>
                <a:latin typeface="Arial"/>
                <a:cs typeface="Arial"/>
              </a:rPr>
              <a:t> </a:t>
            </a:r>
            <a:r>
              <a:rPr sz="1000" spc="-2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spc="-10" dirty="0">
                <a:solidFill>
                  <a:srgbClr val="231F20"/>
                </a:solidFill>
                <a:latin typeface="Arial"/>
                <a:cs typeface="Arial"/>
              </a:rPr>
              <a:t>sponsored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Reading</a:t>
            </a:r>
            <a:r>
              <a:rPr sz="1000" spc="5" dirty="0">
                <a:solidFill>
                  <a:srgbClr val="231F20"/>
                </a:solidFill>
                <a:latin typeface="Arial"/>
                <a:cs typeface="Arial"/>
              </a:rPr>
              <a:t> </a:t>
            </a:r>
            <a:r>
              <a:rPr sz="1000" dirty="0">
                <a:solidFill>
                  <a:srgbClr val="231F20"/>
                </a:solidFill>
                <a:latin typeface="Arial"/>
                <a:cs typeface="Arial"/>
              </a:rPr>
              <a:t>Buddies</a:t>
            </a:r>
            <a:r>
              <a:rPr sz="1000" spc="5" dirty="0">
                <a:solidFill>
                  <a:srgbClr val="231F20"/>
                </a:solidFill>
                <a:latin typeface="Arial"/>
                <a:cs typeface="Arial"/>
              </a:rPr>
              <a:t> </a:t>
            </a:r>
            <a:r>
              <a:rPr sz="1000" dirty="0">
                <a:solidFill>
                  <a:srgbClr val="231F20"/>
                </a:solidFill>
                <a:latin typeface="Arial"/>
                <a:cs typeface="Arial"/>
              </a:rPr>
              <a:t>club</a:t>
            </a:r>
            <a:r>
              <a:rPr sz="1000" spc="5" dirty="0">
                <a:solidFill>
                  <a:srgbClr val="231F20"/>
                </a:solidFill>
                <a:latin typeface="Arial"/>
                <a:cs typeface="Arial"/>
              </a:rPr>
              <a:t>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spc="-10" dirty="0">
                <a:solidFill>
                  <a:srgbClr val="231F20"/>
                </a:solidFill>
                <a:latin typeface="Arial"/>
                <a:cs typeface="Arial"/>
              </a:rPr>
              <a:t>meetings, </a:t>
            </a:r>
            <a:r>
              <a:rPr sz="1000" dirty="0">
                <a:solidFill>
                  <a:srgbClr val="231F20"/>
                </a:solidFill>
                <a:latin typeface="Arial"/>
                <a:cs typeface="Arial"/>
              </a:rPr>
              <a:t>reading</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younger</a:t>
            </a:r>
            <a:r>
              <a:rPr sz="1000" spc="20"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while</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mothers </a:t>
            </a:r>
            <a:r>
              <a:rPr sz="1000" dirty="0">
                <a:solidFill>
                  <a:srgbClr val="231F20"/>
                </a:solidFill>
                <a:latin typeface="Arial"/>
                <a:cs typeface="Arial"/>
              </a:rPr>
              <a:t>planned</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a:t>
            </a:r>
            <a:r>
              <a:rPr sz="1000" dirty="0">
                <a:solidFill>
                  <a:srgbClr val="231F20"/>
                </a:solidFill>
                <a:latin typeface="Arial"/>
                <a:cs typeface="Arial"/>
              </a:rPr>
              <a:t>events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activities.</a:t>
            </a:r>
            <a:endParaRPr sz="1000" dirty="0">
              <a:latin typeface="Arial"/>
              <a:cs typeface="Arial"/>
            </a:endParaRPr>
          </a:p>
        </p:txBody>
      </p:sp>
      <p:sp>
        <p:nvSpPr>
          <p:cNvPr id="4" name="object 3">
            <a:extLst>
              <a:ext uri="{FF2B5EF4-FFF2-40B4-BE49-F238E27FC236}">
                <a16:creationId xmlns:a16="http://schemas.microsoft.com/office/drawing/2014/main" id="{FC5A5927-4AE8-34FB-8E52-7E0A295CF68C}"/>
              </a:ext>
            </a:extLst>
          </p:cNvPr>
          <p:cNvSpPr txBox="1"/>
          <p:nvPr/>
        </p:nvSpPr>
        <p:spPr>
          <a:xfrm>
            <a:off x="545440" y="6809177"/>
            <a:ext cx="3110230" cy="2386330"/>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2015–2016</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algn="ctr">
              <a:lnSpc>
                <a:spcPct val="100000"/>
              </a:lnSpc>
              <a:spcBef>
                <a:spcPts val="340"/>
              </a:spcBef>
            </a:pPr>
            <a:r>
              <a:rPr sz="1100" dirty="0">
                <a:solidFill>
                  <a:srgbClr val="1D5495"/>
                </a:solidFill>
                <a:latin typeface="Lucida Sans Unicode"/>
                <a:cs typeface="Lucida Sans Unicode"/>
              </a:rPr>
              <a:t>President:</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Doreen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C.</a:t>
            </a:r>
            <a:r>
              <a:rPr sz="1100" spc="-5" dirty="0">
                <a:solidFill>
                  <a:srgbClr val="1D5495"/>
                </a:solidFill>
                <a:latin typeface="Lucida Sans Unicode"/>
                <a:cs typeface="Lucida Sans Unicode"/>
              </a:rPr>
              <a:t> </a:t>
            </a:r>
            <a:r>
              <a:rPr sz="1100" spc="-20" dirty="0">
                <a:solidFill>
                  <a:srgbClr val="1D5495"/>
                </a:solidFill>
                <a:latin typeface="Lucida Sans Unicode"/>
                <a:cs typeface="Lucida Sans Unicode"/>
              </a:rPr>
              <a:t>Hope</a:t>
            </a:r>
            <a:endParaRPr sz="1100">
              <a:latin typeface="Lucida Sans Unicode"/>
              <a:cs typeface="Lucida Sans Unicode"/>
            </a:endParaRPr>
          </a:p>
          <a:p>
            <a:pPr marL="12700" marR="5080" indent="-635" algn="ctr">
              <a:lnSpc>
                <a:spcPct val="127299"/>
              </a:lnSpc>
            </a:pPr>
            <a:r>
              <a:rPr sz="1100" dirty="0">
                <a:solidFill>
                  <a:srgbClr val="1D5495"/>
                </a:solidFill>
                <a:latin typeface="Lucida Sans Unicode"/>
                <a:cs typeface="Lucida Sans Unicode"/>
              </a:rPr>
              <a:t>Vice</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00" dirty="0">
                <a:solidFill>
                  <a:srgbClr val="1D5495"/>
                </a:solidFill>
                <a:latin typeface="Lucida Sans Unicode"/>
                <a:cs typeface="Lucida Sans Unicode"/>
              </a:rPr>
              <a:t> </a:t>
            </a:r>
            <a:r>
              <a:rPr sz="1100" spc="50" dirty="0">
                <a:solidFill>
                  <a:srgbClr val="1D5495"/>
                </a:solidFill>
                <a:latin typeface="Lucida Sans Unicode"/>
                <a:cs typeface="Lucida Sans Unicode"/>
              </a:rPr>
              <a:t>Yaminah</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Leggett-</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Program</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35"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spc="10" dirty="0">
                <a:solidFill>
                  <a:srgbClr val="1D5495"/>
                </a:solidFill>
                <a:latin typeface="Lucida Sans Unicode"/>
                <a:cs typeface="Lucida Sans Unicode"/>
              </a:rPr>
              <a:t>Recording</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Monica</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Rodia </a:t>
            </a:r>
            <a:r>
              <a:rPr sz="1100" spc="10" dirty="0">
                <a:solidFill>
                  <a:srgbClr val="1D5495"/>
                </a:solidFill>
                <a:latin typeface="Lucida Sans Unicode"/>
                <a:cs typeface="Lucida Sans Unicode"/>
              </a:rPr>
              <a:t>Corresponding</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50" dirty="0">
                <a:solidFill>
                  <a:srgbClr val="1D5495"/>
                </a:solidFill>
                <a:latin typeface="Lucida Sans Unicode"/>
                <a:cs typeface="Lucida Sans Unicode"/>
              </a:rPr>
              <a:t>Sabrina</a:t>
            </a:r>
            <a:r>
              <a:rPr sz="1100" spc="85" dirty="0">
                <a:solidFill>
                  <a:srgbClr val="1D5495"/>
                </a:solidFill>
                <a:latin typeface="Lucida Sans Unicode"/>
                <a:cs typeface="Lucida Sans Unicode"/>
              </a:rPr>
              <a:t> </a:t>
            </a:r>
            <a:r>
              <a:rPr sz="1100" spc="35" dirty="0">
                <a:solidFill>
                  <a:srgbClr val="1D5495"/>
                </a:solidFill>
                <a:latin typeface="Lucida Sans Unicode"/>
                <a:cs typeface="Lucida Sans Unicode"/>
              </a:rPr>
              <a:t>Cobb </a:t>
            </a:r>
            <a:r>
              <a:rPr sz="1100" dirty="0">
                <a:solidFill>
                  <a:srgbClr val="1D5495"/>
                </a:solidFill>
                <a:latin typeface="Lucida Sans Unicode"/>
                <a:cs typeface="Lucida Sans Unicode"/>
              </a:rPr>
              <a:t>Treasurer:</a:t>
            </a:r>
            <a:r>
              <a:rPr sz="1100" spc="70" dirty="0">
                <a:solidFill>
                  <a:srgbClr val="1D5495"/>
                </a:solidFill>
                <a:latin typeface="Lucida Sans Unicode"/>
                <a:cs typeface="Lucida Sans Unicode"/>
              </a:rPr>
              <a:t> Jacqueline</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Sykes-</a:t>
            </a:r>
            <a:r>
              <a:rPr sz="1100" spc="-10" dirty="0">
                <a:solidFill>
                  <a:srgbClr val="1D5495"/>
                </a:solidFill>
                <a:latin typeface="Lucida Sans Unicode"/>
                <a:cs typeface="Lucida Sans Unicode"/>
              </a:rPr>
              <a:t>Washington </a:t>
            </a:r>
            <a:r>
              <a:rPr sz="1100" spc="10" dirty="0">
                <a:solidFill>
                  <a:srgbClr val="1D5495"/>
                </a:solidFill>
                <a:latin typeface="Lucida Sans Unicode"/>
                <a:cs typeface="Lucida Sans Unicode"/>
              </a:rPr>
              <a:t>Financial</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5" dirty="0">
                <a:solidFill>
                  <a:srgbClr val="1D5495"/>
                </a:solidFill>
                <a:latin typeface="Lucida Sans Unicode"/>
                <a:cs typeface="Lucida Sans Unicode"/>
              </a:rPr>
              <a:t> </a:t>
            </a:r>
            <a:r>
              <a:rPr sz="1100" spc="10" dirty="0">
                <a:solidFill>
                  <a:srgbClr val="1D5495"/>
                </a:solidFill>
                <a:latin typeface="Lucida Sans Unicode"/>
                <a:cs typeface="Lucida Sans Unicode"/>
              </a:rPr>
              <a:t>Ashyia</a:t>
            </a:r>
            <a:r>
              <a:rPr sz="1100" spc="15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a:latin typeface="Lucida Sans Unicode"/>
              <a:cs typeface="Lucida Sans Unicode"/>
            </a:endParaRPr>
          </a:p>
          <a:p>
            <a:pPr marL="174625" marR="167005" indent="652145">
              <a:lnSpc>
                <a:spcPct val="127299"/>
              </a:lnSpc>
            </a:pPr>
            <a:r>
              <a:rPr sz="1100" spc="-20" dirty="0">
                <a:solidFill>
                  <a:srgbClr val="1D5495"/>
                </a:solidFill>
                <a:latin typeface="Lucida Sans Unicode"/>
                <a:cs typeface="Lucida Sans Unicode"/>
              </a:rPr>
              <a:t>Editor:</a:t>
            </a:r>
            <a:r>
              <a:rPr sz="1100" spc="-40" dirty="0">
                <a:solidFill>
                  <a:srgbClr val="1D5495"/>
                </a:solidFill>
                <a:latin typeface="Lucida Sans Unicode"/>
                <a:cs typeface="Lucida Sans Unicode"/>
              </a:rPr>
              <a:t> </a:t>
            </a:r>
            <a:r>
              <a:rPr sz="1100" spc="75" dirty="0">
                <a:solidFill>
                  <a:srgbClr val="1D5495"/>
                </a:solidFill>
                <a:latin typeface="Lucida Sans Unicode"/>
                <a:cs typeface="Lucida Sans Unicode"/>
              </a:rPr>
              <a:t>Jeanine</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Grain </a:t>
            </a:r>
            <a:r>
              <a:rPr sz="1100" spc="20" dirty="0">
                <a:solidFill>
                  <a:srgbClr val="1D5495"/>
                </a:solidFill>
                <a:latin typeface="Lucida Sans Unicode"/>
                <a:cs typeface="Lucida Sans Unicode"/>
              </a:rPr>
              <a:t>Parliamentarian:</a:t>
            </a:r>
            <a:r>
              <a:rPr sz="1100" spc="35" dirty="0">
                <a:solidFill>
                  <a:srgbClr val="1D5495"/>
                </a:solidFill>
                <a:latin typeface="Lucida Sans Unicode"/>
                <a:cs typeface="Lucida Sans Unicode"/>
              </a:rPr>
              <a:t> </a:t>
            </a:r>
            <a:r>
              <a:rPr sz="1100" spc="50" dirty="0">
                <a:solidFill>
                  <a:srgbClr val="1D5495"/>
                </a:solidFill>
                <a:latin typeface="Lucida Sans Unicode"/>
                <a:cs typeface="Lucida Sans Unicode"/>
              </a:rPr>
              <a:t>Rhea</a:t>
            </a:r>
            <a:r>
              <a:rPr sz="1100" spc="45" dirty="0">
                <a:solidFill>
                  <a:srgbClr val="1D5495"/>
                </a:solidFill>
                <a:latin typeface="Lucida Sans Unicode"/>
                <a:cs typeface="Lucida Sans Unicode"/>
              </a:rPr>
              <a:t> </a:t>
            </a:r>
            <a:r>
              <a:rPr sz="1100" spc="20" dirty="0">
                <a:solidFill>
                  <a:srgbClr val="1D5495"/>
                </a:solidFill>
                <a:latin typeface="Lucida Sans Unicode"/>
                <a:cs typeface="Lucida Sans Unicode"/>
              </a:rPr>
              <a:t>Ballard-</a:t>
            </a:r>
            <a:r>
              <a:rPr sz="1100" spc="-10" dirty="0">
                <a:solidFill>
                  <a:srgbClr val="1D5495"/>
                </a:solidFill>
                <a:latin typeface="Lucida Sans Unicode"/>
                <a:cs typeface="Lucida Sans Unicode"/>
              </a:rPr>
              <a:t>Thrower</a:t>
            </a:r>
            <a:endParaRPr sz="1100">
              <a:latin typeface="Lucida Sans Unicode"/>
              <a:cs typeface="Lucida Sans Unicode"/>
            </a:endParaRPr>
          </a:p>
        </p:txBody>
      </p:sp>
      <p:sp>
        <p:nvSpPr>
          <p:cNvPr id="5" name="object 4">
            <a:extLst>
              <a:ext uri="{FF2B5EF4-FFF2-40B4-BE49-F238E27FC236}">
                <a16:creationId xmlns:a16="http://schemas.microsoft.com/office/drawing/2014/main" id="{FEF6360B-2EA0-6A43-4013-2BCF488F7C90}"/>
              </a:ext>
            </a:extLst>
          </p:cNvPr>
          <p:cNvSpPr txBox="1"/>
          <p:nvPr/>
        </p:nvSpPr>
        <p:spPr>
          <a:xfrm>
            <a:off x="4177106" y="2000110"/>
            <a:ext cx="2990215" cy="4768850"/>
          </a:xfrm>
          <a:prstGeom prst="rect">
            <a:avLst/>
          </a:prstGeom>
        </p:spPr>
        <p:txBody>
          <a:bodyPr vert="horz" wrap="square" lIns="0" tIns="12700" rIns="0" bIns="0" rtlCol="0">
            <a:spAutoFit/>
          </a:bodyPr>
          <a:lstStyle/>
          <a:p>
            <a:pPr marL="671830" marR="341630" indent="-323215">
              <a:lnSpc>
                <a:spcPct val="127299"/>
              </a:lnSpc>
              <a:spcBef>
                <a:spcPts val="100"/>
              </a:spcBef>
            </a:pPr>
            <a:r>
              <a:rPr sz="1100" dirty="0">
                <a:solidFill>
                  <a:srgbClr val="1D5495"/>
                </a:solidFill>
                <a:latin typeface="Lucida Sans Unicode"/>
                <a:cs typeface="Lucida Sans Unicode"/>
              </a:rPr>
              <a:t>Foundation</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65" dirty="0">
                <a:solidFill>
                  <a:srgbClr val="1D5495"/>
                </a:solidFill>
                <a:latin typeface="Lucida Sans Unicode"/>
                <a:cs typeface="Lucida Sans Unicode"/>
              </a:rPr>
              <a:t>Stacye</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Loman </a:t>
            </a:r>
            <a:r>
              <a:rPr sz="1100" spc="10" dirty="0">
                <a:solidFill>
                  <a:srgbClr val="1D5495"/>
                </a:solidFill>
                <a:latin typeface="Lucida Sans Unicode"/>
                <a:cs typeface="Lucida Sans Unicode"/>
              </a:rPr>
              <a:t>Chaplain:</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Nina</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Rivera </a:t>
            </a:r>
            <a:r>
              <a:rPr sz="1100" dirty="0">
                <a:solidFill>
                  <a:srgbClr val="1D5495"/>
                </a:solidFill>
                <a:latin typeface="Lucida Sans Unicode"/>
                <a:cs typeface="Lucida Sans Unicode"/>
              </a:rPr>
              <a:t>Historian:</a:t>
            </a:r>
            <a:r>
              <a:rPr sz="1100" spc="-75" dirty="0">
                <a:solidFill>
                  <a:srgbClr val="1D5495"/>
                </a:solidFill>
                <a:latin typeface="Lucida Sans Unicode"/>
                <a:cs typeface="Lucida Sans Unicode"/>
              </a:rPr>
              <a:t> </a:t>
            </a:r>
            <a:r>
              <a:rPr sz="1100" spc="50" dirty="0">
                <a:solidFill>
                  <a:srgbClr val="1D5495"/>
                </a:solidFill>
                <a:latin typeface="Lucida Sans Unicode"/>
                <a:cs typeface="Lucida Sans Unicode"/>
              </a:rPr>
              <a:t>Tanya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Brooks</a:t>
            </a:r>
            <a:endParaRPr sz="1100" dirty="0">
              <a:latin typeface="Lucida Sans Unicode"/>
              <a:cs typeface="Lucida Sans Unicode"/>
            </a:endParaRPr>
          </a:p>
          <a:p>
            <a:pPr marL="12065" marR="5080" indent="-635" algn="ctr">
              <a:lnSpc>
                <a:spcPct val="100000"/>
              </a:lnSpc>
              <a:spcBef>
                <a:spcPts val="359"/>
              </a:spcBef>
            </a:pPr>
            <a:r>
              <a:rPr sz="1100" dirty="0">
                <a:solidFill>
                  <a:srgbClr val="1D5495"/>
                </a:solidFill>
                <a:latin typeface="Lucida Sans Unicode"/>
                <a:cs typeface="Lucida Sans Unicode"/>
              </a:rPr>
              <a:t>Teen</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Advisors:</a:t>
            </a:r>
            <a:r>
              <a:rPr sz="1100" spc="90" dirty="0">
                <a:solidFill>
                  <a:srgbClr val="1D5495"/>
                </a:solidFill>
                <a:latin typeface="Lucida Sans Unicode"/>
                <a:cs typeface="Lucida Sans Unicode"/>
              </a:rPr>
              <a:t> </a:t>
            </a:r>
            <a:r>
              <a:rPr sz="1100" spc="60" dirty="0">
                <a:solidFill>
                  <a:srgbClr val="1D5495"/>
                </a:solidFill>
                <a:latin typeface="Lucida Sans Unicode"/>
                <a:cs typeface="Lucida Sans Unicode"/>
              </a:rPr>
              <a:t>Schonay</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Barnett-</a:t>
            </a:r>
            <a:r>
              <a:rPr sz="1100" spc="-10" dirty="0">
                <a:solidFill>
                  <a:srgbClr val="1D5495"/>
                </a:solidFill>
                <a:latin typeface="Lucida Sans Unicode"/>
                <a:cs typeface="Lucida Sans Unicode"/>
              </a:rPr>
              <a:t>Jones, </a:t>
            </a:r>
            <a:r>
              <a:rPr sz="1100" spc="20" dirty="0">
                <a:solidFill>
                  <a:srgbClr val="1D5495"/>
                </a:solidFill>
                <a:latin typeface="Lucida Sans Unicode"/>
                <a:cs typeface="Lucida Sans Unicode"/>
              </a:rPr>
              <a:t>Stephanie</a:t>
            </a:r>
            <a:r>
              <a:rPr sz="1100" dirty="0">
                <a:solidFill>
                  <a:srgbClr val="1D5495"/>
                </a:solidFill>
                <a:latin typeface="Lucida Sans Unicode"/>
                <a:cs typeface="Lucida Sans Unicode"/>
              </a:rPr>
              <a:t> </a:t>
            </a:r>
            <a:r>
              <a:rPr sz="1100" spc="20" dirty="0">
                <a:solidFill>
                  <a:srgbClr val="1D5495"/>
                </a:solidFill>
                <a:latin typeface="Lucida Sans Unicode"/>
                <a:cs typeface="Lucida Sans Unicode"/>
              </a:rPr>
              <a:t>Matlock</a:t>
            </a:r>
            <a:r>
              <a:rPr sz="1100" spc="5" dirty="0">
                <a:solidFill>
                  <a:srgbClr val="1D5495"/>
                </a:solidFill>
                <a:latin typeface="Lucida Sans Unicode"/>
                <a:cs typeface="Lucida Sans Unicode"/>
              </a:rPr>
              <a:t> </a:t>
            </a:r>
            <a:r>
              <a:rPr sz="1100" spc="20" dirty="0">
                <a:solidFill>
                  <a:srgbClr val="1D5495"/>
                </a:solidFill>
                <a:latin typeface="Lucida Sans Unicode"/>
                <a:cs typeface="Lucida Sans Unicode"/>
              </a:rPr>
              <a:t>Maynor,</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Lisa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Napoleon, </a:t>
            </a:r>
            <a:r>
              <a:rPr sz="1100" spc="70" dirty="0">
                <a:solidFill>
                  <a:srgbClr val="1D5495"/>
                </a:solidFill>
                <a:latin typeface="Lucida Sans Unicode"/>
                <a:cs typeface="Lucida Sans Unicode"/>
              </a:rPr>
              <a:t>Ayana</a:t>
            </a:r>
            <a:r>
              <a:rPr sz="1100" dirty="0">
                <a:solidFill>
                  <a:srgbClr val="1D5495"/>
                </a:solidFill>
                <a:latin typeface="Lucida Sans Unicode"/>
                <a:cs typeface="Lucida Sans Unicode"/>
              </a:rPr>
              <a:t> Machen, </a:t>
            </a:r>
            <a:r>
              <a:rPr sz="1100" spc="65" dirty="0">
                <a:solidFill>
                  <a:srgbClr val="1D5495"/>
                </a:solidFill>
                <a:latin typeface="Lucida Sans Unicode"/>
                <a:cs typeface="Lucida Sans Unicode"/>
              </a:rPr>
              <a:t>and</a:t>
            </a:r>
            <a:r>
              <a:rPr sz="1100" spc="5" dirty="0">
                <a:solidFill>
                  <a:srgbClr val="1D5495"/>
                </a:solidFill>
                <a:latin typeface="Lucida Sans Unicode"/>
                <a:cs typeface="Lucida Sans Unicode"/>
              </a:rPr>
              <a:t> </a:t>
            </a:r>
            <a:r>
              <a:rPr sz="1100" spc="60" dirty="0">
                <a:solidFill>
                  <a:srgbClr val="1D5495"/>
                </a:solidFill>
                <a:latin typeface="Lucida Sans Unicode"/>
                <a:cs typeface="Lucida Sans Unicode"/>
              </a:rPr>
              <a:t>Saudeia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Martin</a:t>
            </a:r>
            <a:endParaRPr sz="1100" dirty="0">
              <a:latin typeface="Lucida Sans Unicode"/>
              <a:cs typeface="Lucida Sans Unicode"/>
            </a:endParaRPr>
          </a:p>
          <a:p>
            <a:pPr marL="237490" marR="229870" indent="-635" algn="ctr">
              <a:lnSpc>
                <a:spcPct val="127299"/>
              </a:lnSpc>
            </a:pPr>
            <a:r>
              <a:rPr sz="1100" spc="10" dirty="0">
                <a:solidFill>
                  <a:srgbClr val="1D5495"/>
                </a:solidFill>
                <a:latin typeface="Lucida Sans Unicode"/>
                <a:cs typeface="Lucida Sans Unicode"/>
              </a:rPr>
              <a:t>Associates</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Chair:</a:t>
            </a:r>
            <a:r>
              <a:rPr sz="1100" spc="30" dirty="0">
                <a:solidFill>
                  <a:srgbClr val="1D5495"/>
                </a:solidFill>
                <a:latin typeface="Lucida Sans Unicode"/>
                <a:cs typeface="Lucida Sans Unicode"/>
              </a:rPr>
              <a:t> </a:t>
            </a:r>
            <a:r>
              <a:rPr sz="1100" spc="50" dirty="0">
                <a:solidFill>
                  <a:srgbClr val="1D5495"/>
                </a:solidFill>
                <a:latin typeface="Lucida Sans Unicode"/>
                <a:cs typeface="Lucida Sans Unicode"/>
              </a:rPr>
              <a:t>Tanya</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Brooks </a:t>
            </a:r>
            <a:r>
              <a:rPr sz="1100" dirty="0">
                <a:solidFill>
                  <a:srgbClr val="1D5495"/>
                </a:solidFill>
                <a:latin typeface="Lucida Sans Unicode"/>
                <a:cs typeface="Lucida Sans Unicode"/>
              </a:rPr>
              <a:t>Father’s</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40" dirty="0">
                <a:solidFill>
                  <a:srgbClr val="1D5495"/>
                </a:solidFill>
                <a:latin typeface="Lucida Sans Unicode"/>
                <a:cs typeface="Lucida Sans Unicode"/>
              </a:rPr>
              <a:t> </a:t>
            </a:r>
            <a:r>
              <a:rPr sz="1100" spc="65" dirty="0">
                <a:solidFill>
                  <a:srgbClr val="1D5495"/>
                </a:solidFill>
                <a:latin typeface="Lucida Sans Unicode"/>
                <a:cs typeface="Lucida Sans Unicode"/>
              </a:rPr>
              <a:t>Isaac</a:t>
            </a:r>
            <a:r>
              <a:rPr sz="1100" spc="-40" dirty="0">
                <a:solidFill>
                  <a:srgbClr val="1D5495"/>
                </a:solidFill>
                <a:latin typeface="Lucida Sans Unicode"/>
                <a:cs typeface="Lucida Sans Unicode"/>
              </a:rPr>
              <a:t> </a:t>
            </a:r>
            <a:r>
              <a:rPr sz="1100" spc="-70" dirty="0">
                <a:solidFill>
                  <a:srgbClr val="1D5495"/>
                </a:solidFill>
                <a:latin typeface="Lucida Sans Unicode"/>
                <a:cs typeface="Lucida Sans Unicode"/>
              </a:rPr>
              <a:t>H.</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Marks,</a:t>
            </a:r>
            <a:r>
              <a:rPr sz="1100" spc="-40" dirty="0">
                <a:solidFill>
                  <a:srgbClr val="1D5495"/>
                </a:solidFill>
                <a:latin typeface="Lucida Sans Unicode"/>
                <a:cs typeface="Lucida Sans Unicode"/>
              </a:rPr>
              <a:t> </a:t>
            </a:r>
            <a:r>
              <a:rPr sz="1100" spc="-25" dirty="0">
                <a:solidFill>
                  <a:srgbClr val="1D5495"/>
                </a:solidFill>
                <a:latin typeface="Lucida Sans Unicode"/>
                <a:cs typeface="Lucida Sans Unicode"/>
              </a:rPr>
              <a:t>Sr. </a:t>
            </a:r>
            <a:r>
              <a:rPr sz="1100" spc="65" dirty="0">
                <a:solidFill>
                  <a:srgbClr val="1D5495"/>
                </a:solidFill>
                <a:latin typeface="Lucida Sans Unicode"/>
                <a:cs typeface="Lucida Sans Unicode"/>
              </a:rPr>
              <a:t>and</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Fred</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Beavers,</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Co-</a:t>
            </a:r>
            <a:r>
              <a:rPr sz="1100" spc="-10" dirty="0">
                <a:solidFill>
                  <a:srgbClr val="1D5495"/>
                </a:solidFill>
                <a:latin typeface="Lucida Sans Unicode"/>
                <a:cs typeface="Lucida Sans Unicode"/>
              </a:rPr>
              <a:t>Chairs</a:t>
            </a:r>
            <a:endParaRPr sz="1100" dirty="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marL="228600" marR="220979" indent="-635" algn="ctr">
              <a:lnSpc>
                <a:spcPct val="127299"/>
              </a:lnSpc>
              <a:spcBef>
                <a:spcPts val="65"/>
              </a:spcBef>
            </a:pPr>
            <a:r>
              <a:rPr sz="1100" dirty="0">
                <a:solidFill>
                  <a:srgbClr val="1D5495"/>
                </a:solidFill>
                <a:latin typeface="Lucida Sans Unicode"/>
                <a:cs typeface="Lucida Sans Unicode"/>
              </a:rPr>
              <a:t>Teen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a:t>
            </a:r>
            <a:r>
              <a:rPr sz="1100" spc="5" dirty="0">
                <a:solidFill>
                  <a:srgbClr val="1D5495"/>
                </a:solidFill>
                <a:latin typeface="Lucida Sans Unicode"/>
                <a:cs typeface="Lucida Sans Unicode"/>
              </a:rPr>
              <a:t> </a:t>
            </a:r>
            <a:r>
              <a:rPr sz="1100" spc="75" dirty="0">
                <a:solidFill>
                  <a:srgbClr val="1D5495"/>
                </a:solidFill>
                <a:latin typeface="Lucida Sans Unicode"/>
                <a:cs typeface="Lucida Sans Unicode"/>
              </a:rPr>
              <a:t>Maraya</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Maynor </a:t>
            </a:r>
            <a:r>
              <a:rPr sz="1100" spc="10" dirty="0">
                <a:solidFill>
                  <a:srgbClr val="1D5495"/>
                </a:solidFill>
                <a:latin typeface="Lucida Sans Unicode"/>
                <a:cs typeface="Lucida Sans Unicode"/>
              </a:rPr>
              <a:t>Vice</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President</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Tatiyana</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Lewis </a:t>
            </a:r>
            <a:r>
              <a:rPr sz="1100" spc="20" dirty="0">
                <a:solidFill>
                  <a:srgbClr val="1D5495"/>
                </a:solidFill>
                <a:latin typeface="Lucida Sans Unicode"/>
                <a:cs typeface="Lucida Sans Unicode"/>
              </a:rPr>
              <a:t>Recording</a:t>
            </a:r>
            <a:r>
              <a:rPr sz="1100" spc="40"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40" dirty="0">
                <a:solidFill>
                  <a:srgbClr val="1D5495"/>
                </a:solidFill>
                <a:latin typeface="Lucida Sans Unicode"/>
                <a:cs typeface="Lucida Sans Unicode"/>
              </a:rPr>
              <a:t> </a:t>
            </a:r>
            <a:r>
              <a:rPr sz="1100" spc="20" dirty="0">
                <a:solidFill>
                  <a:srgbClr val="1D5495"/>
                </a:solidFill>
                <a:latin typeface="Lucida Sans Unicode"/>
                <a:cs typeface="Lucida Sans Unicode"/>
              </a:rPr>
              <a:t>Kiev</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Gambrell</a:t>
            </a:r>
            <a:endParaRPr sz="1100" dirty="0">
              <a:latin typeface="Lucida Sans Unicode"/>
              <a:cs typeface="Lucida Sans Unicode"/>
            </a:endParaRPr>
          </a:p>
          <a:p>
            <a:pPr marL="107314" marR="99695" algn="ctr">
              <a:lnSpc>
                <a:spcPct val="127299"/>
              </a:lnSpc>
            </a:pPr>
            <a:r>
              <a:rPr sz="1100" spc="20" dirty="0">
                <a:solidFill>
                  <a:srgbClr val="1D5495"/>
                </a:solidFill>
                <a:latin typeface="Lucida Sans Unicode"/>
                <a:cs typeface="Lucida Sans Unicode"/>
              </a:rPr>
              <a:t>Corresponding</a:t>
            </a:r>
            <a:r>
              <a:rPr sz="1100" spc="3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35" dirty="0">
                <a:solidFill>
                  <a:srgbClr val="1D5495"/>
                </a:solidFill>
                <a:latin typeface="Lucida Sans Unicode"/>
                <a:cs typeface="Lucida Sans Unicode"/>
              </a:rPr>
              <a:t> </a:t>
            </a:r>
            <a:r>
              <a:rPr sz="1100" spc="20" dirty="0">
                <a:solidFill>
                  <a:srgbClr val="1D5495"/>
                </a:solidFill>
                <a:latin typeface="Lucida Sans Unicode"/>
                <a:cs typeface="Lucida Sans Unicode"/>
              </a:rPr>
              <a:t>-</a:t>
            </a:r>
            <a:r>
              <a:rPr sz="1100" spc="35" dirty="0">
                <a:solidFill>
                  <a:srgbClr val="1D5495"/>
                </a:solidFill>
                <a:latin typeface="Lucida Sans Unicode"/>
                <a:cs typeface="Lucida Sans Unicode"/>
              </a:rPr>
              <a:t> </a:t>
            </a:r>
            <a:r>
              <a:rPr sz="1100" spc="20" dirty="0">
                <a:solidFill>
                  <a:srgbClr val="1D5495"/>
                </a:solidFill>
                <a:latin typeface="Lucida Sans Unicode"/>
                <a:cs typeface="Lucida Sans Unicode"/>
              </a:rPr>
              <a:t>Haley</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Porter </a:t>
            </a:r>
            <a:r>
              <a:rPr sz="1100" dirty="0">
                <a:solidFill>
                  <a:srgbClr val="1D5495"/>
                </a:solidFill>
                <a:latin typeface="Lucida Sans Unicode"/>
                <a:cs typeface="Lucida Sans Unicode"/>
              </a:rPr>
              <a:t>Treasurer-</a:t>
            </a:r>
            <a:r>
              <a:rPr sz="1100" spc="-10" dirty="0">
                <a:solidFill>
                  <a:srgbClr val="1D5495"/>
                </a:solidFill>
                <a:latin typeface="Lucida Sans Unicode"/>
                <a:cs typeface="Lucida Sans Unicode"/>
              </a:rPr>
              <a:t> </a:t>
            </a:r>
            <a:r>
              <a:rPr sz="1100" spc="80" dirty="0">
                <a:solidFill>
                  <a:srgbClr val="1D5495"/>
                </a:solidFill>
                <a:latin typeface="Lucida Sans Unicode"/>
                <a:cs typeface="Lucida Sans Unicode"/>
              </a:rPr>
              <a:t>Jordan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Financial</a:t>
            </a:r>
            <a:r>
              <a:rPr sz="1100" spc="200" dirty="0">
                <a:solidFill>
                  <a:srgbClr val="1D5495"/>
                </a:solidFill>
                <a:latin typeface="Lucida Sans Unicode"/>
                <a:cs typeface="Lucida Sans Unicode"/>
              </a:rPr>
              <a:t> </a:t>
            </a:r>
            <a:r>
              <a:rPr sz="1100" dirty="0">
                <a:solidFill>
                  <a:srgbClr val="1D5495"/>
                </a:solidFill>
                <a:latin typeface="Lucida Sans Unicode"/>
                <a:cs typeface="Lucida Sans Unicode"/>
              </a:rPr>
              <a:t>Secretary-</a:t>
            </a:r>
            <a:r>
              <a:rPr sz="1100" spc="204" dirty="0">
                <a:solidFill>
                  <a:srgbClr val="1D5495"/>
                </a:solidFill>
                <a:latin typeface="Lucida Sans Unicode"/>
                <a:cs typeface="Lucida Sans Unicode"/>
              </a:rPr>
              <a:t> </a:t>
            </a:r>
            <a:r>
              <a:rPr sz="1100" dirty="0">
                <a:solidFill>
                  <a:srgbClr val="1D5495"/>
                </a:solidFill>
                <a:latin typeface="Lucida Sans Unicode"/>
                <a:cs typeface="Lucida Sans Unicode"/>
              </a:rPr>
              <a:t>Hillary</a:t>
            </a:r>
            <a:r>
              <a:rPr sz="1100" spc="200" dirty="0">
                <a:solidFill>
                  <a:srgbClr val="1D5495"/>
                </a:solidFill>
                <a:latin typeface="Lucida Sans Unicode"/>
                <a:cs typeface="Lucida Sans Unicode"/>
              </a:rPr>
              <a:t> </a:t>
            </a:r>
            <a:r>
              <a:rPr sz="1100" spc="-10" dirty="0">
                <a:solidFill>
                  <a:srgbClr val="1D5495"/>
                </a:solidFill>
                <a:latin typeface="Lucida Sans Unicode"/>
                <a:cs typeface="Lucida Sans Unicode"/>
              </a:rPr>
              <a:t>Cyrus Editors:</a:t>
            </a:r>
            <a:r>
              <a:rPr sz="1100" spc="-25" dirty="0">
                <a:solidFill>
                  <a:srgbClr val="1D5495"/>
                </a:solidFill>
                <a:latin typeface="Lucida Sans Unicode"/>
                <a:cs typeface="Lucida Sans Unicode"/>
              </a:rPr>
              <a:t> </a:t>
            </a:r>
            <a:r>
              <a:rPr sz="1100" spc="60" dirty="0">
                <a:solidFill>
                  <a:srgbClr val="1D5495"/>
                </a:solidFill>
                <a:latin typeface="Lucida Sans Unicode"/>
                <a:cs typeface="Lucida Sans Unicode"/>
              </a:rPr>
              <a:t>Camryn</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Cross</a:t>
            </a:r>
            <a:r>
              <a:rPr sz="1100" spc="-20" dirty="0">
                <a:solidFill>
                  <a:srgbClr val="1D5495"/>
                </a:solidFill>
                <a:latin typeface="Lucida Sans Unicode"/>
                <a:cs typeface="Lucida Sans Unicode"/>
              </a:rPr>
              <a:t> </a:t>
            </a:r>
            <a:r>
              <a:rPr sz="1100" spc="65" dirty="0">
                <a:solidFill>
                  <a:srgbClr val="1D5495"/>
                </a:solidFill>
                <a:latin typeface="Lucida Sans Unicode"/>
                <a:cs typeface="Lucida Sans Unicode"/>
              </a:rPr>
              <a:t>and</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Nia</a:t>
            </a:r>
            <a:r>
              <a:rPr sz="1100" spc="-20" dirty="0">
                <a:solidFill>
                  <a:srgbClr val="1D5495"/>
                </a:solidFill>
                <a:latin typeface="Lucida Sans Unicode"/>
                <a:cs typeface="Lucida Sans Unicode"/>
              </a:rPr>
              <a:t> Hope </a:t>
            </a:r>
            <a:r>
              <a:rPr sz="1100" spc="20" dirty="0">
                <a:solidFill>
                  <a:srgbClr val="1D5495"/>
                </a:solidFill>
                <a:latin typeface="Lucida Sans Unicode"/>
                <a:cs typeface="Lucida Sans Unicode"/>
              </a:rPr>
              <a:t>Parliamentarian:</a:t>
            </a:r>
            <a:r>
              <a:rPr sz="1100" spc="45" dirty="0">
                <a:solidFill>
                  <a:srgbClr val="1D5495"/>
                </a:solidFill>
                <a:latin typeface="Lucida Sans Unicode"/>
                <a:cs typeface="Lucida Sans Unicode"/>
              </a:rPr>
              <a:t> </a:t>
            </a:r>
            <a:r>
              <a:rPr sz="1100" spc="20" dirty="0">
                <a:solidFill>
                  <a:srgbClr val="1D5495"/>
                </a:solidFill>
                <a:latin typeface="Lucida Sans Unicode"/>
                <a:cs typeface="Lucida Sans Unicode"/>
              </a:rPr>
              <a:t>Isiah</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Wells</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Foundation</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85" dirty="0">
                <a:solidFill>
                  <a:srgbClr val="1D5495"/>
                </a:solidFill>
                <a:latin typeface="Lucida Sans Unicode"/>
                <a:cs typeface="Lucida Sans Unicode"/>
              </a:rPr>
              <a:t> </a:t>
            </a:r>
            <a:r>
              <a:rPr sz="1100" spc="160" dirty="0">
                <a:solidFill>
                  <a:srgbClr val="1D5495"/>
                </a:solidFill>
                <a:latin typeface="Lucida Sans Unicode"/>
                <a:cs typeface="Lucida Sans Unicode"/>
              </a:rPr>
              <a:t>–Jada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Roberts </a:t>
            </a:r>
            <a:r>
              <a:rPr sz="1100" spc="10" dirty="0">
                <a:solidFill>
                  <a:srgbClr val="1D5495"/>
                </a:solidFill>
                <a:latin typeface="Lucida Sans Unicode"/>
                <a:cs typeface="Lucida Sans Unicode"/>
              </a:rPr>
              <a:t>Chaplain:</a:t>
            </a:r>
            <a:r>
              <a:rPr sz="1100" spc="170" dirty="0">
                <a:solidFill>
                  <a:srgbClr val="1D5495"/>
                </a:solidFill>
                <a:latin typeface="Lucida Sans Unicode"/>
                <a:cs typeface="Lucida Sans Unicode"/>
              </a:rPr>
              <a:t> </a:t>
            </a:r>
            <a:r>
              <a:rPr sz="1100" spc="10" dirty="0">
                <a:solidFill>
                  <a:srgbClr val="1D5495"/>
                </a:solidFill>
                <a:latin typeface="Lucida Sans Unicode"/>
                <a:cs typeface="Lucida Sans Unicode"/>
              </a:rPr>
              <a:t>Benjamin</a:t>
            </a:r>
            <a:r>
              <a:rPr sz="1100" spc="175" dirty="0">
                <a:solidFill>
                  <a:srgbClr val="1D5495"/>
                </a:solidFill>
                <a:latin typeface="Lucida Sans Unicode"/>
                <a:cs typeface="Lucida Sans Unicode"/>
              </a:rPr>
              <a:t> </a:t>
            </a:r>
            <a:r>
              <a:rPr sz="1100" spc="-10" dirty="0">
                <a:solidFill>
                  <a:srgbClr val="1D5495"/>
                </a:solidFill>
                <a:latin typeface="Lucida Sans Unicode"/>
                <a:cs typeface="Lucida Sans Unicode"/>
              </a:rPr>
              <a:t>Mahone</a:t>
            </a:r>
            <a:endParaRPr sz="1100" dirty="0">
              <a:latin typeface="Lucida Sans Unicode"/>
              <a:cs typeface="Lucida Sans Unicode"/>
            </a:endParaRPr>
          </a:p>
          <a:p>
            <a:pPr marL="375285" marR="367665" indent="-635" algn="ctr">
              <a:lnSpc>
                <a:spcPct val="127299"/>
              </a:lnSpc>
            </a:pPr>
            <a:r>
              <a:rPr sz="1100" dirty="0">
                <a:solidFill>
                  <a:srgbClr val="1D5495"/>
                </a:solidFill>
                <a:latin typeface="Lucida Sans Unicode"/>
                <a:cs typeface="Lucida Sans Unicode"/>
              </a:rPr>
              <a:t>Historian:</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Matthew</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Brooks </a:t>
            </a:r>
            <a:r>
              <a:rPr sz="1100" dirty="0">
                <a:solidFill>
                  <a:srgbClr val="1D5495"/>
                </a:solidFill>
                <a:latin typeface="Lucida Sans Unicode"/>
                <a:cs typeface="Lucida Sans Unicode"/>
              </a:rPr>
              <a:t>Legislative</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40" dirty="0">
                <a:solidFill>
                  <a:srgbClr val="1D5495"/>
                </a:solidFill>
                <a:latin typeface="Lucida Sans Unicode"/>
                <a:cs typeface="Lucida Sans Unicode"/>
              </a:rPr>
              <a:t> </a:t>
            </a:r>
            <a:r>
              <a:rPr sz="1100" spc="65" dirty="0">
                <a:solidFill>
                  <a:srgbClr val="1D5495"/>
                </a:solidFill>
                <a:latin typeface="Lucida Sans Unicode"/>
                <a:cs typeface="Lucida Sans Unicode"/>
              </a:rPr>
              <a:t>Ava</a:t>
            </a:r>
            <a:r>
              <a:rPr sz="1100" spc="40" dirty="0">
                <a:solidFill>
                  <a:srgbClr val="1D5495"/>
                </a:solidFill>
                <a:latin typeface="Lucida Sans Unicode"/>
                <a:cs typeface="Lucida Sans Unicode"/>
              </a:rPr>
              <a:t> </a:t>
            </a:r>
            <a:r>
              <a:rPr sz="1100" spc="45" dirty="0">
                <a:solidFill>
                  <a:srgbClr val="1D5495"/>
                </a:solidFill>
                <a:latin typeface="Lucida Sans Unicode"/>
                <a:cs typeface="Lucida Sans Unicode"/>
              </a:rPr>
              <a:t>Campbell</a:t>
            </a:r>
            <a:endParaRPr sz="1100" dirty="0">
              <a:latin typeface="Lucida Sans Unicode"/>
              <a:cs typeface="Lucida Sans Unicode"/>
            </a:endParaRPr>
          </a:p>
        </p:txBody>
      </p:sp>
      <p:sp>
        <p:nvSpPr>
          <p:cNvPr id="8" name="object 5">
            <a:extLst>
              <a:ext uri="{FF2B5EF4-FFF2-40B4-BE49-F238E27FC236}">
                <a16:creationId xmlns:a16="http://schemas.microsoft.com/office/drawing/2014/main" id="{42E252FC-60F2-3929-5DA1-E573ED796772}"/>
              </a:ext>
            </a:extLst>
          </p:cNvPr>
          <p:cNvSpPr txBox="1"/>
          <p:nvPr/>
        </p:nvSpPr>
        <p:spPr>
          <a:xfrm>
            <a:off x="4016375" y="7000099"/>
            <a:ext cx="3228975" cy="2311400"/>
          </a:xfrm>
          <a:prstGeom prst="rect">
            <a:avLst/>
          </a:prstGeom>
        </p:spPr>
        <p:txBody>
          <a:bodyPr vert="horz" wrap="square" lIns="0" tIns="12700" rIns="0" bIns="0" rtlCol="0">
            <a:spAutoFit/>
          </a:bodyPr>
          <a:lstStyle/>
          <a:p>
            <a:pPr marL="12700" marR="5080">
              <a:lnSpc>
                <a:spcPct val="100000"/>
              </a:lnSpc>
              <a:spcBef>
                <a:spcPts val="100"/>
              </a:spcBef>
            </a:pP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second</a:t>
            </a:r>
            <a:r>
              <a:rPr sz="1000" spc="10" dirty="0">
                <a:solidFill>
                  <a:srgbClr val="231F20"/>
                </a:solidFill>
                <a:latin typeface="Arial"/>
                <a:cs typeface="Arial"/>
              </a:rPr>
              <a:t> </a:t>
            </a:r>
            <a:r>
              <a:rPr sz="1000" dirty="0">
                <a:solidFill>
                  <a:srgbClr val="231F20"/>
                </a:solidFill>
                <a:latin typeface="Arial"/>
                <a:cs typeface="Arial"/>
              </a:rPr>
              <a:t>overnight</a:t>
            </a:r>
            <a:r>
              <a:rPr sz="1000" spc="10"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theme: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Power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0" dirty="0">
                <a:solidFill>
                  <a:srgbClr val="231F20"/>
                </a:solidFill>
                <a:latin typeface="Arial"/>
                <a:cs typeface="Arial"/>
              </a:rPr>
              <a:t>Renewal:</a:t>
            </a:r>
            <a:r>
              <a:rPr sz="1000" spc="-5" dirty="0">
                <a:solidFill>
                  <a:srgbClr val="231F20"/>
                </a:solidFill>
                <a:latin typeface="Arial"/>
                <a:cs typeface="Arial"/>
              </a:rPr>
              <a:t> </a:t>
            </a:r>
            <a:r>
              <a:rPr sz="1000" spc="-10" dirty="0">
                <a:solidFill>
                  <a:srgbClr val="231F20"/>
                </a:solidFill>
                <a:latin typeface="Arial"/>
                <a:cs typeface="Arial"/>
              </a:rPr>
              <a:t>Strengthening </a:t>
            </a:r>
            <a:r>
              <a:rPr sz="1000" dirty="0">
                <a:solidFill>
                  <a:srgbClr val="231F20"/>
                </a:solidFill>
                <a:latin typeface="Arial"/>
                <a:cs typeface="Arial"/>
              </a:rPr>
              <a:t>Leadership</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Friendship</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Achieve</a:t>
            </a:r>
            <a:r>
              <a:rPr sz="1000" spc="-30" dirty="0">
                <a:solidFill>
                  <a:srgbClr val="231F20"/>
                </a:solidFill>
                <a:latin typeface="Arial"/>
                <a:cs typeface="Arial"/>
              </a:rPr>
              <a:t> </a:t>
            </a:r>
            <a:r>
              <a:rPr sz="1000" dirty="0">
                <a:solidFill>
                  <a:srgbClr val="231F20"/>
                </a:solidFill>
                <a:latin typeface="Arial"/>
                <a:cs typeface="Arial"/>
              </a:rPr>
              <a:t>Excellence!”</a:t>
            </a:r>
            <a:r>
              <a:rPr sz="1000" spc="-25" dirty="0">
                <a:solidFill>
                  <a:srgbClr val="231F20"/>
                </a:solidFill>
                <a:latin typeface="Arial"/>
                <a:cs typeface="Arial"/>
              </a:rPr>
              <a:t> </a:t>
            </a:r>
            <a:r>
              <a:rPr sz="1000" spc="-20" dirty="0">
                <a:solidFill>
                  <a:srgbClr val="231F20"/>
                </a:solidFill>
                <a:latin typeface="Arial"/>
                <a:cs typeface="Arial"/>
              </a:rPr>
              <a:t>Next, </a:t>
            </a:r>
            <a:r>
              <a:rPr sz="1000" dirty="0">
                <a:solidFill>
                  <a:srgbClr val="231F20"/>
                </a:solidFill>
                <a:latin typeface="Arial"/>
                <a:cs typeface="Arial"/>
              </a:rPr>
              <a:t>mothers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met</a:t>
            </a:r>
            <a:r>
              <a:rPr sz="1000" spc="-2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annual</a:t>
            </a:r>
            <a:r>
              <a:rPr sz="1000" spc="-15"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spc="-25" dirty="0">
                <a:solidFill>
                  <a:srgbClr val="231F20"/>
                </a:solidFill>
                <a:latin typeface="Arial"/>
                <a:cs typeface="Arial"/>
              </a:rPr>
              <a:t>Day </a:t>
            </a:r>
            <a:r>
              <a:rPr sz="1000" dirty="0">
                <a:solidFill>
                  <a:srgbClr val="231F20"/>
                </a:solidFill>
                <a:latin typeface="Arial"/>
                <a:cs typeface="Arial"/>
              </a:rPr>
              <a:t>celebration where</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Junior</a:t>
            </a:r>
            <a:r>
              <a:rPr sz="1000" spc="5" dirty="0">
                <a:solidFill>
                  <a:srgbClr val="231F20"/>
                </a:solidFill>
                <a:latin typeface="Arial"/>
                <a:cs typeface="Arial"/>
              </a:rPr>
              <a:t> </a:t>
            </a:r>
            <a:r>
              <a:rPr sz="1000" spc="-20" dirty="0">
                <a:solidFill>
                  <a:srgbClr val="231F20"/>
                </a:solidFill>
                <a:latin typeface="Arial"/>
                <a:cs typeface="Arial"/>
              </a:rPr>
              <a:t>Teens</a:t>
            </a:r>
            <a:r>
              <a:rPr sz="1000" dirty="0">
                <a:solidFill>
                  <a:srgbClr val="231F20"/>
                </a:solidFill>
                <a:latin typeface="Arial"/>
                <a:cs typeface="Arial"/>
              </a:rPr>
              <a:t> presented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moving </a:t>
            </a:r>
            <a:r>
              <a:rPr sz="1000" dirty="0">
                <a:solidFill>
                  <a:srgbClr val="231F20"/>
                </a:solidFill>
                <a:latin typeface="Arial"/>
                <a:cs typeface="Arial"/>
              </a:rPr>
              <a:t>memorial</a:t>
            </a:r>
            <a:r>
              <a:rPr sz="1000" spc="-30" dirty="0">
                <a:solidFill>
                  <a:srgbClr val="231F20"/>
                </a:solidFill>
                <a:latin typeface="Arial"/>
                <a:cs typeface="Arial"/>
              </a:rPr>
              <a:t> </a:t>
            </a:r>
            <a:r>
              <a:rPr sz="1000" dirty="0">
                <a:solidFill>
                  <a:srgbClr val="231F20"/>
                </a:solidFill>
                <a:latin typeface="Arial"/>
                <a:cs typeface="Arial"/>
              </a:rPr>
              <a:t>ceremony</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honor</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Carole</a:t>
            </a:r>
            <a:r>
              <a:rPr sz="1000" spc="-25"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The </a:t>
            </a:r>
            <a:r>
              <a:rPr sz="1000" spc="-10" dirty="0">
                <a:solidFill>
                  <a:srgbClr val="231F20"/>
                </a:solidFill>
                <a:latin typeface="Arial"/>
                <a:cs typeface="Arial"/>
              </a:rPr>
              <a:t>Programming</a:t>
            </a:r>
            <a:r>
              <a:rPr sz="1000" spc="-15" dirty="0">
                <a:solidFill>
                  <a:srgbClr val="231F20"/>
                </a:solidFill>
                <a:latin typeface="Arial"/>
                <a:cs typeface="Arial"/>
              </a:rPr>
              <a:t> </a:t>
            </a:r>
            <a:r>
              <a:rPr sz="1000" dirty="0">
                <a:solidFill>
                  <a:srgbClr val="231F20"/>
                </a:solidFill>
                <a:latin typeface="Arial"/>
                <a:cs typeface="Arial"/>
              </a:rPr>
              <a:t>Committee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Fathers </a:t>
            </a:r>
            <a:r>
              <a:rPr sz="1000" dirty="0">
                <a:solidFill>
                  <a:srgbClr val="231F20"/>
                </a:solidFill>
                <a:latin typeface="Arial"/>
                <a:cs typeface="Arial"/>
              </a:rPr>
              <a:t>Auxiliary</a:t>
            </a:r>
            <a:r>
              <a:rPr sz="1000" spc="-10" dirty="0">
                <a:solidFill>
                  <a:srgbClr val="231F20"/>
                </a:solidFill>
                <a:latin typeface="Arial"/>
                <a:cs typeface="Arial"/>
              </a:rPr>
              <a:t> planned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executed a</a:t>
            </a:r>
            <a:r>
              <a:rPr sz="1000" spc="-5" dirty="0">
                <a:solidFill>
                  <a:srgbClr val="231F20"/>
                </a:solidFill>
                <a:latin typeface="Arial"/>
                <a:cs typeface="Arial"/>
              </a:rPr>
              <a:t> </a:t>
            </a:r>
            <a:r>
              <a:rPr sz="1000" dirty="0">
                <a:solidFill>
                  <a:srgbClr val="231F20"/>
                </a:solidFill>
                <a:latin typeface="Arial"/>
                <a:cs typeface="Arial"/>
              </a:rPr>
              <a:t>wonderful event for</a:t>
            </a:r>
            <a:r>
              <a:rPr sz="1000" spc="-5" dirty="0">
                <a:solidFill>
                  <a:srgbClr val="231F20"/>
                </a:solidFill>
                <a:latin typeface="Arial"/>
                <a:cs typeface="Arial"/>
              </a:rPr>
              <a:t> </a:t>
            </a:r>
            <a:r>
              <a:rPr sz="1000" dirty="0">
                <a:solidFill>
                  <a:srgbClr val="231F20"/>
                </a:solidFill>
                <a:latin typeface="Arial"/>
                <a:cs typeface="Arial"/>
              </a:rPr>
              <a:t>Jack and</a:t>
            </a:r>
            <a:r>
              <a:rPr sz="1000" spc="-5" dirty="0">
                <a:solidFill>
                  <a:srgbClr val="231F20"/>
                </a:solidFill>
                <a:latin typeface="Arial"/>
                <a:cs typeface="Arial"/>
              </a:rPr>
              <a:t> </a:t>
            </a:r>
            <a:r>
              <a:rPr sz="1000" dirty="0">
                <a:solidFill>
                  <a:srgbClr val="231F20"/>
                </a:solidFill>
                <a:latin typeface="Arial"/>
                <a:cs typeface="Arial"/>
              </a:rPr>
              <a:t>Jill </a:t>
            </a:r>
            <a:r>
              <a:rPr sz="1000" spc="-45" dirty="0">
                <a:solidFill>
                  <a:srgbClr val="231F20"/>
                </a:solidFill>
                <a:latin typeface="Arial"/>
                <a:cs typeface="Arial"/>
              </a:rPr>
              <a:t>Day.</a:t>
            </a:r>
            <a:r>
              <a:rPr sz="1000" dirty="0">
                <a:solidFill>
                  <a:srgbClr val="231F20"/>
                </a:solidFill>
                <a:latin typeface="Arial"/>
                <a:cs typeface="Arial"/>
              </a:rPr>
              <a:t> </a:t>
            </a:r>
            <a:r>
              <a:rPr sz="1000" spc="-25" dirty="0">
                <a:solidFill>
                  <a:srgbClr val="231F20"/>
                </a:solidFill>
                <a:latin typeface="Arial"/>
                <a:cs typeface="Arial"/>
              </a:rPr>
              <a:t>We </a:t>
            </a:r>
            <a:r>
              <a:rPr sz="1000" dirty="0">
                <a:solidFill>
                  <a:srgbClr val="231F20"/>
                </a:solidFill>
                <a:latin typeface="Arial"/>
                <a:cs typeface="Arial"/>
              </a:rPr>
              <a:t>had</a:t>
            </a:r>
            <a:r>
              <a:rPr sz="1000" spc="5" dirty="0">
                <a:solidFill>
                  <a:srgbClr val="231F20"/>
                </a:solidFill>
                <a:latin typeface="Arial"/>
                <a:cs typeface="Arial"/>
              </a:rPr>
              <a:t> </a:t>
            </a:r>
            <a:r>
              <a:rPr sz="1000" spc="-60" dirty="0">
                <a:solidFill>
                  <a:srgbClr val="231F20"/>
                </a:solidFill>
                <a:latin typeface="Arial"/>
                <a:cs typeface="Arial"/>
              </a:rPr>
              <a:t>135</a:t>
            </a:r>
            <a:r>
              <a:rPr sz="1000" spc="5" dirty="0">
                <a:solidFill>
                  <a:srgbClr val="231F20"/>
                </a:solidFill>
                <a:latin typeface="Arial"/>
                <a:cs typeface="Arial"/>
              </a:rPr>
              <a:t> </a:t>
            </a:r>
            <a:r>
              <a:rPr sz="1000" dirty="0">
                <a:solidFill>
                  <a:srgbClr val="231F20"/>
                </a:solidFill>
                <a:latin typeface="Arial"/>
                <a:cs typeface="Arial"/>
              </a:rPr>
              <a:t>people</a:t>
            </a:r>
            <a:r>
              <a:rPr sz="1000" spc="5" dirty="0">
                <a:solidFill>
                  <a:srgbClr val="231F20"/>
                </a:solidFill>
                <a:latin typeface="Arial"/>
                <a:cs typeface="Arial"/>
              </a:rPr>
              <a:t> </a:t>
            </a:r>
            <a:r>
              <a:rPr sz="1000" dirty="0">
                <a:solidFill>
                  <a:srgbClr val="231F20"/>
                </a:solidFill>
                <a:latin typeface="Arial"/>
                <a:cs typeface="Arial"/>
              </a:rPr>
              <a:t>attend</a:t>
            </a:r>
            <a:r>
              <a:rPr sz="1000" spc="5" dirty="0">
                <a:solidFill>
                  <a:srgbClr val="231F20"/>
                </a:solidFill>
                <a:latin typeface="Arial"/>
                <a:cs typeface="Arial"/>
              </a:rPr>
              <a:t> </a:t>
            </a:r>
            <a:r>
              <a:rPr sz="100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spc="-25" dirty="0">
                <a:solidFill>
                  <a:srgbClr val="231F20"/>
                </a:solidFill>
                <a:latin typeface="Arial"/>
                <a:cs typeface="Arial"/>
              </a:rPr>
              <a:t>we </a:t>
            </a:r>
            <a:r>
              <a:rPr sz="1000" dirty="0">
                <a:solidFill>
                  <a:srgbClr val="231F20"/>
                </a:solidFill>
                <a:latin typeface="Arial"/>
                <a:cs typeface="Arial"/>
              </a:rPr>
              <a:t>held</a:t>
            </a:r>
            <a:r>
              <a:rPr sz="1000" spc="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second</a:t>
            </a:r>
            <a:r>
              <a:rPr sz="1000" spc="5"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a:t>
            </a:r>
            <a:r>
              <a:rPr sz="1000" dirty="0">
                <a:solidFill>
                  <a:srgbClr val="231F20"/>
                </a:solidFill>
                <a:latin typeface="Arial"/>
                <a:cs typeface="Arial"/>
              </a:rPr>
              <a:t>Dinner</a:t>
            </a:r>
            <a:r>
              <a:rPr sz="1000" spc="5" dirty="0">
                <a:solidFill>
                  <a:srgbClr val="231F20"/>
                </a:solidFill>
                <a:latin typeface="Arial"/>
                <a:cs typeface="Arial"/>
              </a:rPr>
              <a:t>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entitled</a:t>
            </a:r>
            <a:r>
              <a:rPr sz="1000" spc="10" dirty="0">
                <a:solidFill>
                  <a:srgbClr val="231F20"/>
                </a:solidFill>
                <a:latin typeface="Arial"/>
                <a:cs typeface="Arial"/>
              </a:rPr>
              <a:t> </a:t>
            </a:r>
            <a:r>
              <a:rPr sz="1000" spc="-10" dirty="0">
                <a:solidFill>
                  <a:srgbClr val="231F20"/>
                </a:solidFill>
                <a:latin typeface="Arial"/>
                <a:cs typeface="Arial"/>
              </a:rPr>
              <a:t>“Holiday Sparkle.”</a:t>
            </a:r>
            <a:r>
              <a:rPr sz="1000" spc="-25" dirty="0">
                <a:solidFill>
                  <a:srgbClr val="231F20"/>
                </a:solidFill>
                <a:latin typeface="Arial"/>
                <a:cs typeface="Arial"/>
              </a:rPr>
              <a:t> </a:t>
            </a:r>
            <a:r>
              <a:rPr sz="1000" dirty="0">
                <a:solidFill>
                  <a:srgbClr val="231F20"/>
                </a:solidFill>
                <a:latin typeface="Arial"/>
                <a:cs typeface="Arial"/>
              </a:rPr>
              <a:t>Jack</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Jillers</a:t>
            </a:r>
            <a:r>
              <a:rPr sz="1000" spc="-20" dirty="0">
                <a:solidFill>
                  <a:srgbClr val="231F20"/>
                </a:solidFill>
                <a:latin typeface="Arial"/>
                <a:cs typeface="Arial"/>
              </a:rPr>
              <a:t> </a:t>
            </a:r>
            <a:r>
              <a:rPr sz="1000" dirty="0">
                <a:solidFill>
                  <a:srgbClr val="231F20"/>
                </a:solidFill>
                <a:latin typeface="Arial"/>
                <a:cs typeface="Arial"/>
              </a:rPr>
              <a:t>from</a:t>
            </a:r>
            <a:r>
              <a:rPr sz="1000" spc="-25" dirty="0">
                <a:solidFill>
                  <a:srgbClr val="231F20"/>
                </a:solidFill>
                <a:latin typeface="Arial"/>
                <a:cs typeface="Arial"/>
              </a:rPr>
              <a:t> </a:t>
            </a:r>
            <a:r>
              <a:rPr sz="1000" dirty="0">
                <a:solidFill>
                  <a:srgbClr val="231F20"/>
                </a:solidFill>
                <a:latin typeface="Arial"/>
                <a:cs typeface="Arial"/>
              </a:rPr>
              <a:t>all</a:t>
            </a:r>
            <a:r>
              <a:rPr sz="1000" spc="-25" dirty="0">
                <a:solidFill>
                  <a:srgbClr val="231F20"/>
                </a:solidFill>
                <a:latin typeface="Arial"/>
                <a:cs typeface="Arial"/>
              </a:rPr>
              <a:t> </a:t>
            </a:r>
            <a:r>
              <a:rPr sz="1000" dirty="0">
                <a:solidFill>
                  <a:srgbClr val="231F20"/>
                </a:solidFill>
                <a:latin typeface="Arial"/>
                <a:cs typeface="Arial"/>
              </a:rPr>
              <a:t>age</a:t>
            </a:r>
            <a:r>
              <a:rPr sz="1000" spc="-25" dirty="0">
                <a:solidFill>
                  <a:srgbClr val="231F20"/>
                </a:solidFill>
                <a:latin typeface="Arial"/>
                <a:cs typeface="Arial"/>
              </a:rPr>
              <a:t> </a:t>
            </a:r>
            <a:r>
              <a:rPr sz="1000" dirty="0">
                <a:solidFill>
                  <a:srgbClr val="231F20"/>
                </a:solidFill>
                <a:latin typeface="Arial"/>
                <a:cs typeface="Arial"/>
              </a:rPr>
              <a:t>groups</a:t>
            </a:r>
            <a:r>
              <a:rPr sz="1000" spc="-20" dirty="0">
                <a:solidFill>
                  <a:srgbClr val="231F20"/>
                </a:solidFill>
                <a:latin typeface="Arial"/>
                <a:cs typeface="Arial"/>
              </a:rPr>
              <a:t> </a:t>
            </a:r>
            <a:r>
              <a:rPr sz="1000" spc="-10" dirty="0">
                <a:solidFill>
                  <a:srgbClr val="231F20"/>
                </a:solidFill>
                <a:latin typeface="Arial"/>
                <a:cs typeface="Arial"/>
              </a:rPr>
              <a:t>provided </a:t>
            </a:r>
            <a:r>
              <a:rPr sz="1000" dirty="0">
                <a:solidFill>
                  <a:srgbClr val="231F20"/>
                </a:solidFill>
                <a:latin typeface="Arial"/>
                <a:cs typeface="Arial"/>
              </a:rPr>
              <a:t>entertainment</a:t>
            </a:r>
            <a:r>
              <a:rPr sz="1000" spc="35" dirty="0">
                <a:solidFill>
                  <a:srgbClr val="231F20"/>
                </a:solidFill>
                <a:latin typeface="Arial"/>
                <a:cs typeface="Arial"/>
              </a:rPr>
              <a:t> </a:t>
            </a:r>
            <a:r>
              <a:rPr sz="1000" dirty="0">
                <a:solidFill>
                  <a:srgbClr val="231F20"/>
                </a:solidFill>
                <a:latin typeface="Arial"/>
                <a:cs typeface="Arial"/>
              </a:rPr>
              <a:t>highlighting</a:t>
            </a:r>
            <a:r>
              <a:rPr sz="1000" spc="40" dirty="0">
                <a:solidFill>
                  <a:srgbClr val="231F20"/>
                </a:solidFill>
                <a:latin typeface="Arial"/>
                <a:cs typeface="Arial"/>
              </a:rPr>
              <a:t> </a:t>
            </a:r>
            <a:r>
              <a:rPr sz="1000" dirty="0">
                <a:solidFill>
                  <a:srgbClr val="231F20"/>
                </a:solidFill>
                <a:latin typeface="Arial"/>
                <a:cs typeface="Arial"/>
              </a:rPr>
              <a:t>each</a:t>
            </a:r>
            <a:r>
              <a:rPr sz="1000" spc="40" dirty="0">
                <a:solidFill>
                  <a:srgbClr val="231F20"/>
                </a:solidFill>
                <a:latin typeface="Arial"/>
                <a:cs typeface="Arial"/>
              </a:rPr>
              <a:t> </a:t>
            </a:r>
            <a:r>
              <a:rPr sz="1000" dirty="0">
                <a:solidFill>
                  <a:srgbClr val="231F20"/>
                </a:solidFill>
                <a:latin typeface="Arial"/>
                <a:cs typeface="Arial"/>
              </a:rPr>
              <a:t>child’s</a:t>
            </a:r>
            <a:r>
              <a:rPr sz="1000" spc="40" dirty="0">
                <a:solidFill>
                  <a:srgbClr val="231F20"/>
                </a:solidFill>
                <a:latin typeface="Arial"/>
                <a:cs typeface="Arial"/>
              </a:rPr>
              <a:t> </a:t>
            </a:r>
            <a:r>
              <a:rPr sz="1000" dirty="0">
                <a:solidFill>
                  <a:srgbClr val="231F20"/>
                </a:solidFill>
                <a:latin typeface="Arial"/>
                <a:cs typeface="Arial"/>
              </a:rPr>
              <a:t>individual</a:t>
            </a:r>
            <a:r>
              <a:rPr sz="1000" spc="40" dirty="0">
                <a:solidFill>
                  <a:srgbClr val="231F20"/>
                </a:solidFill>
                <a:latin typeface="Arial"/>
                <a:cs typeface="Arial"/>
              </a:rPr>
              <a:t> </a:t>
            </a:r>
            <a:r>
              <a:rPr sz="1000" spc="-10" dirty="0">
                <a:solidFill>
                  <a:srgbClr val="231F20"/>
                </a:solidFill>
                <a:latin typeface="Arial"/>
                <a:cs typeface="Arial"/>
              </a:rPr>
              <a:t>talent. </a:t>
            </a:r>
            <a:r>
              <a:rPr sz="1000" dirty="0">
                <a:solidFill>
                  <a:srgbClr val="231F20"/>
                </a:solidFill>
                <a:latin typeface="Arial"/>
                <a:cs typeface="Arial"/>
              </a:rPr>
              <a:t>Graduating</a:t>
            </a:r>
            <a:r>
              <a:rPr sz="1000" spc="-20" dirty="0">
                <a:solidFill>
                  <a:srgbClr val="231F20"/>
                </a:solidFill>
                <a:latin typeface="Arial"/>
                <a:cs typeface="Arial"/>
              </a:rPr>
              <a:t> </a:t>
            </a:r>
            <a:r>
              <a:rPr sz="1000" dirty="0">
                <a:solidFill>
                  <a:srgbClr val="231F20"/>
                </a:solidFill>
                <a:latin typeface="Arial"/>
                <a:cs typeface="Arial"/>
              </a:rPr>
              <a:t>Senior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celebrated</a:t>
            </a:r>
            <a:r>
              <a:rPr sz="1000" spc="-20"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came </a:t>
            </a:r>
            <a:r>
              <a:rPr sz="1000" dirty="0">
                <a:solidFill>
                  <a:srgbClr val="231F20"/>
                </a:solidFill>
                <a:latin typeface="Arial"/>
                <a:cs typeface="Arial"/>
              </a:rPr>
              <a:t>forward to </a:t>
            </a:r>
            <a:r>
              <a:rPr sz="1000" spc="-10" dirty="0">
                <a:solidFill>
                  <a:srgbClr val="231F20"/>
                </a:solidFill>
                <a:latin typeface="Arial"/>
                <a:cs typeface="Arial"/>
              </a:rPr>
              <a:t>share</a:t>
            </a:r>
            <a:r>
              <a:rPr sz="1000" dirty="0">
                <a:solidFill>
                  <a:srgbClr val="231F20"/>
                </a:solidFill>
                <a:latin typeface="Arial"/>
                <a:cs typeface="Arial"/>
              </a:rPr>
              <a:t> how Jack</a:t>
            </a:r>
            <a:r>
              <a:rPr sz="1000" spc="5" dirty="0">
                <a:solidFill>
                  <a:srgbClr val="231F20"/>
                </a:solidFill>
                <a:latin typeface="Arial"/>
                <a:cs typeface="Arial"/>
              </a:rPr>
              <a:t> </a:t>
            </a:r>
            <a:r>
              <a:rPr sz="1000" dirty="0">
                <a:solidFill>
                  <a:srgbClr val="231F20"/>
                </a:solidFill>
                <a:latin typeface="Arial"/>
                <a:cs typeface="Arial"/>
              </a:rPr>
              <a:t>and Jill Montgomery </a:t>
            </a:r>
            <a:r>
              <a:rPr sz="1000" spc="-10" dirty="0">
                <a:solidFill>
                  <a:srgbClr val="231F20"/>
                </a:solidFill>
                <a:latin typeface="Arial"/>
                <a:cs typeface="Arial"/>
              </a:rPr>
              <a:t>County </a:t>
            </a:r>
            <a:r>
              <a:rPr sz="1000" dirty="0">
                <a:solidFill>
                  <a:srgbClr val="231F20"/>
                </a:solidFill>
                <a:latin typeface="Arial"/>
                <a:cs typeface="Arial"/>
              </a:rPr>
              <a:t>had shaped their</a:t>
            </a:r>
            <a:r>
              <a:rPr sz="1000" spc="5" dirty="0">
                <a:solidFill>
                  <a:srgbClr val="231F20"/>
                </a:solidFill>
                <a:latin typeface="Arial"/>
                <a:cs typeface="Arial"/>
              </a:rPr>
              <a:t> </a:t>
            </a:r>
            <a:r>
              <a:rPr sz="1000" spc="-10" dirty="0">
                <a:solidFill>
                  <a:srgbClr val="231F20"/>
                </a:solidFill>
                <a:latin typeface="Arial"/>
                <a:cs typeface="Arial"/>
              </a:rPr>
              <a:t>lives.</a:t>
            </a:r>
            <a:endParaRPr sz="1000">
              <a:latin typeface="Arial"/>
              <a:cs typeface="Arial"/>
            </a:endParaRPr>
          </a:p>
        </p:txBody>
      </p:sp>
      <p:sp>
        <p:nvSpPr>
          <p:cNvPr id="14" name="object 6">
            <a:extLst>
              <a:ext uri="{FF2B5EF4-FFF2-40B4-BE49-F238E27FC236}">
                <a16:creationId xmlns:a16="http://schemas.microsoft.com/office/drawing/2014/main" id="{D6B7B62B-06EB-3EE5-3329-0E4552C5A4A0}"/>
              </a:ext>
            </a:extLst>
          </p:cNvPr>
          <p:cNvSpPr/>
          <p:nvPr/>
        </p:nvSpPr>
        <p:spPr>
          <a:xfrm>
            <a:off x="539495" y="6728714"/>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Tree>
    <p:extLst>
      <p:ext uri="{BB962C8B-B14F-4D97-AF65-F5344CB8AC3E}">
        <p14:creationId xmlns:p14="http://schemas.microsoft.com/office/powerpoint/2010/main" val="148303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295015" cy="7073900"/>
          </a:xfrm>
          <a:prstGeom prst="rect">
            <a:avLst/>
          </a:prstGeom>
        </p:spPr>
        <p:txBody>
          <a:bodyPr vert="horz" wrap="square" lIns="0" tIns="12700" rIns="0" bIns="0" rtlCol="0">
            <a:spAutoFit/>
          </a:bodyPr>
          <a:lstStyle/>
          <a:p>
            <a:pPr marL="12700" marR="162560">
              <a:lnSpc>
                <a:spcPct val="100000"/>
              </a:lnSpc>
              <a:spcBef>
                <a:spcPts val="100"/>
              </a:spcBef>
            </a:pPr>
            <a:r>
              <a:rPr sz="1000" spc="-45"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organized</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college</a:t>
            </a:r>
            <a:r>
              <a:rPr sz="1000" spc="15" dirty="0">
                <a:solidFill>
                  <a:srgbClr val="231F20"/>
                </a:solidFill>
                <a:latin typeface="Arial"/>
                <a:cs typeface="Arial"/>
              </a:rPr>
              <a:t> </a:t>
            </a:r>
            <a:r>
              <a:rPr sz="1000" dirty="0">
                <a:solidFill>
                  <a:srgbClr val="231F20"/>
                </a:solidFill>
                <a:latin typeface="Arial"/>
                <a:cs typeface="Arial"/>
              </a:rPr>
              <a:t>application</a:t>
            </a:r>
            <a:r>
              <a:rPr sz="1000" spc="20" dirty="0">
                <a:solidFill>
                  <a:srgbClr val="231F20"/>
                </a:solidFill>
                <a:latin typeface="Arial"/>
                <a:cs typeface="Arial"/>
              </a:rPr>
              <a:t> </a:t>
            </a:r>
            <a:r>
              <a:rPr sz="1000" dirty="0">
                <a:solidFill>
                  <a:srgbClr val="231F20"/>
                </a:solidFill>
                <a:latin typeface="Arial"/>
                <a:cs typeface="Arial"/>
              </a:rPr>
              <a:t>workshop</a:t>
            </a:r>
            <a:r>
              <a:rPr sz="1000" spc="15" dirty="0">
                <a:solidFill>
                  <a:srgbClr val="231F20"/>
                </a:solidFill>
                <a:latin typeface="Arial"/>
                <a:cs typeface="Arial"/>
              </a:rPr>
              <a:t> </a:t>
            </a:r>
            <a:r>
              <a:rPr sz="1000" spc="-10" dirty="0">
                <a:solidFill>
                  <a:srgbClr val="231F20"/>
                </a:solidFill>
                <a:latin typeface="Arial"/>
                <a:cs typeface="Arial"/>
              </a:rPr>
              <a:t>during</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Hill</a:t>
            </a:r>
            <a:r>
              <a:rPr sz="1000" spc="-10" dirty="0">
                <a:solidFill>
                  <a:srgbClr val="231F20"/>
                </a:solidFill>
                <a:latin typeface="Arial"/>
                <a:cs typeface="Arial"/>
              </a:rPr>
              <a:t> </a:t>
            </a:r>
            <a:r>
              <a:rPr sz="1000" spc="-20" dirty="0">
                <a:solidFill>
                  <a:srgbClr val="231F20"/>
                </a:solidFill>
                <a:latin typeface="Arial"/>
                <a:cs typeface="Arial"/>
              </a:rPr>
              <a:t>Teen</a:t>
            </a:r>
            <a:r>
              <a:rPr sz="1000" spc="-10" dirty="0">
                <a:solidFill>
                  <a:srgbClr val="231F20"/>
                </a:solidFill>
                <a:latin typeface="Arial"/>
                <a:cs typeface="Arial"/>
              </a:rPr>
              <a:t> </a:t>
            </a:r>
            <a:r>
              <a:rPr sz="1000" dirty="0">
                <a:solidFill>
                  <a:srgbClr val="231F20"/>
                </a:solidFill>
                <a:latin typeface="Arial"/>
                <a:cs typeface="Arial"/>
              </a:rPr>
              <a:t>Legislative</a:t>
            </a:r>
            <a:r>
              <a:rPr sz="1000" spc="-10" dirty="0">
                <a:solidFill>
                  <a:srgbClr val="231F20"/>
                </a:solidFill>
                <a:latin typeface="Arial"/>
                <a:cs typeface="Arial"/>
              </a:rPr>
              <a:t> </a:t>
            </a:r>
            <a:r>
              <a:rPr sz="1000" spc="-20" dirty="0">
                <a:solidFill>
                  <a:srgbClr val="231F20"/>
                </a:solidFill>
                <a:latin typeface="Arial"/>
                <a:cs typeface="Arial"/>
              </a:rPr>
              <a:t>Summit,</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September,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50" dirty="0">
                <a:solidFill>
                  <a:srgbClr val="231F20"/>
                </a:solidFill>
                <a:latin typeface="Arial"/>
                <a:cs typeface="Arial"/>
              </a:rPr>
              <a:t>300</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moms.</a:t>
            </a:r>
            <a:r>
              <a:rPr sz="1000" spc="-5" dirty="0">
                <a:solidFill>
                  <a:srgbClr val="231F20"/>
                </a:solidFill>
                <a:latin typeface="Arial"/>
                <a:cs typeface="Arial"/>
              </a:rPr>
              <a:t> </a:t>
            </a:r>
            <a:r>
              <a:rPr sz="1000" spc="-10" dirty="0">
                <a:solidFill>
                  <a:srgbClr val="231F20"/>
                </a:solidFill>
                <a:latin typeface="Arial"/>
                <a:cs typeface="Arial"/>
              </a:rPr>
              <a:t>Admissions </a:t>
            </a:r>
            <a:r>
              <a:rPr sz="1000" dirty="0">
                <a:solidFill>
                  <a:srgbClr val="231F20"/>
                </a:solidFill>
                <a:latin typeface="Arial"/>
                <a:cs typeface="Arial"/>
              </a:rPr>
              <a:t>directors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60" dirty="0">
                <a:solidFill>
                  <a:srgbClr val="231F20"/>
                </a:solidFill>
                <a:latin typeface="Arial"/>
                <a:cs typeface="Arial"/>
              </a:rPr>
              <a:t>MIT,</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New</a:t>
            </a:r>
            <a:r>
              <a:rPr sz="1000" spc="-5" dirty="0">
                <a:solidFill>
                  <a:srgbClr val="231F20"/>
                </a:solidFill>
                <a:latin typeface="Arial"/>
                <a:cs typeface="Arial"/>
              </a:rPr>
              <a:t> </a:t>
            </a:r>
            <a:r>
              <a:rPr sz="1000" spc="-10" dirty="0">
                <a:solidFill>
                  <a:srgbClr val="231F20"/>
                </a:solidFill>
                <a:latin typeface="Arial"/>
                <a:cs typeface="Arial"/>
              </a:rPr>
              <a:t>School,</a:t>
            </a:r>
            <a:r>
              <a:rPr sz="1000" spc="-5" dirty="0">
                <a:solidFill>
                  <a:srgbClr val="231F20"/>
                </a:solidFill>
                <a:latin typeface="Arial"/>
                <a:cs typeface="Arial"/>
              </a:rPr>
              <a:t> </a:t>
            </a:r>
            <a:r>
              <a:rPr sz="1000" dirty="0">
                <a:solidFill>
                  <a:srgbClr val="231F20"/>
                </a:solidFill>
                <a:latin typeface="Arial"/>
                <a:cs typeface="Arial"/>
              </a:rPr>
              <a:t>Hampton,</a:t>
            </a:r>
            <a:r>
              <a:rPr sz="1000" spc="-5" dirty="0">
                <a:solidFill>
                  <a:srgbClr val="231F20"/>
                </a:solidFill>
                <a:latin typeface="Arial"/>
                <a:cs typeface="Arial"/>
              </a:rPr>
              <a:t> </a:t>
            </a:r>
            <a:r>
              <a:rPr sz="1000" spc="-10" dirty="0">
                <a:solidFill>
                  <a:srgbClr val="231F20"/>
                </a:solidFill>
                <a:latin typeface="Arial"/>
                <a:cs typeface="Arial"/>
              </a:rPr>
              <a:t>Emory, </a:t>
            </a:r>
            <a:r>
              <a:rPr sz="1000" dirty="0">
                <a:solidFill>
                  <a:srgbClr val="231F20"/>
                </a:solidFill>
                <a:latin typeface="Arial"/>
                <a:cs typeface="Arial"/>
              </a:rPr>
              <a:t>Dickinson,</a:t>
            </a:r>
            <a:r>
              <a:rPr sz="1000" spc="-45" dirty="0">
                <a:solidFill>
                  <a:srgbClr val="231F20"/>
                </a:solidFill>
                <a:latin typeface="Arial"/>
                <a:cs typeface="Arial"/>
              </a:rPr>
              <a:t> </a:t>
            </a:r>
            <a:r>
              <a:rPr sz="1000" dirty="0">
                <a:solidFill>
                  <a:srgbClr val="231F20"/>
                </a:solidFill>
                <a:latin typeface="Arial"/>
                <a:cs typeface="Arial"/>
              </a:rPr>
              <a:t>Brown,</a:t>
            </a:r>
            <a:r>
              <a:rPr sz="1000" spc="-40" dirty="0">
                <a:solidFill>
                  <a:srgbClr val="231F20"/>
                </a:solidFill>
                <a:latin typeface="Arial"/>
                <a:cs typeface="Arial"/>
              </a:rPr>
              <a:t> </a:t>
            </a:r>
            <a:r>
              <a:rPr sz="1000" dirty="0">
                <a:solidFill>
                  <a:srgbClr val="231F20"/>
                </a:solidFill>
                <a:latin typeface="Arial"/>
                <a:cs typeface="Arial"/>
              </a:rPr>
              <a:t>Johns</a:t>
            </a:r>
            <a:r>
              <a:rPr sz="1000" spc="-40" dirty="0">
                <a:solidFill>
                  <a:srgbClr val="231F20"/>
                </a:solidFill>
                <a:latin typeface="Arial"/>
                <a:cs typeface="Arial"/>
              </a:rPr>
              <a:t> </a:t>
            </a:r>
            <a:r>
              <a:rPr sz="1000" dirty="0">
                <a:solidFill>
                  <a:srgbClr val="231F20"/>
                </a:solidFill>
                <a:latin typeface="Arial"/>
                <a:cs typeface="Arial"/>
              </a:rPr>
              <a:t>Hopkins,</a:t>
            </a:r>
            <a:r>
              <a:rPr sz="1000" spc="-40" dirty="0">
                <a:solidFill>
                  <a:srgbClr val="231F20"/>
                </a:solidFill>
                <a:latin typeface="Arial"/>
                <a:cs typeface="Arial"/>
              </a:rPr>
              <a:t> </a:t>
            </a:r>
            <a:r>
              <a:rPr sz="1000" spc="-20" dirty="0">
                <a:solidFill>
                  <a:srgbClr val="231F20"/>
                </a:solidFill>
                <a:latin typeface="Arial"/>
                <a:cs typeface="Arial"/>
              </a:rPr>
              <a:t>Pomona,</a:t>
            </a:r>
            <a:r>
              <a:rPr sz="1000" spc="-40" dirty="0">
                <a:solidFill>
                  <a:srgbClr val="231F20"/>
                </a:solidFill>
                <a:latin typeface="Arial"/>
                <a:cs typeface="Arial"/>
              </a:rPr>
              <a:t> </a:t>
            </a:r>
            <a:r>
              <a:rPr sz="1000" spc="-10" dirty="0">
                <a:solidFill>
                  <a:srgbClr val="231F20"/>
                </a:solidFill>
                <a:latin typeface="Arial"/>
                <a:cs typeface="Arial"/>
              </a:rPr>
              <a:t>University</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Virginia and the University of Maryland </a:t>
            </a:r>
            <a:r>
              <a:rPr sz="1000" spc="-10" dirty="0">
                <a:solidFill>
                  <a:srgbClr val="231F20"/>
                </a:solidFill>
                <a:latin typeface="Arial"/>
                <a:cs typeface="Arial"/>
              </a:rPr>
              <a:t>participated.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continued</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partnership</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March</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10" dirty="0">
                <a:solidFill>
                  <a:srgbClr val="231F20"/>
                </a:solidFill>
                <a:latin typeface="Arial"/>
                <a:cs typeface="Arial"/>
              </a:rPr>
              <a:t>Dimes,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spc="-20" dirty="0">
                <a:solidFill>
                  <a:srgbClr val="231F20"/>
                </a:solidFill>
                <a:latin typeface="Arial"/>
                <a:cs typeface="Arial"/>
              </a:rPr>
              <a:t>Walk</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Babies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April.</a:t>
            </a:r>
            <a:r>
              <a:rPr sz="1000" spc="-10" dirty="0">
                <a:solidFill>
                  <a:srgbClr val="231F20"/>
                </a:solidFill>
                <a:latin typeface="Arial"/>
                <a:cs typeface="Arial"/>
              </a:rPr>
              <a:t> </a:t>
            </a:r>
            <a:r>
              <a:rPr sz="1000" spc="-25" dirty="0">
                <a:solidFill>
                  <a:srgbClr val="231F20"/>
                </a:solidFill>
                <a:latin typeface="Arial"/>
                <a:cs typeface="Arial"/>
              </a:rPr>
              <a:t>We </a:t>
            </a: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spc="-45" dirty="0">
                <a:solidFill>
                  <a:srgbClr val="231F20"/>
                </a:solidFill>
                <a:latin typeface="Arial"/>
                <a:cs typeface="Arial"/>
              </a:rPr>
              <a:t>MLK</a:t>
            </a:r>
            <a:r>
              <a:rPr sz="1000" spc="-5"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Wider</a:t>
            </a:r>
            <a:r>
              <a:rPr sz="1000" spc="-5" dirty="0">
                <a:solidFill>
                  <a:srgbClr val="231F20"/>
                </a:solidFill>
                <a:latin typeface="Arial"/>
                <a:cs typeface="Arial"/>
              </a:rPr>
              <a:t> </a:t>
            </a:r>
            <a:r>
              <a:rPr sz="1000" dirty="0">
                <a:solidFill>
                  <a:srgbClr val="231F20"/>
                </a:solidFill>
                <a:latin typeface="Arial"/>
                <a:cs typeface="Arial"/>
              </a:rPr>
              <a:t>Circle to</a:t>
            </a:r>
            <a:r>
              <a:rPr sz="1000" spc="-5" dirty="0">
                <a:solidFill>
                  <a:srgbClr val="231F20"/>
                </a:solidFill>
                <a:latin typeface="Arial"/>
                <a:cs typeface="Arial"/>
              </a:rPr>
              <a:t> </a:t>
            </a:r>
            <a:r>
              <a:rPr sz="1000" dirty="0">
                <a:solidFill>
                  <a:srgbClr val="231F20"/>
                </a:solidFill>
                <a:latin typeface="Arial"/>
                <a:cs typeface="Arial"/>
              </a:rPr>
              <a:t>address the</a:t>
            </a:r>
            <a:r>
              <a:rPr sz="1000" spc="-5" dirty="0">
                <a:solidFill>
                  <a:srgbClr val="231F20"/>
                </a:solidFill>
                <a:latin typeface="Arial"/>
                <a:cs typeface="Arial"/>
              </a:rPr>
              <a:t> </a:t>
            </a:r>
            <a:r>
              <a:rPr sz="1000" dirty="0">
                <a:solidFill>
                  <a:srgbClr val="231F20"/>
                </a:solidFill>
                <a:latin typeface="Arial"/>
                <a:cs typeface="Arial"/>
              </a:rPr>
              <a:t>impact of</a:t>
            </a:r>
            <a:r>
              <a:rPr sz="1000" spc="-5" dirty="0">
                <a:solidFill>
                  <a:srgbClr val="231F20"/>
                </a:solidFill>
                <a:latin typeface="Arial"/>
                <a:cs typeface="Arial"/>
              </a:rPr>
              <a:t> </a:t>
            </a:r>
            <a:r>
              <a:rPr sz="1000" dirty="0">
                <a:solidFill>
                  <a:srgbClr val="231F20"/>
                </a:solidFill>
                <a:latin typeface="Arial"/>
                <a:cs typeface="Arial"/>
              </a:rPr>
              <a:t>poverty </a:t>
            </a:r>
            <a:r>
              <a:rPr sz="1000" spc="-20" dirty="0">
                <a:solidFill>
                  <a:srgbClr val="231F20"/>
                </a:solidFill>
                <a:latin typeface="Arial"/>
                <a:cs typeface="Arial"/>
              </a:rPr>
              <a:t>among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January</a:t>
            </a:r>
            <a:r>
              <a:rPr sz="1000" spc="-15" dirty="0">
                <a:solidFill>
                  <a:srgbClr val="231F20"/>
                </a:solidFill>
                <a:latin typeface="Arial"/>
                <a:cs typeface="Arial"/>
              </a:rPr>
              <a:t> </a:t>
            </a:r>
            <a:r>
              <a:rPr sz="1000" spc="-25" dirty="0">
                <a:solidFill>
                  <a:srgbClr val="231F20"/>
                </a:solidFill>
                <a:latin typeface="Arial"/>
                <a:cs typeface="Arial"/>
              </a:rPr>
              <a:t>2015.</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6th</a:t>
            </a:r>
            <a:r>
              <a:rPr sz="1000" spc="-10" dirty="0">
                <a:solidFill>
                  <a:srgbClr val="231F20"/>
                </a:solidFill>
                <a:latin typeface="Arial"/>
                <a:cs typeface="Arial"/>
              </a:rPr>
              <a:t> </a:t>
            </a:r>
            <a:r>
              <a:rPr sz="1000" dirty="0">
                <a:solidFill>
                  <a:srgbClr val="231F20"/>
                </a:solidFill>
                <a:latin typeface="Arial"/>
                <a:cs typeface="Arial"/>
              </a:rPr>
              <a:t>Annual</a:t>
            </a:r>
            <a:r>
              <a:rPr sz="1000" spc="-1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Spelling</a:t>
            </a:r>
            <a:r>
              <a:rPr sz="1000" spc="-10" dirty="0">
                <a:solidFill>
                  <a:srgbClr val="231F20"/>
                </a:solidFill>
                <a:latin typeface="Arial"/>
                <a:cs typeface="Arial"/>
              </a:rPr>
              <a:t> </a:t>
            </a:r>
            <a:r>
              <a:rPr sz="1000" dirty="0">
                <a:solidFill>
                  <a:srgbClr val="231F20"/>
                </a:solidFill>
                <a:latin typeface="Arial"/>
                <a:cs typeface="Arial"/>
              </a:rPr>
              <a:t>Bee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Oratorical</a:t>
            </a:r>
            <a:r>
              <a:rPr sz="1000" spc="-5" dirty="0">
                <a:solidFill>
                  <a:srgbClr val="231F20"/>
                </a:solidFill>
                <a:latin typeface="Arial"/>
                <a:cs typeface="Arial"/>
              </a:rPr>
              <a:t> </a:t>
            </a:r>
            <a:r>
              <a:rPr sz="1000" dirty="0">
                <a:solidFill>
                  <a:srgbClr val="231F20"/>
                </a:solidFill>
                <a:latin typeface="Arial"/>
                <a:cs typeface="Arial"/>
              </a:rPr>
              <a:t>Competition</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held</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February</a:t>
            </a:r>
            <a:r>
              <a:rPr sz="1000" spc="-40" dirty="0">
                <a:solidFill>
                  <a:srgbClr val="231F20"/>
                </a:solidFill>
                <a:latin typeface="Arial"/>
                <a:cs typeface="Arial"/>
              </a:rPr>
              <a:t> </a:t>
            </a:r>
            <a:r>
              <a:rPr sz="1000" spc="-10" dirty="0">
                <a:solidFill>
                  <a:srgbClr val="231F20"/>
                </a:solidFill>
                <a:latin typeface="Arial"/>
                <a:cs typeface="Arial"/>
              </a:rPr>
              <a:t>2016.</a:t>
            </a:r>
            <a:endParaRPr sz="1000">
              <a:latin typeface="Arial"/>
              <a:cs typeface="Arial"/>
            </a:endParaRPr>
          </a:p>
          <a:p>
            <a:pPr marL="12700" marR="113664">
              <a:lnSpc>
                <a:spcPct val="100000"/>
              </a:lnSpc>
              <a:spcBef>
                <a:spcPts val="900"/>
              </a:spcBef>
            </a:pP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visiting</a:t>
            </a:r>
            <a:r>
              <a:rPr sz="1000" spc="-15" dirty="0">
                <a:solidFill>
                  <a:srgbClr val="231F20"/>
                </a:solidFill>
                <a:latin typeface="Arial"/>
                <a:cs typeface="Arial"/>
              </a:rPr>
              <a:t> </a:t>
            </a:r>
            <a:r>
              <a:rPr sz="1000" spc="-10" dirty="0">
                <a:solidFill>
                  <a:srgbClr val="231F20"/>
                </a:solidFill>
                <a:latin typeface="Arial"/>
                <a:cs typeface="Arial"/>
              </a:rPr>
              <a:t>Clark’s</a:t>
            </a:r>
            <a:r>
              <a:rPr sz="1000" spc="-15" dirty="0">
                <a:solidFill>
                  <a:srgbClr val="231F20"/>
                </a:solidFill>
                <a:latin typeface="Arial"/>
                <a:cs typeface="Arial"/>
              </a:rPr>
              <a:t> </a:t>
            </a:r>
            <a:r>
              <a:rPr sz="1000" spc="-20" dirty="0">
                <a:solidFill>
                  <a:srgbClr val="231F20"/>
                </a:solidFill>
                <a:latin typeface="Arial"/>
                <a:cs typeface="Arial"/>
              </a:rPr>
              <a:t>Eliok </a:t>
            </a:r>
            <a:r>
              <a:rPr sz="1000" spc="-35" dirty="0">
                <a:solidFill>
                  <a:srgbClr val="231F20"/>
                </a:solidFill>
                <a:latin typeface="Arial"/>
                <a:cs typeface="Arial"/>
              </a:rPr>
              <a:t>Farm.</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supported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Down</a:t>
            </a:r>
            <a:r>
              <a:rPr sz="1000" spc="5" dirty="0">
                <a:solidFill>
                  <a:srgbClr val="231F20"/>
                </a:solidFill>
                <a:latin typeface="Arial"/>
                <a:cs typeface="Arial"/>
              </a:rPr>
              <a:t> </a:t>
            </a:r>
            <a:r>
              <a:rPr sz="1000" spc="-10" dirty="0">
                <a:solidFill>
                  <a:srgbClr val="231F20"/>
                </a:solidFill>
                <a:latin typeface="Arial"/>
                <a:cs typeface="Arial"/>
              </a:rPr>
              <a:t>Syndrome</a:t>
            </a:r>
            <a:r>
              <a:rPr sz="1000" spc="10" dirty="0">
                <a:solidFill>
                  <a:srgbClr val="231F20"/>
                </a:solidFill>
                <a:latin typeface="Arial"/>
                <a:cs typeface="Arial"/>
              </a:rPr>
              <a:t> </a:t>
            </a:r>
            <a:r>
              <a:rPr sz="1000" spc="-10" dirty="0">
                <a:solidFill>
                  <a:srgbClr val="231F20"/>
                </a:solidFill>
                <a:latin typeface="Arial"/>
                <a:cs typeface="Arial"/>
              </a:rPr>
              <a:t>Network</a:t>
            </a:r>
            <a:endParaRPr sz="1000">
              <a:latin typeface="Arial"/>
              <a:cs typeface="Arial"/>
            </a:endParaRPr>
          </a:p>
          <a:p>
            <a:pPr marL="12700" marR="144145">
              <a:lnSpc>
                <a:spcPct val="100000"/>
              </a:lnSpc>
            </a:pP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Montgomery County “2015</a:t>
            </a:r>
            <a:r>
              <a:rPr sz="1000" spc="-5" dirty="0">
                <a:solidFill>
                  <a:srgbClr val="231F20"/>
                </a:solidFill>
                <a:latin typeface="Arial"/>
                <a:cs typeface="Arial"/>
              </a:rPr>
              <a:t> </a:t>
            </a:r>
            <a:r>
              <a:rPr sz="1000" dirty="0">
                <a:solidFill>
                  <a:srgbClr val="231F20"/>
                </a:solidFill>
                <a:latin typeface="Arial"/>
                <a:cs typeface="Arial"/>
              </a:rPr>
              <a:t>Buddy Walk” in </a:t>
            </a:r>
            <a:r>
              <a:rPr sz="1000" spc="-10" dirty="0">
                <a:solidFill>
                  <a:srgbClr val="231F20"/>
                </a:solidFill>
                <a:latin typeface="Arial"/>
                <a:cs typeface="Arial"/>
              </a:rPr>
              <a:t>Potomac </a:t>
            </a:r>
            <a:r>
              <a:rPr sz="1000" dirty="0">
                <a:solidFill>
                  <a:srgbClr val="231F20"/>
                </a:solidFill>
                <a:latin typeface="Arial"/>
                <a:cs typeface="Arial"/>
              </a:rPr>
              <a:t>Maryland,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3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Frog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Toad,” </a:t>
            </a:r>
            <a:r>
              <a:rPr sz="1000" dirty="0">
                <a:solidFill>
                  <a:srgbClr val="231F20"/>
                </a:solidFill>
                <a:latin typeface="Arial"/>
                <a:cs typeface="Arial"/>
              </a:rPr>
              <a:t>at</a:t>
            </a:r>
            <a:r>
              <a:rPr sz="1000" spc="-45" dirty="0">
                <a:solidFill>
                  <a:srgbClr val="231F20"/>
                </a:solidFill>
                <a:latin typeface="Arial"/>
                <a:cs typeface="Arial"/>
              </a:rPr>
              <a:t> </a:t>
            </a:r>
            <a:r>
              <a:rPr sz="1000" dirty="0">
                <a:solidFill>
                  <a:srgbClr val="231F20"/>
                </a:solidFill>
                <a:latin typeface="Arial"/>
                <a:cs typeface="Arial"/>
              </a:rPr>
              <a:t>Imagination</a:t>
            </a:r>
            <a:r>
              <a:rPr sz="1000" spc="-45" dirty="0">
                <a:solidFill>
                  <a:srgbClr val="231F20"/>
                </a:solidFill>
                <a:latin typeface="Arial"/>
                <a:cs typeface="Arial"/>
              </a:rPr>
              <a:t> </a:t>
            </a:r>
            <a:r>
              <a:rPr sz="1000" dirty="0">
                <a:solidFill>
                  <a:srgbClr val="231F20"/>
                </a:solidFill>
                <a:latin typeface="Arial"/>
                <a:cs typeface="Arial"/>
              </a:rPr>
              <a:t>Stage</a:t>
            </a:r>
            <a:r>
              <a:rPr sz="1000" spc="-45" dirty="0">
                <a:solidFill>
                  <a:srgbClr val="231F20"/>
                </a:solidFill>
                <a:latin typeface="Arial"/>
                <a:cs typeface="Arial"/>
              </a:rPr>
              <a:t> </a:t>
            </a:r>
            <a:r>
              <a:rPr sz="1000" dirty="0">
                <a:solidFill>
                  <a:srgbClr val="231F20"/>
                </a:solidFill>
                <a:latin typeface="Arial"/>
                <a:cs typeface="Arial"/>
              </a:rPr>
              <a:t>in</a:t>
            </a:r>
            <a:r>
              <a:rPr sz="1000" spc="-45" dirty="0">
                <a:solidFill>
                  <a:srgbClr val="231F20"/>
                </a:solidFill>
                <a:latin typeface="Arial"/>
                <a:cs typeface="Arial"/>
              </a:rPr>
              <a:t> </a:t>
            </a:r>
            <a:r>
              <a:rPr sz="1000" dirty="0">
                <a:solidFill>
                  <a:srgbClr val="231F20"/>
                </a:solidFill>
                <a:latin typeface="Arial"/>
                <a:cs typeface="Arial"/>
              </a:rPr>
              <a:t>Bethesda,</a:t>
            </a:r>
            <a:r>
              <a:rPr sz="1000" spc="-45" dirty="0">
                <a:solidFill>
                  <a:srgbClr val="231F20"/>
                </a:solidFill>
                <a:latin typeface="Arial"/>
                <a:cs typeface="Arial"/>
              </a:rPr>
              <a:t> </a:t>
            </a:r>
            <a:r>
              <a:rPr sz="1000" dirty="0">
                <a:solidFill>
                  <a:srgbClr val="231F20"/>
                </a:solidFill>
                <a:latin typeface="Arial"/>
                <a:cs typeface="Arial"/>
              </a:rPr>
              <a:t>Maryland.</a:t>
            </a:r>
            <a:r>
              <a:rPr sz="1000" spc="-45" dirty="0">
                <a:solidFill>
                  <a:srgbClr val="231F20"/>
                </a:solidFill>
                <a:latin typeface="Arial"/>
                <a:cs typeface="Arial"/>
              </a:rPr>
              <a:t> </a:t>
            </a:r>
            <a:r>
              <a:rPr sz="1000" dirty="0">
                <a:solidFill>
                  <a:srgbClr val="231F20"/>
                </a:solidFill>
                <a:latin typeface="Arial"/>
                <a:cs typeface="Arial"/>
              </a:rPr>
              <a:t>They</a:t>
            </a:r>
            <a:r>
              <a:rPr sz="1000" spc="-45" dirty="0">
                <a:solidFill>
                  <a:srgbClr val="231F20"/>
                </a:solidFill>
                <a:latin typeface="Arial"/>
                <a:cs typeface="Arial"/>
              </a:rPr>
              <a:t> </a:t>
            </a:r>
            <a:r>
              <a:rPr sz="1000" spc="-20" dirty="0">
                <a:solidFill>
                  <a:srgbClr val="231F20"/>
                </a:solidFill>
                <a:latin typeface="Arial"/>
                <a:cs typeface="Arial"/>
              </a:rPr>
              <a:t>held</a:t>
            </a:r>
            <a:r>
              <a:rPr sz="1000" spc="50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a:t>
            </a:r>
            <a:r>
              <a:rPr sz="1000" dirty="0">
                <a:solidFill>
                  <a:srgbClr val="231F20"/>
                </a:solidFill>
                <a:latin typeface="Arial"/>
                <a:cs typeface="Arial"/>
              </a:rPr>
              <a:t>card</a:t>
            </a:r>
            <a:r>
              <a:rPr sz="1000" spc="-10" dirty="0">
                <a:solidFill>
                  <a:srgbClr val="231F20"/>
                </a:solidFill>
                <a:latin typeface="Arial"/>
                <a:cs typeface="Arial"/>
              </a:rPr>
              <a:t> </a:t>
            </a: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party,</a:t>
            </a:r>
            <a:r>
              <a:rPr sz="1000" spc="-10"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auto</a:t>
            </a:r>
            <a:r>
              <a:rPr sz="1000" spc="-10" dirty="0">
                <a:solidFill>
                  <a:srgbClr val="231F20"/>
                </a:solidFill>
                <a:latin typeface="Arial"/>
                <a:cs typeface="Arial"/>
              </a:rPr>
              <a:t> </a:t>
            </a:r>
            <a:r>
              <a:rPr sz="1000" dirty="0">
                <a:solidFill>
                  <a:srgbClr val="231F20"/>
                </a:solidFill>
                <a:latin typeface="Arial"/>
                <a:cs typeface="Arial"/>
              </a:rPr>
              <a:t>show</a:t>
            </a:r>
            <a:r>
              <a:rPr sz="1000" spc="-10" dirty="0">
                <a:solidFill>
                  <a:srgbClr val="231F20"/>
                </a:solidFill>
                <a:latin typeface="Arial"/>
                <a:cs typeface="Arial"/>
              </a:rPr>
              <a:t> </a:t>
            </a:r>
            <a:r>
              <a:rPr sz="1000" spc="-25" dirty="0">
                <a:solidFill>
                  <a:srgbClr val="231F20"/>
                </a:solidFill>
                <a:latin typeface="Arial"/>
                <a:cs typeface="Arial"/>
              </a:rPr>
              <a:t>in</a:t>
            </a:r>
            <a:endParaRPr sz="1000">
              <a:latin typeface="Arial"/>
              <a:cs typeface="Arial"/>
            </a:endParaRPr>
          </a:p>
          <a:p>
            <a:pPr marL="12700" marR="81915">
              <a:lnSpc>
                <a:spcPct val="100000"/>
              </a:lnSpc>
            </a:pPr>
            <a:r>
              <a:rPr sz="1000" spc="-10" dirty="0">
                <a:solidFill>
                  <a:srgbClr val="231F20"/>
                </a:solidFill>
                <a:latin typeface="Arial"/>
                <a:cs typeface="Arial"/>
              </a:rPr>
              <a:t>Washington,</a:t>
            </a:r>
            <a:r>
              <a:rPr sz="1000" spc="-5" dirty="0">
                <a:solidFill>
                  <a:srgbClr val="231F20"/>
                </a:solidFill>
                <a:latin typeface="Arial"/>
                <a:cs typeface="Arial"/>
              </a:rPr>
              <a:t> </a:t>
            </a:r>
            <a:r>
              <a:rPr sz="1000" spc="-50" dirty="0">
                <a:solidFill>
                  <a:srgbClr val="231F20"/>
                </a:solidFill>
                <a:latin typeface="Arial"/>
                <a:cs typeface="Arial"/>
              </a:rPr>
              <a:t>D.C.,</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observed the</a:t>
            </a:r>
            <a:r>
              <a:rPr sz="1000" spc="-5" dirty="0">
                <a:solidFill>
                  <a:srgbClr val="231F20"/>
                </a:solidFill>
                <a:latin typeface="Arial"/>
                <a:cs typeface="Arial"/>
              </a:rPr>
              <a:t> </a:t>
            </a:r>
            <a:r>
              <a:rPr sz="1000" dirty="0">
                <a:solidFill>
                  <a:srgbClr val="231F20"/>
                </a:solidFill>
                <a:latin typeface="Arial"/>
                <a:cs typeface="Arial"/>
              </a:rPr>
              <a:t>stars</a:t>
            </a:r>
            <a:r>
              <a:rPr sz="1000" spc="-5" dirty="0">
                <a:solidFill>
                  <a:srgbClr val="231F20"/>
                </a:solidFill>
                <a:latin typeface="Arial"/>
                <a:cs typeface="Arial"/>
              </a:rPr>
              <a:t> </a:t>
            </a:r>
            <a:r>
              <a:rPr sz="1000" dirty="0">
                <a:solidFill>
                  <a:srgbClr val="231F20"/>
                </a:solidFill>
                <a:latin typeface="Arial"/>
                <a:cs typeface="Arial"/>
              </a:rPr>
              <a:t>and the</a:t>
            </a:r>
            <a:r>
              <a:rPr sz="1000" spc="-5" dirty="0">
                <a:solidFill>
                  <a:srgbClr val="231F20"/>
                </a:solidFill>
                <a:latin typeface="Arial"/>
                <a:cs typeface="Arial"/>
              </a:rPr>
              <a:t> </a:t>
            </a:r>
            <a:r>
              <a:rPr sz="1000" spc="-10" dirty="0">
                <a:solidFill>
                  <a:srgbClr val="231F20"/>
                </a:solidFill>
                <a:latin typeface="Arial"/>
                <a:cs typeface="Arial"/>
              </a:rPr>
              <a:t>moons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Planetarium</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Baltimore.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spc="-25" dirty="0">
                <a:solidFill>
                  <a:srgbClr val="231F20"/>
                </a:solidFill>
                <a:latin typeface="Arial"/>
                <a:cs typeface="Arial"/>
              </a:rPr>
              <a:t>in </a:t>
            </a:r>
            <a:r>
              <a:rPr sz="1000" spc="-10" dirty="0">
                <a:solidFill>
                  <a:srgbClr val="231F20"/>
                </a:solidFill>
                <a:latin typeface="Arial"/>
                <a:cs typeface="Arial"/>
              </a:rPr>
              <a:t>Yoga</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spc="-10" dirty="0">
                <a:solidFill>
                  <a:srgbClr val="231F20"/>
                </a:solidFill>
                <a:latin typeface="Arial"/>
                <a:cs typeface="Arial"/>
              </a:rPr>
              <a:t>Kids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support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“Let’s</a:t>
            </a:r>
            <a:r>
              <a:rPr sz="1000" spc="-5" dirty="0">
                <a:solidFill>
                  <a:srgbClr val="231F20"/>
                </a:solidFill>
                <a:latin typeface="Arial"/>
                <a:cs typeface="Arial"/>
              </a:rPr>
              <a:t> </a:t>
            </a:r>
            <a:r>
              <a:rPr sz="1000" dirty="0">
                <a:solidFill>
                  <a:srgbClr val="231F20"/>
                </a:solidFill>
                <a:latin typeface="Arial"/>
                <a:cs typeface="Arial"/>
              </a:rPr>
              <a:t>Move”</a:t>
            </a:r>
            <a:r>
              <a:rPr sz="1000" spc="-5" dirty="0">
                <a:solidFill>
                  <a:srgbClr val="231F20"/>
                </a:solidFill>
                <a:latin typeface="Arial"/>
                <a:cs typeface="Arial"/>
              </a:rPr>
              <a:t> </a:t>
            </a:r>
            <a:r>
              <a:rPr sz="1000" dirty="0">
                <a:solidFill>
                  <a:srgbClr val="231F20"/>
                </a:solidFill>
                <a:latin typeface="Arial"/>
                <a:cs typeface="Arial"/>
              </a:rPr>
              <a:t>Initiative.</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top</a:t>
            </a:r>
            <a:r>
              <a:rPr sz="1000" spc="5" dirty="0">
                <a:solidFill>
                  <a:srgbClr val="231F20"/>
                </a:solidFill>
                <a:latin typeface="Arial"/>
                <a:cs typeface="Arial"/>
              </a:rPr>
              <a:t> </a:t>
            </a:r>
            <a:r>
              <a:rPr sz="1000" dirty="0">
                <a:solidFill>
                  <a:srgbClr val="231F20"/>
                </a:solidFill>
                <a:latin typeface="Arial"/>
                <a:cs typeface="Arial"/>
              </a:rPr>
              <a:t>it</a:t>
            </a:r>
            <a:r>
              <a:rPr sz="1000" spc="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Poohs</a:t>
            </a:r>
            <a:r>
              <a:rPr sz="1000" spc="10" dirty="0">
                <a:solidFill>
                  <a:srgbClr val="231F20"/>
                </a:solidFill>
                <a:latin typeface="Arial"/>
                <a:cs typeface="Arial"/>
              </a:rPr>
              <a:t> </a:t>
            </a:r>
            <a:r>
              <a:rPr sz="1000" dirty="0">
                <a:solidFill>
                  <a:srgbClr val="231F20"/>
                </a:solidFill>
                <a:latin typeface="Arial"/>
                <a:cs typeface="Arial"/>
              </a:rPr>
              <a:t>visited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American</a:t>
            </a:r>
            <a:r>
              <a:rPr sz="1000" spc="5"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spc="-10" dirty="0">
                <a:solidFill>
                  <a:srgbClr val="231F20"/>
                </a:solidFill>
                <a:latin typeface="Arial"/>
                <a:cs typeface="Arial"/>
              </a:rPr>
              <a:t>Museum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Washington,</a:t>
            </a:r>
            <a:r>
              <a:rPr sz="1000" spc="-15" dirty="0">
                <a:solidFill>
                  <a:srgbClr val="231F20"/>
                </a:solidFill>
                <a:latin typeface="Arial"/>
                <a:cs typeface="Arial"/>
              </a:rPr>
              <a:t> </a:t>
            </a:r>
            <a:r>
              <a:rPr sz="1000" spc="-20" dirty="0">
                <a:solidFill>
                  <a:srgbClr val="231F20"/>
                </a:solidFill>
                <a:latin typeface="Arial"/>
                <a:cs typeface="Arial"/>
              </a:rPr>
              <a:t>D.C.</a:t>
            </a:r>
            <a:endParaRPr sz="1000">
              <a:latin typeface="Arial"/>
              <a:cs typeface="Arial"/>
            </a:endParaRPr>
          </a:p>
          <a:p>
            <a:pPr marL="12700" marR="16510">
              <a:lnSpc>
                <a:spcPct val="100000"/>
              </a:lnSpc>
              <a:spcBef>
                <a:spcPts val="9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kindergarten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first</a:t>
            </a:r>
            <a:r>
              <a:rPr sz="1000" spc="5" dirty="0">
                <a:solidFill>
                  <a:srgbClr val="231F20"/>
                </a:solidFill>
                <a:latin typeface="Arial"/>
                <a:cs typeface="Arial"/>
              </a:rPr>
              <a:t> </a:t>
            </a:r>
            <a:r>
              <a:rPr sz="1000" dirty="0">
                <a:solidFill>
                  <a:srgbClr val="231F20"/>
                </a:solidFill>
                <a:latin typeface="Arial"/>
                <a:cs typeface="Arial"/>
              </a:rPr>
              <a:t>graders</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discussion</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“That’s</a:t>
            </a:r>
            <a:r>
              <a:rPr sz="1000" spc="-20" dirty="0">
                <a:solidFill>
                  <a:srgbClr val="231F20"/>
                </a:solidFill>
                <a:latin typeface="Arial"/>
                <a:cs typeface="Arial"/>
              </a:rPr>
              <a:t> </a:t>
            </a:r>
            <a:r>
              <a:rPr sz="1000" dirty="0">
                <a:solidFill>
                  <a:srgbClr val="231F20"/>
                </a:solidFill>
                <a:latin typeface="Arial"/>
                <a:cs typeface="Arial"/>
              </a:rPr>
              <a:t>Just</a:t>
            </a:r>
            <a:r>
              <a:rPr sz="1000" spc="-20" dirty="0">
                <a:solidFill>
                  <a:srgbClr val="231F20"/>
                </a:solidFill>
                <a:latin typeface="Arial"/>
                <a:cs typeface="Arial"/>
              </a:rPr>
              <a:t> </a:t>
            </a:r>
            <a:r>
              <a:rPr sz="1000" spc="-10" dirty="0">
                <a:solidFill>
                  <a:srgbClr val="231F20"/>
                </a:solidFill>
                <a:latin typeface="Arial"/>
                <a:cs typeface="Arial"/>
              </a:rPr>
              <a:t>Me,”</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author</a:t>
            </a:r>
            <a:r>
              <a:rPr sz="1000" spc="-20" dirty="0">
                <a:solidFill>
                  <a:srgbClr val="231F20"/>
                </a:solidFill>
                <a:latin typeface="Arial"/>
                <a:cs typeface="Arial"/>
              </a:rPr>
              <a:t> </a:t>
            </a:r>
            <a:r>
              <a:rPr sz="1000" spc="-10" dirty="0">
                <a:solidFill>
                  <a:srgbClr val="231F20"/>
                </a:solidFill>
                <a:latin typeface="Arial"/>
                <a:cs typeface="Arial"/>
              </a:rPr>
              <a:t>Shannon </a:t>
            </a:r>
            <a:r>
              <a:rPr sz="1000" dirty="0">
                <a:solidFill>
                  <a:srgbClr val="231F20"/>
                </a:solidFill>
                <a:latin typeface="Arial"/>
                <a:cs typeface="Arial"/>
              </a:rPr>
              <a:t>Jones.</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people</a:t>
            </a:r>
            <a:r>
              <a:rPr sz="1000" spc="10" dirty="0">
                <a:solidFill>
                  <a:srgbClr val="231F20"/>
                </a:solidFill>
                <a:latin typeface="Arial"/>
                <a:cs typeface="Arial"/>
              </a:rPr>
              <a:t> </a:t>
            </a:r>
            <a:r>
              <a:rPr sz="1000" dirty="0">
                <a:solidFill>
                  <a:srgbClr val="231F20"/>
                </a:solidFill>
                <a:latin typeface="Arial"/>
                <a:cs typeface="Arial"/>
              </a:rPr>
              <a:t>living</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10" dirty="0">
                <a:solidFill>
                  <a:srgbClr val="231F20"/>
                </a:solidFill>
                <a:latin typeface="Arial"/>
                <a:cs typeface="Arial"/>
              </a:rPr>
              <a:t>disabilities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Smile</a:t>
            </a:r>
            <a:r>
              <a:rPr sz="1000" spc="-15" dirty="0">
                <a:solidFill>
                  <a:srgbClr val="231F20"/>
                </a:solidFill>
                <a:latin typeface="Arial"/>
                <a:cs typeface="Arial"/>
              </a:rPr>
              <a:t> </a:t>
            </a:r>
            <a:r>
              <a:rPr sz="1000" dirty="0">
                <a:solidFill>
                  <a:srgbClr val="231F20"/>
                </a:solidFill>
                <a:latin typeface="Arial"/>
                <a:cs typeface="Arial"/>
              </a:rPr>
              <a:t>Don’t</a:t>
            </a:r>
            <a:r>
              <a:rPr sz="1000" spc="-10" dirty="0">
                <a:solidFill>
                  <a:srgbClr val="231F20"/>
                </a:solidFill>
                <a:latin typeface="Arial"/>
                <a:cs typeface="Arial"/>
              </a:rPr>
              <a:t> Stare</a:t>
            </a:r>
            <a:r>
              <a:rPr sz="1000" spc="-15" dirty="0">
                <a:solidFill>
                  <a:srgbClr val="231F20"/>
                </a:solidFill>
                <a:latin typeface="Arial"/>
                <a:cs typeface="Arial"/>
              </a:rPr>
              <a:t> </a:t>
            </a:r>
            <a:r>
              <a:rPr sz="1000" spc="-10" dirty="0">
                <a:solidFill>
                  <a:srgbClr val="231F20"/>
                </a:solidFill>
                <a:latin typeface="Arial"/>
                <a:cs typeface="Arial"/>
              </a:rPr>
              <a:t>Campaign,</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Lollipop</a:t>
            </a:r>
            <a:r>
              <a:rPr sz="1000" spc="500" dirty="0">
                <a:solidFill>
                  <a:srgbClr val="231F20"/>
                </a:solidFill>
                <a:latin typeface="Arial"/>
                <a:cs typeface="Arial"/>
              </a:rPr>
              <a:t> </a:t>
            </a:r>
            <a:r>
              <a:rPr sz="1000" spc="-10" dirty="0">
                <a:solidFill>
                  <a:srgbClr val="231F20"/>
                </a:solidFill>
                <a:latin typeface="Arial"/>
                <a:cs typeface="Arial"/>
              </a:rPr>
              <a:t>Kids </a:t>
            </a:r>
            <a:r>
              <a:rPr sz="1000" dirty="0">
                <a:solidFill>
                  <a:srgbClr val="231F20"/>
                </a:solidFill>
                <a:latin typeface="Arial"/>
                <a:cs typeface="Arial"/>
              </a:rPr>
              <a:t>Foundation.</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explored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College</a:t>
            </a:r>
            <a:r>
              <a:rPr sz="1000" spc="-5" dirty="0">
                <a:solidFill>
                  <a:srgbClr val="231F20"/>
                </a:solidFill>
                <a:latin typeface="Arial"/>
                <a:cs typeface="Arial"/>
              </a:rPr>
              <a:t> </a:t>
            </a:r>
            <a:r>
              <a:rPr sz="1000" spc="-20" dirty="0">
                <a:solidFill>
                  <a:srgbClr val="231F20"/>
                </a:solidFill>
                <a:latin typeface="Arial"/>
                <a:cs typeface="Arial"/>
              </a:rPr>
              <a:t>Park</a:t>
            </a:r>
            <a:r>
              <a:rPr sz="1000" spc="-10" dirty="0">
                <a:solidFill>
                  <a:srgbClr val="231F20"/>
                </a:solidFill>
                <a:latin typeface="Arial"/>
                <a:cs typeface="Arial"/>
              </a:rPr>
              <a:t> Aviation Museum</a:t>
            </a:r>
            <a:r>
              <a:rPr sz="1000" dirty="0">
                <a:solidFill>
                  <a:srgbClr val="231F20"/>
                </a:solidFill>
                <a:latin typeface="Arial"/>
                <a:cs typeface="Arial"/>
              </a:rPr>
              <a:t> and celebrated the</a:t>
            </a:r>
            <a:r>
              <a:rPr sz="1000" spc="5" dirty="0">
                <a:solidFill>
                  <a:srgbClr val="231F20"/>
                </a:solidFill>
                <a:latin typeface="Arial"/>
                <a:cs typeface="Arial"/>
              </a:rPr>
              <a:t> </a:t>
            </a:r>
            <a:r>
              <a:rPr sz="1000" dirty="0">
                <a:solidFill>
                  <a:srgbClr val="231F20"/>
                </a:solidFill>
                <a:latin typeface="Arial"/>
                <a:cs typeface="Arial"/>
              </a:rPr>
              <a:t>holidays by learning</a:t>
            </a:r>
            <a:r>
              <a:rPr sz="1000" spc="5" dirty="0">
                <a:solidFill>
                  <a:srgbClr val="231F20"/>
                </a:solidFill>
                <a:latin typeface="Arial"/>
                <a:cs typeface="Arial"/>
              </a:rPr>
              <a:t> </a:t>
            </a:r>
            <a:r>
              <a:rPr sz="1000" spc="-20" dirty="0">
                <a:solidFill>
                  <a:srgbClr val="231F20"/>
                </a:solidFill>
                <a:latin typeface="Arial"/>
                <a:cs typeface="Arial"/>
              </a:rPr>
              <a:t>about </a:t>
            </a:r>
            <a:r>
              <a:rPr sz="1000" spc="-30" dirty="0">
                <a:solidFill>
                  <a:srgbClr val="231F20"/>
                </a:solidFill>
                <a:latin typeface="Arial"/>
                <a:cs typeface="Arial"/>
              </a:rPr>
              <a:t>Kwanzaa</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participating</a:t>
            </a:r>
            <a:r>
              <a:rPr sz="1000" spc="-5" dirty="0">
                <a:solidFill>
                  <a:srgbClr val="231F20"/>
                </a:solidFill>
                <a:latin typeface="Arial"/>
                <a:cs typeface="Arial"/>
              </a:rPr>
              <a:t> </a:t>
            </a:r>
            <a:r>
              <a:rPr sz="1000" dirty="0">
                <a:solidFill>
                  <a:srgbClr val="231F20"/>
                </a:solidFill>
                <a:latin typeface="Arial"/>
                <a:cs typeface="Arial"/>
              </a:rPr>
              <a:t>in an</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drumming </a:t>
            </a:r>
            <a:r>
              <a:rPr sz="1000" dirty="0">
                <a:solidFill>
                  <a:srgbClr val="231F20"/>
                </a:solidFill>
                <a:latin typeface="Arial"/>
                <a:cs typeface="Arial"/>
              </a:rPr>
              <a:t>workshop.</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visited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Museum </a:t>
            </a:r>
            <a:r>
              <a:rPr sz="1000" dirty="0">
                <a:solidFill>
                  <a:srgbClr val="231F20"/>
                </a:solidFill>
                <a:latin typeface="Arial"/>
                <a:cs typeface="Arial"/>
              </a:rPr>
              <a:t>of</a:t>
            </a:r>
            <a:r>
              <a:rPr sz="1000" spc="-10" dirty="0">
                <a:solidFill>
                  <a:srgbClr val="231F20"/>
                </a:solidFill>
                <a:latin typeface="Arial"/>
                <a:cs typeface="Arial"/>
              </a:rPr>
              <a:t> Dentistry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Baltimore,</a:t>
            </a:r>
            <a:r>
              <a:rPr sz="1000" spc="5"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Bubbles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Clown</a:t>
            </a:r>
            <a:r>
              <a:rPr sz="1000" spc="5" dirty="0">
                <a:solidFill>
                  <a:srgbClr val="231F20"/>
                </a:solidFill>
                <a:latin typeface="Arial"/>
                <a:cs typeface="Arial"/>
              </a:rPr>
              <a:t> </a:t>
            </a:r>
            <a:r>
              <a:rPr sz="1000" spc="-10" dirty="0">
                <a:solidFill>
                  <a:srgbClr val="231F20"/>
                </a:solidFill>
                <a:latin typeface="Arial"/>
                <a:cs typeface="Arial"/>
              </a:rPr>
              <a:t>presents Financial</a:t>
            </a:r>
            <a:r>
              <a:rPr sz="1000" spc="-15" dirty="0">
                <a:solidFill>
                  <a:srgbClr val="231F20"/>
                </a:solidFill>
                <a:latin typeface="Arial"/>
                <a:cs typeface="Arial"/>
              </a:rPr>
              <a:t> </a:t>
            </a:r>
            <a:r>
              <a:rPr sz="1000" dirty="0">
                <a:solidFill>
                  <a:srgbClr val="231F20"/>
                </a:solidFill>
                <a:latin typeface="Arial"/>
                <a:cs typeface="Arial"/>
              </a:rPr>
              <a:t>Literacy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attended</a:t>
            </a:r>
            <a:r>
              <a:rPr sz="1000" spc="-15" dirty="0">
                <a:solidFill>
                  <a:srgbClr val="231F20"/>
                </a:solidFill>
                <a:latin typeface="Arial"/>
                <a:cs typeface="Arial"/>
              </a:rPr>
              <a:t> </a:t>
            </a:r>
            <a:r>
              <a:rPr sz="1000" dirty="0">
                <a:solidFill>
                  <a:srgbClr val="231F20"/>
                </a:solidFill>
                <a:latin typeface="Arial"/>
                <a:cs typeface="Arial"/>
              </a:rPr>
              <a:t>Dinosaur</a:t>
            </a:r>
            <a:r>
              <a:rPr sz="1000" spc="-15" dirty="0">
                <a:solidFill>
                  <a:srgbClr val="231F20"/>
                </a:solidFill>
                <a:latin typeface="Arial"/>
                <a:cs typeface="Arial"/>
              </a:rPr>
              <a:t> </a:t>
            </a:r>
            <a:r>
              <a:rPr sz="1000" spc="-20" dirty="0">
                <a:solidFill>
                  <a:srgbClr val="231F20"/>
                </a:solidFill>
                <a:latin typeface="Arial"/>
                <a:cs typeface="Arial"/>
              </a:rPr>
              <a:t>Park</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Laurel, Maryland.</a:t>
            </a:r>
            <a:endParaRPr sz="1000">
              <a:latin typeface="Arial"/>
              <a:cs typeface="Arial"/>
            </a:endParaRPr>
          </a:p>
          <a:p>
            <a:pPr marL="12700" marR="166370">
              <a:lnSpc>
                <a:spcPct val="100000"/>
              </a:lnSpc>
              <a:spcBef>
                <a:spcPts val="900"/>
              </a:spcBef>
            </a:pPr>
            <a:r>
              <a:rPr sz="1000" dirty="0">
                <a:solidFill>
                  <a:srgbClr val="231F20"/>
                </a:solidFill>
                <a:latin typeface="Arial"/>
                <a:cs typeface="Arial"/>
              </a:rPr>
              <a:t>Our second and third graders started off the year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60"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20" dirty="0">
                <a:solidFill>
                  <a:srgbClr val="231F20"/>
                </a:solidFill>
                <a:latin typeface="Arial"/>
                <a:cs typeface="Arial"/>
              </a:rPr>
              <a:t>NASA</a:t>
            </a:r>
            <a:r>
              <a:rPr sz="1000" spc="-5" dirty="0">
                <a:solidFill>
                  <a:srgbClr val="231F20"/>
                </a:solidFill>
                <a:latin typeface="Arial"/>
                <a:cs typeface="Arial"/>
              </a:rPr>
              <a:t> </a:t>
            </a:r>
            <a:r>
              <a:rPr sz="1000" spc="-10" dirty="0">
                <a:solidFill>
                  <a:srgbClr val="231F20"/>
                </a:solidFill>
                <a:latin typeface="Arial"/>
                <a:cs typeface="Arial"/>
              </a:rPr>
              <a:t>Rocket</a:t>
            </a:r>
            <a:r>
              <a:rPr sz="1000" spc="-5" dirty="0">
                <a:solidFill>
                  <a:srgbClr val="231F20"/>
                </a:solidFill>
                <a:latin typeface="Arial"/>
                <a:cs typeface="Arial"/>
              </a:rPr>
              <a:t> </a:t>
            </a:r>
            <a:r>
              <a:rPr sz="1000" dirty="0">
                <a:solidFill>
                  <a:srgbClr val="231F20"/>
                </a:solidFill>
                <a:latin typeface="Arial"/>
                <a:cs typeface="Arial"/>
              </a:rPr>
              <a:t>Scientists</a:t>
            </a:r>
            <a:r>
              <a:rPr sz="1000" spc="-5" dirty="0">
                <a:solidFill>
                  <a:srgbClr val="231F20"/>
                </a:solidFill>
                <a:latin typeface="Arial"/>
                <a:cs typeface="Arial"/>
              </a:rPr>
              <a:t> </a:t>
            </a:r>
            <a:r>
              <a:rPr sz="1000" dirty="0">
                <a:solidFill>
                  <a:srgbClr val="231F20"/>
                </a:solidFill>
                <a:latin typeface="Arial"/>
                <a:cs typeface="Arial"/>
              </a:rPr>
              <a:t>activity </a:t>
            </a:r>
            <a:r>
              <a:rPr sz="1000" spc="-25" dirty="0">
                <a:solidFill>
                  <a:srgbClr val="231F20"/>
                </a:solidFill>
                <a:latin typeface="Arial"/>
                <a:cs typeface="Arial"/>
              </a:rPr>
              <a:t>and </a:t>
            </a:r>
            <a:r>
              <a:rPr sz="1000" dirty="0">
                <a:solidFill>
                  <a:srgbClr val="231F20"/>
                </a:solidFill>
                <a:latin typeface="Arial"/>
                <a:cs typeface="Arial"/>
              </a:rPr>
              <a:t>practiced</a:t>
            </a:r>
            <a:r>
              <a:rPr sz="1000" spc="10" dirty="0">
                <a:solidFill>
                  <a:srgbClr val="231F20"/>
                </a:solidFill>
                <a:latin typeface="Arial"/>
                <a:cs typeface="Arial"/>
              </a:rPr>
              <a:t> </a:t>
            </a:r>
            <a:r>
              <a:rPr sz="100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literacy</a:t>
            </a:r>
            <a:r>
              <a:rPr sz="1000" spc="15" dirty="0">
                <a:solidFill>
                  <a:srgbClr val="231F20"/>
                </a:solidFill>
                <a:latin typeface="Arial"/>
                <a:cs typeface="Arial"/>
              </a:rPr>
              <a:t> </a:t>
            </a:r>
            <a:r>
              <a:rPr sz="1000" dirty="0">
                <a:solidFill>
                  <a:srgbClr val="231F20"/>
                </a:solidFill>
                <a:latin typeface="Arial"/>
                <a:cs typeface="Arial"/>
              </a:rPr>
              <a:t>component</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spc="-10" dirty="0">
                <a:solidFill>
                  <a:srgbClr val="231F20"/>
                </a:solidFill>
                <a:latin typeface="Arial"/>
                <a:cs typeface="Arial"/>
              </a:rPr>
              <a:t>purchasing </a:t>
            </a:r>
            <a:r>
              <a:rPr sz="1000" dirty="0">
                <a:solidFill>
                  <a:srgbClr val="231F20"/>
                </a:solidFill>
                <a:latin typeface="Arial"/>
                <a:cs typeface="Arial"/>
              </a:rPr>
              <a:t>various components to create rockets. In support of </a:t>
            </a:r>
            <a:r>
              <a:rPr sz="1000" spc="-25" dirty="0">
                <a:solidFill>
                  <a:srgbClr val="231F20"/>
                </a:solidFill>
                <a:latin typeface="Arial"/>
                <a:cs typeface="Arial"/>
              </a:rPr>
              <a:t>the </a:t>
            </a:r>
            <a:r>
              <a:rPr sz="1000" dirty="0">
                <a:solidFill>
                  <a:srgbClr val="231F20"/>
                </a:solidFill>
                <a:latin typeface="Arial"/>
                <a:cs typeface="Arial"/>
              </a:rPr>
              <a:t>“Let’s</a:t>
            </a:r>
            <a:r>
              <a:rPr sz="1000" spc="5" dirty="0">
                <a:solidFill>
                  <a:srgbClr val="231F20"/>
                </a:solidFill>
                <a:latin typeface="Arial"/>
                <a:cs typeface="Arial"/>
              </a:rPr>
              <a:t> </a:t>
            </a:r>
            <a:r>
              <a:rPr sz="1000" dirty="0">
                <a:solidFill>
                  <a:srgbClr val="231F20"/>
                </a:solidFill>
                <a:latin typeface="Arial"/>
                <a:cs typeface="Arial"/>
              </a:rPr>
              <a:t>Move”</a:t>
            </a:r>
            <a:r>
              <a:rPr sz="1000" spc="10" dirty="0">
                <a:solidFill>
                  <a:srgbClr val="231F20"/>
                </a:solidFill>
                <a:latin typeface="Arial"/>
                <a:cs typeface="Arial"/>
              </a:rPr>
              <a:t> </a:t>
            </a:r>
            <a:r>
              <a:rPr sz="1000" dirty="0">
                <a:solidFill>
                  <a:srgbClr val="231F20"/>
                </a:solidFill>
                <a:latin typeface="Arial"/>
                <a:cs typeface="Arial"/>
              </a:rPr>
              <a:t>Initiative,</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Marine</a:t>
            </a:r>
            <a:endParaRPr sz="1000">
              <a:latin typeface="Arial"/>
              <a:cs typeface="Arial"/>
            </a:endParaRPr>
          </a:p>
          <a:p>
            <a:pPr marL="12700" marR="5080" algn="just">
              <a:lnSpc>
                <a:spcPct val="100000"/>
              </a:lnSpc>
            </a:pPr>
            <a:r>
              <a:rPr sz="1000" dirty="0">
                <a:solidFill>
                  <a:srgbClr val="231F20"/>
                </a:solidFill>
                <a:latin typeface="Arial"/>
                <a:cs typeface="Arial"/>
              </a:rPr>
              <a:t>Corps</a:t>
            </a:r>
            <a:r>
              <a:rPr sz="1000" spc="-15" dirty="0">
                <a:solidFill>
                  <a:srgbClr val="231F20"/>
                </a:solidFill>
                <a:latin typeface="Arial"/>
                <a:cs typeface="Arial"/>
              </a:rPr>
              <a:t> </a:t>
            </a:r>
            <a:r>
              <a:rPr sz="1000" spc="-10" dirty="0">
                <a:solidFill>
                  <a:srgbClr val="231F20"/>
                </a:solidFill>
                <a:latin typeface="Arial"/>
                <a:cs typeface="Arial"/>
              </a:rPr>
              <a:t>Kids </a:t>
            </a:r>
            <a:r>
              <a:rPr sz="1000" dirty="0">
                <a:solidFill>
                  <a:srgbClr val="231F20"/>
                </a:solidFill>
                <a:latin typeface="Arial"/>
                <a:cs typeface="Arial"/>
              </a:rPr>
              <a:t>Marathon</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rock</a:t>
            </a:r>
            <a:r>
              <a:rPr sz="1000" spc="-10" dirty="0">
                <a:solidFill>
                  <a:srgbClr val="231F20"/>
                </a:solidFill>
                <a:latin typeface="Arial"/>
                <a:cs typeface="Arial"/>
              </a:rPr>
              <a:t> </a:t>
            </a:r>
            <a:r>
              <a:rPr sz="1000" dirty="0">
                <a:solidFill>
                  <a:srgbClr val="231F20"/>
                </a:solidFill>
                <a:latin typeface="Arial"/>
                <a:cs typeface="Arial"/>
              </a:rPr>
              <a:t>climbing</a:t>
            </a:r>
            <a:r>
              <a:rPr sz="1000" spc="-1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20" dirty="0">
                <a:solidFill>
                  <a:srgbClr val="231F20"/>
                </a:solidFill>
                <a:latin typeface="Arial"/>
                <a:cs typeface="Arial"/>
              </a:rPr>
              <a:t>Climb </a:t>
            </a:r>
            <a:r>
              <a:rPr sz="1000" dirty="0">
                <a:solidFill>
                  <a:srgbClr val="231F20"/>
                </a:solidFill>
                <a:latin typeface="Arial"/>
                <a:cs typeface="Arial"/>
              </a:rPr>
              <a:t>Zone</a:t>
            </a:r>
            <a:r>
              <a:rPr sz="1000" spc="-3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10" dirty="0">
                <a:solidFill>
                  <a:srgbClr val="231F20"/>
                </a:solidFill>
                <a:latin typeface="Arial"/>
                <a:cs typeface="Arial"/>
              </a:rPr>
              <a:t>Laurel,</a:t>
            </a:r>
            <a:r>
              <a:rPr sz="1000" spc="-25" dirty="0">
                <a:solidFill>
                  <a:srgbClr val="231F20"/>
                </a:solidFill>
                <a:latin typeface="Arial"/>
                <a:cs typeface="Arial"/>
              </a:rPr>
              <a:t> </a:t>
            </a:r>
            <a:r>
              <a:rPr sz="1000" dirty="0">
                <a:solidFill>
                  <a:srgbClr val="231F20"/>
                </a:solidFill>
                <a:latin typeface="Arial"/>
                <a:cs typeface="Arial"/>
              </a:rPr>
              <a:t>Maryland.</a:t>
            </a:r>
            <a:r>
              <a:rPr sz="1000" spc="-25"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visited</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30" dirty="0">
                <a:solidFill>
                  <a:srgbClr val="231F20"/>
                </a:solidFill>
                <a:latin typeface="Arial"/>
                <a:cs typeface="Arial"/>
              </a:rPr>
              <a:t>KID</a:t>
            </a:r>
            <a:r>
              <a:rPr sz="1000" spc="-25" dirty="0">
                <a:solidFill>
                  <a:srgbClr val="231F20"/>
                </a:solidFill>
                <a:latin typeface="Arial"/>
                <a:cs typeface="Arial"/>
              </a:rPr>
              <a:t> </a:t>
            </a:r>
            <a:r>
              <a:rPr sz="1000" spc="-10" dirty="0">
                <a:solidFill>
                  <a:srgbClr val="231F20"/>
                </a:solidFill>
                <a:latin typeface="Arial"/>
                <a:cs typeface="Arial"/>
              </a:rPr>
              <a:t>Museum</a:t>
            </a:r>
            <a:r>
              <a:rPr sz="1000" spc="-25" dirty="0">
                <a:solidFill>
                  <a:srgbClr val="231F20"/>
                </a:solidFill>
                <a:latin typeface="Arial"/>
                <a:cs typeface="Arial"/>
              </a:rPr>
              <a:t> in </a:t>
            </a:r>
            <a:r>
              <a:rPr sz="1000" dirty="0">
                <a:solidFill>
                  <a:srgbClr val="231F20"/>
                </a:solidFill>
                <a:latin typeface="Arial"/>
                <a:cs typeface="Arial"/>
              </a:rPr>
              <a:t>Bethesda,</a:t>
            </a:r>
            <a:r>
              <a:rPr sz="1000" spc="-15" dirty="0">
                <a:solidFill>
                  <a:srgbClr val="231F20"/>
                </a:solidFill>
                <a:latin typeface="Arial"/>
                <a:cs typeface="Arial"/>
              </a:rPr>
              <a:t> </a:t>
            </a:r>
            <a:r>
              <a:rPr sz="1000" dirty="0">
                <a:solidFill>
                  <a:srgbClr val="231F20"/>
                </a:solidFill>
                <a:latin typeface="Arial"/>
                <a:cs typeface="Arial"/>
              </a:rPr>
              <a:t>Maryland,</a:t>
            </a:r>
            <a:r>
              <a:rPr sz="1000" spc="-10" dirty="0">
                <a:solidFill>
                  <a:srgbClr val="231F20"/>
                </a:solidFill>
                <a:latin typeface="Arial"/>
                <a:cs typeface="Arial"/>
              </a:rPr>
              <a:t> </a:t>
            </a:r>
            <a:r>
              <a:rPr sz="1000" dirty="0">
                <a:solidFill>
                  <a:srgbClr val="231F20"/>
                </a:solidFill>
                <a:latin typeface="Arial"/>
                <a:cs typeface="Arial"/>
              </a:rPr>
              <a:t>cooked</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tiny</a:t>
            </a:r>
            <a:r>
              <a:rPr sz="1000" spc="-15" dirty="0">
                <a:solidFill>
                  <a:srgbClr val="231F20"/>
                </a:solidFill>
                <a:latin typeface="Arial"/>
                <a:cs typeface="Arial"/>
              </a:rPr>
              <a:t> </a:t>
            </a:r>
            <a:r>
              <a:rPr sz="1000" dirty="0">
                <a:solidFill>
                  <a:srgbClr val="231F20"/>
                </a:solidFill>
                <a:latin typeface="Arial"/>
                <a:cs typeface="Arial"/>
              </a:rPr>
              <a:t>Chefs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spc="-50" dirty="0">
                <a:solidFill>
                  <a:srgbClr val="231F20"/>
                </a:solidFill>
                <a:latin typeface="Arial"/>
                <a:cs typeface="Arial"/>
              </a:rPr>
              <a:t>a </a:t>
            </a:r>
            <a:r>
              <a:rPr sz="1000" spc="-10" dirty="0">
                <a:solidFill>
                  <a:srgbClr val="231F20"/>
                </a:solidFill>
                <a:latin typeface="Arial"/>
                <a:cs typeface="Arial"/>
              </a:rPr>
              <a:t>Career</a:t>
            </a:r>
            <a:r>
              <a:rPr sz="1000" spc="-5" dirty="0">
                <a:solidFill>
                  <a:srgbClr val="231F20"/>
                </a:solidFill>
                <a:latin typeface="Arial"/>
                <a:cs typeface="Arial"/>
              </a:rPr>
              <a:t>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with </a:t>
            </a:r>
            <a:r>
              <a:rPr sz="1000" spc="-20" dirty="0">
                <a:solidFill>
                  <a:srgbClr val="231F20"/>
                </a:solidFill>
                <a:latin typeface="Arial"/>
                <a:cs typeface="Arial"/>
              </a:rPr>
              <a:t>Dads.</a:t>
            </a:r>
            <a:endParaRPr sz="1000">
              <a:latin typeface="Arial"/>
              <a:cs typeface="Arial"/>
            </a:endParaRPr>
          </a:p>
        </p:txBody>
      </p:sp>
      <p:sp>
        <p:nvSpPr>
          <p:cNvPr id="3" name="object 3"/>
          <p:cNvSpPr txBox="1"/>
          <p:nvPr/>
        </p:nvSpPr>
        <p:spPr>
          <a:xfrm>
            <a:off x="4016375" y="2012175"/>
            <a:ext cx="3277870" cy="5130800"/>
          </a:xfrm>
          <a:prstGeom prst="rect">
            <a:avLst/>
          </a:prstGeom>
        </p:spPr>
        <p:txBody>
          <a:bodyPr vert="horz" wrap="square" lIns="0" tIns="12700" rIns="0" bIns="0" rtlCol="0">
            <a:spAutoFit/>
          </a:bodyPr>
          <a:lstStyle/>
          <a:p>
            <a:pPr marL="12700" marR="274320">
              <a:lnSpc>
                <a:spcPct val="100000"/>
              </a:lnSpc>
              <a:spcBef>
                <a:spcPts val="1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fourth</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fifth</a:t>
            </a:r>
            <a:r>
              <a:rPr sz="1000" spc="1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careers</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radio</a:t>
            </a:r>
            <a:r>
              <a:rPr sz="1000" spc="-20" dirty="0">
                <a:solidFill>
                  <a:srgbClr val="231F20"/>
                </a:solidFill>
                <a:latin typeface="Arial"/>
                <a:cs typeface="Arial"/>
              </a:rPr>
              <a:t>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“Radio</a:t>
            </a:r>
            <a:r>
              <a:rPr sz="1000" spc="-15" dirty="0">
                <a:solidFill>
                  <a:srgbClr val="231F20"/>
                </a:solidFill>
                <a:latin typeface="Arial"/>
                <a:cs typeface="Arial"/>
              </a:rPr>
              <a:t> </a:t>
            </a:r>
            <a:r>
              <a:rPr sz="1000" dirty="0">
                <a:solidFill>
                  <a:srgbClr val="231F20"/>
                </a:solidFill>
                <a:latin typeface="Arial"/>
                <a:cs typeface="Arial"/>
              </a:rPr>
              <a:t>One</a:t>
            </a:r>
            <a:r>
              <a:rPr sz="1000" spc="-20" dirty="0">
                <a:solidFill>
                  <a:srgbClr val="231F20"/>
                </a:solidFill>
                <a:latin typeface="Arial"/>
                <a:cs typeface="Arial"/>
              </a:rPr>
              <a:t> </a:t>
            </a:r>
            <a:r>
              <a:rPr sz="1000" spc="-1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visited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a:t>
            </a:r>
            <a:r>
              <a:rPr sz="1000" dirty="0">
                <a:solidFill>
                  <a:srgbClr val="231F20"/>
                </a:solidFill>
                <a:latin typeface="Arial"/>
                <a:cs typeface="Arial"/>
              </a:rPr>
              <a:t>Harbor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science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engineering</a:t>
            </a:r>
            <a:r>
              <a:rPr sz="1000" spc="10" dirty="0">
                <a:solidFill>
                  <a:srgbClr val="231F20"/>
                </a:solidFill>
                <a:latin typeface="Arial"/>
                <a:cs typeface="Arial"/>
              </a:rPr>
              <a:t> </a:t>
            </a:r>
            <a:r>
              <a:rPr sz="1000" dirty="0">
                <a:solidFill>
                  <a:srgbClr val="231F20"/>
                </a:solidFill>
                <a:latin typeface="Arial"/>
                <a:cs typeface="Arial"/>
              </a:rPr>
              <a:t>behind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wheel.</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read</a:t>
            </a:r>
            <a:r>
              <a:rPr sz="1000" spc="15" dirty="0">
                <a:solidFill>
                  <a:srgbClr val="231F20"/>
                </a:solidFill>
                <a:latin typeface="Arial"/>
                <a:cs typeface="Arial"/>
              </a:rPr>
              <a:t> </a:t>
            </a:r>
            <a:r>
              <a:rPr sz="1000" spc="-20" dirty="0">
                <a:solidFill>
                  <a:srgbClr val="231F20"/>
                </a:solidFill>
                <a:latin typeface="Arial"/>
                <a:cs typeface="Arial"/>
              </a:rPr>
              <a:t>“The</a:t>
            </a:r>
            <a:endParaRPr sz="1000">
              <a:latin typeface="Arial"/>
              <a:cs typeface="Arial"/>
            </a:endParaRPr>
          </a:p>
          <a:p>
            <a:pPr marL="12700" marR="75565">
              <a:lnSpc>
                <a:spcPct val="100000"/>
              </a:lnSpc>
            </a:pPr>
            <a:r>
              <a:rPr sz="1000" dirty="0">
                <a:solidFill>
                  <a:srgbClr val="231F20"/>
                </a:solidFill>
                <a:latin typeface="Arial"/>
                <a:cs typeface="Arial"/>
              </a:rPr>
              <a:t>Apprenticeship</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Lucas</a:t>
            </a:r>
            <a:r>
              <a:rPr sz="1000" spc="10" dirty="0">
                <a:solidFill>
                  <a:srgbClr val="231F20"/>
                </a:solidFill>
                <a:latin typeface="Arial"/>
                <a:cs typeface="Arial"/>
              </a:rPr>
              <a:t> </a:t>
            </a:r>
            <a:r>
              <a:rPr sz="1000" spc="-20" dirty="0">
                <a:solidFill>
                  <a:srgbClr val="231F20"/>
                </a:solidFill>
                <a:latin typeface="Arial"/>
                <a:cs typeface="Arial"/>
              </a:rPr>
              <a:t>Whitaker,”</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Cynthia</a:t>
            </a:r>
            <a:r>
              <a:rPr sz="1000" spc="10" dirty="0">
                <a:solidFill>
                  <a:srgbClr val="231F20"/>
                </a:solidFill>
                <a:latin typeface="Arial"/>
                <a:cs typeface="Arial"/>
              </a:rPr>
              <a:t> </a:t>
            </a:r>
            <a:r>
              <a:rPr sz="1000" spc="-10" dirty="0">
                <a:solidFill>
                  <a:srgbClr val="231F20"/>
                </a:solidFill>
                <a:latin typeface="Arial"/>
                <a:cs typeface="Arial"/>
              </a:rPr>
              <a:t>DeFelice, </a:t>
            </a:r>
            <a:r>
              <a:rPr sz="1000" dirty="0">
                <a:solidFill>
                  <a:srgbClr val="231F20"/>
                </a:solidFill>
                <a:latin typeface="Arial"/>
                <a:cs typeface="Arial"/>
              </a:rPr>
              <a:t>discussed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book</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toured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Stonestreet</a:t>
            </a:r>
            <a:r>
              <a:rPr sz="1000" spc="15" dirty="0">
                <a:solidFill>
                  <a:srgbClr val="231F20"/>
                </a:solidFill>
                <a:latin typeface="Arial"/>
                <a:cs typeface="Arial"/>
              </a:rPr>
              <a:t> </a:t>
            </a:r>
            <a:r>
              <a:rPr sz="1000" spc="-10" dirty="0">
                <a:solidFill>
                  <a:srgbClr val="231F20"/>
                </a:solidFill>
                <a:latin typeface="Arial"/>
                <a:cs typeface="Arial"/>
              </a:rPr>
              <a:t>Museum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spc="-10" dirty="0">
                <a:solidFill>
                  <a:srgbClr val="231F20"/>
                </a:solidFill>
                <a:latin typeface="Arial"/>
                <a:cs typeface="Arial"/>
              </a:rPr>
              <a:t>museum</a:t>
            </a:r>
            <a:r>
              <a:rPr sz="1000" spc="-25" dirty="0">
                <a:solidFill>
                  <a:srgbClr val="231F20"/>
                </a:solidFill>
                <a:latin typeface="Arial"/>
                <a:cs typeface="Arial"/>
              </a:rPr>
              <a:t> </a:t>
            </a:r>
            <a:r>
              <a:rPr sz="1000" spc="-10" dirty="0">
                <a:solidFill>
                  <a:srgbClr val="231F20"/>
                </a:solidFill>
                <a:latin typeface="Arial"/>
                <a:cs typeface="Arial"/>
              </a:rPr>
              <a:t>curator.</a:t>
            </a:r>
            <a:r>
              <a:rPr sz="1000" spc="-3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visited</a:t>
            </a:r>
            <a:r>
              <a:rPr sz="1000" spc="-25"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spc="-10" dirty="0">
                <a:solidFill>
                  <a:srgbClr val="231F20"/>
                </a:solidFill>
                <a:latin typeface="Arial"/>
                <a:cs typeface="Arial"/>
              </a:rPr>
              <a:t>small</a:t>
            </a:r>
            <a:r>
              <a:rPr sz="1000" spc="-25" dirty="0">
                <a:solidFill>
                  <a:srgbClr val="231F20"/>
                </a:solidFill>
                <a:latin typeface="Arial"/>
                <a:cs typeface="Arial"/>
              </a:rPr>
              <a:t> </a:t>
            </a:r>
            <a:r>
              <a:rPr sz="1000" spc="-10" dirty="0">
                <a:solidFill>
                  <a:srgbClr val="231F20"/>
                </a:solidFill>
                <a:latin typeface="Arial"/>
                <a:cs typeface="Arial"/>
              </a:rPr>
              <a:t>business </a:t>
            </a:r>
            <a:r>
              <a:rPr sz="1000" dirty="0">
                <a:solidFill>
                  <a:srgbClr val="231F20"/>
                </a:solidFill>
                <a:latin typeface="Arial"/>
                <a:cs typeface="Arial"/>
              </a:rPr>
              <a:t>accelerator</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listened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young</a:t>
            </a:r>
            <a:r>
              <a:rPr sz="1000" spc="5" dirty="0">
                <a:solidFill>
                  <a:srgbClr val="231F20"/>
                </a:solidFill>
                <a:latin typeface="Arial"/>
                <a:cs typeface="Arial"/>
              </a:rPr>
              <a:t> </a:t>
            </a:r>
            <a:r>
              <a:rPr sz="1000" spc="-10" dirty="0">
                <a:solidFill>
                  <a:srgbClr val="231F20"/>
                </a:solidFill>
                <a:latin typeface="Arial"/>
                <a:cs typeface="Arial"/>
              </a:rPr>
              <a:t>entrepreneurs discuss</a:t>
            </a:r>
            <a:r>
              <a:rPr sz="1000" dirty="0">
                <a:solidFill>
                  <a:srgbClr val="231F20"/>
                </a:solidFill>
                <a:latin typeface="Arial"/>
                <a:cs typeface="Arial"/>
              </a:rPr>
              <a:t> their experiences on starting</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business.</a:t>
            </a:r>
            <a:r>
              <a:rPr sz="100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supported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“Let’s</a:t>
            </a:r>
            <a:r>
              <a:rPr sz="1000" spc="5" dirty="0">
                <a:solidFill>
                  <a:srgbClr val="231F20"/>
                </a:solidFill>
                <a:latin typeface="Arial"/>
                <a:cs typeface="Arial"/>
              </a:rPr>
              <a:t> </a:t>
            </a:r>
            <a:r>
              <a:rPr sz="1000" dirty="0">
                <a:solidFill>
                  <a:srgbClr val="231F20"/>
                </a:solidFill>
                <a:latin typeface="Arial"/>
                <a:cs typeface="Arial"/>
              </a:rPr>
              <a:t>Move”</a:t>
            </a:r>
            <a:r>
              <a:rPr sz="1000" spc="10" dirty="0">
                <a:solidFill>
                  <a:srgbClr val="231F20"/>
                </a:solidFill>
                <a:latin typeface="Arial"/>
                <a:cs typeface="Arial"/>
              </a:rPr>
              <a:t> </a:t>
            </a:r>
            <a:r>
              <a:rPr sz="1000" dirty="0">
                <a:solidFill>
                  <a:srgbClr val="231F20"/>
                </a:solidFill>
                <a:latin typeface="Arial"/>
                <a:cs typeface="Arial"/>
              </a:rPr>
              <a:t>Initiative</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Foot</a:t>
            </a:r>
            <a:r>
              <a:rPr sz="1000" spc="5" dirty="0">
                <a:solidFill>
                  <a:srgbClr val="231F20"/>
                </a:solidFill>
                <a:latin typeface="Arial"/>
                <a:cs typeface="Arial"/>
              </a:rPr>
              <a:t> </a:t>
            </a:r>
            <a:r>
              <a:rPr sz="1000" dirty="0">
                <a:solidFill>
                  <a:srgbClr val="231F20"/>
                </a:solidFill>
                <a:latin typeface="Arial"/>
                <a:cs typeface="Arial"/>
              </a:rPr>
              <a:t>Golf</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20" dirty="0">
                <a:solidFill>
                  <a:srgbClr val="231F20"/>
                </a:solidFill>
                <a:latin typeface="Arial"/>
                <a:cs typeface="Arial"/>
              </a:rPr>
              <a:t>Sligo </a:t>
            </a:r>
            <a:r>
              <a:rPr sz="1000" dirty="0">
                <a:solidFill>
                  <a:srgbClr val="231F20"/>
                </a:solidFill>
                <a:latin typeface="Arial"/>
                <a:cs typeface="Arial"/>
              </a:rPr>
              <a:t>Creek and toured</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Bureau</a:t>
            </a:r>
            <a:r>
              <a:rPr sz="1000" dirty="0">
                <a:solidFill>
                  <a:srgbClr val="231F20"/>
                </a:solidFill>
                <a:latin typeface="Arial"/>
                <a:cs typeface="Arial"/>
              </a:rPr>
              <a:t> of</a:t>
            </a:r>
            <a:r>
              <a:rPr sz="1000" spc="5" dirty="0">
                <a:solidFill>
                  <a:srgbClr val="231F20"/>
                </a:solidFill>
                <a:latin typeface="Arial"/>
                <a:cs typeface="Arial"/>
              </a:rPr>
              <a:t> </a:t>
            </a:r>
            <a:r>
              <a:rPr sz="1000" spc="-10" dirty="0">
                <a:solidFill>
                  <a:srgbClr val="231F20"/>
                </a:solidFill>
                <a:latin typeface="Arial"/>
                <a:cs typeface="Arial"/>
              </a:rPr>
              <a:t>Engraving.</a:t>
            </a:r>
            <a:endParaRPr sz="1000">
              <a:latin typeface="Arial"/>
              <a:cs typeface="Arial"/>
            </a:endParaRPr>
          </a:p>
          <a:p>
            <a:pPr marL="12700" marR="131445">
              <a:lnSpc>
                <a:spcPct val="100000"/>
              </a:lnSpc>
              <a:spcBef>
                <a:spcPts val="900"/>
              </a:spcBef>
            </a:pP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middle</a:t>
            </a:r>
            <a:r>
              <a:rPr sz="1000" spc="-10" dirty="0">
                <a:solidFill>
                  <a:srgbClr val="231F20"/>
                </a:solidFill>
                <a:latin typeface="Arial"/>
                <a:cs typeface="Arial"/>
              </a:rPr>
              <a:t> </a:t>
            </a:r>
            <a:r>
              <a:rPr sz="1000" dirty="0">
                <a:solidFill>
                  <a:srgbClr val="231F20"/>
                </a:solidFill>
                <a:latin typeface="Arial"/>
                <a:cs typeface="Arial"/>
              </a:rPr>
              <a:t>schoolers</a:t>
            </a:r>
            <a:r>
              <a:rPr sz="1000" spc="-5" dirty="0">
                <a:solidFill>
                  <a:srgbClr val="231F20"/>
                </a:solidFill>
                <a:latin typeface="Arial"/>
                <a:cs typeface="Arial"/>
              </a:rPr>
              <a:t> </a:t>
            </a: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first</a:t>
            </a:r>
            <a:r>
              <a:rPr sz="1000" spc="-5"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50" dirty="0">
                <a:solidFill>
                  <a:srgbClr val="231F20"/>
                </a:solidFill>
                <a:latin typeface="Arial"/>
                <a:cs typeface="Arial"/>
              </a:rPr>
              <a:t>5 </a:t>
            </a:r>
            <a:r>
              <a:rPr sz="1000" dirty="0">
                <a:solidFill>
                  <a:srgbClr val="231F20"/>
                </a:solidFill>
                <a:latin typeface="Arial"/>
                <a:cs typeface="Arial"/>
              </a:rPr>
              <a:t>Inaugural</a:t>
            </a:r>
            <a:r>
              <a:rPr sz="1000" spc="-15" dirty="0">
                <a:solidFill>
                  <a:srgbClr val="231F20"/>
                </a:solidFill>
                <a:latin typeface="Arial"/>
                <a:cs typeface="Arial"/>
              </a:rPr>
              <a:t> </a:t>
            </a:r>
            <a:r>
              <a:rPr sz="1000" dirty="0">
                <a:solidFill>
                  <a:srgbClr val="231F20"/>
                </a:solidFill>
                <a:latin typeface="Arial"/>
                <a:cs typeface="Arial"/>
              </a:rPr>
              <a:t>Overnight</a:t>
            </a:r>
            <a:r>
              <a:rPr sz="1000" spc="-15" dirty="0">
                <a:solidFill>
                  <a:srgbClr val="231F20"/>
                </a:solidFill>
                <a:latin typeface="Arial"/>
                <a:cs typeface="Arial"/>
              </a:rPr>
              <a:t> </a:t>
            </a:r>
            <a:r>
              <a:rPr sz="1000" spc="-20" dirty="0">
                <a:solidFill>
                  <a:srgbClr val="231F20"/>
                </a:solidFill>
                <a:latin typeface="Arial"/>
                <a:cs typeface="Arial"/>
              </a:rPr>
              <a:t>Retreat,</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Sept.</a:t>
            </a:r>
            <a:r>
              <a:rPr sz="1000" spc="-10" dirty="0">
                <a:solidFill>
                  <a:srgbClr val="231F20"/>
                </a:solidFill>
                <a:latin typeface="Arial"/>
                <a:cs typeface="Arial"/>
              </a:rPr>
              <a:t> </a:t>
            </a:r>
            <a:r>
              <a:rPr sz="1000" spc="-80" dirty="0">
                <a:solidFill>
                  <a:srgbClr val="231F20"/>
                </a:solidFill>
                <a:latin typeface="Arial"/>
                <a:cs typeface="Arial"/>
              </a:rPr>
              <a:t>19,</a:t>
            </a:r>
            <a:r>
              <a:rPr sz="1000" spc="-15" dirty="0">
                <a:solidFill>
                  <a:srgbClr val="231F20"/>
                </a:solidFill>
                <a:latin typeface="Arial"/>
                <a:cs typeface="Arial"/>
              </a:rPr>
              <a:t> </a:t>
            </a:r>
            <a:r>
              <a:rPr sz="1000" spc="-20" dirty="0">
                <a:solidFill>
                  <a:srgbClr val="231F20"/>
                </a:solidFill>
                <a:latin typeface="Arial"/>
                <a:cs typeface="Arial"/>
              </a:rPr>
              <a:t>2015</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20" dirty="0">
                <a:solidFill>
                  <a:srgbClr val="231F20"/>
                </a:solidFill>
                <a:latin typeface="Arial"/>
                <a:cs typeface="Arial"/>
              </a:rPr>
              <a:t>Camp </a:t>
            </a:r>
            <a:r>
              <a:rPr sz="1000" dirty="0">
                <a:solidFill>
                  <a:srgbClr val="231F20"/>
                </a:solidFill>
                <a:latin typeface="Arial"/>
                <a:cs typeface="Arial"/>
              </a:rPr>
              <a:t>Letts</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Edgewater,</a:t>
            </a:r>
            <a:r>
              <a:rPr sz="1000" spc="-15"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participated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Jill</a:t>
            </a:r>
            <a:r>
              <a:rPr sz="1000" spc="-20" dirty="0">
                <a:solidFill>
                  <a:srgbClr val="231F20"/>
                </a:solidFill>
                <a:latin typeface="Arial"/>
                <a:cs typeface="Arial"/>
              </a:rPr>
              <a:t> </a:t>
            </a:r>
            <a:r>
              <a:rPr sz="1000" dirty="0">
                <a:solidFill>
                  <a:srgbClr val="231F20"/>
                </a:solidFill>
                <a:latin typeface="Arial"/>
                <a:cs typeface="Arial"/>
              </a:rPr>
              <a:t>version</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“Amazing</a:t>
            </a:r>
            <a:r>
              <a:rPr sz="1000" spc="-15" dirty="0">
                <a:solidFill>
                  <a:srgbClr val="231F20"/>
                </a:solidFill>
                <a:latin typeface="Arial"/>
                <a:cs typeface="Arial"/>
              </a:rPr>
              <a:t> </a:t>
            </a:r>
            <a:r>
              <a:rPr sz="1000" spc="-25" dirty="0">
                <a:solidFill>
                  <a:srgbClr val="231F20"/>
                </a:solidFill>
                <a:latin typeface="Arial"/>
                <a:cs typeface="Arial"/>
              </a:rPr>
              <a:t>Race;”</a:t>
            </a:r>
            <a:r>
              <a:rPr sz="1000" spc="-20" dirty="0">
                <a:solidFill>
                  <a:srgbClr val="231F20"/>
                </a:solidFill>
                <a:latin typeface="Arial"/>
                <a:cs typeface="Arial"/>
              </a:rPr>
              <a:t> </a:t>
            </a:r>
            <a:r>
              <a:rPr sz="1000" spc="-10" dirty="0">
                <a:solidFill>
                  <a:srgbClr val="231F20"/>
                </a:solidFill>
                <a:latin typeface="Arial"/>
                <a:cs typeface="Arial"/>
              </a:rPr>
              <a:t>bonded</a:t>
            </a:r>
            <a:r>
              <a:rPr sz="1000" spc="50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one</a:t>
            </a:r>
            <a:r>
              <a:rPr sz="1000" spc="15" dirty="0">
                <a:solidFill>
                  <a:srgbClr val="231F20"/>
                </a:solidFill>
                <a:latin typeface="Arial"/>
                <a:cs typeface="Arial"/>
              </a:rPr>
              <a:t> </a:t>
            </a:r>
            <a:r>
              <a:rPr sz="1000" dirty="0">
                <a:solidFill>
                  <a:srgbClr val="231F20"/>
                </a:solidFill>
                <a:latin typeface="Arial"/>
                <a:cs typeface="Arial"/>
              </a:rPr>
              <a:t>another</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Icebreaker/Game</a:t>
            </a:r>
            <a:r>
              <a:rPr sz="1000" spc="15" dirty="0">
                <a:solidFill>
                  <a:srgbClr val="231F20"/>
                </a:solidFill>
                <a:latin typeface="Arial"/>
                <a:cs typeface="Arial"/>
              </a:rPr>
              <a:t> </a:t>
            </a:r>
            <a:r>
              <a:rPr sz="1000" dirty="0">
                <a:solidFill>
                  <a:srgbClr val="231F20"/>
                </a:solidFill>
                <a:latin typeface="Arial"/>
                <a:cs typeface="Arial"/>
              </a:rPr>
              <a:t>Night</a:t>
            </a:r>
            <a:r>
              <a:rPr sz="1000" spc="10" dirty="0">
                <a:solidFill>
                  <a:srgbClr val="231F20"/>
                </a:solidFill>
                <a:latin typeface="Arial"/>
                <a:cs typeface="Arial"/>
              </a:rPr>
              <a:t> </a:t>
            </a:r>
            <a:r>
              <a:rPr sz="1000" spc="-10" dirty="0">
                <a:solidFill>
                  <a:srgbClr val="231F20"/>
                </a:solidFill>
                <a:latin typeface="Arial"/>
                <a:cs typeface="Arial"/>
              </a:rPr>
              <a:t>Activity; </a:t>
            </a:r>
            <a:r>
              <a:rPr sz="1000" dirty="0">
                <a:solidFill>
                  <a:srgbClr val="231F20"/>
                </a:solidFill>
                <a:latin typeface="Arial"/>
                <a:cs typeface="Arial"/>
              </a:rPr>
              <a:t>enjoyed</a:t>
            </a:r>
            <a:r>
              <a:rPr sz="1000" spc="30"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cooking</a:t>
            </a:r>
            <a:r>
              <a:rPr sz="1000" spc="35" dirty="0">
                <a:solidFill>
                  <a:srgbClr val="231F20"/>
                </a:solidFill>
                <a:latin typeface="Arial"/>
                <a:cs typeface="Arial"/>
              </a:rPr>
              <a:t> </a:t>
            </a:r>
            <a:r>
              <a:rPr sz="1000" spc="-10" dirty="0">
                <a:solidFill>
                  <a:srgbClr val="231F20"/>
                </a:solidFill>
                <a:latin typeface="Arial"/>
                <a:cs typeface="Arial"/>
              </a:rPr>
              <a:t>class</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etiquette</a:t>
            </a:r>
            <a:r>
              <a:rPr sz="1000" spc="35" dirty="0">
                <a:solidFill>
                  <a:srgbClr val="231F20"/>
                </a:solidFill>
                <a:latin typeface="Arial"/>
                <a:cs typeface="Arial"/>
              </a:rPr>
              <a:t> </a:t>
            </a:r>
            <a:r>
              <a:rPr sz="1000" dirty="0">
                <a:solidFill>
                  <a:srgbClr val="231F20"/>
                </a:solidFill>
                <a:latin typeface="Arial"/>
                <a:cs typeface="Arial"/>
              </a:rPr>
              <a:t>activity</a:t>
            </a:r>
            <a:r>
              <a:rPr sz="1000" spc="30" dirty="0">
                <a:solidFill>
                  <a:srgbClr val="231F20"/>
                </a:solidFill>
                <a:latin typeface="Arial"/>
                <a:cs typeface="Arial"/>
              </a:rPr>
              <a:t> </a:t>
            </a:r>
            <a:r>
              <a:rPr sz="1000" dirty="0">
                <a:solidFill>
                  <a:srgbClr val="231F20"/>
                </a:solidFill>
                <a:latin typeface="Arial"/>
                <a:cs typeface="Arial"/>
              </a:rPr>
              <a:t>with</a:t>
            </a:r>
            <a:r>
              <a:rPr sz="1000" spc="3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financial</a:t>
            </a:r>
            <a:r>
              <a:rPr sz="1000" spc="5" dirty="0">
                <a:solidFill>
                  <a:srgbClr val="231F20"/>
                </a:solidFill>
                <a:latin typeface="Arial"/>
                <a:cs typeface="Arial"/>
              </a:rPr>
              <a:t> </a:t>
            </a:r>
            <a:r>
              <a:rPr sz="1000" dirty="0">
                <a:solidFill>
                  <a:srgbClr val="231F20"/>
                </a:solidFill>
                <a:latin typeface="Arial"/>
                <a:cs typeface="Arial"/>
              </a:rPr>
              <a:t>literacy</a:t>
            </a:r>
            <a:r>
              <a:rPr sz="1000" spc="10" dirty="0">
                <a:solidFill>
                  <a:srgbClr val="231F20"/>
                </a:solidFill>
                <a:latin typeface="Arial"/>
                <a:cs typeface="Arial"/>
              </a:rPr>
              <a:t> </a:t>
            </a:r>
            <a:r>
              <a:rPr sz="1000" dirty="0">
                <a:solidFill>
                  <a:srgbClr val="231F20"/>
                </a:solidFill>
                <a:latin typeface="Arial"/>
                <a:cs typeface="Arial"/>
              </a:rPr>
              <a:t>component;</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toured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National Museum</a:t>
            </a:r>
            <a:r>
              <a:rPr sz="1000" spc="-5" dirty="0">
                <a:solidFill>
                  <a:srgbClr val="231F20"/>
                </a:solidFill>
                <a:latin typeface="Arial"/>
                <a:cs typeface="Arial"/>
              </a:rPr>
              <a:t> </a:t>
            </a:r>
            <a:r>
              <a:rPr sz="1000" dirty="0">
                <a:solidFill>
                  <a:srgbClr val="231F20"/>
                </a:solidFill>
                <a:latin typeface="Arial"/>
                <a:cs typeface="Arial"/>
              </a:rPr>
              <a:t>of Health</a:t>
            </a:r>
            <a:r>
              <a:rPr sz="1000" spc="-5" dirty="0">
                <a:solidFill>
                  <a:srgbClr val="231F20"/>
                </a:solidFill>
                <a:latin typeface="Arial"/>
                <a:cs typeface="Arial"/>
              </a:rPr>
              <a:t> </a:t>
            </a:r>
            <a:r>
              <a:rPr sz="1000" dirty="0">
                <a:solidFill>
                  <a:srgbClr val="231F20"/>
                </a:solidFill>
                <a:latin typeface="Arial"/>
                <a:cs typeface="Arial"/>
              </a:rPr>
              <a:t>and Medicine.</a:t>
            </a:r>
            <a:r>
              <a:rPr sz="1000" spc="-5" dirty="0">
                <a:solidFill>
                  <a:srgbClr val="231F20"/>
                </a:solidFill>
                <a:latin typeface="Arial"/>
                <a:cs typeface="Arial"/>
              </a:rPr>
              <a:t> </a:t>
            </a:r>
            <a:r>
              <a:rPr sz="1000" dirty="0">
                <a:solidFill>
                  <a:srgbClr val="231F20"/>
                </a:solidFill>
                <a:latin typeface="Arial"/>
                <a:cs typeface="Arial"/>
              </a:rPr>
              <a:t>They supported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“Let’s Move”</a:t>
            </a:r>
            <a:r>
              <a:rPr sz="1000" spc="5" dirty="0">
                <a:solidFill>
                  <a:srgbClr val="231F20"/>
                </a:solidFill>
                <a:latin typeface="Arial"/>
                <a:cs typeface="Arial"/>
              </a:rPr>
              <a:t> </a:t>
            </a:r>
            <a:r>
              <a:rPr sz="1000" dirty="0">
                <a:solidFill>
                  <a:srgbClr val="231F20"/>
                </a:solidFill>
                <a:latin typeface="Arial"/>
                <a:cs typeface="Arial"/>
              </a:rPr>
              <a:t>Initiative with</a:t>
            </a:r>
            <a:r>
              <a:rPr sz="1000" spc="5" dirty="0">
                <a:solidFill>
                  <a:srgbClr val="231F20"/>
                </a:solidFill>
                <a:latin typeface="Arial"/>
                <a:cs typeface="Arial"/>
              </a:rPr>
              <a:t> </a:t>
            </a:r>
            <a:r>
              <a:rPr sz="1000" dirty="0">
                <a:solidFill>
                  <a:srgbClr val="231F20"/>
                </a:solidFill>
                <a:latin typeface="Arial"/>
                <a:cs typeface="Arial"/>
              </a:rPr>
              <a:t>a fencing</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20" dirty="0">
                <a:solidFill>
                  <a:srgbClr val="231F20"/>
                </a:solidFill>
                <a:latin typeface="Arial"/>
                <a:cs typeface="Arial"/>
              </a:rPr>
              <a:t>They</a:t>
            </a:r>
            <a:endParaRPr sz="1000">
              <a:latin typeface="Arial"/>
              <a:cs typeface="Arial"/>
            </a:endParaRPr>
          </a:p>
          <a:p>
            <a:pPr marL="12700" marR="5080">
              <a:lnSpc>
                <a:spcPct val="100000"/>
              </a:lnSpc>
            </a:pPr>
            <a:r>
              <a:rPr sz="1000" dirty="0">
                <a:solidFill>
                  <a:srgbClr val="231F20"/>
                </a:solidFill>
                <a:latin typeface="Arial"/>
                <a:cs typeface="Arial"/>
              </a:rPr>
              <a:t>enhanced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literacy</a:t>
            </a:r>
            <a:r>
              <a:rPr sz="1000" spc="10" dirty="0">
                <a:solidFill>
                  <a:srgbClr val="231F20"/>
                </a:solidFill>
                <a:latin typeface="Arial"/>
                <a:cs typeface="Arial"/>
              </a:rPr>
              <a:t> </a:t>
            </a:r>
            <a:r>
              <a:rPr sz="1000" spc="-1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book</a:t>
            </a:r>
            <a:r>
              <a:rPr sz="1000" spc="10" dirty="0">
                <a:solidFill>
                  <a:srgbClr val="231F20"/>
                </a:solidFill>
                <a:latin typeface="Arial"/>
                <a:cs typeface="Arial"/>
              </a:rPr>
              <a:t> </a:t>
            </a:r>
            <a:r>
              <a:rPr sz="1000" spc="-20" dirty="0">
                <a:solidFill>
                  <a:srgbClr val="231F20"/>
                </a:solidFill>
                <a:latin typeface="Arial"/>
                <a:cs typeface="Arial"/>
              </a:rPr>
              <a:t>club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had</a:t>
            </a:r>
            <a:r>
              <a:rPr sz="1000" spc="30" dirty="0">
                <a:solidFill>
                  <a:srgbClr val="231F20"/>
                </a:solidFill>
                <a:latin typeface="Arial"/>
                <a:cs typeface="Arial"/>
              </a:rPr>
              <a:t> </a:t>
            </a:r>
            <a:r>
              <a:rPr sz="1000" dirty="0">
                <a:solidFill>
                  <a:srgbClr val="231F20"/>
                </a:solidFill>
                <a:latin typeface="Arial"/>
                <a:cs typeface="Arial"/>
              </a:rPr>
              <a:t>an</a:t>
            </a:r>
            <a:r>
              <a:rPr sz="1000" spc="35" dirty="0">
                <a:solidFill>
                  <a:srgbClr val="231F20"/>
                </a:solidFill>
                <a:latin typeface="Arial"/>
                <a:cs typeface="Arial"/>
              </a:rPr>
              <a:t> </a:t>
            </a:r>
            <a:r>
              <a:rPr sz="1000" dirty="0">
                <a:solidFill>
                  <a:srgbClr val="231F20"/>
                </a:solidFill>
                <a:latin typeface="Arial"/>
                <a:cs typeface="Arial"/>
              </a:rPr>
              <a:t>opportunity</a:t>
            </a:r>
            <a:r>
              <a:rPr sz="1000" spc="30"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do</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Underground</a:t>
            </a:r>
            <a:r>
              <a:rPr sz="1000" spc="30" dirty="0">
                <a:solidFill>
                  <a:srgbClr val="231F20"/>
                </a:solidFill>
                <a:latin typeface="Arial"/>
                <a:cs typeface="Arial"/>
              </a:rPr>
              <a:t> </a:t>
            </a:r>
            <a:r>
              <a:rPr sz="1000" spc="-10" dirty="0">
                <a:solidFill>
                  <a:srgbClr val="231F20"/>
                </a:solidFill>
                <a:latin typeface="Arial"/>
                <a:cs typeface="Arial"/>
              </a:rPr>
              <a:t>Railroad Immersion</a:t>
            </a:r>
            <a:r>
              <a:rPr sz="1000"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mini-</a:t>
            </a:r>
            <a:r>
              <a:rPr sz="1000" dirty="0">
                <a:solidFill>
                  <a:srgbClr val="231F20"/>
                </a:solidFill>
                <a:latin typeface="Arial"/>
                <a:cs typeface="Arial"/>
              </a:rPr>
              <a:t>retreat</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game</a:t>
            </a:r>
            <a:r>
              <a:rPr sz="1000" spc="-5" dirty="0">
                <a:solidFill>
                  <a:srgbClr val="231F20"/>
                </a:solidFill>
                <a:latin typeface="Arial"/>
                <a:cs typeface="Arial"/>
              </a:rPr>
              <a:t> </a:t>
            </a:r>
            <a:r>
              <a:rPr sz="1000" dirty="0">
                <a:solidFill>
                  <a:srgbClr val="231F20"/>
                </a:solidFill>
                <a:latin typeface="Arial"/>
                <a:cs typeface="Arial"/>
              </a:rPr>
              <a:t>night. They</a:t>
            </a:r>
            <a:r>
              <a:rPr sz="1000" spc="-5" dirty="0">
                <a:solidFill>
                  <a:srgbClr val="231F20"/>
                </a:solidFill>
                <a:latin typeface="Arial"/>
                <a:cs typeface="Arial"/>
              </a:rPr>
              <a:t> </a:t>
            </a:r>
            <a:r>
              <a:rPr sz="1000" dirty="0">
                <a:solidFill>
                  <a:srgbClr val="231F20"/>
                </a:solidFill>
                <a:latin typeface="Arial"/>
                <a:cs typeface="Arial"/>
              </a:rPr>
              <a:t>attended the</a:t>
            </a:r>
            <a:r>
              <a:rPr sz="1000" spc="-5" dirty="0">
                <a:solidFill>
                  <a:srgbClr val="231F20"/>
                </a:solidFill>
                <a:latin typeface="Arial"/>
                <a:cs typeface="Arial"/>
              </a:rPr>
              <a:t> </a:t>
            </a:r>
            <a:r>
              <a:rPr sz="1000" dirty="0">
                <a:solidFill>
                  <a:srgbClr val="231F20"/>
                </a:solidFill>
                <a:latin typeface="Arial"/>
                <a:cs typeface="Arial"/>
              </a:rPr>
              <a:t>Alvin Ailey</a:t>
            </a:r>
            <a:r>
              <a:rPr sz="1000" spc="-5" dirty="0">
                <a:solidFill>
                  <a:srgbClr val="231F20"/>
                </a:solidFill>
                <a:latin typeface="Arial"/>
                <a:cs typeface="Arial"/>
              </a:rPr>
              <a:t> </a:t>
            </a:r>
            <a:r>
              <a:rPr sz="1000" spc="-20" dirty="0">
                <a:solidFill>
                  <a:srgbClr val="231F20"/>
                </a:solidFill>
                <a:latin typeface="Arial"/>
                <a:cs typeface="Arial"/>
              </a:rPr>
              <a:t>Family</a:t>
            </a:r>
            <a:r>
              <a:rPr sz="1000" dirty="0">
                <a:solidFill>
                  <a:srgbClr val="231F20"/>
                </a:solidFill>
                <a:latin typeface="Arial"/>
                <a:cs typeface="Arial"/>
              </a:rPr>
              <a:t> Show </a:t>
            </a:r>
            <a:r>
              <a:rPr sz="1000" spc="-25" dirty="0">
                <a:solidFill>
                  <a:srgbClr val="231F20"/>
                </a:solidFill>
                <a:latin typeface="Arial"/>
                <a:cs typeface="Arial"/>
              </a:rPr>
              <a:t>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Black</a:t>
            </a:r>
            <a:r>
              <a:rPr sz="1000" spc="-20" dirty="0">
                <a:solidFill>
                  <a:srgbClr val="231F20"/>
                </a:solidFill>
                <a:latin typeface="Arial"/>
                <a:cs typeface="Arial"/>
              </a:rPr>
              <a:t> Rock </a:t>
            </a:r>
            <a:r>
              <a:rPr sz="1000" dirty="0">
                <a:solidFill>
                  <a:srgbClr val="231F20"/>
                </a:solidFill>
                <a:latin typeface="Arial"/>
                <a:cs typeface="Arial"/>
              </a:rPr>
              <a:t>Performing</a:t>
            </a:r>
            <a:r>
              <a:rPr sz="1000" spc="-20" dirty="0">
                <a:solidFill>
                  <a:srgbClr val="231F20"/>
                </a:solidFill>
                <a:latin typeface="Arial"/>
                <a:cs typeface="Arial"/>
              </a:rPr>
              <a:t> </a:t>
            </a:r>
            <a:r>
              <a:rPr sz="1000" dirty="0">
                <a:solidFill>
                  <a:srgbClr val="231F20"/>
                </a:solidFill>
                <a:latin typeface="Arial"/>
                <a:cs typeface="Arial"/>
              </a:rPr>
              <a:t>Arts</a:t>
            </a:r>
            <a:r>
              <a:rPr sz="1000" spc="-20" dirty="0">
                <a:solidFill>
                  <a:srgbClr val="231F20"/>
                </a:solidFill>
                <a:latin typeface="Arial"/>
                <a:cs typeface="Arial"/>
              </a:rPr>
              <a:t> </a:t>
            </a:r>
            <a:r>
              <a:rPr sz="1000" spc="-10" dirty="0">
                <a:solidFill>
                  <a:srgbClr val="231F20"/>
                </a:solidFill>
                <a:latin typeface="Arial"/>
                <a:cs typeface="Arial"/>
              </a:rPr>
              <a:t>Center,</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participated</a:t>
            </a:r>
            <a:r>
              <a:rPr sz="1000" spc="50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leadership</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modules.</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continued</a:t>
            </a:r>
            <a:r>
              <a:rPr sz="1000" spc="50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sponsor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Reading</a:t>
            </a:r>
            <a:r>
              <a:rPr sz="1000" spc="5" dirty="0">
                <a:solidFill>
                  <a:srgbClr val="231F20"/>
                </a:solidFill>
                <a:latin typeface="Arial"/>
                <a:cs typeface="Arial"/>
              </a:rPr>
              <a:t> </a:t>
            </a:r>
            <a:r>
              <a:rPr sz="1000" dirty="0">
                <a:solidFill>
                  <a:srgbClr val="231F20"/>
                </a:solidFill>
                <a:latin typeface="Arial"/>
                <a:cs typeface="Arial"/>
              </a:rPr>
              <a:t>Buddies</a:t>
            </a:r>
            <a:r>
              <a:rPr sz="1000" spc="10" dirty="0">
                <a:solidFill>
                  <a:srgbClr val="231F20"/>
                </a:solidFill>
                <a:latin typeface="Arial"/>
                <a:cs typeface="Arial"/>
              </a:rPr>
              <a:t> </a:t>
            </a:r>
            <a:r>
              <a:rPr sz="1000" dirty="0">
                <a:solidFill>
                  <a:srgbClr val="231F20"/>
                </a:solidFill>
                <a:latin typeface="Arial"/>
                <a:cs typeface="Arial"/>
              </a:rPr>
              <a:t>club</a:t>
            </a:r>
            <a:r>
              <a:rPr sz="1000" spc="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mothers </a:t>
            </a:r>
            <a:r>
              <a:rPr sz="1000" dirty="0">
                <a:solidFill>
                  <a:srgbClr val="231F20"/>
                </a:solidFill>
                <a:latin typeface="Arial"/>
                <a:cs typeface="Arial"/>
              </a:rPr>
              <a:t>meetings,</a:t>
            </a:r>
            <a:r>
              <a:rPr sz="1000" spc="-5" dirty="0">
                <a:solidFill>
                  <a:srgbClr val="231F20"/>
                </a:solidFill>
                <a:latin typeface="Arial"/>
                <a:cs typeface="Arial"/>
              </a:rPr>
              <a:t> </a:t>
            </a:r>
            <a:r>
              <a:rPr sz="1000" dirty="0">
                <a:solidFill>
                  <a:srgbClr val="231F20"/>
                </a:solidFill>
                <a:latin typeface="Arial"/>
                <a:cs typeface="Arial"/>
              </a:rPr>
              <a:t>reading</a:t>
            </a:r>
            <a:r>
              <a:rPr sz="1000" spc="-5" dirty="0">
                <a:solidFill>
                  <a:srgbClr val="231F20"/>
                </a:solidFill>
                <a:latin typeface="Arial"/>
                <a:cs typeface="Arial"/>
              </a:rPr>
              <a:t> </a:t>
            </a:r>
            <a:r>
              <a:rPr sz="1000" dirty="0">
                <a:solidFill>
                  <a:srgbClr val="231F20"/>
                </a:solidFill>
                <a:latin typeface="Arial"/>
                <a:cs typeface="Arial"/>
              </a:rPr>
              <a:t>to the</a:t>
            </a:r>
            <a:r>
              <a:rPr sz="1000" spc="-5" dirty="0">
                <a:solidFill>
                  <a:srgbClr val="231F20"/>
                </a:solidFill>
                <a:latin typeface="Arial"/>
                <a:cs typeface="Arial"/>
              </a:rPr>
              <a:t> </a:t>
            </a:r>
            <a:r>
              <a:rPr sz="1000" dirty="0">
                <a:solidFill>
                  <a:srgbClr val="231F20"/>
                </a:solidFill>
                <a:latin typeface="Arial"/>
                <a:cs typeface="Arial"/>
              </a:rPr>
              <a:t>younger children.</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spc="-10" dirty="0">
                <a:solidFill>
                  <a:srgbClr val="231F20"/>
                </a:solidFill>
                <a:latin typeface="Arial"/>
                <a:cs typeface="Arial"/>
              </a:rPr>
              <a:t>attended </a:t>
            </a:r>
            <a:r>
              <a:rPr sz="1000" spc="-50" dirty="0">
                <a:solidFill>
                  <a:srgbClr val="231F20"/>
                </a:solidFill>
                <a:latin typeface="Arial"/>
                <a:cs typeface="Arial"/>
              </a:rPr>
              <a:t>COPA</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spc="-10" dirty="0">
                <a:solidFill>
                  <a:srgbClr val="231F20"/>
                </a:solidFill>
                <a:latin typeface="Arial"/>
                <a:cs typeface="Arial"/>
              </a:rPr>
              <a:t>York City,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voter</a:t>
            </a:r>
            <a:r>
              <a:rPr sz="1000" spc="-15" dirty="0">
                <a:solidFill>
                  <a:srgbClr val="231F20"/>
                </a:solidFill>
                <a:latin typeface="Arial"/>
                <a:cs typeface="Arial"/>
              </a:rPr>
              <a:t> </a:t>
            </a:r>
            <a:r>
              <a:rPr sz="1000" dirty="0">
                <a:solidFill>
                  <a:srgbClr val="231F20"/>
                </a:solidFill>
                <a:latin typeface="Arial"/>
                <a:cs typeface="Arial"/>
              </a:rPr>
              <a:t>registration</a:t>
            </a:r>
            <a:r>
              <a:rPr sz="1000" spc="-15" dirty="0">
                <a:solidFill>
                  <a:srgbClr val="231F20"/>
                </a:solidFill>
                <a:latin typeface="Arial"/>
                <a:cs typeface="Arial"/>
              </a:rPr>
              <a:t> </a:t>
            </a:r>
            <a:r>
              <a:rPr sz="1000" spc="-20" dirty="0">
                <a:solidFill>
                  <a:srgbClr val="231F20"/>
                </a:solidFill>
                <a:latin typeface="Arial"/>
                <a:cs typeface="Arial"/>
              </a:rPr>
              <a:t>drive </a:t>
            </a:r>
            <a:r>
              <a:rPr sz="1000" dirty="0">
                <a:solidFill>
                  <a:srgbClr val="231F20"/>
                </a:solidFill>
                <a:latin typeface="Arial"/>
                <a:cs typeface="Arial"/>
              </a:rPr>
              <a:t>at</a:t>
            </a:r>
            <a:r>
              <a:rPr sz="1000" spc="-5" dirty="0">
                <a:solidFill>
                  <a:srgbClr val="231F20"/>
                </a:solidFill>
                <a:latin typeface="Arial"/>
                <a:cs typeface="Arial"/>
              </a:rPr>
              <a:t> </a:t>
            </a:r>
            <a:r>
              <a:rPr sz="1000" spc="-10" dirty="0">
                <a:solidFill>
                  <a:srgbClr val="231F20"/>
                </a:solidFill>
                <a:latin typeface="Arial"/>
                <a:cs typeface="Arial"/>
              </a:rPr>
              <a:t>Paint</a:t>
            </a:r>
            <a:r>
              <a:rPr sz="1000" spc="-5" dirty="0">
                <a:solidFill>
                  <a:srgbClr val="231F20"/>
                </a:solidFill>
                <a:latin typeface="Arial"/>
                <a:cs typeface="Arial"/>
              </a:rPr>
              <a:t> </a:t>
            </a:r>
            <a:r>
              <a:rPr sz="1000" spc="-10" dirty="0">
                <a:solidFill>
                  <a:srgbClr val="231F20"/>
                </a:solidFill>
                <a:latin typeface="Arial"/>
                <a:cs typeface="Arial"/>
              </a:rPr>
              <a:t>Branch</a:t>
            </a:r>
            <a:r>
              <a:rPr sz="1000" spc="-5" dirty="0">
                <a:solidFill>
                  <a:srgbClr val="231F20"/>
                </a:solidFill>
                <a:latin typeface="Arial"/>
                <a:cs typeface="Arial"/>
              </a:rPr>
              <a:t> </a:t>
            </a:r>
            <a:r>
              <a:rPr sz="1000" dirty="0">
                <a:solidFill>
                  <a:srgbClr val="231F20"/>
                </a:solidFill>
                <a:latin typeface="Arial"/>
                <a:cs typeface="Arial"/>
              </a:rPr>
              <a:t>High</a:t>
            </a:r>
            <a:r>
              <a:rPr sz="1000" spc="-5" dirty="0">
                <a:solidFill>
                  <a:srgbClr val="231F20"/>
                </a:solidFill>
                <a:latin typeface="Arial"/>
                <a:cs typeface="Arial"/>
              </a:rPr>
              <a:t> </a:t>
            </a:r>
            <a:r>
              <a:rPr sz="1000" spc="-10" dirty="0">
                <a:solidFill>
                  <a:srgbClr val="231F20"/>
                </a:solidFill>
                <a:latin typeface="Arial"/>
                <a:cs typeface="Arial"/>
              </a:rPr>
              <a:t>School.</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ended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adventurous</a:t>
            </a:r>
            <a:r>
              <a:rPr sz="1000" spc="20" dirty="0">
                <a:solidFill>
                  <a:srgbClr val="231F20"/>
                </a:solidFill>
                <a:latin typeface="Arial"/>
                <a:cs typeface="Arial"/>
              </a:rPr>
              <a:t> </a:t>
            </a:r>
            <a:r>
              <a:rPr sz="1000" dirty="0">
                <a:solidFill>
                  <a:srgbClr val="231F20"/>
                </a:solidFill>
                <a:latin typeface="Arial"/>
                <a:cs typeface="Arial"/>
              </a:rPr>
              <a:t>white-water</a:t>
            </a:r>
            <a:r>
              <a:rPr sz="1000" spc="15" dirty="0">
                <a:solidFill>
                  <a:srgbClr val="231F20"/>
                </a:solidFill>
                <a:latin typeface="Arial"/>
                <a:cs typeface="Arial"/>
              </a:rPr>
              <a:t> </a:t>
            </a:r>
            <a:r>
              <a:rPr sz="1000" dirty="0">
                <a:solidFill>
                  <a:srgbClr val="231F20"/>
                </a:solidFill>
                <a:latin typeface="Arial"/>
                <a:cs typeface="Arial"/>
              </a:rPr>
              <a:t>rafting</a:t>
            </a:r>
            <a:r>
              <a:rPr sz="1000" spc="20" dirty="0">
                <a:solidFill>
                  <a:srgbClr val="231F20"/>
                </a:solidFill>
                <a:latin typeface="Arial"/>
                <a:cs typeface="Arial"/>
              </a:rPr>
              <a:t> </a:t>
            </a:r>
            <a:r>
              <a:rPr sz="1000" spc="-10" dirty="0">
                <a:solidFill>
                  <a:srgbClr val="231F20"/>
                </a:solidFill>
                <a:latin typeface="Arial"/>
                <a:cs typeface="Arial"/>
              </a:rPr>
              <a:t>activity.</a:t>
            </a:r>
            <a:endParaRPr sz="1000">
              <a:latin typeface="Arial"/>
              <a:cs typeface="Arial"/>
            </a:endParaRPr>
          </a:p>
        </p:txBody>
      </p:sp>
      <p:sp>
        <p:nvSpPr>
          <p:cNvPr id="4" name="object 4"/>
          <p:cNvSpPr txBox="1"/>
          <p:nvPr/>
        </p:nvSpPr>
        <p:spPr>
          <a:xfrm>
            <a:off x="4196384" y="7456877"/>
            <a:ext cx="2952115" cy="1746250"/>
          </a:xfrm>
          <a:prstGeom prst="rect">
            <a:avLst/>
          </a:prstGeom>
        </p:spPr>
        <p:txBody>
          <a:bodyPr vert="horz" wrap="square" lIns="0" tIns="56515" rIns="0" bIns="0" rtlCol="0">
            <a:spAutoFit/>
          </a:bodyPr>
          <a:lstStyle/>
          <a:p>
            <a:pPr marL="36195" algn="ctr">
              <a:lnSpc>
                <a:spcPct val="100000"/>
              </a:lnSpc>
              <a:spcBef>
                <a:spcPts val="445"/>
              </a:spcBef>
            </a:pPr>
            <a:r>
              <a:rPr sz="1100" spc="-10" dirty="0">
                <a:solidFill>
                  <a:srgbClr val="27AAE1"/>
                </a:solidFill>
                <a:latin typeface="Lucida Sans Unicode"/>
                <a:cs typeface="Lucida Sans Unicode"/>
              </a:rPr>
              <a:t>2016–2017</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36830" marR="29209" indent="245745">
              <a:lnSpc>
                <a:spcPts val="1680"/>
              </a:lnSpc>
              <a:spcBef>
                <a:spcPts val="100"/>
              </a:spcBef>
            </a:pPr>
            <a:r>
              <a:rPr sz="1100" dirty="0">
                <a:solidFill>
                  <a:srgbClr val="1D5495"/>
                </a:solidFill>
                <a:latin typeface="Lucida Sans Unicode"/>
                <a:cs typeface="Lucida Sans Unicode"/>
              </a:rPr>
              <a:t>President:</a:t>
            </a:r>
            <a:r>
              <a:rPr sz="1100" spc="90" dirty="0">
                <a:solidFill>
                  <a:srgbClr val="1D5495"/>
                </a:solidFill>
                <a:latin typeface="Lucida Sans Unicode"/>
                <a:cs typeface="Lucida Sans Unicode"/>
              </a:rPr>
              <a:t> </a:t>
            </a:r>
            <a:r>
              <a:rPr sz="1100" spc="50" dirty="0">
                <a:solidFill>
                  <a:srgbClr val="1D5495"/>
                </a:solidFill>
                <a:latin typeface="Lucida Sans Unicode"/>
                <a:cs typeface="Lucida Sans Unicode"/>
              </a:rPr>
              <a:t>Yaminah</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Leggett-</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Vice</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a:t>
            </a:r>
            <a:endParaRPr sz="1100">
              <a:latin typeface="Lucida Sans Unicode"/>
              <a:cs typeface="Lucida Sans Unicode"/>
            </a:endParaRPr>
          </a:p>
          <a:p>
            <a:pPr marL="12700" marR="5080" indent="-635" algn="ctr">
              <a:lnSpc>
                <a:spcPts val="1680"/>
              </a:lnSpc>
            </a:pPr>
            <a:r>
              <a:rPr sz="1100" dirty="0">
                <a:solidFill>
                  <a:srgbClr val="1D5495"/>
                </a:solidFill>
                <a:latin typeface="Lucida Sans Unicode"/>
                <a:cs typeface="Lucida Sans Unicode"/>
              </a:rPr>
              <a:t>Program</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Katrina</a:t>
            </a:r>
            <a:r>
              <a:rPr sz="1100" spc="114" dirty="0">
                <a:solidFill>
                  <a:srgbClr val="1D5495"/>
                </a:solidFill>
                <a:latin typeface="Lucida Sans Unicode"/>
                <a:cs typeface="Lucida Sans Unicode"/>
              </a:rPr>
              <a:t> </a:t>
            </a:r>
            <a:r>
              <a:rPr sz="1100" spc="55" dirty="0">
                <a:solidFill>
                  <a:srgbClr val="1D5495"/>
                </a:solidFill>
                <a:latin typeface="Lucida Sans Unicode"/>
                <a:cs typeface="Lucida Sans Unicode"/>
              </a:rPr>
              <a:t>Adams </a:t>
            </a:r>
            <a:r>
              <a:rPr sz="1100" spc="10" dirty="0">
                <a:solidFill>
                  <a:srgbClr val="1D5495"/>
                </a:solidFill>
                <a:latin typeface="Lucida Sans Unicode"/>
                <a:cs typeface="Lucida Sans Unicode"/>
              </a:rPr>
              <a:t>Recording</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0" dirty="0">
                <a:solidFill>
                  <a:srgbClr val="1D5495"/>
                </a:solidFill>
                <a:latin typeface="Lucida Sans Unicode"/>
                <a:cs typeface="Lucida Sans Unicode"/>
              </a:rPr>
              <a:t> </a:t>
            </a:r>
            <a:r>
              <a:rPr sz="1100" spc="65" dirty="0">
                <a:solidFill>
                  <a:srgbClr val="1D5495"/>
                </a:solidFill>
                <a:latin typeface="Lucida Sans Unicode"/>
                <a:cs typeface="Lucida Sans Unicode"/>
              </a:rPr>
              <a:t>Stacia</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Geiger</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Alston </a:t>
            </a:r>
            <a:r>
              <a:rPr sz="1100" spc="10" dirty="0">
                <a:solidFill>
                  <a:srgbClr val="1D5495"/>
                </a:solidFill>
                <a:latin typeface="Lucida Sans Unicode"/>
                <a:cs typeface="Lucida Sans Unicode"/>
              </a:rPr>
              <a:t>Corresponding</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Grimes </a:t>
            </a:r>
            <a:r>
              <a:rPr sz="1100" dirty="0">
                <a:solidFill>
                  <a:srgbClr val="1D5495"/>
                </a:solidFill>
                <a:latin typeface="Lucida Sans Unicode"/>
                <a:cs typeface="Lucida Sans Unicode"/>
              </a:rPr>
              <a:t>Treasurer:</a:t>
            </a:r>
            <a:r>
              <a:rPr sz="1100" spc="-25" dirty="0">
                <a:solidFill>
                  <a:srgbClr val="1D5495"/>
                </a:solidFill>
                <a:latin typeface="Lucida Sans Unicode"/>
                <a:cs typeface="Lucida Sans Unicode"/>
              </a:rPr>
              <a:t> </a:t>
            </a:r>
            <a:r>
              <a:rPr sz="1100" spc="60" dirty="0">
                <a:solidFill>
                  <a:srgbClr val="1D5495"/>
                </a:solidFill>
                <a:latin typeface="Lucida Sans Unicode"/>
                <a:cs typeface="Lucida Sans Unicode"/>
              </a:rPr>
              <a:t>Saudeia</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Martin</a:t>
            </a:r>
            <a:endParaRPr sz="1100">
              <a:latin typeface="Lucida Sans Unicode"/>
              <a:cs typeface="Lucida Sans Unicode"/>
            </a:endParaRPr>
          </a:p>
        </p:txBody>
      </p:sp>
      <p:sp>
        <p:nvSpPr>
          <p:cNvPr id="5" name="object 5"/>
          <p:cNvSpPr/>
          <p:nvPr/>
        </p:nvSpPr>
        <p:spPr>
          <a:xfrm>
            <a:off x="4029075" y="7361681"/>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324105" cy="157094"/>
          </a:xfrm>
          <a:prstGeom prst="rect">
            <a:avLst/>
          </a:prstGeom>
        </p:spPr>
        <p:txBody>
          <a:bodyPr vert="horz" wrap="square" lIns="0" tIns="18415" rIns="0" bIns="0" rtlCol="0">
            <a:spAutoFit/>
          </a:bodyPr>
          <a:lstStyle/>
          <a:p>
            <a:pPr marL="38100">
              <a:lnSpc>
                <a:spcPct val="100000"/>
              </a:lnSpc>
              <a:spcBef>
                <a:spcPts val="145"/>
              </a:spcBef>
            </a:pPr>
            <a:r>
              <a:rPr spc="-25" dirty="0"/>
              <a:t>2</a:t>
            </a:r>
            <a:r>
              <a:rPr lang="en-US" spc="-25" dirty="0"/>
              <a:t>7</a:t>
            </a:r>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7969" y="2000110"/>
            <a:ext cx="3244850" cy="5363210"/>
          </a:xfrm>
          <a:prstGeom prst="rect">
            <a:avLst/>
          </a:prstGeom>
        </p:spPr>
        <p:txBody>
          <a:bodyPr vert="horz" wrap="square" lIns="0" tIns="12700" rIns="0" bIns="0" rtlCol="0">
            <a:spAutoFit/>
          </a:bodyPr>
          <a:lstStyle/>
          <a:p>
            <a:pPr marL="198120" marR="190500" algn="ctr">
              <a:lnSpc>
                <a:spcPct val="127299"/>
              </a:lnSpc>
              <a:spcBef>
                <a:spcPts val="100"/>
              </a:spcBef>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60" dirty="0">
                <a:solidFill>
                  <a:srgbClr val="1D5495"/>
                </a:solidFill>
                <a:latin typeface="Lucida Sans Unicode"/>
                <a:cs typeface="Lucida Sans Unicode"/>
              </a:rPr>
              <a:t>Barbara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Brown</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Edler </a:t>
            </a:r>
            <a:r>
              <a:rPr sz="1100" spc="-20" dirty="0">
                <a:solidFill>
                  <a:srgbClr val="1D5495"/>
                </a:solidFill>
                <a:latin typeface="Lucida Sans Unicode"/>
                <a:cs typeface="Lucida Sans Unicode"/>
              </a:rPr>
              <a:t>Editor:</a:t>
            </a:r>
            <a:r>
              <a:rPr sz="1100" spc="-3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a:latin typeface="Lucida Sans Unicode"/>
              <a:cs typeface="Lucida Sans Unicode"/>
            </a:endParaRPr>
          </a:p>
          <a:p>
            <a:pPr marL="217170" marR="209550" algn="ctr">
              <a:lnSpc>
                <a:spcPct val="127299"/>
              </a:lnSpc>
            </a:pPr>
            <a:r>
              <a:rPr sz="1100" spc="20" dirty="0">
                <a:solidFill>
                  <a:srgbClr val="1D5495"/>
                </a:solidFill>
                <a:latin typeface="Lucida Sans Unicode"/>
                <a:cs typeface="Lucida Sans Unicode"/>
              </a:rPr>
              <a:t>Parliamentarian:</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Tonia</a:t>
            </a:r>
            <a:r>
              <a:rPr sz="1100" spc="20" dirty="0">
                <a:solidFill>
                  <a:srgbClr val="1D5495"/>
                </a:solidFill>
                <a:latin typeface="Lucida Sans Unicode"/>
                <a:cs typeface="Lucida Sans Unicode"/>
              </a:rPr>
              <a:t> Bair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Foundation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55" dirty="0">
                <a:solidFill>
                  <a:srgbClr val="1D5495"/>
                </a:solidFill>
                <a:latin typeface="Lucida Sans Unicode"/>
                <a:cs typeface="Lucida Sans Unicode"/>
              </a:rPr>
              <a:t>Tameka</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Montgomery </a:t>
            </a:r>
            <a:r>
              <a:rPr sz="1100" spc="10" dirty="0">
                <a:solidFill>
                  <a:srgbClr val="1D5495"/>
                </a:solidFill>
                <a:latin typeface="Lucida Sans Unicode"/>
                <a:cs typeface="Lucida Sans Unicode"/>
              </a:rPr>
              <a:t>Chaplain:</a:t>
            </a:r>
            <a:r>
              <a:rPr sz="1100" spc="60" dirty="0">
                <a:solidFill>
                  <a:srgbClr val="1D5495"/>
                </a:solidFill>
                <a:latin typeface="Lucida Sans Unicode"/>
                <a:cs typeface="Lucida Sans Unicode"/>
              </a:rPr>
              <a:t> </a:t>
            </a:r>
            <a:r>
              <a:rPr sz="1100" spc="50" dirty="0">
                <a:solidFill>
                  <a:srgbClr val="1D5495"/>
                </a:solidFill>
                <a:latin typeface="Lucida Sans Unicode"/>
                <a:cs typeface="Lucida Sans Unicode"/>
              </a:rPr>
              <a:t>Yashima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White</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AziLove </a:t>
            </a:r>
            <a:r>
              <a:rPr sz="1100" dirty="0">
                <a:solidFill>
                  <a:srgbClr val="1D5495"/>
                </a:solidFill>
                <a:latin typeface="Lucida Sans Unicode"/>
                <a:cs typeface="Lucida Sans Unicode"/>
              </a:rPr>
              <a:t>Historian:</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Hermalene</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Taylor</a:t>
            </a:r>
            <a:endParaRPr sz="1100">
              <a:latin typeface="Lucida Sans Unicode"/>
              <a:cs typeface="Lucida Sans Unicode"/>
            </a:endParaRPr>
          </a:p>
          <a:p>
            <a:pPr marL="12700" marR="5080" indent="-635" algn="ctr">
              <a:lnSpc>
                <a:spcPct val="100000"/>
              </a:lnSpc>
              <a:spcBef>
                <a:spcPts val="359"/>
              </a:spcBef>
            </a:pPr>
            <a:r>
              <a:rPr sz="1100" dirty="0">
                <a:solidFill>
                  <a:srgbClr val="1D5495"/>
                </a:solidFill>
                <a:latin typeface="Lucida Sans Unicode"/>
                <a:cs typeface="Lucida Sans Unicode"/>
              </a:rPr>
              <a:t>Teen</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Advisors:</a:t>
            </a:r>
            <a:r>
              <a:rPr sz="1100" spc="125" dirty="0">
                <a:solidFill>
                  <a:srgbClr val="1D5495"/>
                </a:solidFill>
                <a:latin typeface="Lucida Sans Unicode"/>
                <a:cs typeface="Lucida Sans Unicode"/>
              </a:rPr>
              <a:t> </a:t>
            </a:r>
            <a:r>
              <a:rPr sz="1100" dirty="0">
                <a:solidFill>
                  <a:srgbClr val="1D5495"/>
                </a:solidFill>
                <a:latin typeface="Lucida Sans Unicode"/>
                <a:cs typeface="Lucida Sans Unicode"/>
              </a:rPr>
              <a:t>Stephanie</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Matlock</a:t>
            </a:r>
            <a:r>
              <a:rPr sz="1100" spc="125" dirty="0">
                <a:solidFill>
                  <a:srgbClr val="1D5495"/>
                </a:solidFill>
                <a:latin typeface="Lucida Sans Unicode"/>
                <a:cs typeface="Lucida Sans Unicode"/>
              </a:rPr>
              <a:t> </a:t>
            </a:r>
            <a:r>
              <a:rPr sz="1100" spc="-10" dirty="0">
                <a:solidFill>
                  <a:srgbClr val="1D5495"/>
                </a:solidFill>
                <a:latin typeface="Lucida Sans Unicode"/>
                <a:cs typeface="Lucida Sans Unicode"/>
              </a:rPr>
              <a:t>Maynor, </a:t>
            </a:r>
            <a:r>
              <a:rPr sz="1100" dirty="0">
                <a:solidFill>
                  <a:srgbClr val="1D5495"/>
                </a:solidFill>
                <a:latin typeface="Lucida Sans Unicode"/>
                <a:cs typeface="Lucida Sans Unicode"/>
              </a:rPr>
              <a:t>Laurece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Laws,</a:t>
            </a:r>
            <a:r>
              <a:rPr sz="1100" spc="30" dirty="0">
                <a:solidFill>
                  <a:srgbClr val="1D5495"/>
                </a:solidFill>
                <a:latin typeface="Lucida Sans Unicode"/>
                <a:cs typeface="Lucida Sans Unicode"/>
              </a:rPr>
              <a:t> </a:t>
            </a:r>
            <a:r>
              <a:rPr sz="1100" spc="70" dirty="0">
                <a:solidFill>
                  <a:srgbClr val="1D5495"/>
                </a:solidFill>
                <a:latin typeface="Lucida Sans Unicode"/>
                <a:cs typeface="Lucida Sans Unicode"/>
              </a:rPr>
              <a:t>Ayana</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Machen,</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Lynn</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Moore</a:t>
            </a:r>
            <a:r>
              <a:rPr sz="1100" spc="30" dirty="0">
                <a:solidFill>
                  <a:srgbClr val="1D5495"/>
                </a:solidFill>
                <a:latin typeface="Lucida Sans Unicode"/>
                <a:cs typeface="Lucida Sans Unicode"/>
              </a:rPr>
              <a:t> </a:t>
            </a:r>
            <a:r>
              <a:rPr sz="1100" spc="-35" dirty="0">
                <a:solidFill>
                  <a:srgbClr val="1D5495"/>
                </a:solidFill>
                <a:latin typeface="Lucida Sans Unicode"/>
                <a:cs typeface="Lucida Sans Unicode"/>
              </a:rPr>
              <a:t>Hill, </a:t>
            </a:r>
            <a:r>
              <a:rPr sz="1100" dirty="0">
                <a:solidFill>
                  <a:srgbClr val="1D5495"/>
                </a:solidFill>
                <a:latin typeface="Lucida Sans Unicode"/>
                <a:cs typeface="Lucida Sans Unicode"/>
              </a:rPr>
              <a:t>Sherri</a:t>
            </a:r>
            <a:r>
              <a:rPr sz="1100" spc="-5"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endParaRPr sz="1100">
              <a:latin typeface="Lucida Sans Unicode"/>
              <a:cs typeface="Lucida Sans Unicode"/>
            </a:endParaRPr>
          </a:p>
          <a:p>
            <a:pPr marL="168910" marR="161290" indent="380365">
              <a:lnSpc>
                <a:spcPct val="127299"/>
              </a:lnSpc>
            </a:pPr>
            <a:r>
              <a:rPr sz="1100" spc="10" dirty="0">
                <a:solidFill>
                  <a:srgbClr val="1D5495"/>
                </a:solidFill>
                <a:latin typeface="Lucida Sans Unicode"/>
                <a:cs typeface="Lucida Sans Unicode"/>
              </a:rPr>
              <a:t>Associates</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Chair:</a:t>
            </a:r>
            <a:r>
              <a:rPr sz="1100" spc="30" dirty="0">
                <a:solidFill>
                  <a:srgbClr val="1D5495"/>
                </a:solidFill>
                <a:latin typeface="Lucida Sans Unicode"/>
                <a:cs typeface="Lucida Sans Unicode"/>
              </a:rPr>
              <a:t> </a:t>
            </a:r>
            <a:r>
              <a:rPr sz="1100" spc="55" dirty="0">
                <a:solidFill>
                  <a:srgbClr val="1D5495"/>
                </a:solidFill>
                <a:latin typeface="Lucida Sans Unicode"/>
                <a:cs typeface="Lucida Sans Unicode"/>
              </a:rPr>
              <a:t>Kay</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Hairston </a:t>
            </a:r>
            <a:r>
              <a:rPr sz="1100" dirty="0">
                <a:solidFill>
                  <a:srgbClr val="1D5495"/>
                </a:solidFill>
                <a:latin typeface="Lucida Sans Unicode"/>
                <a:cs typeface="Lucida Sans Unicode"/>
              </a:rPr>
              <a:t>Father’s</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Adonis</a:t>
            </a:r>
            <a:r>
              <a:rPr sz="1100" spc="-25" dirty="0">
                <a:solidFill>
                  <a:srgbClr val="1D5495"/>
                </a:solidFill>
                <a:latin typeface="Lucida Sans Unicode"/>
                <a:cs typeface="Lucida Sans Unicode"/>
              </a:rPr>
              <a:t> </a:t>
            </a:r>
            <a:r>
              <a:rPr sz="1100" spc="65" dirty="0">
                <a:solidFill>
                  <a:srgbClr val="1D5495"/>
                </a:solidFill>
                <a:latin typeface="Lucida Sans Unicode"/>
                <a:cs typeface="Lucida Sans Unicode"/>
              </a:rPr>
              <a:t>Adams</a:t>
            </a:r>
            <a:r>
              <a:rPr sz="1100" spc="-25" dirty="0">
                <a:solidFill>
                  <a:srgbClr val="1D5495"/>
                </a:solidFill>
                <a:latin typeface="Lucida Sans Unicode"/>
                <a:cs typeface="Lucida Sans Unicode"/>
              </a:rPr>
              <a:t> </a:t>
            </a:r>
            <a:r>
              <a:rPr sz="1100" spc="65" dirty="0">
                <a:solidFill>
                  <a:srgbClr val="1D5495"/>
                </a:solidFill>
                <a:latin typeface="Lucida Sans Unicode"/>
                <a:cs typeface="Lucida Sans Unicode"/>
              </a:rPr>
              <a:t>and</a:t>
            </a:r>
            <a:r>
              <a:rPr sz="1100" spc="-25" dirty="0">
                <a:solidFill>
                  <a:srgbClr val="1D5495"/>
                </a:solidFill>
                <a:latin typeface="Lucida Sans Unicode"/>
                <a:cs typeface="Lucida Sans Unicode"/>
              </a:rPr>
              <a:t> Ken</a:t>
            </a:r>
            <a:endParaRPr sz="1100">
              <a:latin typeface="Lucida Sans Unicode"/>
              <a:cs typeface="Lucida Sans Unicode"/>
            </a:endParaRPr>
          </a:p>
          <a:p>
            <a:pPr marL="963294">
              <a:lnSpc>
                <a:spcPct val="100000"/>
              </a:lnSpc>
            </a:pPr>
            <a:r>
              <a:rPr sz="1100" dirty="0">
                <a:solidFill>
                  <a:srgbClr val="1D5495"/>
                </a:solidFill>
                <a:latin typeface="Lucida Sans Unicode"/>
                <a:cs typeface="Lucida Sans Unicode"/>
              </a:rPr>
              <a:t>Smith</a:t>
            </a:r>
            <a:r>
              <a:rPr sz="1100" spc="85"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Co-</a:t>
            </a:r>
            <a:r>
              <a:rPr sz="1100" spc="-10" dirty="0">
                <a:solidFill>
                  <a:srgbClr val="1D5495"/>
                </a:solidFill>
                <a:latin typeface="Lucida Sans Unicode"/>
                <a:cs typeface="Lucida Sans Unicode"/>
              </a:rPr>
              <a:t>Chairs</a:t>
            </a:r>
            <a:endParaRPr sz="1100">
              <a:latin typeface="Lucida Sans Unicode"/>
              <a:cs typeface="Lucida Sans Unicode"/>
            </a:endParaRPr>
          </a:p>
          <a:p>
            <a:pPr algn="ctr">
              <a:lnSpc>
                <a:spcPct val="100000"/>
              </a:lnSpc>
              <a:spcBef>
                <a:spcPts val="1275"/>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67359" marR="459740" algn="ctr">
              <a:lnSpc>
                <a:spcPct val="127299"/>
              </a:lnSpc>
              <a:spcBef>
                <a:spcPts val="70"/>
              </a:spcBef>
            </a:pPr>
            <a:r>
              <a:rPr sz="1100" dirty="0">
                <a:solidFill>
                  <a:srgbClr val="1D5495"/>
                </a:solidFill>
                <a:latin typeface="Lucida Sans Unicode"/>
                <a:cs typeface="Lucida Sans Unicode"/>
              </a:rPr>
              <a:t>Teen</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Hillary</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Cyrus </a:t>
            </a:r>
            <a:r>
              <a:rPr sz="1100" dirty="0">
                <a:solidFill>
                  <a:srgbClr val="1D5495"/>
                </a:solidFill>
                <a:latin typeface="Lucida Sans Unicode"/>
                <a:cs typeface="Lucida Sans Unicode"/>
              </a:rPr>
              <a:t>Vice</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0"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30" dirty="0">
                <a:solidFill>
                  <a:srgbClr val="1D5495"/>
                </a:solidFill>
                <a:latin typeface="Lucida Sans Unicode"/>
                <a:cs typeface="Lucida Sans Unicode"/>
              </a:rPr>
              <a:t> </a:t>
            </a:r>
            <a:r>
              <a:rPr sz="1100" spc="80" dirty="0">
                <a:solidFill>
                  <a:srgbClr val="1D5495"/>
                </a:solidFill>
                <a:latin typeface="Lucida Sans Unicode"/>
                <a:cs typeface="Lucida Sans Unicode"/>
              </a:rPr>
              <a:t>Jordan</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 </a:t>
            </a:r>
            <a:r>
              <a:rPr sz="1100" spc="20" dirty="0">
                <a:solidFill>
                  <a:srgbClr val="1D5495"/>
                </a:solidFill>
                <a:latin typeface="Lucida Sans Unicode"/>
                <a:cs typeface="Lucida Sans Unicode"/>
              </a:rPr>
              <a:t>Recording</a:t>
            </a:r>
            <a:r>
              <a:rPr sz="1100" spc="50"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55" dirty="0">
                <a:solidFill>
                  <a:srgbClr val="1D5495"/>
                </a:solidFill>
                <a:latin typeface="Lucida Sans Unicode"/>
                <a:cs typeface="Lucida Sans Unicode"/>
              </a:rPr>
              <a:t> </a:t>
            </a:r>
            <a:r>
              <a:rPr sz="1100" spc="20" dirty="0">
                <a:solidFill>
                  <a:srgbClr val="1D5495"/>
                </a:solidFill>
                <a:latin typeface="Lucida Sans Unicode"/>
                <a:cs typeface="Lucida Sans Unicode"/>
              </a:rPr>
              <a:t>Nia</a:t>
            </a:r>
            <a:r>
              <a:rPr sz="1100" spc="55" dirty="0">
                <a:solidFill>
                  <a:srgbClr val="1D5495"/>
                </a:solidFill>
                <a:latin typeface="Lucida Sans Unicode"/>
                <a:cs typeface="Lucida Sans Unicode"/>
              </a:rPr>
              <a:t> </a:t>
            </a:r>
            <a:r>
              <a:rPr sz="1100" spc="-20" dirty="0">
                <a:solidFill>
                  <a:srgbClr val="1D5495"/>
                </a:solidFill>
                <a:latin typeface="Lucida Sans Unicode"/>
                <a:cs typeface="Lucida Sans Unicode"/>
              </a:rPr>
              <a:t>Hope</a:t>
            </a:r>
            <a:endParaRPr sz="1100">
              <a:latin typeface="Lucida Sans Unicode"/>
              <a:cs typeface="Lucida Sans Unicode"/>
            </a:endParaRPr>
          </a:p>
          <a:p>
            <a:pPr marL="57785" marR="50165" algn="ctr">
              <a:lnSpc>
                <a:spcPct val="127299"/>
              </a:lnSpc>
            </a:pPr>
            <a:r>
              <a:rPr sz="1100" spc="20" dirty="0">
                <a:solidFill>
                  <a:srgbClr val="1D5495"/>
                </a:solidFill>
                <a:latin typeface="Lucida Sans Unicode"/>
                <a:cs typeface="Lucida Sans Unicode"/>
              </a:rPr>
              <a:t>Corresponding</a:t>
            </a:r>
            <a:r>
              <a:rPr sz="1100" spc="1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15"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Nihira</a:t>
            </a:r>
            <a:r>
              <a:rPr sz="1100" spc="15"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dirty="0">
                <a:solidFill>
                  <a:srgbClr val="1D5495"/>
                </a:solidFill>
                <a:latin typeface="Lucida Sans Unicode"/>
                <a:cs typeface="Lucida Sans Unicode"/>
              </a:rPr>
              <a:t>Treasurer-</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Haley</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Porter</a:t>
            </a:r>
            <a:endParaRPr sz="1100">
              <a:latin typeface="Lucida Sans Unicode"/>
              <a:cs typeface="Lucida Sans Unicode"/>
            </a:endParaRPr>
          </a:p>
          <a:p>
            <a:pPr marL="358140" marR="350520" algn="ctr">
              <a:lnSpc>
                <a:spcPct val="127299"/>
              </a:lnSpc>
            </a:pPr>
            <a:r>
              <a:rPr sz="1100" spc="20" dirty="0">
                <a:solidFill>
                  <a:srgbClr val="1D5495"/>
                </a:solidFill>
                <a:latin typeface="Lucida Sans Unicode"/>
                <a:cs typeface="Lucida Sans Unicode"/>
              </a:rPr>
              <a:t>Financial</a:t>
            </a:r>
            <a:r>
              <a:rPr sz="1100" spc="6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70" dirty="0">
                <a:solidFill>
                  <a:srgbClr val="1D5495"/>
                </a:solidFill>
                <a:latin typeface="Lucida Sans Unicode"/>
                <a:cs typeface="Lucida Sans Unicode"/>
              </a:rPr>
              <a:t> </a:t>
            </a:r>
            <a:r>
              <a:rPr sz="1100" spc="60" dirty="0">
                <a:solidFill>
                  <a:srgbClr val="1D5495"/>
                </a:solidFill>
                <a:latin typeface="Lucida Sans Unicode"/>
                <a:cs typeface="Lucida Sans Unicode"/>
              </a:rPr>
              <a:t>Camryn</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Martin Editors:</a:t>
            </a:r>
            <a:r>
              <a:rPr sz="1100" spc="-70"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endParaRPr sz="1100">
              <a:latin typeface="Lucida Sans Unicode"/>
              <a:cs typeface="Lucida Sans Unicode"/>
            </a:endParaRPr>
          </a:p>
          <a:p>
            <a:pPr marL="324485" marR="316865" indent="433070">
              <a:lnSpc>
                <a:spcPct val="127299"/>
              </a:lnSpc>
            </a:pPr>
            <a:r>
              <a:rPr sz="1100" spc="20" dirty="0">
                <a:solidFill>
                  <a:srgbClr val="1D5495"/>
                </a:solidFill>
                <a:latin typeface="Lucida Sans Unicode"/>
                <a:cs typeface="Lucida Sans Unicode"/>
              </a:rPr>
              <a:t>Parliamentarian:</a:t>
            </a:r>
            <a:r>
              <a:rPr sz="1100" spc="135" dirty="0">
                <a:solidFill>
                  <a:srgbClr val="1D5495"/>
                </a:solidFill>
                <a:latin typeface="Lucida Sans Unicode"/>
                <a:cs typeface="Lucida Sans Unicode"/>
              </a:rPr>
              <a:t> </a:t>
            </a:r>
            <a:r>
              <a:rPr sz="1100" spc="55" dirty="0">
                <a:solidFill>
                  <a:srgbClr val="1D5495"/>
                </a:solidFill>
                <a:latin typeface="Lucida Sans Unicode"/>
                <a:cs typeface="Lucida Sans Unicode"/>
              </a:rPr>
              <a:t>Vacant </a:t>
            </a:r>
            <a:r>
              <a:rPr sz="1100" dirty="0">
                <a:solidFill>
                  <a:srgbClr val="1D5495"/>
                </a:solidFill>
                <a:latin typeface="Lucida Sans Unicode"/>
                <a:cs typeface="Lucida Sans Unicode"/>
              </a:rPr>
              <a:t>Foundation</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50" dirty="0">
                <a:solidFill>
                  <a:srgbClr val="1D5495"/>
                </a:solidFill>
                <a:latin typeface="Lucida Sans Unicode"/>
                <a:cs typeface="Lucida Sans Unicode"/>
              </a:rPr>
              <a:t> Zachary </a:t>
            </a:r>
            <a:r>
              <a:rPr sz="1100" spc="65" dirty="0">
                <a:solidFill>
                  <a:srgbClr val="1D5495"/>
                </a:solidFill>
                <a:latin typeface="Lucida Sans Unicode"/>
                <a:cs typeface="Lucida Sans Unicode"/>
              </a:rPr>
              <a:t>Jackson</a:t>
            </a:r>
            <a:endParaRPr sz="1100">
              <a:latin typeface="Lucida Sans Unicode"/>
              <a:cs typeface="Lucida Sans Unicode"/>
            </a:endParaRPr>
          </a:p>
          <a:p>
            <a:pPr marL="633730" marR="626110" algn="ctr">
              <a:lnSpc>
                <a:spcPct val="127299"/>
              </a:lnSpc>
            </a:pPr>
            <a:r>
              <a:rPr sz="1100" spc="10" dirty="0">
                <a:solidFill>
                  <a:srgbClr val="1D5495"/>
                </a:solidFill>
                <a:latin typeface="Lucida Sans Unicode"/>
                <a:cs typeface="Lucida Sans Unicode"/>
              </a:rPr>
              <a:t>Chaplain:</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Matthew</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Brooks </a:t>
            </a:r>
            <a:r>
              <a:rPr sz="1100" dirty="0">
                <a:solidFill>
                  <a:srgbClr val="1D5495"/>
                </a:solidFill>
                <a:latin typeface="Lucida Sans Unicode"/>
                <a:cs typeface="Lucida Sans Unicode"/>
              </a:rPr>
              <a:t>Historian:</a:t>
            </a:r>
            <a:r>
              <a:rPr sz="1100" spc="-65" dirty="0">
                <a:solidFill>
                  <a:srgbClr val="1D5495"/>
                </a:solidFill>
                <a:latin typeface="Lucida Sans Unicode"/>
                <a:cs typeface="Lucida Sans Unicode"/>
              </a:rPr>
              <a:t> </a:t>
            </a:r>
            <a:r>
              <a:rPr sz="1100" spc="55" dirty="0">
                <a:solidFill>
                  <a:srgbClr val="1D5495"/>
                </a:solidFill>
                <a:latin typeface="Lucida Sans Unicode"/>
                <a:cs typeface="Lucida Sans Unicode"/>
              </a:rPr>
              <a:t>Vacant</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Legislative</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Isiah</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Wells</a:t>
            </a:r>
            <a:endParaRPr sz="1100">
              <a:latin typeface="Lucida Sans Unicode"/>
              <a:cs typeface="Lucida Sans Unicode"/>
            </a:endParaRPr>
          </a:p>
        </p:txBody>
      </p:sp>
      <p:sp>
        <p:nvSpPr>
          <p:cNvPr id="3" name="object 3"/>
          <p:cNvSpPr txBox="1"/>
          <p:nvPr/>
        </p:nvSpPr>
        <p:spPr>
          <a:xfrm>
            <a:off x="444500" y="7647799"/>
            <a:ext cx="3274060" cy="1549400"/>
          </a:xfrm>
          <a:prstGeom prst="rect">
            <a:avLst/>
          </a:prstGeom>
        </p:spPr>
        <p:txBody>
          <a:bodyPr vert="horz" wrap="square" lIns="0" tIns="12700" rIns="0" bIns="0" rtlCol="0">
            <a:spAutoFit/>
          </a:bodyPr>
          <a:lstStyle/>
          <a:p>
            <a:pPr marL="12700" marR="5080">
              <a:lnSpc>
                <a:spcPct val="100000"/>
              </a:lnSpc>
              <a:spcBef>
                <a:spcPts val="100"/>
              </a:spcBef>
            </a:pP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third</a:t>
            </a:r>
            <a:r>
              <a:rPr sz="1000" spc="10" dirty="0">
                <a:solidFill>
                  <a:srgbClr val="231F20"/>
                </a:solidFill>
                <a:latin typeface="Arial"/>
                <a:cs typeface="Arial"/>
              </a:rPr>
              <a:t> </a:t>
            </a:r>
            <a:r>
              <a:rPr sz="1000" spc="-10" dirty="0">
                <a:solidFill>
                  <a:srgbClr val="231F20"/>
                </a:solidFill>
                <a:latin typeface="Arial"/>
                <a:cs typeface="Arial"/>
              </a:rPr>
              <a:t>annual </a:t>
            </a:r>
            <a:r>
              <a:rPr sz="1000" dirty="0">
                <a:solidFill>
                  <a:srgbClr val="231F20"/>
                </a:solidFill>
                <a:latin typeface="Arial"/>
                <a:cs typeface="Arial"/>
              </a:rPr>
              <a:t>overnight</a:t>
            </a:r>
            <a:r>
              <a:rPr sz="1000" spc="-5" dirty="0">
                <a:solidFill>
                  <a:srgbClr val="231F20"/>
                </a:solidFill>
                <a:latin typeface="Arial"/>
                <a:cs typeface="Arial"/>
              </a:rPr>
              <a:t> </a:t>
            </a:r>
            <a:r>
              <a:rPr sz="1000" dirty="0">
                <a:solidFill>
                  <a:srgbClr val="231F20"/>
                </a:solidFill>
                <a:latin typeface="Arial"/>
                <a:cs typeface="Arial"/>
              </a:rPr>
              <a:t>retreat! </a:t>
            </a:r>
            <a:r>
              <a:rPr sz="1000" spc="-10" dirty="0">
                <a:solidFill>
                  <a:srgbClr val="231F20"/>
                </a:solidFill>
                <a:latin typeface="Arial"/>
                <a:cs typeface="Arial"/>
              </a:rPr>
              <a:t>Based</a:t>
            </a:r>
            <a:r>
              <a:rPr sz="1000" spc="-5" dirty="0">
                <a:solidFill>
                  <a:srgbClr val="231F20"/>
                </a:solidFill>
                <a:latin typeface="Arial"/>
                <a:cs typeface="Arial"/>
              </a:rPr>
              <a:t> </a:t>
            </a:r>
            <a:r>
              <a:rPr sz="1000" dirty="0">
                <a:solidFill>
                  <a:srgbClr val="231F20"/>
                </a:solidFill>
                <a:latin typeface="Arial"/>
                <a:cs typeface="Arial"/>
              </a:rPr>
              <a:t>on the</a:t>
            </a:r>
            <a:r>
              <a:rPr sz="1000" spc="-5" dirty="0">
                <a:solidFill>
                  <a:srgbClr val="231F20"/>
                </a:solidFill>
                <a:latin typeface="Arial"/>
                <a:cs typeface="Arial"/>
              </a:rPr>
              <a:t> </a:t>
            </a:r>
            <a:r>
              <a:rPr sz="1000" dirty="0">
                <a:solidFill>
                  <a:srgbClr val="231F20"/>
                </a:solidFill>
                <a:latin typeface="Arial"/>
                <a:cs typeface="Arial"/>
              </a:rPr>
              <a:t>African proverb,</a:t>
            </a:r>
            <a:r>
              <a:rPr sz="1000" spc="-5" dirty="0">
                <a:solidFill>
                  <a:srgbClr val="231F20"/>
                </a:solidFill>
                <a:latin typeface="Arial"/>
                <a:cs typeface="Arial"/>
              </a:rPr>
              <a:t> </a:t>
            </a:r>
            <a:r>
              <a:rPr sz="1000" spc="-20" dirty="0">
                <a:solidFill>
                  <a:srgbClr val="231F20"/>
                </a:solidFill>
                <a:latin typeface="Arial"/>
                <a:cs typeface="Arial"/>
              </a:rPr>
              <a:t>“Our Family </a:t>
            </a:r>
            <a:r>
              <a:rPr sz="1000" dirty="0">
                <a:solidFill>
                  <a:srgbClr val="231F20"/>
                </a:solidFill>
                <a:latin typeface="Arial"/>
                <a:cs typeface="Arial"/>
              </a:rPr>
              <a:t>is</a:t>
            </a:r>
            <a:r>
              <a:rPr sz="1000" spc="-20" dirty="0">
                <a:solidFill>
                  <a:srgbClr val="231F20"/>
                </a:solidFill>
                <a:latin typeface="Arial"/>
                <a:cs typeface="Arial"/>
              </a:rPr>
              <a:t> </a:t>
            </a:r>
            <a:r>
              <a:rPr sz="1000" dirty="0">
                <a:solidFill>
                  <a:srgbClr val="231F20"/>
                </a:solidFill>
                <a:latin typeface="Arial"/>
                <a:cs typeface="Arial"/>
              </a:rPr>
              <a:t>Like</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30" dirty="0">
                <a:solidFill>
                  <a:srgbClr val="231F20"/>
                </a:solidFill>
                <a:latin typeface="Arial"/>
                <a:cs typeface="Arial"/>
              </a:rPr>
              <a:t>Tree.</a:t>
            </a:r>
            <a:r>
              <a:rPr sz="1000" spc="-20"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can</a:t>
            </a:r>
            <a:r>
              <a:rPr sz="1000" spc="-20" dirty="0">
                <a:solidFill>
                  <a:srgbClr val="231F20"/>
                </a:solidFill>
                <a:latin typeface="Arial"/>
                <a:cs typeface="Arial"/>
              </a:rPr>
              <a:t> </a:t>
            </a:r>
            <a:r>
              <a:rPr sz="1000" dirty="0">
                <a:solidFill>
                  <a:srgbClr val="231F20"/>
                </a:solidFill>
                <a:latin typeface="Arial"/>
                <a:cs typeface="Arial"/>
              </a:rPr>
              <a:t>bend,</a:t>
            </a:r>
            <a:r>
              <a:rPr sz="1000" spc="-15" dirty="0">
                <a:solidFill>
                  <a:srgbClr val="231F20"/>
                </a:solidFill>
                <a:latin typeface="Arial"/>
                <a:cs typeface="Arial"/>
              </a:rPr>
              <a:t> </a:t>
            </a:r>
            <a:r>
              <a:rPr sz="1000" dirty="0">
                <a:solidFill>
                  <a:srgbClr val="231F20"/>
                </a:solidFill>
                <a:latin typeface="Arial"/>
                <a:cs typeface="Arial"/>
              </a:rPr>
              <a:t>but</a:t>
            </a:r>
            <a:r>
              <a:rPr sz="1000" spc="-20" dirty="0">
                <a:solidFill>
                  <a:srgbClr val="231F20"/>
                </a:solidFill>
                <a:latin typeface="Arial"/>
                <a:cs typeface="Arial"/>
              </a:rPr>
              <a:t> </a:t>
            </a:r>
            <a:r>
              <a:rPr sz="1000"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cannot</a:t>
            </a:r>
            <a:r>
              <a:rPr sz="1000" spc="-20" dirty="0">
                <a:solidFill>
                  <a:srgbClr val="231F20"/>
                </a:solidFill>
                <a:latin typeface="Arial"/>
                <a:cs typeface="Arial"/>
              </a:rPr>
              <a:t> </a:t>
            </a:r>
            <a:r>
              <a:rPr sz="1000" spc="-10" dirty="0">
                <a:solidFill>
                  <a:srgbClr val="231F20"/>
                </a:solidFill>
                <a:latin typeface="Arial"/>
                <a:cs typeface="Arial"/>
              </a:rPr>
              <a:t>break!”, </a:t>
            </a:r>
            <a:r>
              <a:rPr sz="1000" dirty="0">
                <a:solidFill>
                  <a:srgbClr val="231F20"/>
                </a:solidFill>
                <a:latin typeface="Arial"/>
                <a:cs typeface="Arial"/>
              </a:rPr>
              <a:t>this</a:t>
            </a:r>
            <a:r>
              <a:rPr sz="1000" spc="-15" dirty="0">
                <a:solidFill>
                  <a:srgbClr val="231F20"/>
                </a:solidFill>
                <a:latin typeface="Arial"/>
                <a:cs typeface="Arial"/>
              </a:rPr>
              <a:t> </a:t>
            </a:r>
            <a:r>
              <a:rPr sz="1000" spc="-10" dirty="0">
                <a:solidFill>
                  <a:srgbClr val="231F20"/>
                </a:solidFill>
                <a:latin typeface="Arial"/>
                <a:cs typeface="Arial"/>
              </a:rPr>
              <a:t>year’s</a:t>
            </a:r>
            <a:r>
              <a:rPr sz="1000" spc="-15" dirty="0">
                <a:solidFill>
                  <a:srgbClr val="231F20"/>
                </a:solidFill>
                <a:latin typeface="Arial"/>
                <a:cs typeface="Arial"/>
              </a:rPr>
              <a:t> </a:t>
            </a:r>
            <a:r>
              <a:rPr sz="1000" dirty="0">
                <a:solidFill>
                  <a:srgbClr val="231F20"/>
                </a:solidFill>
                <a:latin typeface="Arial"/>
                <a:cs typeface="Arial"/>
              </a:rPr>
              <a:t>theme</a:t>
            </a:r>
            <a:r>
              <a:rPr sz="1000" spc="-15" dirty="0">
                <a:solidFill>
                  <a:srgbClr val="231F20"/>
                </a:solidFill>
                <a:latin typeface="Arial"/>
                <a:cs typeface="Arial"/>
              </a:rPr>
              <a:t> </a:t>
            </a:r>
            <a:r>
              <a:rPr sz="1000" spc="-2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“Build.</a:t>
            </a:r>
            <a:r>
              <a:rPr sz="1000" spc="-15" dirty="0">
                <a:solidFill>
                  <a:srgbClr val="231F20"/>
                </a:solidFill>
                <a:latin typeface="Arial"/>
                <a:cs typeface="Arial"/>
              </a:rPr>
              <a:t> </a:t>
            </a:r>
            <a:r>
              <a:rPr sz="1000" dirty="0">
                <a:solidFill>
                  <a:srgbClr val="231F20"/>
                </a:solidFill>
                <a:latin typeface="Arial"/>
                <a:cs typeface="Arial"/>
              </a:rPr>
              <a:t>Strengthen.</a:t>
            </a:r>
            <a:r>
              <a:rPr sz="1000" spc="-15" dirty="0">
                <a:solidFill>
                  <a:srgbClr val="231F20"/>
                </a:solidFill>
                <a:latin typeface="Arial"/>
                <a:cs typeface="Arial"/>
              </a:rPr>
              <a:t> </a:t>
            </a:r>
            <a:r>
              <a:rPr sz="1000" spc="-20" dirty="0">
                <a:solidFill>
                  <a:srgbClr val="231F20"/>
                </a:solidFill>
                <a:latin typeface="Arial"/>
                <a:cs typeface="Arial"/>
              </a:rPr>
              <a:t>Grow.”</a:t>
            </a:r>
            <a:r>
              <a:rPr sz="1000" spc="-10" dirty="0">
                <a:solidFill>
                  <a:srgbClr val="231F20"/>
                </a:solidFill>
                <a:latin typeface="Arial"/>
                <a:cs typeface="Arial"/>
              </a:rPr>
              <a:t> </a:t>
            </a:r>
            <a:r>
              <a:rPr sz="1000" spc="-20" dirty="0">
                <a:solidFill>
                  <a:srgbClr val="231F20"/>
                </a:solidFill>
                <a:latin typeface="Arial"/>
                <a:cs typeface="Arial"/>
              </a:rPr>
              <a:t>Fresh</a:t>
            </a:r>
            <a:r>
              <a:rPr sz="1000" spc="50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42nd</a:t>
            </a:r>
            <a:r>
              <a:rPr sz="1000" spc="-5" dirty="0">
                <a:solidFill>
                  <a:srgbClr val="231F20"/>
                </a:solidFill>
                <a:latin typeface="Arial"/>
                <a:cs typeface="Arial"/>
              </a:rPr>
              <a:t> </a:t>
            </a:r>
            <a:r>
              <a:rPr sz="1000" dirty="0">
                <a:solidFill>
                  <a:srgbClr val="231F20"/>
                </a:solidFill>
                <a:latin typeface="Arial"/>
                <a:cs typeface="Arial"/>
              </a:rPr>
              <a:t>National</a:t>
            </a:r>
            <a:r>
              <a:rPr sz="1000" spc="-5" dirty="0">
                <a:solidFill>
                  <a:srgbClr val="231F20"/>
                </a:solidFill>
                <a:latin typeface="Arial"/>
                <a:cs typeface="Arial"/>
              </a:rPr>
              <a:t> </a:t>
            </a:r>
            <a:r>
              <a:rPr sz="1000" dirty="0">
                <a:solidFill>
                  <a:srgbClr val="231F20"/>
                </a:solidFill>
                <a:latin typeface="Arial"/>
                <a:cs typeface="Arial"/>
              </a:rPr>
              <a:t>Convention,</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spc="-10" dirty="0">
                <a:solidFill>
                  <a:srgbClr val="231F20"/>
                </a:solidFill>
                <a:latin typeface="Arial"/>
                <a:cs typeface="Arial"/>
              </a:rPr>
              <a:t>President </a:t>
            </a:r>
            <a:r>
              <a:rPr sz="1000" dirty="0">
                <a:solidFill>
                  <a:srgbClr val="231F20"/>
                </a:solidFill>
                <a:latin typeface="Arial"/>
                <a:cs typeface="Arial"/>
              </a:rPr>
              <a:t>presented</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recent</a:t>
            </a:r>
            <a:r>
              <a:rPr sz="1000" spc="25" dirty="0">
                <a:solidFill>
                  <a:srgbClr val="231F20"/>
                </a:solidFill>
                <a:latin typeface="Arial"/>
                <a:cs typeface="Arial"/>
              </a:rPr>
              <a:t> </a:t>
            </a:r>
            <a:r>
              <a:rPr sz="1000" dirty="0">
                <a:solidFill>
                  <a:srgbClr val="231F20"/>
                </a:solidFill>
                <a:latin typeface="Arial"/>
                <a:cs typeface="Arial"/>
              </a:rPr>
              <a:t>updates</a:t>
            </a:r>
            <a:r>
              <a:rPr sz="1000" spc="30" dirty="0">
                <a:solidFill>
                  <a:srgbClr val="231F20"/>
                </a:solidFill>
                <a:latin typeface="Arial"/>
                <a:cs typeface="Arial"/>
              </a:rPr>
              <a:t> </a:t>
            </a:r>
            <a:r>
              <a:rPr sz="1000" dirty="0">
                <a:solidFill>
                  <a:srgbClr val="231F20"/>
                </a:solidFill>
                <a:latin typeface="Arial"/>
                <a:cs typeface="Arial"/>
              </a:rPr>
              <a:t>including</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importance</a:t>
            </a:r>
            <a:endParaRPr sz="1000">
              <a:latin typeface="Arial"/>
              <a:cs typeface="Arial"/>
            </a:endParaRPr>
          </a:p>
          <a:p>
            <a:pPr marL="12700" marR="332740">
              <a:lnSpc>
                <a:spcPct val="100000"/>
              </a:lnSpc>
            </a:pPr>
            <a:r>
              <a:rPr sz="1000" dirty="0">
                <a:solidFill>
                  <a:srgbClr val="231F20"/>
                </a:solidFill>
                <a:latin typeface="Arial"/>
                <a:cs typeface="Arial"/>
              </a:rPr>
              <a:t>of preserving</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Jill’s</a:t>
            </a:r>
            <a:r>
              <a:rPr sz="1000" spc="5" dirty="0">
                <a:solidFill>
                  <a:srgbClr val="231F20"/>
                </a:solidFill>
                <a:latin typeface="Arial"/>
                <a:cs typeface="Arial"/>
              </a:rPr>
              <a:t> </a:t>
            </a:r>
            <a:r>
              <a:rPr sz="1000" dirty="0">
                <a:solidFill>
                  <a:srgbClr val="231F20"/>
                </a:solidFill>
                <a:latin typeface="Arial"/>
                <a:cs typeface="Arial"/>
              </a:rPr>
              <a:t>legacy</a:t>
            </a:r>
            <a:r>
              <a:rPr sz="1000" spc="5" dirty="0">
                <a:solidFill>
                  <a:srgbClr val="231F20"/>
                </a:solidFill>
                <a:latin typeface="Arial"/>
                <a:cs typeface="Arial"/>
              </a:rPr>
              <a:t> </a:t>
            </a:r>
            <a:r>
              <a:rPr sz="1000" dirty="0">
                <a:solidFill>
                  <a:srgbClr val="231F20"/>
                </a:solidFill>
                <a:latin typeface="Arial"/>
                <a:cs typeface="Arial"/>
              </a:rPr>
              <a:t>while </a:t>
            </a:r>
            <a:r>
              <a:rPr sz="1000" spc="-10" dirty="0">
                <a:solidFill>
                  <a:srgbClr val="231F20"/>
                </a:solidFill>
                <a:latin typeface="Arial"/>
                <a:cs typeface="Arial"/>
              </a:rPr>
              <a:t>embracing </a:t>
            </a:r>
            <a:r>
              <a:rPr sz="1000" dirty="0">
                <a:solidFill>
                  <a:srgbClr val="231F20"/>
                </a:solidFill>
                <a:latin typeface="Arial"/>
                <a:cs typeface="Arial"/>
              </a:rPr>
              <a:t>our</a:t>
            </a:r>
            <a:r>
              <a:rPr sz="1000" spc="30" dirty="0">
                <a:solidFill>
                  <a:srgbClr val="231F20"/>
                </a:solidFill>
                <a:latin typeface="Arial"/>
                <a:cs typeface="Arial"/>
              </a:rPr>
              <a:t> </a:t>
            </a:r>
            <a:r>
              <a:rPr sz="1000" dirty="0">
                <a:solidFill>
                  <a:srgbClr val="231F20"/>
                </a:solidFill>
                <a:latin typeface="Arial"/>
                <a:cs typeface="Arial"/>
              </a:rPr>
              <a:t>future</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modern</a:t>
            </a:r>
            <a:r>
              <a:rPr sz="1000" spc="30" dirty="0">
                <a:solidFill>
                  <a:srgbClr val="231F20"/>
                </a:solidFill>
                <a:latin typeface="Arial"/>
                <a:cs typeface="Arial"/>
              </a:rPr>
              <a:t> </a:t>
            </a:r>
            <a:r>
              <a:rPr sz="1000" dirty="0">
                <a:solidFill>
                  <a:srgbClr val="231F20"/>
                </a:solidFill>
                <a:latin typeface="Arial"/>
                <a:cs typeface="Arial"/>
              </a:rPr>
              <a:t>opportunities</a:t>
            </a:r>
            <a:r>
              <a:rPr sz="1000" spc="30" dirty="0">
                <a:solidFill>
                  <a:srgbClr val="231F20"/>
                </a:solidFill>
                <a:latin typeface="Arial"/>
                <a:cs typeface="Arial"/>
              </a:rPr>
              <a:t> </a:t>
            </a:r>
            <a:r>
              <a:rPr sz="1000" dirty="0">
                <a:solidFill>
                  <a:srgbClr val="231F20"/>
                </a:solidFill>
                <a:latin typeface="Arial"/>
                <a:cs typeface="Arial"/>
              </a:rPr>
              <a:t>that</a:t>
            </a:r>
            <a:r>
              <a:rPr sz="1000" spc="30" dirty="0">
                <a:solidFill>
                  <a:srgbClr val="231F20"/>
                </a:solidFill>
                <a:latin typeface="Arial"/>
                <a:cs typeface="Arial"/>
              </a:rPr>
              <a:t> </a:t>
            </a:r>
            <a:r>
              <a:rPr sz="1000" spc="-20" dirty="0">
                <a:solidFill>
                  <a:srgbClr val="231F20"/>
                </a:solidFill>
                <a:latin typeface="Arial"/>
                <a:cs typeface="Arial"/>
              </a:rPr>
              <a:t>come </a:t>
            </a:r>
            <a:r>
              <a:rPr sz="1000" dirty="0">
                <a:solidFill>
                  <a:srgbClr val="231F20"/>
                </a:solidFill>
                <a:latin typeface="Arial"/>
                <a:cs typeface="Arial"/>
              </a:rPr>
              <a:t>with it. Mothers were also</a:t>
            </a:r>
            <a:r>
              <a:rPr sz="1000" spc="5" dirty="0">
                <a:solidFill>
                  <a:srgbClr val="231F20"/>
                </a:solidFill>
                <a:latin typeface="Arial"/>
                <a:cs typeface="Arial"/>
              </a:rPr>
              <a:t> </a:t>
            </a:r>
            <a:r>
              <a:rPr sz="1000" dirty="0">
                <a:solidFill>
                  <a:srgbClr val="231F20"/>
                </a:solidFill>
                <a:latin typeface="Arial"/>
                <a:cs typeface="Arial"/>
              </a:rPr>
              <a:t>treated to informative </a:t>
            </a:r>
            <a:r>
              <a:rPr sz="1000" spc="-25" dirty="0">
                <a:solidFill>
                  <a:srgbClr val="231F20"/>
                </a:solidFill>
                <a:latin typeface="Arial"/>
                <a:cs typeface="Arial"/>
              </a:rPr>
              <a:t>and</a:t>
            </a:r>
            <a:endParaRPr sz="1000">
              <a:latin typeface="Arial"/>
              <a:cs typeface="Arial"/>
            </a:endParaRPr>
          </a:p>
          <a:p>
            <a:pPr marL="12700">
              <a:lnSpc>
                <a:spcPct val="100000"/>
              </a:lnSpc>
            </a:pPr>
            <a:r>
              <a:rPr sz="1000" dirty="0">
                <a:solidFill>
                  <a:srgbClr val="231F20"/>
                </a:solidFill>
                <a:latin typeface="Arial"/>
                <a:cs typeface="Arial"/>
              </a:rPr>
              <a:t>encouraging</a:t>
            </a:r>
            <a:r>
              <a:rPr sz="1000" spc="5" dirty="0">
                <a:solidFill>
                  <a:srgbClr val="231F20"/>
                </a:solidFill>
                <a:latin typeface="Arial"/>
                <a:cs typeface="Arial"/>
              </a:rPr>
              <a:t> </a:t>
            </a:r>
            <a:r>
              <a:rPr sz="1000" dirty="0">
                <a:solidFill>
                  <a:srgbClr val="231F20"/>
                </a:solidFill>
                <a:latin typeface="Arial"/>
                <a:cs typeface="Arial"/>
              </a:rPr>
              <a:t>presentations</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spc="-20" dirty="0">
                <a:solidFill>
                  <a:srgbClr val="231F20"/>
                </a:solidFill>
                <a:latin typeface="Arial"/>
                <a:cs typeface="Arial"/>
              </a:rPr>
              <a:t>Eastern</a:t>
            </a:r>
            <a:r>
              <a:rPr sz="1000" spc="10" dirty="0">
                <a:solidFill>
                  <a:srgbClr val="231F20"/>
                </a:solidFill>
                <a:latin typeface="Arial"/>
                <a:cs typeface="Arial"/>
              </a:rPr>
              <a:t> </a:t>
            </a:r>
            <a:r>
              <a:rPr sz="1000" spc="-10" dirty="0">
                <a:solidFill>
                  <a:srgbClr val="231F20"/>
                </a:solidFill>
                <a:latin typeface="Arial"/>
                <a:cs typeface="Arial"/>
              </a:rPr>
              <a:t>Regional</a:t>
            </a:r>
            <a:r>
              <a:rPr sz="1000" spc="10" dirty="0">
                <a:solidFill>
                  <a:srgbClr val="231F20"/>
                </a:solidFill>
                <a:latin typeface="Arial"/>
                <a:cs typeface="Arial"/>
              </a:rPr>
              <a:t> </a:t>
            </a:r>
            <a:r>
              <a:rPr sz="1000" spc="-10" dirty="0">
                <a:solidFill>
                  <a:srgbClr val="231F20"/>
                </a:solidFill>
                <a:latin typeface="Arial"/>
                <a:cs typeface="Arial"/>
              </a:rPr>
              <a:t>Director</a:t>
            </a:r>
            <a:endParaRPr sz="1000">
              <a:latin typeface="Arial"/>
              <a:cs typeface="Arial"/>
            </a:endParaRPr>
          </a:p>
        </p:txBody>
      </p:sp>
      <p:sp>
        <p:nvSpPr>
          <p:cNvPr id="4" name="object 4"/>
          <p:cNvSpPr txBox="1"/>
          <p:nvPr/>
        </p:nvSpPr>
        <p:spPr>
          <a:xfrm>
            <a:off x="4016375" y="2012175"/>
            <a:ext cx="3216275" cy="7073900"/>
          </a:xfrm>
          <a:prstGeom prst="rect">
            <a:avLst/>
          </a:prstGeom>
        </p:spPr>
        <p:txBody>
          <a:bodyPr vert="horz" wrap="square" lIns="0" tIns="12700" rIns="0" bIns="0" rtlCol="0">
            <a:spAutoFit/>
          </a:bodyPr>
          <a:lstStyle/>
          <a:p>
            <a:pPr marL="12700" marR="59690">
              <a:lnSpc>
                <a:spcPct val="100000"/>
              </a:lnSpc>
              <a:spcBef>
                <a:spcPts val="100"/>
              </a:spcBef>
            </a:pPr>
            <a:r>
              <a:rPr sz="1000" dirty="0">
                <a:solidFill>
                  <a:srgbClr val="231F20"/>
                </a:solidFill>
                <a:latin typeface="Arial"/>
                <a:cs typeface="Arial"/>
              </a:rPr>
              <a:t>Mondi</a:t>
            </a:r>
            <a:r>
              <a:rPr sz="1000" spc="-15" dirty="0">
                <a:solidFill>
                  <a:srgbClr val="231F20"/>
                </a:solidFill>
                <a:latin typeface="Arial"/>
                <a:cs typeface="Arial"/>
              </a:rPr>
              <a:t> </a:t>
            </a:r>
            <a:r>
              <a:rPr sz="1000" spc="-10" dirty="0">
                <a:solidFill>
                  <a:srgbClr val="231F20"/>
                </a:solidFill>
                <a:latin typeface="Arial"/>
                <a:cs typeface="Arial"/>
              </a:rPr>
              <a:t>Kumbula-</a:t>
            </a:r>
            <a:r>
              <a:rPr sz="1000" spc="-20" dirty="0">
                <a:solidFill>
                  <a:srgbClr val="231F20"/>
                </a:solidFill>
                <a:latin typeface="Arial"/>
                <a:cs typeface="Arial"/>
              </a:rPr>
              <a:t>Fraser</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Eastern</a:t>
            </a:r>
            <a:r>
              <a:rPr sz="1000" spc="-15" dirty="0">
                <a:solidFill>
                  <a:srgbClr val="231F20"/>
                </a:solidFill>
                <a:latin typeface="Arial"/>
                <a:cs typeface="Arial"/>
              </a:rPr>
              <a:t> </a:t>
            </a:r>
            <a:r>
              <a:rPr sz="1000" spc="-10" dirty="0">
                <a:solidFill>
                  <a:srgbClr val="231F20"/>
                </a:solidFill>
                <a:latin typeface="Arial"/>
                <a:cs typeface="Arial"/>
              </a:rPr>
              <a:t>Regional Legislative </a:t>
            </a:r>
            <a:r>
              <a:rPr sz="1000" spc="-25" dirty="0">
                <a:solidFill>
                  <a:srgbClr val="231F20"/>
                </a:solidFill>
                <a:latin typeface="Arial"/>
                <a:cs typeface="Arial"/>
              </a:rPr>
              <a:t>Chair,</a:t>
            </a:r>
            <a:r>
              <a:rPr sz="1000" spc="-15" dirty="0">
                <a:solidFill>
                  <a:srgbClr val="231F20"/>
                </a:solidFill>
                <a:latin typeface="Arial"/>
                <a:cs typeface="Arial"/>
              </a:rPr>
              <a:t> </a:t>
            </a:r>
            <a:r>
              <a:rPr sz="1000" spc="-30" dirty="0">
                <a:solidFill>
                  <a:srgbClr val="231F20"/>
                </a:solidFill>
                <a:latin typeface="Arial"/>
                <a:cs typeface="Arial"/>
              </a:rPr>
              <a:t>Tameka</a:t>
            </a:r>
            <a:r>
              <a:rPr sz="1000" spc="-15" dirty="0">
                <a:solidFill>
                  <a:srgbClr val="231F20"/>
                </a:solidFill>
                <a:latin typeface="Arial"/>
                <a:cs typeface="Arial"/>
              </a:rPr>
              <a:t> </a:t>
            </a:r>
            <a:r>
              <a:rPr sz="1000" spc="-10" dirty="0">
                <a:solidFill>
                  <a:srgbClr val="231F20"/>
                </a:solidFill>
                <a:latin typeface="Arial"/>
                <a:cs typeface="Arial"/>
              </a:rPr>
              <a:t>Bumbry. Also,</a:t>
            </a:r>
            <a:r>
              <a:rPr sz="1000" spc="-15" dirty="0">
                <a:solidFill>
                  <a:srgbClr val="231F20"/>
                </a:solidFill>
                <a:latin typeface="Arial"/>
                <a:cs typeface="Arial"/>
              </a:rPr>
              <a:t> </a:t>
            </a:r>
            <a:r>
              <a:rPr sz="1000" spc="-30" dirty="0">
                <a:solidFill>
                  <a:srgbClr val="231F20"/>
                </a:solidFill>
                <a:latin typeface="Arial"/>
                <a:cs typeface="Arial"/>
              </a:rPr>
              <a:t>JJMCMC’s</a:t>
            </a:r>
            <a:r>
              <a:rPr sz="1000" spc="-15" dirty="0">
                <a:solidFill>
                  <a:srgbClr val="231F20"/>
                </a:solidFill>
                <a:latin typeface="Arial"/>
                <a:cs typeface="Arial"/>
              </a:rPr>
              <a:t> </a:t>
            </a:r>
            <a:r>
              <a:rPr sz="1000" dirty="0">
                <a:solidFill>
                  <a:srgbClr val="231F20"/>
                </a:solidFill>
                <a:latin typeface="Arial"/>
                <a:cs typeface="Arial"/>
              </a:rPr>
              <a:t>own</a:t>
            </a:r>
            <a:r>
              <a:rPr sz="1000" spc="-10" dirty="0">
                <a:solidFill>
                  <a:srgbClr val="231F20"/>
                </a:solidFill>
                <a:latin typeface="Arial"/>
                <a:cs typeface="Arial"/>
              </a:rPr>
              <a:t> Chaplain, </a:t>
            </a:r>
            <a:r>
              <a:rPr sz="1000" spc="-30" dirty="0">
                <a:solidFill>
                  <a:srgbClr val="231F20"/>
                </a:solidFill>
                <a:latin typeface="Arial"/>
                <a:cs typeface="Arial"/>
              </a:rPr>
              <a:t>Yashima</a:t>
            </a:r>
            <a:r>
              <a:rPr sz="1000" dirty="0">
                <a:solidFill>
                  <a:srgbClr val="231F20"/>
                </a:solidFill>
                <a:latin typeface="Arial"/>
                <a:cs typeface="Arial"/>
              </a:rPr>
              <a:t> White </a:t>
            </a:r>
            <a:r>
              <a:rPr sz="1000" spc="-10" dirty="0">
                <a:solidFill>
                  <a:srgbClr val="231F20"/>
                </a:solidFill>
                <a:latin typeface="Arial"/>
                <a:cs typeface="Arial"/>
              </a:rPr>
              <a:t>AziLove</a:t>
            </a:r>
            <a:r>
              <a:rPr sz="1000" spc="5" dirty="0">
                <a:solidFill>
                  <a:srgbClr val="231F20"/>
                </a:solidFill>
                <a:latin typeface="Arial"/>
                <a:cs typeface="Arial"/>
              </a:rPr>
              <a:t> </a:t>
            </a:r>
            <a:r>
              <a:rPr sz="1000" dirty="0">
                <a:solidFill>
                  <a:srgbClr val="231F20"/>
                </a:solidFill>
                <a:latin typeface="Arial"/>
                <a:cs typeface="Arial"/>
              </a:rPr>
              <a:t>presented on</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“Seven</a:t>
            </a:r>
            <a:endParaRPr sz="1000">
              <a:latin typeface="Arial"/>
              <a:cs typeface="Arial"/>
            </a:endParaRPr>
          </a:p>
          <a:p>
            <a:pPr marL="12700" marR="60960">
              <a:lnSpc>
                <a:spcPct val="100000"/>
              </a:lnSpc>
            </a:pPr>
            <a:r>
              <a:rPr sz="1000" spc="-20" dirty="0">
                <a:solidFill>
                  <a:srgbClr val="231F20"/>
                </a:solidFill>
                <a:latin typeface="Arial"/>
                <a:cs typeface="Arial"/>
              </a:rPr>
              <a:t>Laws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Agreement.”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highlight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spc="-25" dirty="0">
                <a:solidFill>
                  <a:srgbClr val="231F20"/>
                </a:solidFill>
                <a:latin typeface="Arial"/>
                <a:cs typeface="Arial"/>
              </a:rPr>
              <a:t>was</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bonding</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“Pajama</a:t>
            </a:r>
            <a:r>
              <a:rPr sz="1000" spc="-5" dirty="0">
                <a:solidFill>
                  <a:srgbClr val="231F20"/>
                </a:solidFill>
                <a:latin typeface="Arial"/>
                <a:cs typeface="Arial"/>
              </a:rPr>
              <a:t> </a:t>
            </a:r>
            <a:r>
              <a:rPr sz="1000" spc="-20" dirty="0">
                <a:solidFill>
                  <a:srgbClr val="231F20"/>
                </a:solidFill>
                <a:latin typeface="Arial"/>
                <a:cs typeface="Arial"/>
              </a:rPr>
              <a:t>Mama</a:t>
            </a:r>
            <a:r>
              <a:rPr sz="1000" spc="-5" dirty="0">
                <a:solidFill>
                  <a:srgbClr val="231F20"/>
                </a:solidFill>
                <a:latin typeface="Arial"/>
                <a:cs typeface="Arial"/>
              </a:rPr>
              <a:t> </a:t>
            </a:r>
            <a:r>
              <a:rPr sz="1000" spc="-20" dirty="0">
                <a:solidFill>
                  <a:srgbClr val="231F20"/>
                </a:solidFill>
                <a:latin typeface="Arial"/>
                <a:cs typeface="Arial"/>
              </a:rPr>
              <a:t>Jam</a:t>
            </a:r>
            <a:r>
              <a:rPr sz="1000" spc="-5" dirty="0">
                <a:solidFill>
                  <a:srgbClr val="231F20"/>
                </a:solidFill>
                <a:latin typeface="Arial"/>
                <a:cs typeface="Arial"/>
              </a:rPr>
              <a:t> </a:t>
            </a:r>
            <a:r>
              <a:rPr sz="1000" dirty="0">
                <a:solidFill>
                  <a:srgbClr val="231F20"/>
                </a:solidFill>
                <a:latin typeface="Arial"/>
                <a:cs typeface="Arial"/>
              </a:rPr>
              <a:t>III”</a:t>
            </a:r>
            <a:r>
              <a:rPr sz="1000" spc="-5" dirty="0">
                <a:solidFill>
                  <a:srgbClr val="231F20"/>
                </a:solidFill>
                <a:latin typeface="Arial"/>
                <a:cs typeface="Arial"/>
              </a:rPr>
              <a:t> </a:t>
            </a:r>
            <a:r>
              <a:rPr sz="1000" spc="-20" dirty="0">
                <a:solidFill>
                  <a:srgbClr val="231F20"/>
                </a:solidFill>
                <a:latin typeface="Arial"/>
                <a:cs typeface="Arial"/>
              </a:rPr>
              <a:t>where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worked</a:t>
            </a:r>
            <a:r>
              <a:rPr sz="1000" spc="-5" dirty="0">
                <a:solidFill>
                  <a:srgbClr val="231F20"/>
                </a:solidFill>
                <a:latin typeface="Arial"/>
                <a:cs typeface="Arial"/>
              </a:rPr>
              <a:t> </a:t>
            </a:r>
            <a:r>
              <a:rPr sz="1000" dirty="0">
                <a:solidFill>
                  <a:srgbClr val="231F20"/>
                </a:solidFill>
                <a:latin typeface="Arial"/>
                <a:cs typeface="Arial"/>
              </a:rPr>
              <a:t>on a</a:t>
            </a:r>
            <a:r>
              <a:rPr sz="1000" spc="-5" dirty="0">
                <a:solidFill>
                  <a:srgbClr val="231F20"/>
                </a:solidFill>
                <a:latin typeface="Arial"/>
                <a:cs typeface="Arial"/>
              </a:rPr>
              <a:t> </a:t>
            </a:r>
            <a:r>
              <a:rPr sz="1000" dirty="0">
                <a:solidFill>
                  <a:srgbClr val="231F20"/>
                </a:solidFill>
                <a:latin typeface="Arial"/>
                <a:cs typeface="Arial"/>
              </a:rPr>
              <a:t>paint-by-number</a:t>
            </a:r>
            <a:r>
              <a:rPr sz="1000" spc="-5" dirty="0">
                <a:solidFill>
                  <a:srgbClr val="231F20"/>
                </a:solidFill>
                <a:latin typeface="Arial"/>
                <a:cs typeface="Arial"/>
              </a:rPr>
              <a:t> </a:t>
            </a:r>
            <a:r>
              <a:rPr sz="1000" dirty="0">
                <a:solidFill>
                  <a:srgbClr val="231F20"/>
                </a:solidFill>
                <a:latin typeface="Arial"/>
                <a:cs typeface="Arial"/>
              </a:rPr>
              <a:t>masterpiece </a:t>
            </a:r>
            <a:r>
              <a:rPr sz="1000" spc="-20" dirty="0">
                <a:solidFill>
                  <a:srgbClr val="231F20"/>
                </a:solidFill>
                <a:latin typeface="Arial"/>
                <a:cs typeface="Arial"/>
              </a:rPr>
              <a:t>that </a:t>
            </a:r>
            <a:r>
              <a:rPr sz="1000" dirty="0">
                <a:solidFill>
                  <a:srgbClr val="231F20"/>
                </a:solidFill>
                <a:latin typeface="Arial"/>
                <a:cs typeface="Arial"/>
              </a:rPr>
              <a:t>will</a:t>
            </a:r>
            <a:r>
              <a:rPr sz="1000" spc="-5"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dirty="0">
                <a:solidFill>
                  <a:srgbClr val="231F20"/>
                </a:solidFill>
                <a:latin typeface="Arial"/>
                <a:cs typeface="Arial"/>
              </a:rPr>
              <a:t>hung</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Healing</a:t>
            </a:r>
            <a:r>
              <a:rPr sz="1000" spc="-5" dirty="0">
                <a:solidFill>
                  <a:srgbClr val="231F20"/>
                </a:solidFill>
                <a:latin typeface="Arial"/>
                <a:cs typeface="Arial"/>
              </a:rPr>
              <a:t> </a:t>
            </a:r>
            <a:r>
              <a:rPr sz="1000" dirty="0">
                <a:solidFill>
                  <a:srgbClr val="231F20"/>
                </a:solidFill>
                <a:latin typeface="Arial"/>
                <a:cs typeface="Arial"/>
              </a:rPr>
              <a:t>Garden</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Children’s</a:t>
            </a:r>
            <a:r>
              <a:rPr sz="1000" spc="-5" dirty="0">
                <a:solidFill>
                  <a:srgbClr val="231F20"/>
                </a:solidFill>
                <a:latin typeface="Arial"/>
                <a:cs typeface="Arial"/>
              </a:rPr>
              <a:t> </a:t>
            </a:r>
            <a:r>
              <a:rPr sz="1000" spc="-25" dirty="0">
                <a:solidFill>
                  <a:srgbClr val="231F20"/>
                </a:solidFill>
                <a:latin typeface="Arial"/>
                <a:cs typeface="Arial"/>
              </a:rPr>
              <a:t>Inn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 National Institute of Health Hospital.</a:t>
            </a:r>
            <a:r>
              <a:rPr sz="1000" spc="-5" dirty="0">
                <a:solidFill>
                  <a:srgbClr val="231F20"/>
                </a:solidFill>
                <a:latin typeface="Arial"/>
                <a:cs typeface="Arial"/>
              </a:rPr>
              <a:t> </a:t>
            </a:r>
            <a:r>
              <a:rPr sz="1000" spc="-45" dirty="0">
                <a:solidFill>
                  <a:srgbClr val="231F20"/>
                </a:solidFill>
                <a:latin typeface="Arial"/>
                <a:cs typeface="Arial"/>
              </a:rPr>
              <a:t>We</a:t>
            </a:r>
            <a:r>
              <a:rPr sz="1000" dirty="0">
                <a:solidFill>
                  <a:srgbClr val="231F20"/>
                </a:solidFill>
                <a:latin typeface="Arial"/>
                <a:cs typeface="Arial"/>
              </a:rPr>
              <a:t> held </a:t>
            </a:r>
            <a:r>
              <a:rPr sz="1000" spc="-25" dirty="0">
                <a:solidFill>
                  <a:srgbClr val="231F20"/>
                </a:solidFill>
                <a:latin typeface="Arial"/>
                <a:cs typeface="Arial"/>
              </a:rPr>
              <a:t>our </a:t>
            </a:r>
            <a:r>
              <a:rPr sz="1000" dirty="0">
                <a:solidFill>
                  <a:srgbClr val="231F20"/>
                </a:solidFill>
                <a:latin typeface="Arial"/>
                <a:cs typeface="Arial"/>
              </a:rPr>
              <a:t>annual</a:t>
            </a:r>
            <a:r>
              <a:rPr sz="1000" spc="-20"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spc="-45"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during</a:t>
            </a:r>
            <a:r>
              <a:rPr sz="1000" spc="-20" dirty="0">
                <a:solidFill>
                  <a:srgbClr val="231F20"/>
                </a:solidFill>
                <a:latin typeface="Arial"/>
                <a:cs typeface="Arial"/>
              </a:rPr>
              <a:t> </a:t>
            </a:r>
            <a:r>
              <a:rPr sz="1000" dirty="0">
                <a:solidFill>
                  <a:srgbClr val="231F20"/>
                </a:solidFill>
                <a:latin typeface="Arial"/>
                <a:cs typeface="Arial"/>
              </a:rPr>
              <a:t>which</a:t>
            </a:r>
            <a:r>
              <a:rPr sz="1000" spc="-1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Senior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presented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memorial</a:t>
            </a:r>
            <a:r>
              <a:rPr sz="1000" spc="-10" dirty="0">
                <a:solidFill>
                  <a:srgbClr val="231F20"/>
                </a:solidFill>
                <a:latin typeface="Arial"/>
                <a:cs typeface="Arial"/>
              </a:rPr>
              <a:t> </a:t>
            </a:r>
            <a:r>
              <a:rPr sz="1000" dirty="0">
                <a:solidFill>
                  <a:srgbClr val="231F20"/>
                </a:solidFill>
                <a:latin typeface="Arial"/>
                <a:cs typeface="Arial"/>
              </a:rPr>
              <a:t>ceremony</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honor</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Carole </a:t>
            </a:r>
            <a:r>
              <a:rPr sz="1000" dirty="0">
                <a:solidFill>
                  <a:srgbClr val="231F20"/>
                </a:solidFill>
                <a:latin typeface="Arial"/>
                <a:cs typeface="Arial"/>
              </a:rPr>
              <a:t>Robertson.</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Programming</a:t>
            </a:r>
            <a:r>
              <a:rPr sz="1000" spc="-25" dirty="0">
                <a:solidFill>
                  <a:srgbClr val="231F20"/>
                </a:solidFill>
                <a:latin typeface="Arial"/>
                <a:cs typeface="Arial"/>
              </a:rPr>
              <a:t> </a:t>
            </a:r>
            <a:r>
              <a:rPr sz="1000" dirty="0">
                <a:solidFill>
                  <a:srgbClr val="231F20"/>
                </a:solidFill>
                <a:latin typeface="Arial"/>
                <a:cs typeface="Arial"/>
              </a:rPr>
              <a:t>Committee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Fathers </a:t>
            </a:r>
            <a:r>
              <a:rPr sz="1000" dirty="0">
                <a:solidFill>
                  <a:srgbClr val="231F20"/>
                </a:solidFill>
                <a:latin typeface="Arial"/>
                <a:cs typeface="Arial"/>
              </a:rPr>
              <a:t>Auxiliary</a:t>
            </a:r>
            <a:r>
              <a:rPr sz="1000" spc="10" dirty="0">
                <a:solidFill>
                  <a:srgbClr val="231F20"/>
                </a:solidFill>
                <a:latin typeface="Arial"/>
                <a:cs typeface="Arial"/>
              </a:rPr>
              <a:t> </a:t>
            </a:r>
            <a:r>
              <a:rPr sz="1000" dirty="0">
                <a:solidFill>
                  <a:srgbClr val="231F20"/>
                </a:solidFill>
                <a:latin typeface="Arial"/>
                <a:cs typeface="Arial"/>
              </a:rPr>
              <a:t>planned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executed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wonderful</a:t>
            </a:r>
            <a:r>
              <a:rPr sz="1000" spc="15" dirty="0">
                <a:solidFill>
                  <a:srgbClr val="231F20"/>
                </a:solidFill>
                <a:latin typeface="Arial"/>
                <a:cs typeface="Arial"/>
              </a:rPr>
              <a:t> </a:t>
            </a:r>
            <a:r>
              <a:rPr sz="1000" dirty="0">
                <a:solidFill>
                  <a:srgbClr val="231F20"/>
                </a:solidFill>
                <a:latin typeface="Arial"/>
                <a:cs typeface="Arial"/>
              </a:rPr>
              <a:t>event</a:t>
            </a:r>
            <a:r>
              <a:rPr sz="1000" spc="1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Jack</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Jill</a:t>
            </a:r>
            <a:r>
              <a:rPr sz="1000" spc="-20" dirty="0">
                <a:solidFill>
                  <a:srgbClr val="231F20"/>
                </a:solidFill>
                <a:latin typeface="Arial"/>
                <a:cs typeface="Arial"/>
              </a:rPr>
              <a:t> </a:t>
            </a:r>
            <a:r>
              <a:rPr sz="1000" spc="-45" dirty="0">
                <a:solidFill>
                  <a:srgbClr val="231F20"/>
                </a:solidFill>
                <a:latin typeface="Arial"/>
                <a:cs typeface="Arial"/>
              </a:rPr>
              <a:t>Day.</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45" dirty="0">
                <a:solidFill>
                  <a:srgbClr val="231F20"/>
                </a:solidFill>
                <a:latin typeface="Arial"/>
                <a:cs typeface="Arial"/>
              </a:rPr>
              <a:t>DJ,</a:t>
            </a:r>
            <a:r>
              <a:rPr sz="1000" spc="-25" dirty="0">
                <a:solidFill>
                  <a:srgbClr val="231F20"/>
                </a:solidFill>
                <a:latin typeface="Arial"/>
                <a:cs typeface="Arial"/>
              </a:rPr>
              <a:t> </a:t>
            </a:r>
            <a:r>
              <a:rPr sz="1000" dirty="0">
                <a:solidFill>
                  <a:srgbClr val="231F20"/>
                </a:solidFill>
                <a:latin typeface="Arial"/>
                <a:cs typeface="Arial"/>
              </a:rPr>
              <a:t>Bounce</a:t>
            </a:r>
            <a:r>
              <a:rPr sz="1000" spc="-20" dirty="0">
                <a:solidFill>
                  <a:srgbClr val="231F20"/>
                </a:solidFill>
                <a:latin typeface="Arial"/>
                <a:cs typeface="Arial"/>
              </a:rPr>
              <a:t> </a:t>
            </a:r>
            <a:r>
              <a:rPr sz="1000" dirty="0">
                <a:solidFill>
                  <a:srgbClr val="231F20"/>
                </a:solidFill>
                <a:latin typeface="Arial"/>
                <a:cs typeface="Arial"/>
              </a:rPr>
              <a:t>House,</a:t>
            </a:r>
            <a:r>
              <a:rPr sz="1000" spc="-25" dirty="0">
                <a:solidFill>
                  <a:srgbClr val="231F20"/>
                </a:solidFill>
                <a:latin typeface="Arial"/>
                <a:cs typeface="Arial"/>
              </a:rPr>
              <a:t> </a:t>
            </a:r>
            <a:r>
              <a:rPr sz="1000" dirty="0">
                <a:solidFill>
                  <a:srgbClr val="231F20"/>
                </a:solidFill>
                <a:latin typeface="Arial"/>
                <a:cs typeface="Arial"/>
              </a:rPr>
              <a:t>field</a:t>
            </a:r>
            <a:r>
              <a:rPr sz="1000" spc="-20" dirty="0">
                <a:solidFill>
                  <a:srgbClr val="231F20"/>
                </a:solidFill>
                <a:latin typeface="Arial"/>
                <a:cs typeface="Arial"/>
              </a:rPr>
              <a:t> </a:t>
            </a:r>
            <a:r>
              <a:rPr sz="1000" spc="-10" dirty="0">
                <a:solidFill>
                  <a:srgbClr val="231F20"/>
                </a:solidFill>
                <a:latin typeface="Arial"/>
                <a:cs typeface="Arial"/>
              </a:rPr>
              <a:t>games,</a:t>
            </a:r>
            <a:r>
              <a:rPr sz="1000" spc="-25" dirty="0">
                <a:solidFill>
                  <a:srgbClr val="231F20"/>
                </a:solidFill>
                <a:latin typeface="Arial"/>
                <a:cs typeface="Arial"/>
              </a:rPr>
              <a:t> and </a:t>
            </a:r>
            <a:r>
              <a:rPr sz="1000" dirty="0">
                <a:solidFill>
                  <a:srgbClr val="231F20"/>
                </a:solidFill>
                <a:latin typeface="Arial"/>
                <a:cs typeface="Arial"/>
              </a:rPr>
              <a:t>creek</a:t>
            </a:r>
            <a:r>
              <a:rPr sz="1000" spc="15" dirty="0">
                <a:solidFill>
                  <a:srgbClr val="231F20"/>
                </a:solidFill>
                <a:latin typeface="Arial"/>
                <a:cs typeface="Arial"/>
              </a:rPr>
              <a:t> </a:t>
            </a:r>
            <a:r>
              <a:rPr sz="1000" dirty="0">
                <a:solidFill>
                  <a:srgbClr val="231F20"/>
                </a:solidFill>
                <a:latin typeface="Arial"/>
                <a:cs typeface="Arial"/>
              </a:rPr>
              <a:t>exploration</a:t>
            </a:r>
            <a:r>
              <a:rPr sz="1000" spc="15" dirty="0">
                <a:solidFill>
                  <a:srgbClr val="231F20"/>
                </a:solidFill>
                <a:latin typeface="Arial"/>
                <a:cs typeface="Arial"/>
              </a:rPr>
              <a:t> </a:t>
            </a:r>
            <a:r>
              <a:rPr sz="1000" dirty="0">
                <a:solidFill>
                  <a:srgbClr val="231F20"/>
                </a:solidFill>
                <a:latin typeface="Arial"/>
                <a:cs typeface="Arial"/>
              </a:rPr>
              <a:t>made</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event</a:t>
            </a:r>
            <a:r>
              <a:rPr sz="1000" spc="20" dirty="0">
                <a:solidFill>
                  <a:srgbClr val="231F20"/>
                </a:solidFill>
                <a:latin typeface="Arial"/>
                <a:cs typeface="Arial"/>
              </a:rPr>
              <a:t> </a:t>
            </a:r>
            <a:r>
              <a:rPr sz="1000" dirty="0">
                <a:solidFill>
                  <a:srgbClr val="231F20"/>
                </a:solidFill>
                <a:latin typeface="Arial"/>
                <a:cs typeface="Arial"/>
              </a:rPr>
              <a:t>better</a:t>
            </a:r>
            <a:r>
              <a:rPr sz="1000" spc="15" dirty="0">
                <a:solidFill>
                  <a:srgbClr val="231F20"/>
                </a:solidFill>
                <a:latin typeface="Arial"/>
                <a:cs typeface="Arial"/>
              </a:rPr>
              <a:t> </a:t>
            </a:r>
            <a:r>
              <a:rPr sz="1000" dirty="0">
                <a:solidFill>
                  <a:srgbClr val="231F20"/>
                </a:solidFill>
                <a:latin typeface="Arial"/>
                <a:cs typeface="Arial"/>
              </a:rPr>
              <a:t>than</a:t>
            </a:r>
            <a:r>
              <a:rPr sz="1000" spc="15" dirty="0">
                <a:solidFill>
                  <a:srgbClr val="231F20"/>
                </a:solidFill>
                <a:latin typeface="Arial"/>
                <a:cs typeface="Arial"/>
              </a:rPr>
              <a:t> </a:t>
            </a:r>
            <a:r>
              <a:rPr sz="1000" spc="-20" dirty="0">
                <a:solidFill>
                  <a:srgbClr val="231F20"/>
                </a:solidFill>
                <a:latin typeface="Arial"/>
                <a:cs typeface="Arial"/>
              </a:rPr>
              <a:t>ever.</a:t>
            </a:r>
            <a:r>
              <a:rPr sz="1000" spc="20" dirty="0">
                <a:solidFill>
                  <a:srgbClr val="231F20"/>
                </a:solidFill>
                <a:latin typeface="Arial"/>
                <a:cs typeface="Arial"/>
              </a:rPr>
              <a:t> </a:t>
            </a:r>
            <a:r>
              <a:rPr sz="1000" spc="-25" dirty="0">
                <a:solidFill>
                  <a:srgbClr val="231F20"/>
                </a:solidFill>
                <a:latin typeface="Arial"/>
                <a:cs typeface="Arial"/>
              </a:rPr>
              <a:t>We </a:t>
            </a:r>
            <a:r>
              <a:rPr sz="1000" dirty="0">
                <a:solidFill>
                  <a:srgbClr val="231F20"/>
                </a:solidFill>
                <a:latin typeface="Arial"/>
                <a:cs typeface="Arial"/>
              </a:rPr>
              <a:t>had</a:t>
            </a:r>
            <a:r>
              <a:rPr sz="1000" spc="35" dirty="0">
                <a:solidFill>
                  <a:srgbClr val="231F20"/>
                </a:solidFill>
                <a:latin typeface="Arial"/>
                <a:cs typeface="Arial"/>
              </a:rPr>
              <a:t> </a:t>
            </a:r>
            <a:r>
              <a:rPr sz="1000" dirty="0">
                <a:solidFill>
                  <a:srgbClr val="231F20"/>
                </a:solidFill>
                <a:latin typeface="Arial"/>
                <a:cs typeface="Arial"/>
              </a:rPr>
              <a:t>225</a:t>
            </a:r>
            <a:r>
              <a:rPr sz="1000" spc="35" dirty="0">
                <a:solidFill>
                  <a:srgbClr val="231F20"/>
                </a:solidFill>
                <a:latin typeface="Arial"/>
                <a:cs typeface="Arial"/>
              </a:rPr>
              <a:t> </a:t>
            </a:r>
            <a:r>
              <a:rPr sz="1000" dirty="0">
                <a:solidFill>
                  <a:srgbClr val="231F20"/>
                </a:solidFill>
                <a:latin typeface="Arial"/>
                <a:cs typeface="Arial"/>
              </a:rPr>
              <a:t>people</a:t>
            </a:r>
            <a:r>
              <a:rPr sz="1000" spc="40" dirty="0">
                <a:solidFill>
                  <a:srgbClr val="231F20"/>
                </a:solidFill>
                <a:latin typeface="Arial"/>
                <a:cs typeface="Arial"/>
              </a:rPr>
              <a:t> </a:t>
            </a:r>
            <a:r>
              <a:rPr sz="1000" dirty="0">
                <a:solidFill>
                  <a:srgbClr val="231F20"/>
                </a:solidFill>
                <a:latin typeface="Arial"/>
                <a:cs typeface="Arial"/>
              </a:rPr>
              <a:t>attend</a:t>
            </a:r>
            <a:r>
              <a:rPr sz="1000" spc="35" dirty="0">
                <a:solidFill>
                  <a:srgbClr val="231F20"/>
                </a:solidFill>
                <a:latin typeface="Arial"/>
                <a:cs typeface="Arial"/>
              </a:rPr>
              <a:t> </a:t>
            </a:r>
            <a:r>
              <a:rPr sz="1000" dirty="0">
                <a:solidFill>
                  <a:srgbClr val="231F20"/>
                </a:solidFill>
                <a:latin typeface="Arial"/>
                <a:cs typeface="Arial"/>
              </a:rPr>
              <a:t>this</a:t>
            </a:r>
            <a:r>
              <a:rPr sz="1000" spc="40" dirty="0">
                <a:solidFill>
                  <a:srgbClr val="231F20"/>
                </a:solidFill>
                <a:latin typeface="Arial"/>
                <a:cs typeface="Arial"/>
              </a:rPr>
              <a:t> </a:t>
            </a:r>
            <a:r>
              <a:rPr sz="1000" spc="-10" dirty="0">
                <a:solidFill>
                  <a:srgbClr val="231F20"/>
                </a:solidFill>
                <a:latin typeface="Arial"/>
                <a:cs typeface="Arial"/>
              </a:rPr>
              <a:t>event!</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held</a:t>
            </a:r>
            <a:r>
              <a:rPr sz="1000" spc="-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third</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Holiday </a:t>
            </a:r>
            <a:r>
              <a:rPr sz="1000" spc="-10" dirty="0">
                <a:solidFill>
                  <a:srgbClr val="231F20"/>
                </a:solidFill>
                <a:latin typeface="Arial"/>
                <a:cs typeface="Arial"/>
              </a:rPr>
              <a:t>Dinner </a:t>
            </a:r>
            <a:r>
              <a:rPr sz="1000" dirty="0">
                <a:solidFill>
                  <a:srgbClr val="231F20"/>
                </a:solidFill>
                <a:latin typeface="Arial"/>
                <a:cs typeface="Arial"/>
              </a:rPr>
              <a:t>Dance</a:t>
            </a:r>
            <a:r>
              <a:rPr sz="1000" spc="-25" dirty="0">
                <a:solidFill>
                  <a:srgbClr val="231F20"/>
                </a:solidFill>
                <a:latin typeface="Arial"/>
                <a:cs typeface="Arial"/>
              </a:rPr>
              <a:t> </a:t>
            </a:r>
            <a:r>
              <a:rPr sz="1000" dirty="0">
                <a:solidFill>
                  <a:srgbClr val="231F20"/>
                </a:solidFill>
                <a:latin typeface="Arial"/>
                <a:cs typeface="Arial"/>
              </a:rPr>
              <a:t>entitled</a:t>
            </a:r>
            <a:r>
              <a:rPr sz="1000" spc="-20" dirty="0">
                <a:solidFill>
                  <a:srgbClr val="231F20"/>
                </a:solidFill>
                <a:latin typeface="Arial"/>
                <a:cs typeface="Arial"/>
              </a:rPr>
              <a:t> </a:t>
            </a:r>
            <a:r>
              <a:rPr sz="1000" dirty="0">
                <a:solidFill>
                  <a:srgbClr val="231F20"/>
                </a:solidFill>
                <a:latin typeface="Arial"/>
                <a:cs typeface="Arial"/>
              </a:rPr>
              <a:t>“Jingle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Mingle.”</a:t>
            </a:r>
            <a:r>
              <a:rPr sz="1000" spc="-20"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Jillers</a:t>
            </a:r>
            <a:r>
              <a:rPr sz="1000" spc="-20" dirty="0">
                <a:solidFill>
                  <a:srgbClr val="231F20"/>
                </a:solidFill>
                <a:latin typeface="Arial"/>
                <a:cs typeface="Arial"/>
              </a:rPr>
              <a:t> from </a:t>
            </a:r>
            <a:r>
              <a:rPr sz="1000" dirty="0">
                <a:solidFill>
                  <a:srgbClr val="231F20"/>
                </a:solidFill>
                <a:latin typeface="Arial"/>
                <a:cs typeface="Arial"/>
              </a:rPr>
              <a:t>all</a:t>
            </a:r>
            <a:r>
              <a:rPr sz="1000" spc="40" dirty="0">
                <a:solidFill>
                  <a:srgbClr val="231F20"/>
                </a:solidFill>
                <a:latin typeface="Arial"/>
                <a:cs typeface="Arial"/>
              </a:rPr>
              <a:t> </a:t>
            </a:r>
            <a:r>
              <a:rPr sz="1000" dirty="0">
                <a:solidFill>
                  <a:srgbClr val="231F20"/>
                </a:solidFill>
                <a:latin typeface="Arial"/>
                <a:cs typeface="Arial"/>
              </a:rPr>
              <a:t>age</a:t>
            </a:r>
            <a:r>
              <a:rPr sz="1000" spc="45" dirty="0">
                <a:solidFill>
                  <a:srgbClr val="231F20"/>
                </a:solidFill>
                <a:latin typeface="Arial"/>
                <a:cs typeface="Arial"/>
              </a:rPr>
              <a:t> </a:t>
            </a:r>
            <a:r>
              <a:rPr sz="1000" dirty="0">
                <a:solidFill>
                  <a:srgbClr val="231F20"/>
                </a:solidFill>
                <a:latin typeface="Arial"/>
                <a:cs typeface="Arial"/>
              </a:rPr>
              <a:t>groups</a:t>
            </a:r>
            <a:r>
              <a:rPr sz="1000" spc="40" dirty="0">
                <a:solidFill>
                  <a:srgbClr val="231F20"/>
                </a:solidFill>
                <a:latin typeface="Arial"/>
                <a:cs typeface="Arial"/>
              </a:rPr>
              <a:t> </a:t>
            </a:r>
            <a:r>
              <a:rPr sz="1000" dirty="0">
                <a:solidFill>
                  <a:srgbClr val="231F20"/>
                </a:solidFill>
                <a:latin typeface="Arial"/>
                <a:cs typeface="Arial"/>
              </a:rPr>
              <a:t>provided</a:t>
            </a:r>
            <a:r>
              <a:rPr sz="1000" spc="45" dirty="0">
                <a:solidFill>
                  <a:srgbClr val="231F20"/>
                </a:solidFill>
                <a:latin typeface="Arial"/>
                <a:cs typeface="Arial"/>
              </a:rPr>
              <a:t> </a:t>
            </a:r>
            <a:r>
              <a:rPr sz="1000" dirty="0">
                <a:solidFill>
                  <a:srgbClr val="231F20"/>
                </a:solidFill>
                <a:latin typeface="Arial"/>
                <a:cs typeface="Arial"/>
              </a:rPr>
              <a:t>entertainment</a:t>
            </a:r>
            <a:r>
              <a:rPr sz="1000" spc="85" dirty="0">
                <a:solidFill>
                  <a:srgbClr val="231F20"/>
                </a:solidFill>
                <a:latin typeface="Arial"/>
                <a:cs typeface="Arial"/>
              </a:rPr>
              <a:t> </a:t>
            </a:r>
            <a:r>
              <a:rPr sz="1000" dirty="0">
                <a:solidFill>
                  <a:srgbClr val="231F20"/>
                </a:solidFill>
                <a:latin typeface="Arial"/>
                <a:cs typeface="Arial"/>
              </a:rPr>
              <a:t>highlighting</a:t>
            </a:r>
            <a:r>
              <a:rPr sz="1000" spc="30" dirty="0">
                <a:solidFill>
                  <a:srgbClr val="231F20"/>
                </a:solidFill>
                <a:latin typeface="Arial"/>
                <a:cs typeface="Arial"/>
              </a:rPr>
              <a:t> </a:t>
            </a:r>
            <a:r>
              <a:rPr sz="1000" spc="-20" dirty="0">
                <a:solidFill>
                  <a:srgbClr val="231F20"/>
                </a:solidFill>
                <a:latin typeface="Arial"/>
                <a:cs typeface="Arial"/>
              </a:rPr>
              <a:t>each </a:t>
            </a:r>
            <a:r>
              <a:rPr sz="1000" dirty="0">
                <a:solidFill>
                  <a:srgbClr val="231F20"/>
                </a:solidFill>
                <a:latin typeface="Arial"/>
                <a:cs typeface="Arial"/>
              </a:rPr>
              <a:t>child’s</a:t>
            </a:r>
            <a:r>
              <a:rPr sz="1000" spc="-10" dirty="0">
                <a:solidFill>
                  <a:srgbClr val="231F20"/>
                </a:solidFill>
                <a:latin typeface="Arial"/>
                <a:cs typeface="Arial"/>
              </a:rPr>
              <a:t> </a:t>
            </a:r>
            <a:r>
              <a:rPr sz="1000" dirty="0">
                <a:solidFill>
                  <a:srgbClr val="231F20"/>
                </a:solidFill>
                <a:latin typeface="Arial"/>
                <a:cs typeface="Arial"/>
              </a:rPr>
              <a:t>individual</a:t>
            </a:r>
            <a:r>
              <a:rPr sz="1000" spc="-10" dirty="0">
                <a:solidFill>
                  <a:srgbClr val="231F20"/>
                </a:solidFill>
                <a:latin typeface="Arial"/>
                <a:cs typeface="Arial"/>
              </a:rPr>
              <a:t> </a:t>
            </a:r>
            <a:r>
              <a:rPr sz="1000" dirty="0">
                <a:solidFill>
                  <a:srgbClr val="231F20"/>
                </a:solidFill>
                <a:latin typeface="Arial"/>
                <a:cs typeface="Arial"/>
              </a:rPr>
              <a:t>talent,</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graduating</a:t>
            </a:r>
            <a:r>
              <a:rPr sz="1000" spc="30" dirty="0">
                <a:solidFill>
                  <a:srgbClr val="231F20"/>
                </a:solidFill>
                <a:latin typeface="Arial"/>
                <a:cs typeface="Arial"/>
              </a:rPr>
              <a:t> </a:t>
            </a:r>
            <a:r>
              <a:rPr sz="1000" dirty="0">
                <a:solidFill>
                  <a:srgbClr val="231F20"/>
                </a:solidFill>
                <a:latin typeface="Arial"/>
                <a:cs typeface="Arial"/>
              </a:rPr>
              <a:t>Senior</a:t>
            </a:r>
            <a:r>
              <a:rPr sz="1000" spc="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celebrated</a:t>
            </a:r>
            <a:r>
              <a:rPr sz="1000" spc="-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parents</a:t>
            </a:r>
            <a:r>
              <a:rPr sz="1000" spc="-5" dirty="0">
                <a:solidFill>
                  <a:srgbClr val="231F20"/>
                </a:solidFill>
                <a:latin typeface="Arial"/>
                <a:cs typeface="Arial"/>
              </a:rPr>
              <a:t> </a:t>
            </a:r>
            <a:r>
              <a:rPr sz="1000" dirty="0">
                <a:solidFill>
                  <a:srgbClr val="231F20"/>
                </a:solidFill>
                <a:latin typeface="Arial"/>
                <a:cs typeface="Arial"/>
              </a:rPr>
              <a:t>came</a:t>
            </a:r>
            <a:r>
              <a:rPr sz="1000" spc="-5" dirty="0">
                <a:solidFill>
                  <a:srgbClr val="231F20"/>
                </a:solidFill>
                <a:latin typeface="Arial"/>
                <a:cs typeface="Arial"/>
              </a:rPr>
              <a:t> </a:t>
            </a:r>
            <a:r>
              <a:rPr sz="1000" spc="-10" dirty="0">
                <a:solidFill>
                  <a:srgbClr val="231F20"/>
                </a:solidFill>
                <a:latin typeface="Arial"/>
                <a:cs typeface="Arial"/>
              </a:rPr>
              <a:t>forward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share</a:t>
            </a:r>
            <a:r>
              <a:rPr sz="1000" dirty="0">
                <a:solidFill>
                  <a:srgbClr val="231F20"/>
                </a:solidFill>
                <a:latin typeface="Arial"/>
                <a:cs typeface="Arial"/>
              </a:rPr>
              <a:t> how Jack and</a:t>
            </a:r>
            <a:r>
              <a:rPr sz="1000" spc="-5" dirty="0">
                <a:solidFill>
                  <a:srgbClr val="231F20"/>
                </a:solidFill>
                <a:latin typeface="Arial"/>
                <a:cs typeface="Arial"/>
              </a:rPr>
              <a:t> </a:t>
            </a:r>
            <a:r>
              <a:rPr sz="1000" dirty="0">
                <a:solidFill>
                  <a:srgbClr val="231F20"/>
                </a:solidFill>
                <a:latin typeface="Arial"/>
                <a:cs typeface="Arial"/>
              </a:rPr>
              <a:t>Jill Montgomery</a:t>
            </a:r>
            <a:r>
              <a:rPr sz="1000" spc="10" dirty="0">
                <a:solidFill>
                  <a:srgbClr val="231F20"/>
                </a:solidFill>
                <a:latin typeface="Arial"/>
                <a:cs typeface="Arial"/>
              </a:rPr>
              <a:t> </a:t>
            </a:r>
            <a:r>
              <a:rPr sz="1000" dirty="0">
                <a:solidFill>
                  <a:srgbClr val="231F20"/>
                </a:solidFill>
                <a:latin typeface="Arial"/>
                <a:cs typeface="Arial"/>
              </a:rPr>
              <a:t>County </a:t>
            </a:r>
            <a:r>
              <a:rPr sz="1000" spc="-25" dirty="0">
                <a:solidFill>
                  <a:srgbClr val="231F20"/>
                </a:solidFill>
                <a:latin typeface="Arial"/>
                <a:cs typeface="Arial"/>
              </a:rPr>
              <a:t>had </a:t>
            </a:r>
            <a:r>
              <a:rPr sz="1000" dirty="0">
                <a:solidFill>
                  <a:srgbClr val="231F20"/>
                </a:solidFill>
                <a:latin typeface="Arial"/>
                <a:cs typeface="Arial"/>
              </a:rPr>
              <a:t>shaped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lives.</a:t>
            </a:r>
            <a:endParaRPr sz="1000">
              <a:latin typeface="Arial"/>
              <a:cs typeface="Arial"/>
            </a:endParaRPr>
          </a:p>
          <a:p>
            <a:pPr marL="12700" marR="19050">
              <a:lnSpc>
                <a:spcPct val="100000"/>
              </a:lnSpc>
              <a:spcBef>
                <a:spcPts val="900"/>
              </a:spcBef>
            </a:pPr>
            <a:r>
              <a:rPr sz="1000" spc="-45" dirty="0">
                <a:solidFill>
                  <a:srgbClr val="231F20"/>
                </a:solidFill>
                <a:latin typeface="Arial"/>
                <a:cs typeface="Arial"/>
              </a:rPr>
              <a:t>We</a:t>
            </a:r>
            <a:r>
              <a:rPr sz="1000" dirty="0">
                <a:solidFill>
                  <a:srgbClr val="231F20"/>
                </a:solidFill>
                <a:latin typeface="Arial"/>
                <a:cs typeface="Arial"/>
              </a:rPr>
              <a:t> organized a selective</a:t>
            </a:r>
            <a:r>
              <a:rPr sz="1000" spc="5" dirty="0">
                <a:solidFill>
                  <a:srgbClr val="231F20"/>
                </a:solidFill>
                <a:latin typeface="Arial"/>
                <a:cs typeface="Arial"/>
              </a:rPr>
              <a:t> </a:t>
            </a:r>
            <a:r>
              <a:rPr sz="1000" dirty="0">
                <a:solidFill>
                  <a:srgbClr val="231F20"/>
                </a:solidFill>
                <a:latin typeface="Arial"/>
                <a:cs typeface="Arial"/>
              </a:rPr>
              <a:t>college admission workshop</a:t>
            </a:r>
            <a:r>
              <a:rPr sz="1000" spc="5" dirty="0">
                <a:solidFill>
                  <a:srgbClr val="231F20"/>
                </a:solidFill>
                <a:latin typeface="Arial"/>
                <a:cs typeface="Arial"/>
              </a:rPr>
              <a:t> </a:t>
            </a:r>
            <a:r>
              <a:rPr sz="1000" spc="-25" dirty="0">
                <a:solidFill>
                  <a:srgbClr val="231F20"/>
                </a:solidFill>
                <a:latin typeface="Arial"/>
                <a:cs typeface="Arial"/>
              </a:rPr>
              <a:t>in </a:t>
            </a:r>
            <a:r>
              <a:rPr sz="1000" spc="-10" dirty="0">
                <a:solidFill>
                  <a:srgbClr val="231F20"/>
                </a:solidFill>
                <a:latin typeface="Arial"/>
                <a:cs typeface="Arial"/>
              </a:rPr>
              <a:t>September.,</a:t>
            </a:r>
            <a:r>
              <a:rPr sz="1000" dirty="0">
                <a:solidFill>
                  <a:srgbClr val="231F20"/>
                </a:solidFill>
                <a:latin typeface="Arial"/>
                <a:cs typeface="Arial"/>
              </a:rPr>
              <a:t> attended</a:t>
            </a:r>
            <a:r>
              <a:rPr sz="1000" spc="5" dirty="0">
                <a:solidFill>
                  <a:srgbClr val="231F20"/>
                </a:solidFill>
                <a:latin typeface="Arial"/>
                <a:cs typeface="Arial"/>
              </a:rPr>
              <a:t> </a:t>
            </a:r>
            <a:r>
              <a:rPr sz="1000" dirty="0">
                <a:solidFill>
                  <a:srgbClr val="231F20"/>
                </a:solidFill>
                <a:latin typeface="Arial"/>
                <a:cs typeface="Arial"/>
              </a:rPr>
              <a:t>by approximately</a:t>
            </a:r>
            <a:r>
              <a:rPr sz="1000" spc="5" dirty="0">
                <a:solidFill>
                  <a:srgbClr val="231F20"/>
                </a:solidFill>
                <a:latin typeface="Arial"/>
                <a:cs typeface="Arial"/>
              </a:rPr>
              <a:t> </a:t>
            </a:r>
            <a:r>
              <a:rPr sz="1000" spc="50" dirty="0">
                <a:solidFill>
                  <a:srgbClr val="231F20"/>
                </a:solidFill>
                <a:latin typeface="Arial"/>
                <a:cs typeface="Arial"/>
              </a:rPr>
              <a:t>300</a:t>
            </a:r>
            <a:r>
              <a:rPr sz="1000" dirty="0">
                <a:solidFill>
                  <a:srgbClr val="231F20"/>
                </a:solidFill>
                <a:latin typeface="Arial"/>
                <a:cs typeface="Arial"/>
              </a:rPr>
              <a:t> teens</a:t>
            </a:r>
            <a:r>
              <a:rPr sz="1000" spc="5" dirty="0">
                <a:solidFill>
                  <a:srgbClr val="231F20"/>
                </a:solidFill>
                <a:latin typeface="Arial"/>
                <a:cs typeface="Arial"/>
              </a:rPr>
              <a:t> </a:t>
            </a:r>
            <a:r>
              <a:rPr sz="1000" spc="-25" dirty="0">
                <a:solidFill>
                  <a:srgbClr val="231F20"/>
                </a:solidFill>
                <a:latin typeface="Arial"/>
                <a:cs typeface="Arial"/>
              </a:rPr>
              <a:t>and </a:t>
            </a:r>
            <a:r>
              <a:rPr sz="1000" spc="-20" dirty="0">
                <a:solidFill>
                  <a:srgbClr val="231F20"/>
                </a:solidFill>
                <a:latin typeface="Arial"/>
                <a:cs typeface="Arial"/>
              </a:rPr>
              <a:t>moms.</a:t>
            </a:r>
            <a:r>
              <a:rPr sz="1000" spc="-10" dirty="0">
                <a:solidFill>
                  <a:srgbClr val="231F20"/>
                </a:solidFill>
                <a:latin typeface="Arial"/>
                <a:cs typeface="Arial"/>
              </a:rPr>
              <a:t> Admissions</a:t>
            </a:r>
            <a:r>
              <a:rPr sz="1000" spc="-5" dirty="0">
                <a:solidFill>
                  <a:srgbClr val="231F20"/>
                </a:solidFill>
                <a:latin typeface="Arial"/>
                <a:cs typeface="Arial"/>
              </a:rPr>
              <a:t> </a:t>
            </a:r>
            <a:r>
              <a:rPr sz="1000" dirty="0">
                <a:solidFill>
                  <a:srgbClr val="231F20"/>
                </a:solidFill>
                <a:latin typeface="Arial"/>
                <a:cs typeface="Arial"/>
              </a:rPr>
              <a:t>directors</a:t>
            </a:r>
            <a:r>
              <a:rPr sz="1000" spc="-10"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60" dirty="0">
                <a:solidFill>
                  <a:srgbClr val="231F20"/>
                </a:solidFill>
                <a:latin typeface="Arial"/>
                <a:cs typeface="Arial"/>
              </a:rPr>
              <a:t>MIT,</a:t>
            </a:r>
            <a:r>
              <a:rPr sz="1000" spc="-10" dirty="0">
                <a:solidFill>
                  <a:srgbClr val="231F20"/>
                </a:solidFill>
                <a:latin typeface="Arial"/>
                <a:cs typeface="Arial"/>
              </a:rPr>
              <a:t> </a:t>
            </a:r>
            <a:r>
              <a:rPr sz="1000" dirty="0">
                <a:solidFill>
                  <a:srgbClr val="231F20"/>
                </a:solidFill>
                <a:latin typeface="Arial"/>
                <a:cs typeface="Arial"/>
              </a:rPr>
              <a:t>Wofford</a:t>
            </a:r>
            <a:r>
              <a:rPr sz="1000" spc="-5" dirty="0">
                <a:solidFill>
                  <a:srgbClr val="231F20"/>
                </a:solidFill>
                <a:latin typeface="Arial"/>
                <a:cs typeface="Arial"/>
              </a:rPr>
              <a:t> </a:t>
            </a:r>
            <a:r>
              <a:rPr sz="1000" spc="-10" dirty="0">
                <a:solidFill>
                  <a:srgbClr val="231F20"/>
                </a:solidFill>
                <a:latin typeface="Arial"/>
                <a:cs typeface="Arial"/>
              </a:rPr>
              <a:t>College, </a:t>
            </a:r>
            <a:r>
              <a:rPr sz="1000" dirty="0">
                <a:solidFill>
                  <a:srgbClr val="231F20"/>
                </a:solidFill>
                <a:latin typeface="Arial"/>
                <a:cs typeface="Arial"/>
              </a:rPr>
              <a:t>Hampton,</a:t>
            </a:r>
            <a:r>
              <a:rPr sz="1000" spc="-65" dirty="0">
                <a:solidFill>
                  <a:srgbClr val="231F20"/>
                </a:solidFill>
                <a:latin typeface="Arial"/>
                <a:cs typeface="Arial"/>
              </a:rPr>
              <a:t> </a:t>
            </a:r>
            <a:r>
              <a:rPr sz="1000" spc="-25" dirty="0">
                <a:solidFill>
                  <a:srgbClr val="231F20"/>
                </a:solidFill>
                <a:latin typeface="Arial"/>
                <a:cs typeface="Arial"/>
              </a:rPr>
              <a:t>Emory,</a:t>
            </a:r>
            <a:r>
              <a:rPr sz="1000" spc="-45" dirty="0">
                <a:solidFill>
                  <a:srgbClr val="231F20"/>
                </a:solidFill>
                <a:latin typeface="Arial"/>
                <a:cs typeface="Arial"/>
              </a:rPr>
              <a:t> </a:t>
            </a:r>
            <a:r>
              <a:rPr sz="1000" dirty="0">
                <a:solidFill>
                  <a:srgbClr val="231F20"/>
                </a:solidFill>
                <a:latin typeface="Arial"/>
                <a:cs typeface="Arial"/>
              </a:rPr>
              <a:t>Dickinson,</a:t>
            </a:r>
            <a:r>
              <a:rPr sz="1000" spc="-55" dirty="0">
                <a:solidFill>
                  <a:srgbClr val="231F20"/>
                </a:solidFill>
                <a:latin typeface="Arial"/>
                <a:cs typeface="Arial"/>
              </a:rPr>
              <a:t> </a:t>
            </a:r>
            <a:r>
              <a:rPr sz="1000" dirty="0">
                <a:solidFill>
                  <a:srgbClr val="231F20"/>
                </a:solidFill>
                <a:latin typeface="Arial"/>
                <a:cs typeface="Arial"/>
              </a:rPr>
              <a:t>Brown,</a:t>
            </a:r>
            <a:r>
              <a:rPr sz="1000" spc="-55" dirty="0">
                <a:solidFill>
                  <a:srgbClr val="231F20"/>
                </a:solidFill>
                <a:latin typeface="Arial"/>
                <a:cs typeface="Arial"/>
              </a:rPr>
              <a:t> </a:t>
            </a:r>
            <a:r>
              <a:rPr sz="1000" dirty="0">
                <a:solidFill>
                  <a:srgbClr val="231F20"/>
                </a:solidFill>
                <a:latin typeface="Arial"/>
                <a:cs typeface="Arial"/>
              </a:rPr>
              <a:t>Johns</a:t>
            </a:r>
            <a:r>
              <a:rPr sz="1000" spc="-55" dirty="0">
                <a:solidFill>
                  <a:srgbClr val="231F20"/>
                </a:solidFill>
                <a:latin typeface="Arial"/>
                <a:cs typeface="Arial"/>
              </a:rPr>
              <a:t> </a:t>
            </a:r>
            <a:r>
              <a:rPr sz="1000" spc="-10" dirty="0">
                <a:solidFill>
                  <a:srgbClr val="231F20"/>
                </a:solidFill>
                <a:latin typeface="Arial"/>
                <a:cs typeface="Arial"/>
              </a:rPr>
              <a:t>Hopkins, </a:t>
            </a:r>
            <a:r>
              <a:rPr sz="1000" spc="-20" dirty="0">
                <a:solidFill>
                  <a:srgbClr val="231F20"/>
                </a:solidFill>
                <a:latin typeface="Arial"/>
                <a:cs typeface="Arial"/>
              </a:rPr>
              <a:t>Pomona,</a:t>
            </a:r>
            <a:r>
              <a:rPr sz="1000" dirty="0">
                <a:solidFill>
                  <a:srgbClr val="231F20"/>
                </a:solidFill>
                <a:latin typeface="Arial"/>
                <a:cs typeface="Arial"/>
              </a:rPr>
              <a:t> University of Virginia and the University </a:t>
            </a:r>
            <a:r>
              <a:rPr sz="1000" spc="-25" dirty="0">
                <a:solidFill>
                  <a:srgbClr val="231F20"/>
                </a:solidFill>
                <a:latin typeface="Arial"/>
                <a:cs typeface="Arial"/>
              </a:rPr>
              <a:t>of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continued</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spc="-10" dirty="0">
                <a:solidFill>
                  <a:srgbClr val="231F20"/>
                </a:solidFill>
                <a:latin typeface="Arial"/>
                <a:cs typeface="Arial"/>
              </a:rPr>
              <a:t>partnership</a:t>
            </a:r>
            <a:r>
              <a:rPr sz="1000" spc="50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March</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Dimes</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annual </a:t>
            </a:r>
            <a:r>
              <a:rPr sz="1000" spc="-20" dirty="0">
                <a:solidFill>
                  <a:srgbClr val="231F20"/>
                </a:solidFill>
                <a:latin typeface="Arial"/>
                <a:cs typeface="Arial"/>
              </a:rPr>
              <a:t>Walk</a:t>
            </a:r>
            <a:r>
              <a:rPr sz="1000" spc="-25"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Babies</a:t>
            </a:r>
            <a:r>
              <a:rPr sz="1000" spc="-25" dirty="0">
                <a:solidFill>
                  <a:srgbClr val="231F20"/>
                </a:solidFill>
                <a:latin typeface="Arial"/>
                <a:cs typeface="Arial"/>
              </a:rPr>
              <a:t> </a:t>
            </a:r>
            <a:r>
              <a:rPr sz="1000" dirty="0">
                <a:solidFill>
                  <a:srgbClr val="231F20"/>
                </a:solidFill>
                <a:latin typeface="Arial"/>
                <a:cs typeface="Arial"/>
              </a:rPr>
              <a:t>event</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April.</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December</a:t>
            </a:r>
            <a:r>
              <a:rPr sz="1000" spc="-20" dirty="0">
                <a:solidFill>
                  <a:srgbClr val="231F20"/>
                </a:solidFill>
                <a:latin typeface="Arial"/>
                <a:cs typeface="Arial"/>
              </a:rPr>
              <a:t> 2016,</a:t>
            </a:r>
            <a:endParaRPr sz="1000">
              <a:latin typeface="Arial"/>
              <a:cs typeface="Arial"/>
            </a:endParaRPr>
          </a:p>
          <a:p>
            <a:pPr marL="12700" marR="193040">
              <a:lnSpc>
                <a:spcPct val="100000"/>
              </a:lnSpc>
            </a:pPr>
            <a:r>
              <a:rPr sz="1000" dirty="0">
                <a:solidFill>
                  <a:srgbClr val="231F20"/>
                </a:solidFill>
                <a:latin typeface="Arial"/>
                <a:cs typeface="Arial"/>
              </a:rPr>
              <a:t>we adopted families for</a:t>
            </a:r>
            <a:r>
              <a:rPr sz="1000" spc="5" dirty="0">
                <a:solidFill>
                  <a:srgbClr val="231F20"/>
                </a:solidFill>
                <a:latin typeface="Arial"/>
                <a:cs typeface="Arial"/>
              </a:rPr>
              <a:t> </a:t>
            </a:r>
            <a:r>
              <a:rPr sz="1000" dirty="0">
                <a:solidFill>
                  <a:srgbClr val="231F20"/>
                </a:solidFill>
                <a:latin typeface="Arial"/>
                <a:cs typeface="Arial"/>
              </a:rPr>
              <a:t>the holidays in</a:t>
            </a:r>
            <a:r>
              <a:rPr sz="1000" spc="5" dirty="0">
                <a:solidFill>
                  <a:srgbClr val="231F20"/>
                </a:solidFill>
                <a:latin typeface="Arial"/>
                <a:cs typeface="Arial"/>
              </a:rPr>
              <a:t> </a:t>
            </a:r>
            <a:r>
              <a:rPr sz="1000" spc="-10" dirty="0">
                <a:solidFill>
                  <a:srgbClr val="231F20"/>
                </a:solidFill>
                <a:latin typeface="Arial"/>
                <a:cs typeface="Arial"/>
              </a:rPr>
              <a:t>partnership </a:t>
            </a:r>
            <a:r>
              <a:rPr sz="1000" dirty="0">
                <a:solidFill>
                  <a:srgbClr val="231F20"/>
                </a:solidFill>
                <a:latin typeface="Arial"/>
                <a:cs typeface="Arial"/>
              </a:rPr>
              <a:t>with Stepping</a:t>
            </a:r>
            <a:r>
              <a:rPr sz="1000" spc="5" dirty="0">
                <a:solidFill>
                  <a:srgbClr val="231F20"/>
                </a:solidFill>
                <a:latin typeface="Arial"/>
                <a:cs typeface="Arial"/>
              </a:rPr>
              <a:t> </a:t>
            </a:r>
            <a:r>
              <a:rPr sz="1000" spc="-10" dirty="0">
                <a:solidFill>
                  <a:srgbClr val="231F20"/>
                </a:solidFill>
                <a:latin typeface="Arial"/>
                <a:cs typeface="Arial"/>
              </a:rPr>
              <a:t>Stones</a:t>
            </a:r>
            <a:r>
              <a:rPr sz="1000" dirty="0">
                <a:solidFill>
                  <a:srgbClr val="231F20"/>
                </a:solidFill>
                <a:latin typeface="Arial"/>
                <a:cs typeface="Arial"/>
              </a:rPr>
              <a:t> shelter</a:t>
            </a:r>
            <a:r>
              <a:rPr sz="1000" spc="5" dirty="0">
                <a:solidFill>
                  <a:srgbClr val="231F20"/>
                </a:solidFill>
                <a:latin typeface="Arial"/>
                <a:cs typeface="Arial"/>
              </a:rPr>
              <a:t> </a:t>
            </a:r>
            <a:r>
              <a:rPr sz="1000" dirty="0">
                <a:solidFill>
                  <a:srgbClr val="231F20"/>
                </a:solidFill>
                <a:latin typeface="Arial"/>
                <a:cs typeface="Arial"/>
              </a:rPr>
              <a:t>to address</a:t>
            </a:r>
            <a:r>
              <a:rPr sz="1000" spc="5" dirty="0">
                <a:solidFill>
                  <a:srgbClr val="231F20"/>
                </a:solidFill>
                <a:latin typeface="Arial"/>
                <a:cs typeface="Arial"/>
              </a:rPr>
              <a:t> </a:t>
            </a:r>
            <a:r>
              <a:rPr sz="1000" dirty="0">
                <a:solidFill>
                  <a:srgbClr val="231F20"/>
                </a:solidFill>
                <a:latin typeface="Arial"/>
                <a:cs typeface="Arial"/>
              </a:rPr>
              <a:t>the impact</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poverty</a:t>
            </a:r>
            <a:r>
              <a:rPr sz="1000" spc="-5" dirty="0">
                <a:solidFill>
                  <a:srgbClr val="231F20"/>
                </a:solidFill>
                <a:latin typeface="Arial"/>
                <a:cs typeface="Arial"/>
              </a:rPr>
              <a:t> </a:t>
            </a:r>
            <a:r>
              <a:rPr sz="1000" dirty="0">
                <a:solidFill>
                  <a:srgbClr val="231F20"/>
                </a:solidFill>
                <a:latin typeface="Arial"/>
                <a:cs typeface="Arial"/>
              </a:rPr>
              <a:t>among children and </a:t>
            </a:r>
            <a:r>
              <a:rPr sz="1000" spc="-10" dirty="0">
                <a:solidFill>
                  <a:srgbClr val="231F20"/>
                </a:solidFill>
                <a:latin typeface="Arial"/>
                <a:cs typeface="Arial"/>
              </a:rPr>
              <a:t>families.</a:t>
            </a:r>
            <a:r>
              <a:rPr sz="1000" dirty="0">
                <a:solidFill>
                  <a:srgbClr val="231F20"/>
                </a:solidFill>
                <a:latin typeface="Arial"/>
                <a:cs typeface="Arial"/>
              </a:rPr>
              <a:t> The 7th </a:t>
            </a:r>
            <a:r>
              <a:rPr sz="1000" spc="-10" dirty="0">
                <a:solidFill>
                  <a:srgbClr val="231F20"/>
                </a:solidFill>
                <a:latin typeface="Arial"/>
                <a:cs typeface="Arial"/>
              </a:rPr>
              <a:t>Annual </a:t>
            </a:r>
            <a:r>
              <a:rPr sz="1000" dirty="0">
                <a:solidFill>
                  <a:srgbClr val="231F20"/>
                </a:solidFill>
                <a:latin typeface="Arial"/>
                <a:cs typeface="Arial"/>
              </a:rPr>
              <a:t>Community</a:t>
            </a:r>
            <a:r>
              <a:rPr sz="1000" spc="-25" dirty="0">
                <a:solidFill>
                  <a:srgbClr val="231F20"/>
                </a:solidFill>
                <a:latin typeface="Arial"/>
                <a:cs typeface="Arial"/>
              </a:rPr>
              <a:t> </a:t>
            </a:r>
            <a:r>
              <a:rPr sz="1000" dirty="0">
                <a:solidFill>
                  <a:srgbClr val="231F20"/>
                </a:solidFill>
                <a:latin typeface="Arial"/>
                <a:cs typeface="Arial"/>
              </a:rPr>
              <a:t>Spelling</a:t>
            </a:r>
            <a:r>
              <a:rPr sz="1000" spc="-25" dirty="0">
                <a:solidFill>
                  <a:srgbClr val="231F20"/>
                </a:solidFill>
                <a:latin typeface="Arial"/>
                <a:cs typeface="Arial"/>
              </a:rPr>
              <a:t> </a:t>
            </a:r>
            <a:r>
              <a:rPr sz="1000" dirty="0">
                <a:solidFill>
                  <a:srgbClr val="231F20"/>
                </a:solidFill>
                <a:latin typeface="Arial"/>
                <a:cs typeface="Arial"/>
              </a:rPr>
              <a:t>Bee</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Oratorical</a:t>
            </a:r>
            <a:r>
              <a:rPr sz="1000" spc="-20" dirty="0">
                <a:solidFill>
                  <a:srgbClr val="231F20"/>
                </a:solidFill>
                <a:latin typeface="Arial"/>
                <a:cs typeface="Arial"/>
              </a:rPr>
              <a:t> </a:t>
            </a:r>
            <a:r>
              <a:rPr sz="1000" spc="-10" dirty="0">
                <a:solidFill>
                  <a:srgbClr val="231F20"/>
                </a:solidFill>
                <a:latin typeface="Arial"/>
                <a:cs typeface="Arial"/>
              </a:rPr>
              <a:t>Competition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held</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February</a:t>
            </a:r>
            <a:r>
              <a:rPr sz="1000" spc="-20" dirty="0">
                <a:solidFill>
                  <a:srgbClr val="231F20"/>
                </a:solidFill>
                <a:latin typeface="Arial"/>
                <a:cs typeface="Arial"/>
              </a:rPr>
              <a:t> 2017.</a:t>
            </a:r>
            <a:endParaRPr sz="1000">
              <a:latin typeface="Arial"/>
              <a:cs typeface="Arial"/>
            </a:endParaRPr>
          </a:p>
          <a:p>
            <a:pPr marL="12700" marR="10160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spc="-10" dirty="0">
                <a:solidFill>
                  <a:srgbClr val="231F20"/>
                </a:solidFill>
                <a:latin typeface="Arial"/>
                <a:cs typeface="Arial"/>
              </a:rPr>
              <a:t>equestrian class</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Kings Valley Stables. </a:t>
            </a: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Pumpkin</a:t>
            </a:r>
            <a:r>
              <a:rPr sz="1000" spc="-35" dirty="0">
                <a:solidFill>
                  <a:srgbClr val="231F20"/>
                </a:solidFill>
                <a:latin typeface="Arial"/>
                <a:cs typeface="Arial"/>
              </a:rPr>
              <a:t> </a:t>
            </a:r>
            <a:r>
              <a:rPr sz="1000" dirty="0">
                <a:solidFill>
                  <a:srgbClr val="231F20"/>
                </a:solidFill>
                <a:latin typeface="Arial"/>
                <a:cs typeface="Arial"/>
              </a:rPr>
              <a:t>Festival</a:t>
            </a:r>
            <a:r>
              <a:rPr sz="1000" spc="-35" dirty="0">
                <a:solidFill>
                  <a:srgbClr val="231F20"/>
                </a:solidFill>
                <a:latin typeface="Arial"/>
                <a:cs typeface="Arial"/>
              </a:rPr>
              <a:t> </a:t>
            </a:r>
            <a:r>
              <a:rPr sz="1000" dirty="0">
                <a:solidFill>
                  <a:srgbClr val="231F20"/>
                </a:solidFill>
                <a:latin typeface="Arial"/>
                <a:cs typeface="Arial"/>
              </a:rPr>
              <a:t>at</a:t>
            </a:r>
            <a:r>
              <a:rPr sz="1000" spc="-35" dirty="0">
                <a:solidFill>
                  <a:srgbClr val="231F20"/>
                </a:solidFill>
                <a:latin typeface="Arial"/>
                <a:cs typeface="Arial"/>
              </a:rPr>
              <a:t> </a:t>
            </a:r>
            <a:r>
              <a:rPr sz="1000" dirty="0">
                <a:solidFill>
                  <a:srgbClr val="231F20"/>
                </a:solidFill>
                <a:latin typeface="Arial"/>
                <a:cs typeface="Arial"/>
              </a:rPr>
              <a:t>Butler’s</a:t>
            </a:r>
            <a:r>
              <a:rPr sz="1000" spc="-35" dirty="0">
                <a:solidFill>
                  <a:srgbClr val="231F20"/>
                </a:solidFill>
                <a:latin typeface="Arial"/>
                <a:cs typeface="Arial"/>
              </a:rPr>
              <a:t> </a:t>
            </a:r>
            <a:r>
              <a:rPr sz="1000" dirty="0">
                <a:solidFill>
                  <a:srgbClr val="231F20"/>
                </a:solidFill>
                <a:latin typeface="Arial"/>
                <a:cs typeface="Arial"/>
              </a:rPr>
              <a:t>Orchard</a:t>
            </a:r>
            <a:r>
              <a:rPr sz="1000" spc="-35" dirty="0">
                <a:solidFill>
                  <a:srgbClr val="231F20"/>
                </a:solidFill>
                <a:latin typeface="Arial"/>
                <a:cs typeface="Arial"/>
              </a:rPr>
              <a:t> </a:t>
            </a:r>
            <a:r>
              <a:rPr sz="1000" dirty="0">
                <a:solidFill>
                  <a:srgbClr val="231F20"/>
                </a:solidFill>
                <a:latin typeface="Arial"/>
                <a:cs typeface="Arial"/>
              </a:rPr>
              <a:t>in</a:t>
            </a:r>
            <a:r>
              <a:rPr sz="1000" spc="-35" dirty="0">
                <a:solidFill>
                  <a:srgbClr val="231F20"/>
                </a:solidFill>
                <a:latin typeface="Arial"/>
                <a:cs typeface="Arial"/>
              </a:rPr>
              <a:t> </a:t>
            </a:r>
            <a:r>
              <a:rPr sz="1000" spc="-10" dirty="0">
                <a:solidFill>
                  <a:srgbClr val="231F20"/>
                </a:solidFill>
                <a:latin typeface="Arial"/>
                <a:cs typeface="Arial"/>
              </a:rPr>
              <a:t>Clarksburg, </a:t>
            </a:r>
            <a:r>
              <a:rPr sz="1000" spc="-40" dirty="0">
                <a:solidFill>
                  <a:srgbClr val="231F20"/>
                </a:solidFill>
                <a:latin typeface="Arial"/>
                <a:cs typeface="Arial"/>
              </a:rPr>
              <a:t>MD,</a:t>
            </a:r>
            <a:r>
              <a:rPr sz="1000" spc="5" dirty="0">
                <a:solidFill>
                  <a:srgbClr val="231F20"/>
                </a:solidFill>
                <a:latin typeface="Arial"/>
                <a:cs typeface="Arial"/>
              </a:rPr>
              <a:t> </a:t>
            </a:r>
            <a:r>
              <a:rPr sz="1000" dirty="0">
                <a:solidFill>
                  <a:srgbClr val="231F20"/>
                </a:solidFill>
                <a:latin typeface="Arial"/>
                <a:cs typeface="Arial"/>
              </a:rPr>
              <a:t>complete</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hayrides,</a:t>
            </a:r>
            <a:r>
              <a:rPr sz="1000" spc="5" dirty="0">
                <a:solidFill>
                  <a:srgbClr val="231F20"/>
                </a:solidFill>
                <a:latin typeface="Arial"/>
                <a:cs typeface="Arial"/>
              </a:rPr>
              <a:t> </a:t>
            </a:r>
            <a:r>
              <a:rPr sz="1000" dirty="0">
                <a:solidFill>
                  <a:srgbClr val="231F20"/>
                </a:solidFill>
                <a:latin typeface="Arial"/>
                <a:cs typeface="Arial"/>
              </a:rPr>
              <a:t>slides,</a:t>
            </a:r>
            <a:r>
              <a:rPr sz="1000" spc="10" dirty="0">
                <a:solidFill>
                  <a:srgbClr val="231F20"/>
                </a:solidFill>
                <a:latin typeface="Arial"/>
                <a:cs typeface="Arial"/>
              </a:rPr>
              <a:t> </a:t>
            </a:r>
            <a:r>
              <a:rPr sz="1000" dirty="0">
                <a:solidFill>
                  <a:srgbClr val="231F20"/>
                </a:solidFill>
                <a:latin typeface="Arial"/>
                <a:cs typeface="Arial"/>
              </a:rPr>
              <a:t>pumpkin</a:t>
            </a:r>
            <a:r>
              <a:rPr sz="1000" spc="5" dirty="0">
                <a:solidFill>
                  <a:srgbClr val="231F20"/>
                </a:solidFill>
                <a:latin typeface="Arial"/>
                <a:cs typeface="Arial"/>
              </a:rPr>
              <a:t> </a:t>
            </a:r>
            <a:r>
              <a:rPr sz="1000" spc="-10" dirty="0">
                <a:solidFill>
                  <a:srgbClr val="231F20"/>
                </a:solidFill>
                <a:latin typeface="Arial"/>
                <a:cs typeface="Arial"/>
              </a:rPr>
              <a:t>picking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farm</a:t>
            </a:r>
            <a:r>
              <a:rPr sz="1000" spc="-20" dirty="0">
                <a:solidFill>
                  <a:srgbClr val="231F20"/>
                </a:solidFill>
                <a:latin typeface="Arial"/>
                <a:cs typeface="Arial"/>
              </a:rPr>
              <a:t> </a:t>
            </a:r>
            <a:r>
              <a:rPr sz="1000" spc="-10" dirty="0">
                <a:solidFill>
                  <a:srgbClr val="231F20"/>
                </a:solidFill>
                <a:latin typeface="Arial"/>
                <a:cs typeface="Arial"/>
              </a:rPr>
              <a:t>animal</a:t>
            </a:r>
            <a:r>
              <a:rPr sz="1000" spc="-20" dirty="0">
                <a:solidFill>
                  <a:srgbClr val="231F20"/>
                </a:solidFill>
                <a:latin typeface="Arial"/>
                <a:cs typeface="Arial"/>
              </a:rPr>
              <a:t> </a:t>
            </a:r>
            <a:r>
              <a:rPr sz="1000" dirty="0">
                <a:solidFill>
                  <a:srgbClr val="231F20"/>
                </a:solidFill>
                <a:latin typeface="Arial"/>
                <a:cs typeface="Arial"/>
              </a:rPr>
              <a:t>observation.</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also</a:t>
            </a:r>
            <a:r>
              <a:rPr sz="1000" spc="-20" dirty="0">
                <a:solidFill>
                  <a:srgbClr val="231F20"/>
                </a:solidFill>
                <a:latin typeface="Arial"/>
                <a:cs typeface="Arial"/>
              </a:rPr>
              <a:t> </a:t>
            </a:r>
            <a:r>
              <a:rPr sz="1000" dirty="0">
                <a:solidFill>
                  <a:srgbClr val="231F20"/>
                </a:solidFill>
                <a:latin typeface="Arial"/>
                <a:cs typeface="Arial"/>
              </a:rPr>
              <a:t>enjoyed</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Freshest</a:t>
            </a:r>
            <a:r>
              <a:rPr sz="1000" spc="-15" dirty="0">
                <a:solidFill>
                  <a:srgbClr val="231F20"/>
                </a:solidFill>
                <a:latin typeface="Arial"/>
                <a:cs typeface="Arial"/>
              </a:rPr>
              <a:t> </a:t>
            </a:r>
            <a:r>
              <a:rPr sz="1000" dirty="0">
                <a:solidFill>
                  <a:srgbClr val="231F20"/>
                </a:solidFill>
                <a:latin typeface="Arial"/>
                <a:cs typeface="Arial"/>
              </a:rPr>
              <a:t>Snow</a:t>
            </a:r>
            <a:r>
              <a:rPr sz="1000" spc="-15" dirty="0">
                <a:solidFill>
                  <a:srgbClr val="231F20"/>
                </a:solidFill>
                <a:latin typeface="Arial"/>
                <a:cs typeface="Arial"/>
              </a:rPr>
              <a:t> </a:t>
            </a:r>
            <a:r>
              <a:rPr sz="1000" dirty="0">
                <a:solidFill>
                  <a:srgbClr val="231F20"/>
                </a:solidFill>
                <a:latin typeface="Arial"/>
                <a:cs typeface="Arial"/>
              </a:rPr>
              <a:t>Whyte”</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Imagination</a:t>
            </a:r>
            <a:r>
              <a:rPr sz="1000" spc="-15" dirty="0">
                <a:solidFill>
                  <a:srgbClr val="231F20"/>
                </a:solidFill>
                <a:latin typeface="Arial"/>
                <a:cs typeface="Arial"/>
              </a:rPr>
              <a:t> </a:t>
            </a:r>
            <a:r>
              <a:rPr sz="1000" spc="-20" dirty="0">
                <a:solidFill>
                  <a:srgbClr val="231F20"/>
                </a:solidFill>
                <a:latin typeface="Arial"/>
                <a:cs typeface="Arial"/>
              </a:rPr>
              <a:t>Stage</a:t>
            </a:r>
            <a:r>
              <a:rPr sz="1000" spc="50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Bethesda,</a:t>
            </a:r>
            <a:r>
              <a:rPr sz="1000" spc="-10" dirty="0">
                <a:solidFill>
                  <a:srgbClr val="231F20"/>
                </a:solidFill>
                <a:latin typeface="Arial"/>
                <a:cs typeface="Arial"/>
              </a:rPr>
              <a:t> </a:t>
            </a:r>
            <a:r>
              <a:rPr sz="1000" dirty="0">
                <a:solidFill>
                  <a:srgbClr val="231F20"/>
                </a:solidFill>
                <a:latin typeface="Arial"/>
                <a:cs typeface="Arial"/>
              </a:rPr>
              <a:t>Maryland.</a:t>
            </a:r>
            <a:r>
              <a:rPr sz="1000" spc="-10"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election</a:t>
            </a:r>
            <a:r>
              <a:rPr sz="1000" spc="-10" dirty="0">
                <a:solidFill>
                  <a:srgbClr val="231F20"/>
                </a:solidFill>
                <a:latin typeface="Arial"/>
                <a:cs typeface="Arial"/>
              </a:rPr>
              <a:t> season, </a:t>
            </a:r>
            <a:r>
              <a:rPr sz="1000" spc="-25" dirty="0">
                <a:solidFill>
                  <a:srgbClr val="231F20"/>
                </a:solidFill>
                <a:latin typeface="Arial"/>
                <a:cs typeface="Arial"/>
              </a:rPr>
              <a:t>our </a:t>
            </a:r>
            <a:r>
              <a:rPr sz="1000" spc="-10" dirty="0">
                <a:solidFill>
                  <a:srgbClr val="231F20"/>
                </a:solidFill>
                <a:latin typeface="Arial"/>
                <a:cs typeface="Arial"/>
              </a:rPr>
              <a:t>Poohs</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importance</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voting</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5" dirty="0">
                <a:solidFill>
                  <a:srgbClr val="231F20"/>
                </a:solidFill>
                <a:latin typeface="Arial"/>
                <a:cs typeface="Arial"/>
              </a:rPr>
              <a:t>aid</a:t>
            </a:r>
            <a:endParaRPr sz="1000">
              <a:latin typeface="Arial"/>
              <a:cs typeface="Arial"/>
            </a:endParaRPr>
          </a:p>
          <a:p>
            <a:pPr marL="12700">
              <a:lnSpc>
                <a:spcPct val="100000"/>
              </a:lnSpc>
            </a:pP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age-appropriate</a:t>
            </a:r>
            <a:r>
              <a:rPr sz="1000" spc="10" dirty="0">
                <a:solidFill>
                  <a:srgbClr val="231F20"/>
                </a:solidFill>
                <a:latin typeface="Arial"/>
                <a:cs typeface="Arial"/>
              </a:rPr>
              <a:t> </a:t>
            </a:r>
            <a:r>
              <a:rPr sz="1000" dirty="0">
                <a:solidFill>
                  <a:srgbClr val="231F20"/>
                </a:solidFill>
                <a:latin typeface="Arial"/>
                <a:cs typeface="Arial"/>
              </a:rPr>
              <a:t>videos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p:txBody>
      </p:sp>
      <p:sp>
        <p:nvSpPr>
          <p:cNvPr id="5" name="object 5"/>
          <p:cNvSpPr/>
          <p:nvPr/>
        </p:nvSpPr>
        <p:spPr>
          <a:xfrm>
            <a:off x="457200" y="752424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476505" cy="157094"/>
          </a:xfrm>
          <a:prstGeom prst="rect">
            <a:avLst/>
          </a:prstGeom>
        </p:spPr>
        <p:txBody>
          <a:bodyPr vert="horz" wrap="square" lIns="0" tIns="18415" rIns="0" bIns="0" rtlCol="0">
            <a:spAutoFit/>
          </a:bodyPr>
          <a:lstStyle/>
          <a:p>
            <a:pPr marL="38100">
              <a:lnSpc>
                <a:spcPct val="100000"/>
              </a:lnSpc>
              <a:spcBef>
                <a:spcPts val="145"/>
              </a:spcBef>
            </a:pPr>
            <a:r>
              <a:rPr spc="-25" dirty="0"/>
              <a:t>2</a:t>
            </a:r>
            <a:r>
              <a:rPr lang="en-US" spc="-25" dirty="0"/>
              <a:t>8</a:t>
            </a:r>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310890" cy="69215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healthy</a:t>
            </a:r>
            <a:r>
              <a:rPr sz="1000" spc="15" dirty="0">
                <a:solidFill>
                  <a:srgbClr val="231F20"/>
                </a:solidFill>
                <a:latin typeface="Arial"/>
                <a:cs typeface="Arial"/>
              </a:rPr>
              <a:t> </a:t>
            </a:r>
            <a:r>
              <a:rPr sz="1000" dirty="0">
                <a:solidFill>
                  <a:srgbClr val="231F20"/>
                </a:solidFill>
                <a:latin typeface="Arial"/>
                <a:cs typeface="Arial"/>
              </a:rPr>
              <a:t>living</a:t>
            </a:r>
            <a:r>
              <a:rPr sz="1000" spc="10" dirty="0">
                <a:solidFill>
                  <a:srgbClr val="231F20"/>
                </a:solidFill>
                <a:latin typeface="Arial"/>
                <a:cs typeface="Arial"/>
              </a:rPr>
              <a:t> </a:t>
            </a:r>
            <a:r>
              <a:rPr sz="1000" spc="-10" dirty="0">
                <a:solidFill>
                  <a:srgbClr val="231F20"/>
                </a:solidFill>
                <a:latin typeface="Arial"/>
                <a:cs typeface="Arial"/>
              </a:rPr>
              <a:t>during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wall</a:t>
            </a:r>
            <a:r>
              <a:rPr sz="1000" spc="10" dirty="0">
                <a:solidFill>
                  <a:srgbClr val="231F20"/>
                </a:solidFill>
                <a:latin typeface="Arial"/>
                <a:cs typeface="Arial"/>
              </a:rPr>
              <a:t> </a:t>
            </a:r>
            <a:r>
              <a:rPr sz="1000" dirty="0">
                <a:solidFill>
                  <a:srgbClr val="231F20"/>
                </a:solidFill>
                <a:latin typeface="Arial"/>
                <a:cs typeface="Arial"/>
              </a:rPr>
              <a:t>climbing</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sock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shoe</a:t>
            </a:r>
            <a:r>
              <a:rPr sz="1000" spc="10" dirty="0">
                <a:solidFill>
                  <a:srgbClr val="231F20"/>
                </a:solidFill>
                <a:latin typeface="Arial"/>
                <a:cs typeface="Arial"/>
              </a:rPr>
              <a:t> </a:t>
            </a:r>
            <a:r>
              <a:rPr sz="1000" dirty="0">
                <a:solidFill>
                  <a:srgbClr val="231F20"/>
                </a:solidFill>
                <a:latin typeface="Arial"/>
                <a:cs typeface="Arial"/>
              </a:rPr>
              <a:t>donation</a:t>
            </a:r>
            <a:r>
              <a:rPr sz="1000" spc="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Climb</a:t>
            </a:r>
            <a:r>
              <a:rPr sz="1000" spc="-40" dirty="0">
                <a:solidFill>
                  <a:srgbClr val="231F20"/>
                </a:solidFill>
                <a:latin typeface="Arial"/>
                <a:cs typeface="Arial"/>
              </a:rPr>
              <a:t> </a:t>
            </a:r>
            <a:r>
              <a:rPr sz="1000" dirty="0">
                <a:solidFill>
                  <a:srgbClr val="231F20"/>
                </a:solidFill>
                <a:latin typeface="Arial"/>
                <a:cs typeface="Arial"/>
              </a:rPr>
              <a:t>Zone</a:t>
            </a:r>
            <a:r>
              <a:rPr sz="1000" spc="-40" dirty="0">
                <a:solidFill>
                  <a:srgbClr val="231F20"/>
                </a:solidFill>
                <a:latin typeface="Arial"/>
                <a:cs typeface="Arial"/>
              </a:rPr>
              <a:t> </a:t>
            </a:r>
            <a:r>
              <a:rPr sz="1000" dirty="0">
                <a:solidFill>
                  <a:srgbClr val="231F20"/>
                </a:solidFill>
                <a:latin typeface="Arial"/>
                <a:cs typeface="Arial"/>
              </a:rPr>
              <a:t>in</a:t>
            </a:r>
            <a:r>
              <a:rPr sz="1000" spc="-35" dirty="0">
                <a:solidFill>
                  <a:srgbClr val="231F20"/>
                </a:solidFill>
                <a:latin typeface="Arial"/>
                <a:cs typeface="Arial"/>
              </a:rPr>
              <a:t> </a:t>
            </a:r>
            <a:r>
              <a:rPr sz="1000" spc="-10" dirty="0">
                <a:solidFill>
                  <a:srgbClr val="231F20"/>
                </a:solidFill>
                <a:latin typeface="Arial"/>
                <a:cs typeface="Arial"/>
              </a:rPr>
              <a:t>Laurel,</a:t>
            </a:r>
            <a:r>
              <a:rPr sz="1000" spc="-40" dirty="0">
                <a:solidFill>
                  <a:srgbClr val="231F20"/>
                </a:solidFill>
                <a:latin typeface="Arial"/>
                <a:cs typeface="Arial"/>
              </a:rPr>
              <a:t> </a:t>
            </a:r>
            <a:r>
              <a:rPr sz="1000" spc="-25" dirty="0">
                <a:solidFill>
                  <a:srgbClr val="231F20"/>
                </a:solidFill>
                <a:latin typeface="Arial"/>
                <a:cs typeface="Arial"/>
              </a:rPr>
              <a:t>MD.</a:t>
            </a:r>
            <a:endParaRPr sz="1000">
              <a:latin typeface="Arial"/>
              <a:cs typeface="Arial"/>
            </a:endParaRPr>
          </a:p>
          <a:p>
            <a:pPr marL="12700" marR="165100">
              <a:lnSpc>
                <a:spcPct val="100000"/>
              </a:lnSpc>
              <a:spcBef>
                <a:spcPts val="900"/>
              </a:spcBef>
            </a:pP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kindergarten</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first</a:t>
            </a:r>
            <a:r>
              <a:rPr sz="1000" spc="20" dirty="0">
                <a:solidFill>
                  <a:srgbClr val="231F20"/>
                </a:solidFill>
                <a:latin typeface="Arial"/>
                <a:cs typeface="Arial"/>
              </a:rPr>
              <a:t> </a:t>
            </a:r>
            <a:r>
              <a:rPr sz="1000" dirty="0">
                <a:solidFill>
                  <a:srgbClr val="231F20"/>
                </a:solidFill>
                <a:latin typeface="Arial"/>
                <a:cs typeface="Arial"/>
              </a:rPr>
              <a:t>graders</a:t>
            </a:r>
            <a:r>
              <a:rPr sz="1000" spc="20" dirty="0">
                <a:solidFill>
                  <a:srgbClr val="231F20"/>
                </a:solidFill>
                <a:latin typeface="Arial"/>
                <a:cs typeface="Arial"/>
              </a:rPr>
              <a:t> </a:t>
            </a:r>
            <a:r>
              <a:rPr sz="1000" dirty="0">
                <a:solidFill>
                  <a:srgbClr val="231F20"/>
                </a:solidFill>
                <a:latin typeface="Arial"/>
                <a:cs typeface="Arial"/>
              </a:rPr>
              <a:t>kicked-off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with a </a:t>
            </a:r>
            <a:r>
              <a:rPr sz="1000" spc="-65" dirty="0">
                <a:solidFill>
                  <a:srgbClr val="231F20"/>
                </a:solidFill>
                <a:latin typeface="Arial"/>
                <a:cs typeface="Arial"/>
              </a:rPr>
              <a:t>STEM</a:t>
            </a:r>
            <a:r>
              <a:rPr sz="1000" dirty="0">
                <a:solidFill>
                  <a:srgbClr val="231F20"/>
                </a:solidFill>
                <a:latin typeface="Arial"/>
                <a:cs typeface="Arial"/>
              </a:rPr>
              <a:t> nature walk and</a:t>
            </a:r>
            <a:r>
              <a:rPr sz="1000" spc="5" dirty="0">
                <a:solidFill>
                  <a:srgbClr val="231F20"/>
                </a:solidFill>
                <a:latin typeface="Arial"/>
                <a:cs typeface="Arial"/>
              </a:rPr>
              <a:t> </a:t>
            </a:r>
            <a:r>
              <a:rPr sz="1000" dirty="0">
                <a:solidFill>
                  <a:srgbClr val="231F20"/>
                </a:solidFill>
                <a:latin typeface="Arial"/>
                <a:cs typeface="Arial"/>
              </a:rPr>
              <a:t>creek exploration </a:t>
            </a:r>
            <a:r>
              <a:rPr sz="1000" spc="-10" dirty="0">
                <a:solidFill>
                  <a:srgbClr val="231F20"/>
                </a:solidFill>
                <a:latin typeface="Arial"/>
                <a:cs typeface="Arial"/>
              </a:rPr>
              <a:t>activity. </a:t>
            </a:r>
            <a:r>
              <a:rPr sz="1000" dirty="0">
                <a:solidFill>
                  <a:srgbClr val="231F20"/>
                </a:solidFill>
                <a:latin typeface="Arial"/>
                <a:cs typeface="Arial"/>
              </a:rPr>
              <a:t>Next</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cozied</a:t>
            </a:r>
            <a:r>
              <a:rPr sz="1000" spc="15" dirty="0">
                <a:solidFill>
                  <a:srgbClr val="231F20"/>
                </a:solidFill>
                <a:latin typeface="Arial"/>
                <a:cs typeface="Arial"/>
              </a:rPr>
              <a:t> </a:t>
            </a:r>
            <a:r>
              <a:rPr sz="1000" dirty="0">
                <a:solidFill>
                  <a:srgbClr val="231F20"/>
                </a:solidFill>
                <a:latin typeface="Arial"/>
                <a:cs typeface="Arial"/>
              </a:rPr>
              <a:t>up</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several</a:t>
            </a:r>
            <a:r>
              <a:rPr sz="1000" spc="15" dirty="0">
                <a:solidFill>
                  <a:srgbClr val="231F20"/>
                </a:solidFill>
                <a:latin typeface="Arial"/>
                <a:cs typeface="Arial"/>
              </a:rPr>
              <a:t> </a:t>
            </a:r>
            <a:r>
              <a:rPr sz="1000" dirty="0">
                <a:solidFill>
                  <a:srgbClr val="231F20"/>
                </a:solidFill>
                <a:latin typeface="Arial"/>
                <a:cs typeface="Arial"/>
              </a:rPr>
              <a:t>puppies</a:t>
            </a:r>
            <a:r>
              <a:rPr sz="1000" spc="15" dirty="0">
                <a:solidFill>
                  <a:srgbClr val="231F20"/>
                </a:solidFill>
                <a:latin typeface="Arial"/>
                <a:cs typeface="Arial"/>
              </a:rPr>
              <a:t> </a:t>
            </a:r>
            <a:r>
              <a:rPr sz="1000" dirty="0">
                <a:solidFill>
                  <a:srgbClr val="231F20"/>
                </a:solidFill>
                <a:latin typeface="Arial"/>
                <a:cs typeface="Arial"/>
              </a:rPr>
              <a:t>being</a:t>
            </a:r>
            <a:r>
              <a:rPr sz="1000" spc="15" dirty="0">
                <a:solidFill>
                  <a:srgbClr val="231F20"/>
                </a:solidFill>
                <a:latin typeface="Arial"/>
                <a:cs typeface="Arial"/>
              </a:rPr>
              <a:t> </a:t>
            </a:r>
            <a:r>
              <a:rPr sz="1000" dirty="0">
                <a:solidFill>
                  <a:srgbClr val="231F20"/>
                </a:solidFill>
                <a:latin typeface="Arial"/>
                <a:cs typeface="Arial"/>
              </a:rPr>
              <a:t>trained</a:t>
            </a:r>
            <a:r>
              <a:rPr sz="1000" spc="15"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guide</a:t>
            </a:r>
            <a:r>
              <a:rPr sz="1000" spc="15" dirty="0">
                <a:solidFill>
                  <a:srgbClr val="231F20"/>
                </a:solidFill>
                <a:latin typeface="Arial"/>
                <a:cs typeface="Arial"/>
              </a:rPr>
              <a:t> </a:t>
            </a:r>
            <a:r>
              <a:rPr sz="1000" dirty="0">
                <a:solidFill>
                  <a:srgbClr val="231F20"/>
                </a:solidFill>
                <a:latin typeface="Arial"/>
                <a:cs typeface="Arial"/>
              </a:rPr>
              <a:t>dogs</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organization</a:t>
            </a:r>
            <a:r>
              <a:rPr sz="1000" spc="15" dirty="0">
                <a:solidFill>
                  <a:srgbClr val="231F20"/>
                </a:solidFill>
                <a:latin typeface="Arial"/>
                <a:cs typeface="Arial"/>
              </a:rPr>
              <a:t> </a:t>
            </a:r>
            <a:r>
              <a:rPr sz="1000" dirty="0">
                <a:solidFill>
                  <a:srgbClr val="231F20"/>
                </a:solidFill>
                <a:latin typeface="Arial"/>
                <a:cs typeface="Arial"/>
              </a:rPr>
              <a:t>Guiding</a:t>
            </a:r>
            <a:r>
              <a:rPr sz="1000" spc="15" dirty="0">
                <a:solidFill>
                  <a:srgbClr val="231F20"/>
                </a:solidFill>
                <a:latin typeface="Arial"/>
                <a:cs typeface="Arial"/>
              </a:rPr>
              <a:t> </a:t>
            </a:r>
            <a:r>
              <a:rPr sz="1000" spc="-35" dirty="0">
                <a:solidFill>
                  <a:srgbClr val="231F20"/>
                </a:solidFill>
                <a:latin typeface="Arial"/>
                <a:cs typeface="Arial"/>
              </a:rPr>
              <a:t>Eyes</a:t>
            </a:r>
            <a:r>
              <a:rPr sz="1000" spc="1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Blind.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dirty="0">
                <a:solidFill>
                  <a:srgbClr val="231F20"/>
                </a:solidFill>
                <a:latin typeface="Arial"/>
                <a:cs typeface="Arial"/>
              </a:rPr>
              <a:t>“Beauty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Beast,” </a:t>
            </a:r>
            <a:r>
              <a:rPr sz="1000" dirty="0">
                <a:solidFill>
                  <a:srgbClr val="231F20"/>
                </a:solidFill>
                <a:latin typeface="Arial"/>
                <a:cs typeface="Arial"/>
              </a:rPr>
              <a:t>at</a:t>
            </a:r>
            <a:r>
              <a:rPr sz="1000" spc="-30" dirty="0">
                <a:solidFill>
                  <a:srgbClr val="231F20"/>
                </a:solidFill>
                <a:latin typeface="Arial"/>
                <a:cs typeface="Arial"/>
              </a:rPr>
              <a:t> </a:t>
            </a:r>
            <a:r>
              <a:rPr sz="1000" dirty="0">
                <a:solidFill>
                  <a:srgbClr val="231F20"/>
                </a:solidFill>
                <a:latin typeface="Arial"/>
                <a:cs typeface="Arial"/>
              </a:rPr>
              <a:t>Imagination</a:t>
            </a:r>
            <a:r>
              <a:rPr sz="1000" spc="-30" dirty="0">
                <a:solidFill>
                  <a:srgbClr val="231F20"/>
                </a:solidFill>
                <a:latin typeface="Arial"/>
                <a:cs typeface="Arial"/>
              </a:rPr>
              <a:t> </a:t>
            </a:r>
            <a:r>
              <a:rPr sz="1000" dirty="0">
                <a:solidFill>
                  <a:srgbClr val="231F20"/>
                </a:solidFill>
                <a:latin typeface="Arial"/>
                <a:cs typeface="Arial"/>
              </a:rPr>
              <a:t>Stage</a:t>
            </a:r>
            <a:r>
              <a:rPr sz="1000" spc="-25"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Bethesda,</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personal</a:t>
            </a:r>
            <a:r>
              <a:rPr sz="1000" spc="30" dirty="0">
                <a:solidFill>
                  <a:srgbClr val="231F20"/>
                </a:solidFill>
                <a:latin typeface="Arial"/>
                <a:cs typeface="Arial"/>
              </a:rPr>
              <a:t> </a:t>
            </a:r>
            <a:r>
              <a:rPr sz="1000" spc="-10" dirty="0">
                <a:solidFill>
                  <a:srgbClr val="231F20"/>
                </a:solidFill>
                <a:latin typeface="Arial"/>
                <a:cs typeface="Arial"/>
              </a:rPr>
              <a:t>space,</a:t>
            </a:r>
            <a:r>
              <a:rPr sz="1000" spc="35" dirty="0">
                <a:solidFill>
                  <a:srgbClr val="231F20"/>
                </a:solidFill>
                <a:latin typeface="Arial"/>
                <a:cs typeface="Arial"/>
              </a:rPr>
              <a:t> </a:t>
            </a:r>
            <a:r>
              <a:rPr sz="1000" dirty="0">
                <a:solidFill>
                  <a:srgbClr val="231F20"/>
                </a:solidFill>
                <a:latin typeface="Arial"/>
                <a:cs typeface="Arial"/>
              </a:rPr>
              <a:t>identifying</a:t>
            </a:r>
            <a:r>
              <a:rPr sz="1000" spc="30" dirty="0">
                <a:solidFill>
                  <a:srgbClr val="231F20"/>
                </a:solidFill>
                <a:latin typeface="Arial"/>
                <a:cs typeface="Arial"/>
              </a:rPr>
              <a:t> </a:t>
            </a:r>
            <a:r>
              <a:rPr sz="1000" dirty="0">
                <a:solidFill>
                  <a:srgbClr val="231F20"/>
                </a:solidFill>
                <a:latin typeface="Arial"/>
                <a:cs typeface="Arial"/>
              </a:rPr>
              <a:t>“tricky</a:t>
            </a:r>
            <a:r>
              <a:rPr sz="1000" spc="35" dirty="0">
                <a:solidFill>
                  <a:srgbClr val="231F20"/>
                </a:solidFill>
                <a:latin typeface="Arial"/>
                <a:cs typeface="Arial"/>
              </a:rPr>
              <a:t> </a:t>
            </a:r>
            <a:r>
              <a:rPr sz="1000" dirty="0">
                <a:solidFill>
                  <a:srgbClr val="231F20"/>
                </a:solidFill>
                <a:latin typeface="Arial"/>
                <a:cs typeface="Arial"/>
              </a:rPr>
              <a:t>adults,”</a:t>
            </a:r>
            <a:r>
              <a:rPr sz="1000" spc="3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spc="-20" dirty="0">
                <a:solidFill>
                  <a:srgbClr val="231F20"/>
                </a:solidFill>
                <a:latin typeface="Arial"/>
                <a:cs typeface="Arial"/>
              </a:rPr>
              <a:t>self- </a:t>
            </a:r>
            <a:r>
              <a:rPr sz="1000" dirty="0">
                <a:solidFill>
                  <a:srgbClr val="231F20"/>
                </a:solidFill>
                <a:latin typeface="Arial"/>
                <a:cs typeface="Arial"/>
              </a:rPr>
              <a:t>defense</a:t>
            </a:r>
            <a:r>
              <a:rPr sz="1000" spc="10" dirty="0">
                <a:solidFill>
                  <a:srgbClr val="231F20"/>
                </a:solidFill>
                <a:latin typeface="Arial"/>
                <a:cs typeface="Arial"/>
              </a:rPr>
              <a:t> </a:t>
            </a:r>
            <a:r>
              <a:rPr sz="1000" spc="-10" dirty="0">
                <a:solidFill>
                  <a:srgbClr val="231F20"/>
                </a:solidFill>
                <a:latin typeface="Arial"/>
                <a:cs typeface="Arial"/>
              </a:rPr>
              <a:t>moves.</a:t>
            </a:r>
            <a:endParaRPr sz="1000">
              <a:latin typeface="Arial"/>
              <a:cs typeface="Arial"/>
            </a:endParaRPr>
          </a:p>
          <a:p>
            <a:pPr marL="12700" marR="128905">
              <a:lnSpc>
                <a:spcPct val="100000"/>
              </a:lnSpc>
              <a:spcBef>
                <a:spcPts val="9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second</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third</a:t>
            </a:r>
            <a:r>
              <a:rPr sz="1000" spc="5" dirty="0">
                <a:solidFill>
                  <a:srgbClr val="231F20"/>
                </a:solidFill>
                <a:latin typeface="Arial"/>
                <a:cs typeface="Arial"/>
              </a:rPr>
              <a:t> </a:t>
            </a:r>
            <a:r>
              <a:rPr sz="1000" dirty="0">
                <a:solidFill>
                  <a:srgbClr val="231F20"/>
                </a:solidFill>
                <a:latin typeface="Arial"/>
                <a:cs typeface="Arial"/>
              </a:rPr>
              <a:t>graders</a:t>
            </a:r>
            <a:r>
              <a:rPr sz="1000" spc="5"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running,</a:t>
            </a:r>
            <a:r>
              <a:rPr sz="1000" spc="-15" dirty="0">
                <a:solidFill>
                  <a:srgbClr val="231F20"/>
                </a:solidFill>
                <a:latin typeface="Arial"/>
                <a:cs typeface="Arial"/>
              </a:rPr>
              <a:t> </a:t>
            </a:r>
            <a:r>
              <a:rPr sz="1000" dirty="0">
                <a:solidFill>
                  <a:srgbClr val="231F20"/>
                </a:solidFill>
                <a:latin typeface="Arial"/>
                <a:cs typeface="Arial"/>
              </a:rPr>
              <a:t>jumping</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climbing</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20" dirty="0">
                <a:solidFill>
                  <a:srgbClr val="231F20"/>
                </a:solidFill>
                <a:latin typeface="Arial"/>
                <a:cs typeface="Arial"/>
              </a:rPr>
              <a:t>ZavaZone.</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20" dirty="0">
                <a:solidFill>
                  <a:srgbClr val="231F20"/>
                </a:solidFill>
                <a:latin typeface="Arial"/>
                <a:cs typeface="Arial"/>
              </a:rPr>
              <a:t>also </a:t>
            </a:r>
            <a:r>
              <a:rPr sz="1000" dirty="0">
                <a:solidFill>
                  <a:srgbClr val="231F20"/>
                </a:solidFill>
                <a:latin typeface="Arial"/>
                <a:cs typeface="Arial"/>
              </a:rPr>
              <a:t>worked</a:t>
            </a:r>
            <a:r>
              <a:rPr sz="1000" spc="20"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preparing</a:t>
            </a:r>
            <a:r>
              <a:rPr sz="1000" spc="2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spelling</a:t>
            </a:r>
            <a:r>
              <a:rPr sz="1000" spc="25" dirty="0">
                <a:solidFill>
                  <a:srgbClr val="231F20"/>
                </a:solidFill>
                <a:latin typeface="Arial"/>
                <a:cs typeface="Arial"/>
              </a:rPr>
              <a:t> </a:t>
            </a:r>
            <a:r>
              <a:rPr sz="1000" dirty="0">
                <a:solidFill>
                  <a:srgbClr val="231F20"/>
                </a:solidFill>
                <a:latin typeface="Arial"/>
                <a:cs typeface="Arial"/>
              </a:rPr>
              <a:t>bee</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oratorical </a:t>
            </a:r>
            <a:r>
              <a:rPr sz="1000" dirty="0">
                <a:solidFill>
                  <a:srgbClr val="231F20"/>
                </a:solidFill>
                <a:latin typeface="Arial"/>
                <a:cs typeface="Arial"/>
              </a:rPr>
              <a:t>competition</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informative</a:t>
            </a:r>
            <a:r>
              <a:rPr sz="1000" spc="20" dirty="0">
                <a:solidFill>
                  <a:srgbClr val="231F20"/>
                </a:solidFill>
                <a:latin typeface="Arial"/>
                <a:cs typeface="Arial"/>
              </a:rPr>
              <a:t> </a:t>
            </a:r>
            <a:r>
              <a:rPr sz="1000" dirty="0">
                <a:solidFill>
                  <a:srgbClr val="231F20"/>
                </a:solidFill>
                <a:latin typeface="Arial"/>
                <a:cs typeface="Arial"/>
              </a:rPr>
              <a:t>speech</a:t>
            </a:r>
            <a:r>
              <a:rPr sz="1000" spc="20" dirty="0">
                <a:solidFill>
                  <a:srgbClr val="231F20"/>
                </a:solidFill>
                <a:latin typeface="Arial"/>
                <a:cs typeface="Arial"/>
              </a:rPr>
              <a:t> </a:t>
            </a:r>
            <a:r>
              <a:rPr sz="1000" dirty="0">
                <a:solidFill>
                  <a:srgbClr val="231F20"/>
                </a:solidFill>
                <a:latin typeface="Arial"/>
                <a:cs typeface="Arial"/>
              </a:rPr>
              <a:t>coaching</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public</a:t>
            </a:r>
            <a:r>
              <a:rPr sz="1000" spc="15" dirty="0">
                <a:solidFill>
                  <a:srgbClr val="231F20"/>
                </a:solidFill>
                <a:latin typeface="Arial"/>
                <a:cs typeface="Arial"/>
              </a:rPr>
              <a:t> </a:t>
            </a:r>
            <a:r>
              <a:rPr sz="1000" dirty="0">
                <a:solidFill>
                  <a:srgbClr val="231F20"/>
                </a:solidFill>
                <a:latin typeface="Arial"/>
                <a:cs typeface="Arial"/>
              </a:rPr>
              <a:t>speaking</a:t>
            </a:r>
            <a:r>
              <a:rPr sz="1000" spc="20" dirty="0">
                <a:solidFill>
                  <a:srgbClr val="231F20"/>
                </a:solidFill>
                <a:latin typeface="Arial"/>
                <a:cs typeface="Arial"/>
              </a:rPr>
              <a:t> </a:t>
            </a:r>
            <a:r>
              <a:rPr sz="1000" dirty="0">
                <a:solidFill>
                  <a:srgbClr val="231F20"/>
                </a:solidFill>
                <a:latin typeface="Arial"/>
                <a:cs typeface="Arial"/>
              </a:rPr>
              <a:t>workshop.</a:t>
            </a:r>
            <a:r>
              <a:rPr sz="1000" spc="20" dirty="0">
                <a:solidFill>
                  <a:srgbClr val="231F20"/>
                </a:solidFill>
                <a:latin typeface="Arial"/>
                <a:cs typeface="Arial"/>
              </a:rPr>
              <a:t> </a:t>
            </a:r>
            <a:r>
              <a:rPr sz="1000" dirty="0">
                <a:solidFill>
                  <a:srgbClr val="231F20"/>
                </a:solidFill>
                <a:latin typeface="Arial"/>
                <a:cs typeface="Arial"/>
              </a:rPr>
              <a:t>During</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holiday</a:t>
            </a:r>
            <a:r>
              <a:rPr sz="1000" spc="20" dirty="0">
                <a:solidFill>
                  <a:srgbClr val="231F20"/>
                </a:solidFill>
                <a:latin typeface="Arial"/>
                <a:cs typeface="Arial"/>
              </a:rPr>
              <a:t> </a:t>
            </a:r>
            <a:r>
              <a:rPr sz="1000" spc="-10" dirty="0">
                <a:solidFill>
                  <a:srgbClr val="231F20"/>
                </a:solidFill>
                <a:latin typeface="Arial"/>
                <a:cs typeface="Arial"/>
              </a:rPr>
              <a:t>season,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spread</a:t>
            </a:r>
            <a:r>
              <a:rPr sz="1000" spc="-5" dirty="0">
                <a:solidFill>
                  <a:srgbClr val="231F20"/>
                </a:solidFill>
                <a:latin typeface="Arial"/>
                <a:cs typeface="Arial"/>
              </a:rPr>
              <a:t> </a:t>
            </a:r>
            <a:r>
              <a:rPr sz="1000" dirty="0">
                <a:solidFill>
                  <a:srgbClr val="231F20"/>
                </a:solidFill>
                <a:latin typeface="Arial"/>
                <a:cs typeface="Arial"/>
              </a:rPr>
              <a:t>cheer</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military</a:t>
            </a:r>
            <a:r>
              <a:rPr sz="1000" spc="-5"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creating</a:t>
            </a:r>
            <a:r>
              <a:rPr sz="1000" spc="-5" dirty="0">
                <a:solidFill>
                  <a:srgbClr val="231F20"/>
                </a:solidFill>
                <a:latin typeface="Arial"/>
                <a:cs typeface="Arial"/>
              </a:rPr>
              <a:t> </a:t>
            </a:r>
            <a:r>
              <a:rPr sz="1000" spc="-10" dirty="0">
                <a:solidFill>
                  <a:srgbClr val="231F20"/>
                </a:solidFill>
                <a:latin typeface="Arial"/>
                <a:cs typeface="Arial"/>
              </a:rPr>
              <a:t>holiday </a:t>
            </a:r>
            <a:r>
              <a:rPr sz="1000" dirty="0">
                <a:solidFill>
                  <a:srgbClr val="231F20"/>
                </a:solidFill>
                <a:latin typeface="Arial"/>
                <a:cs typeface="Arial"/>
              </a:rPr>
              <a:t>cards</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send</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troops</a:t>
            </a:r>
            <a:r>
              <a:rPr sz="1000" spc="-5" dirty="0">
                <a:solidFill>
                  <a:srgbClr val="231F20"/>
                </a:solidFill>
                <a:latin typeface="Arial"/>
                <a:cs typeface="Arial"/>
              </a:rPr>
              <a:t> </a:t>
            </a:r>
            <a:r>
              <a:rPr sz="1000" dirty="0">
                <a:solidFill>
                  <a:srgbClr val="231F20"/>
                </a:solidFill>
                <a:latin typeface="Arial"/>
                <a:cs typeface="Arial"/>
              </a:rPr>
              <a:t>far</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wide.</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rounded</a:t>
            </a:r>
            <a:r>
              <a:rPr sz="1000" spc="-5" dirty="0">
                <a:solidFill>
                  <a:srgbClr val="231F20"/>
                </a:solidFill>
                <a:latin typeface="Arial"/>
                <a:cs typeface="Arial"/>
              </a:rPr>
              <a:t> </a:t>
            </a:r>
            <a:r>
              <a:rPr sz="1000" spc="-25" dirty="0">
                <a:solidFill>
                  <a:srgbClr val="231F20"/>
                </a:solidFill>
                <a:latin typeface="Arial"/>
                <a:cs typeface="Arial"/>
              </a:rPr>
              <a:t>out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legislative</a:t>
            </a:r>
            <a:r>
              <a:rPr sz="1000" spc="-5"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first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guided</a:t>
            </a:r>
            <a:r>
              <a:rPr sz="1000" spc="-5" dirty="0">
                <a:solidFill>
                  <a:srgbClr val="231F20"/>
                </a:solidFill>
                <a:latin typeface="Arial"/>
                <a:cs typeface="Arial"/>
              </a:rPr>
              <a:t> </a:t>
            </a:r>
            <a:r>
              <a:rPr sz="1000" dirty="0">
                <a:solidFill>
                  <a:srgbClr val="231F20"/>
                </a:solidFill>
                <a:latin typeface="Arial"/>
                <a:cs typeface="Arial"/>
              </a:rPr>
              <a:t>tour 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Banneker-</a:t>
            </a:r>
            <a:r>
              <a:rPr sz="1000" dirty="0">
                <a:solidFill>
                  <a:srgbClr val="231F20"/>
                </a:solidFill>
                <a:latin typeface="Arial"/>
                <a:cs typeface="Arial"/>
              </a:rPr>
              <a:t>Douglass </a:t>
            </a:r>
            <a:r>
              <a:rPr sz="1000" spc="-10" dirty="0">
                <a:solidFill>
                  <a:srgbClr val="231F20"/>
                </a:solidFill>
                <a:latin typeface="Arial"/>
                <a:cs typeface="Arial"/>
              </a:rPr>
              <a:t>Museum </a:t>
            </a:r>
            <a:r>
              <a:rPr sz="1000" dirty="0">
                <a:solidFill>
                  <a:srgbClr val="231F20"/>
                </a:solidFill>
                <a:latin typeface="Arial"/>
                <a:cs typeface="Arial"/>
              </a:rPr>
              <a:t>which</a:t>
            </a:r>
            <a:r>
              <a:rPr sz="1000" spc="-20" dirty="0">
                <a:solidFill>
                  <a:srgbClr val="231F20"/>
                </a:solidFill>
                <a:latin typeface="Arial"/>
                <a:cs typeface="Arial"/>
              </a:rPr>
              <a:t> </a:t>
            </a:r>
            <a:r>
              <a:rPr sz="1000" spc="-10" dirty="0">
                <a:solidFill>
                  <a:srgbClr val="231F20"/>
                </a:solidFill>
                <a:latin typeface="Arial"/>
                <a:cs typeface="Arial"/>
              </a:rPr>
              <a:t>specializes</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American</a:t>
            </a:r>
            <a:r>
              <a:rPr sz="1000" spc="-15" dirty="0">
                <a:solidFill>
                  <a:srgbClr val="231F20"/>
                </a:solidFill>
                <a:latin typeface="Arial"/>
                <a:cs typeface="Arial"/>
              </a:rPr>
              <a:t> </a:t>
            </a:r>
            <a:r>
              <a:rPr sz="1000" spc="-10" dirty="0">
                <a:solidFill>
                  <a:srgbClr val="231F20"/>
                </a:solidFill>
                <a:latin typeface="Arial"/>
                <a:cs typeface="Arial"/>
              </a:rPr>
              <a:t>History.</a:t>
            </a:r>
            <a:endParaRPr sz="1000">
              <a:latin typeface="Arial"/>
              <a:cs typeface="Arial"/>
            </a:endParaRPr>
          </a:p>
          <a:p>
            <a:pPr marL="12700" marR="38100">
              <a:lnSpc>
                <a:spcPct val="100000"/>
              </a:lnSpc>
            </a:pPr>
            <a:r>
              <a:rPr sz="1000" dirty="0">
                <a:solidFill>
                  <a:srgbClr val="231F20"/>
                </a:solidFill>
                <a:latin typeface="Arial"/>
                <a:cs typeface="Arial"/>
              </a:rPr>
              <a:t>Then they were educated on the Federal Court </a:t>
            </a:r>
            <a:r>
              <a:rPr sz="1000" spc="-20" dirty="0">
                <a:solidFill>
                  <a:srgbClr val="231F20"/>
                </a:solidFill>
                <a:latin typeface="Arial"/>
                <a:cs typeface="Arial"/>
              </a:rPr>
              <a:t>System</a:t>
            </a:r>
            <a:r>
              <a:rPr sz="1000"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real</a:t>
            </a:r>
            <a:r>
              <a:rPr sz="1000" spc="-30" dirty="0">
                <a:solidFill>
                  <a:srgbClr val="231F20"/>
                </a:solidFill>
                <a:latin typeface="Arial"/>
                <a:cs typeface="Arial"/>
              </a:rPr>
              <a:t> </a:t>
            </a:r>
            <a:r>
              <a:rPr sz="1000" dirty="0">
                <a:solidFill>
                  <a:srgbClr val="231F20"/>
                </a:solidFill>
                <a:latin typeface="Arial"/>
                <a:cs typeface="Arial"/>
              </a:rPr>
              <a:t>Federal</a:t>
            </a:r>
            <a:r>
              <a:rPr sz="1000" spc="-25" dirty="0">
                <a:solidFill>
                  <a:srgbClr val="231F20"/>
                </a:solidFill>
                <a:latin typeface="Arial"/>
                <a:cs typeface="Arial"/>
              </a:rPr>
              <a:t> </a:t>
            </a:r>
            <a:r>
              <a:rPr sz="1000" dirty="0">
                <a:solidFill>
                  <a:srgbClr val="231F20"/>
                </a:solidFill>
                <a:latin typeface="Arial"/>
                <a:cs typeface="Arial"/>
              </a:rPr>
              <a:t>Judge.</a:t>
            </a:r>
            <a:r>
              <a:rPr sz="1000" spc="-3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toured</a:t>
            </a:r>
            <a:r>
              <a:rPr sz="1000" spc="-30" dirty="0">
                <a:solidFill>
                  <a:srgbClr val="231F20"/>
                </a:solidFill>
                <a:latin typeface="Arial"/>
                <a:cs typeface="Arial"/>
              </a:rPr>
              <a:t> </a:t>
            </a:r>
            <a:r>
              <a:rPr sz="1000" dirty="0">
                <a:solidFill>
                  <a:srgbClr val="231F20"/>
                </a:solidFill>
                <a:latin typeface="Arial"/>
                <a:cs typeface="Arial"/>
              </a:rPr>
              <a:t>her</a:t>
            </a:r>
            <a:r>
              <a:rPr sz="1000" spc="-25" dirty="0">
                <a:solidFill>
                  <a:srgbClr val="231F20"/>
                </a:solidFill>
                <a:latin typeface="Arial"/>
                <a:cs typeface="Arial"/>
              </a:rPr>
              <a:t> </a:t>
            </a:r>
            <a:r>
              <a:rPr sz="1000" dirty="0">
                <a:solidFill>
                  <a:srgbClr val="231F20"/>
                </a:solidFill>
                <a:latin typeface="Arial"/>
                <a:cs typeface="Arial"/>
              </a:rPr>
              <a:t>chambers</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Federal</a:t>
            </a:r>
            <a:r>
              <a:rPr sz="1000" spc="-10" dirty="0">
                <a:solidFill>
                  <a:srgbClr val="231F20"/>
                </a:solidFill>
                <a:latin typeface="Arial"/>
                <a:cs typeface="Arial"/>
              </a:rPr>
              <a:t> </a:t>
            </a:r>
            <a:r>
              <a:rPr sz="1000" dirty="0">
                <a:solidFill>
                  <a:srgbClr val="231F20"/>
                </a:solidFill>
                <a:latin typeface="Arial"/>
                <a:cs typeface="Arial"/>
              </a:rPr>
              <a:t>Courthouse</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she</a:t>
            </a:r>
            <a:r>
              <a:rPr sz="1000" spc="-10" dirty="0">
                <a:solidFill>
                  <a:srgbClr val="231F20"/>
                </a:solidFill>
                <a:latin typeface="Arial"/>
                <a:cs typeface="Arial"/>
              </a:rPr>
              <a:t> </a:t>
            </a:r>
            <a:r>
              <a:rPr sz="1000" dirty="0">
                <a:solidFill>
                  <a:srgbClr val="231F20"/>
                </a:solidFill>
                <a:latin typeface="Arial"/>
                <a:cs typeface="Arial"/>
              </a:rPr>
              <a:t>works,</a:t>
            </a:r>
            <a:r>
              <a:rPr sz="1000" spc="-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finished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afternoon</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high</a:t>
            </a:r>
            <a:r>
              <a:rPr sz="1000" spc="10" dirty="0">
                <a:solidFill>
                  <a:srgbClr val="231F20"/>
                </a:solidFill>
                <a:latin typeface="Arial"/>
                <a:cs typeface="Arial"/>
              </a:rPr>
              <a:t> </a:t>
            </a:r>
            <a:r>
              <a:rPr sz="1000" dirty="0">
                <a:solidFill>
                  <a:srgbClr val="231F20"/>
                </a:solidFill>
                <a:latin typeface="Arial"/>
                <a:cs typeface="Arial"/>
              </a:rPr>
              <a:t>tea</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historic</a:t>
            </a:r>
            <a:r>
              <a:rPr sz="1000" spc="10" dirty="0">
                <a:solidFill>
                  <a:srgbClr val="231F20"/>
                </a:solidFill>
                <a:latin typeface="Arial"/>
                <a:cs typeface="Arial"/>
              </a:rPr>
              <a:t> </a:t>
            </a:r>
            <a:r>
              <a:rPr sz="1000" dirty="0">
                <a:solidFill>
                  <a:srgbClr val="231F20"/>
                </a:solidFill>
                <a:latin typeface="Arial"/>
                <a:cs typeface="Arial"/>
              </a:rPr>
              <a:t>Dolly</a:t>
            </a:r>
            <a:r>
              <a:rPr sz="1000" spc="15" dirty="0">
                <a:solidFill>
                  <a:srgbClr val="231F20"/>
                </a:solidFill>
                <a:latin typeface="Arial"/>
                <a:cs typeface="Arial"/>
              </a:rPr>
              <a:t> </a:t>
            </a:r>
            <a:r>
              <a:rPr sz="1000" spc="-10" dirty="0">
                <a:solidFill>
                  <a:srgbClr val="231F20"/>
                </a:solidFill>
                <a:latin typeface="Arial"/>
                <a:cs typeface="Arial"/>
              </a:rPr>
              <a:t>Madison House!</a:t>
            </a:r>
            <a:endParaRPr sz="1000">
              <a:latin typeface="Arial"/>
              <a:cs typeface="Arial"/>
            </a:endParaRPr>
          </a:p>
          <a:p>
            <a:pPr marL="12700" marR="335280">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fourth</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fifth</a:t>
            </a:r>
            <a:r>
              <a:rPr sz="1000" spc="15"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poetry and</a:t>
            </a:r>
            <a:r>
              <a:rPr sz="1000" spc="5" dirty="0">
                <a:solidFill>
                  <a:srgbClr val="231F20"/>
                </a:solidFill>
                <a:latin typeface="Arial"/>
                <a:cs typeface="Arial"/>
              </a:rPr>
              <a:t> </a:t>
            </a:r>
            <a:r>
              <a:rPr sz="1000" dirty="0">
                <a:solidFill>
                  <a:srgbClr val="231F20"/>
                </a:solidFill>
                <a:latin typeface="Arial"/>
                <a:cs typeface="Arial"/>
              </a:rPr>
              <a:t>a book</a:t>
            </a:r>
            <a:r>
              <a:rPr sz="1000" spc="5" dirty="0">
                <a:solidFill>
                  <a:srgbClr val="231F20"/>
                </a:solidFill>
                <a:latin typeface="Arial"/>
                <a:cs typeface="Arial"/>
              </a:rPr>
              <a:t> </a:t>
            </a:r>
            <a:r>
              <a:rPr sz="1000" dirty="0">
                <a:solidFill>
                  <a:srgbClr val="231F20"/>
                </a:solidFill>
                <a:latin typeface="Arial"/>
                <a:cs typeface="Arial"/>
              </a:rPr>
              <a:t>drive. They</a:t>
            </a:r>
            <a:r>
              <a:rPr sz="1000" spc="5" dirty="0">
                <a:solidFill>
                  <a:srgbClr val="231F20"/>
                </a:solidFill>
                <a:latin typeface="Arial"/>
                <a:cs typeface="Arial"/>
              </a:rPr>
              <a:t> </a:t>
            </a:r>
            <a:r>
              <a:rPr sz="1000" dirty="0">
                <a:solidFill>
                  <a:srgbClr val="231F20"/>
                </a:solidFill>
                <a:latin typeface="Arial"/>
                <a:cs typeface="Arial"/>
              </a:rPr>
              <a:t>were coached</a:t>
            </a:r>
            <a:r>
              <a:rPr sz="1000" spc="5" dirty="0">
                <a:solidFill>
                  <a:srgbClr val="231F20"/>
                </a:solidFill>
                <a:latin typeface="Arial"/>
                <a:cs typeface="Arial"/>
              </a:rPr>
              <a:t> </a:t>
            </a:r>
            <a:r>
              <a:rPr sz="1000" spc="-25" dirty="0">
                <a:solidFill>
                  <a:srgbClr val="231F20"/>
                </a:solidFill>
                <a:latin typeface="Arial"/>
                <a:cs typeface="Arial"/>
              </a:rPr>
              <a:t>on</a:t>
            </a:r>
            <a:r>
              <a:rPr sz="1000" spc="500" dirty="0">
                <a:solidFill>
                  <a:srgbClr val="231F20"/>
                </a:solidFill>
                <a:latin typeface="Arial"/>
                <a:cs typeface="Arial"/>
              </a:rPr>
              <a:t> </a:t>
            </a:r>
            <a:r>
              <a:rPr sz="1000" dirty="0">
                <a:solidFill>
                  <a:srgbClr val="231F20"/>
                </a:solidFill>
                <a:latin typeface="Arial"/>
                <a:cs typeface="Arial"/>
              </a:rPr>
              <a:t>best</a:t>
            </a:r>
            <a:r>
              <a:rPr sz="1000" spc="10" dirty="0">
                <a:solidFill>
                  <a:srgbClr val="231F20"/>
                </a:solidFill>
                <a:latin typeface="Arial"/>
                <a:cs typeface="Arial"/>
              </a:rPr>
              <a:t> </a:t>
            </a:r>
            <a:r>
              <a:rPr sz="1000" dirty="0">
                <a:solidFill>
                  <a:srgbClr val="231F20"/>
                </a:solidFill>
                <a:latin typeface="Arial"/>
                <a:cs typeface="Arial"/>
              </a:rPr>
              <a:t>practices</a:t>
            </a:r>
            <a:r>
              <a:rPr sz="1000" spc="1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dirty="0">
                <a:solidFill>
                  <a:srgbClr val="231F20"/>
                </a:solidFill>
                <a:latin typeface="Arial"/>
                <a:cs typeface="Arial"/>
              </a:rPr>
              <a:t>speaking,</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spc="-10" dirty="0">
                <a:solidFill>
                  <a:srgbClr val="231F20"/>
                </a:solidFill>
                <a:latin typeface="Arial"/>
                <a:cs typeface="Arial"/>
              </a:rPr>
              <a:t>charged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drafting</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own</a:t>
            </a:r>
            <a:r>
              <a:rPr sz="1000" spc="20" dirty="0">
                <a:solidFill>
                  <a:srgbClr val="231F20"/>
                </a:solidFill>
                <a:latin typeface="Arial"/>
                <a:cs typeface="Arial"/>
              </a:rPr>
              <a:t> </a:t>
            </a:r>
            <a:r>
              <a:rPr sz="1000" dirty="0">
                <a:solidFill>
                  <a:srgbClr val="231F20"/>
                </a:solidFill>
                <a:latin typeface="Arial"/>
                <a:cs typeface="Arial"/>
              </a:rPr>
              <a:t>poem</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read</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front</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20" dirty="0">
                <a:solidFill>
                  <a:srgbClr val="231F20"/>
                </a:solidFill>
                <a:latin typeface="Arial"/>
                <a:cs typeface="Arial"/>
              </a:rPr>
              <a:t>their</a:t>
            </a:r>
            <a:endParaRPr sz="1000">
              <a:latin typeface="Arial"/>
              <a:cs typeface="Arial"/>
            </a:endParaRPr>
          </a:p>
          <a:p>
            <a:pPr marL="12700" marR="271145">
              <a:lnSpc>
                <a:spcPct val="100000"/>
              </a:lnSpc>
            </a:pPr>
            <a:r>
              <a:rPr sz="1000" dirty="0">
                <a:solidFill>
                  <a:srgbClr val="231F20"/>
                </a:solidFill>
                <a:latin typeface="Arial"/>
                <a:cs typeface="Arial"/>
              </a:rPr>
              <a:t>peers.</a:t>
            </a:r>
            <a:r>
              <a:rPr sz="1000" spc="5" dirty="0">
                <a:solidFill>
                  <a:srgbClr val="231F20"/>
                </a:solidFill>
                <a:latin typeface="Arial"/>
                <a:cs typeface="Arial"/>
              </a:rPr>
              <a:t> </a:t>
            </a:r>
            <a:r>
              <a:rPr sz="1000" dirty="0">
                <a:solidFill>
                  <a:srgbClr val="231F20"/>
                </a:solidFill>
                <a:latin typeface="Arial"/>
                <a:cs typeface="Arial"/>
              </a:rPr>
              <a:t>Books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donated</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given</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Stepping</a:t>
            </a:r>
            <a:r>
              <a:rPr sz="1000" spc="-10" dirty="0">
                <a:solidFill>
                  <a:srgbClr val="231F20"/>
                </a:solidFill>
                <a:latin typeface="Arial"/>
                <a:cs typeface="Arial"/>
              </a:rPr>
              <a:t> Stones</a:t>
            </a:r>
            <a:r>
              <a:rPr sz="1000" spc="-5" dirty="0">
                <a:solidFill>
                  <a:srgbClr val="231F20"/>
                </a:solidFill>
                <a:latin typeface="Arial"/>
                <a:cs typeface="Arial"/>
              </a:rPr>
              <a:t> </a:t>
            </a:r>
            <a:r>
              <a:rPr sz="1000" spc="-10" dirty="0">
                <a:solidFill>
                  <a:srgbClr val="231F20"/>
                </a:solidFill>
                <a:latin typeface="Arial"/>
                <a:cs typeface="Arial"/>
              </a:rPr>
              <a:t>Shelter. </a:t>
            </a:r>
            <a:r>
              <a:rPr sz="1000" dirty="0">
                <a:solidFill>
                  <a:srgbClr val="231F20"/>
                </a:solidFill>
                <a:latin typeface="Arial"/>
                <a:cs typeface="Arial"/>
              </a:rPr>
              <a:t>Next</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able</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dynamic</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new</a:t>
            </a:r>
            <a:r>
              <a:rPr sz="1000" spc="-5"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Museum</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African</a:t>
            </a:r>
            <a:r>
              <a:rPr sz="1000" spc="-25" dirty="0">
                <a:solidFill>
                  <a:srgbClr val="231F20"/>
                </a:solidFill>
                <a:latin typeface="Arial"/>
                <a:cs typeface="Arial"/>
              </a:rPr>
              <a:t>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History</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Culture</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10" dirty="0">
                <a:solidFill>
                  <a:srgbClr val="231F20"/>
                </a:solidFill>
                <a:latin typeface="Arial"/>
                <a:cs typeface="Arial"/>
              </a:rPr>
              <a:t>Washington,</a:t>
            </a:r>
            <a:endParaRPr sz="1000">
              <a:latin typeface="Arial"/>
              <a:cs typeface="Arial"/>
            </a:endParaRPr>
          </a:p>
          <a:p>
            <a:pPr marL="12700" marR="120014">
              <a:lnSpc>
                <a:spcPct val="100000"/>
              </a:lnSpc>
            </a:pPr>
            <a:r>
              <a:rPr sz="1000" spc="-35" dirty="0">
                <a:solidFill>
                  <a:srgbClr val="231F20"/>
                </a:solidFill>
                <a:latin typeface="Arial"/>
                <a:cs typeface="Arial"/>
              </a:rPr>
              <a:t>DC.</a:t>
            </a:r>
            <a:r>
              <a:rPr sz="1000" spc="5" dirty="0">
                <a:solidFill>
                  <a:srgbClr val="231F20"/>
                </a:solidFill>
                <a:latin typeface="Arial"/>
                <a:cs typeface="Arial"/>
              </a:rPr>
              <a:t> </a:t>
            </a:r>
            <a:r>
              <a:rPr sz="100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behind</a:t>
            </a:r>
            <a:r>
              <a:rPr sz="1000" spc="5" dirty="0">
                <a:solidFill>
                  <a:srgbClr val="231F20"/>
                </a:solidFill>
                <a:latin typeface="Arial"/>
                <a:cs typeface="Arial"/>
              </a:rPr>
              <a:t> </a:t>
            </a:r>
            <a:r>
              <a:rPr sz="1000" spc="-10" dirty="0">
                <a:solidFill>
                  <a:srgbClr val="231F20"/>
                </a:solidFill>
                <a:latin typeface="Arial"/>
                <a:cs typeface="Arial"/>
              </a:rPr>
              <a:t>African Americans</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sports,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Civil</a:t>
            </a:r>
            <a:r>
              <a:rPr sz="1000" spc="-15" dirty="0">
                <a:solidFill>
                  <a:srgbClr val="231F20"/>
                </a:solidFill>
                <a:latin typeface="Arial"/>
                <a:cs typeface="Arial"/>
              </a:rPr>
              <a:t> </a:t>
            </a:r>
            <a:r>
              <a:rPr sz="1000" spc="-10" dirty="0">
                <a:solidFill>
                  <a:srgbClr val="231F20"/>
                </a:solidFill>
                <a:latin typeface="Arial"/>
                <a:cs typeface="Arial"/>
              </a:rPr>
              <a:t>Rights </a:t>
            </a:r>
            <a:r>
              <a:rPr sz="1000" dirty="0">
                <a:solidFill>
                  <a:srgbClr val="231F20"/>
                </a:solidFill>
                <a:latin typeface="Arial"/>
                <a:cs typeface="Arial"/>
              </a:rPr>
              <a:t>movement</a:t>
            </a:r>
            <a:r>
              <a:rPr sz="1000" spc="-10" dirty="0">
                <a:solidFill>
                  <a:srgbClr val="231F20"/>
                </a:solidFill>
                <a:latin typeface="Arial"/>
                <a:cs typeface="Arial"/>
              </a:rPr>
              <a:t> </a:t>
            </a:r>
            <a:r>
              <a:rPr sz="1000" spc="-25" dirty="0">
                <a:solidFill>
                  <a:srgbClr val="231F20"/>
                </a:solidFill>
                <a:latin typeface="Arial"/>
                <a:cs typeface="Arial"/>
              </a:rPr>
              <a:t>and</a:t>
            </a:r>
            <a:endParaRPr sz="1000">
              <a:latin typeface="Arial"/>
              <a:cs typeface="Arial"/>
            </a:endParaRPr>
          </a:p>
          <a:p>
            <a:pPr marL="12700" marR="8255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arts.</a:t>
            </a:r>
            <a:r>
              <a:rPr sz="1000" spc="5" dirty="0">
                <a:solidFill>
                  <a:srgbClr val="231F20"/>
                </a:solidFill>
                <a:latin typeface="Arial"/>
                <a:cs typeface="Arial"/>
              </a:rPr>
              <a:t> </a:t>
            </a:r>
            <a:r>
              <a:rPr sz="1000" dirty="0">
                <a:solidFill>
                  <a:srgbClr val="231F20"/>
                </a:solidFill>
                <a:latin typeface="Arial"/>
                <a:cs typeface="Arial"/>
              </a:rPr>
              <a:t>Next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that</a:t>
            </a:r>
            <a:r>
              <a:rPr sz="1000" spc="20" dirty="0">
                <a:solidFill>
                  <a:srgbClr val="231F20"/>
                </a:solidFill>
                <a:latin typeface="Arial"/>
                <a:cs typeface="Arial"/>
              </a:rPr>
              <a:t> </a:t>
            </a:r>
            <a:r>
              <a:rPr sz="1000" dirty="0">
                <a:solidFill>
                  <a:srgbClr val="231F20"/>
                </a:solidFill>
                <a:latin typeface="Arial"/>
                <a:cs typeface="Arial"/>
              </a:rPr>
              <a:t>raised</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spc="-10" dirty="0">
                <a:solidFill>
                  <a:srgbClr val="231F20"/>
                </a:solidFill>
                <a:latin typeface="Arial"/>
                <a:cs typeface="Arial"/>
              </a:rPr>
              <a:t>consciousness</a:t>
            </a:r>
            <a:r>
              <a:rPr sz="1000" spc="20" dirty="0">
                <a:solidFill>
                  <a:srgbClr val="231F20"/>
                </a:solidFill>
                <a:latin typeface="Arial"/>
                <a:cs typeface="Arial"/>
              </a:rPr>
              <a:t> </a:t>
            </a:r>
            <a:r>
              <a:rPr sz="1000" spc="-20" dirty="0">
                <a:solidFill>
                  <a:srgbClr val="231F20"/>
                </a:solidFill>
                <a:latin typeface="Arial"/>
                <a:cs typeface="Arial"/>
              </a:rPr>
              <a:t>about </a:t>
            </a:r>
            <a:r>
              <a:rPr sz="1000" spc="-10" dirty="0">
                <a:solidFill>
                  <a:srgbClr val="231F20"/>
                </a:solidFill>
                <a:latin typeface="Arial"/>
                <a:cs typeface="Arial"/>
              </a:rPr>
              <a:t>homelessness</a:t>
            </a:r>
            <a:r>
              <a:rPr sz="1000" dirty="0">
                <a:solidFill>
                  <a:srgbClr val="231F20"/>
                </a:solidFill>
                <a:latin typeface="Arial"/>
                <a:cs typeface="Arial"/>
              </a:rPr>
              <a:t> by making sandwiches and donating </a:t>
            </a:r>
            <a:r>
              <a:rPr sz="1000" spc="-20" dirty="0">
                <a:solidFill>
                  <a:srgbClr val="231F20"/>
                </a:solidFill>
                <a:latin typeface="Arial"/>
                <a:cs typeface="Arial"/>
              </a:rPr>
              <a:t>them </a:t>
            </a:r>
            <a:r>
              <a:rPr sz="1000" dirty="0">
                <a:solidFill>
                  <a:srgbClr val="231F20"/>
                </a:solidFill>
                <a:latin typeface="Arial"/>
                <a:cs typeface="Arial"/>
              </a:rPr>
              <a:t>to a</a:t>
            </a:r>
            <a:r>
              <a:rPr sz="1000" spc="5" dirty="0">
                <a:solidFill>
                  <a:srgbClr val="231F20"/>
                </a:solidFill>
                <a:latin typeface="Arial"/>
                <a:cs typeface="Arial"/>
              </a:rPr>
              <a:t> </a:t>
            </a:r>
            <a:r>
              <a:rPr sz="1000" spc="-10" dirty="0">
                <a:solidFill>
                  <a:srgbClr val="231F20"/>
                </a:solidFill>
                <a:latin typeface="Arial"/>
                <a:cs typeface="Arial"/>
              </a:rPr>
              <a:t>shelter.</a:t>
            </a:r>
            <a:r>
              <a:rPr sz="1000" dirty="0">
                <a:solidFill>
                  <a:srgbClr val="231F20"/>
                </a:solidFill>
                <a:latin typeface="Arial"/>
                <a:cs typeface="Arial"/>
              </a:rPr>
              <a:t> </a:t>
            </a:r>
            <a:r>
              <a:rPr sz="1000" spc="-20" dirty="0">
                <a:solidFill>
                  <a:srgbClr val="231F20"/>
                </a:solidFill>
                <a:latin typeface="Arial"/>
                <a:cs typeface="Arial"/>
              </a:rPr>
              <a:t>Lastly,</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group experienced</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legislative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role</a:t>
            </a:r>
            <a:r>
              <a:rPr sz="1000" spc="-5" dirty="0">
                <a:solidFill>
                  <a:srgbClr val="231F20"/>
                </a:solidFill>
                <a:latin typeface="Arial"/>
                <a:cs typeface="Arial"/>
              </a:rPr>
              <a:t> </a:t>
            </a:r>
            <a:r>
              <a:rPr sz="1000" dirty="0">
                <a:solidFill>
                  <a:srgbClr val="231F20"/>
                </a:solidFill>
                <a:latin typeface="Arial"/>
                <a:cs typeface="Arial"/>
              </a:rPr>
              <a:t>playing</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characters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mock</a:t>
            </a:r>
            <a:r>
              <a:rPr sz="1000" spc="-5" dirty="0">
                <a:solidFill>
                  <a:srgbClr val="231F20"/>
                </a:solidFill>
                <a:latin typeface="Arial"/>
                <a:cs typeface="Arial"/>
              </a:rPr>
              <a:t> </a:t>
            </a:r>
            <a:r>
              <a:rPr sz="1000" dirty="0">
                <a:solidFill>
                  <a:srgbClr val="231F20"/>
                </a:solidFill>
                <a:latin typeface="Arial"/>
                <a:cs typeface="Arial"/>
              </a:rPr>
              <a:t>trial.</a:t>
            </a:r>
            <a:r>
              <a:rPr sz="1000" spc="-10"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great</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leadership</a:t>
            </a:r>
            <a:r>
              <a:rPr sz="1000" spc="20" dirty="0">
                <a:solidFill>
                  <a:srgbClr val="231F20"/>
                </a:solidFill>
                <a:latin typeface="Arial"/>
                <a:cs typeface="Arial"/>
              </a:rPr>
              <a:t> </a:t>
            </a:r>
            <a:r>
              <a:rPr sz="1000" dirty="0">
                <a:solidFill>
                  <a:srgbClr val="231F20"/>
                </a:solidFill>
                <a:latin typeface="Arial"/>
                <a:cs typeface="Arial"/>
              </a:rPr>
              <a:t>development</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public</a:t>
            </a:r>
            <a:r>
              <a:rPr sz="1000" spc="35" dirty="0">
                <a:solidFill>
                  <a:srgbClr val="231F20"/>
                </a:solidFill>
                <a:latin typeface="Arial"/>
                <a:cs typeface="Arial"/>
              </a:rPr>
              <a:t> </a:t>
            </a:r>
            <a:r>
              <a:rPr sz="1000" dirty="0">
                <a:solidFill>
                  <a:srgbClr val="231F20"/>
                </a:solidFill>
                <a:latin typeface="Arial"/>
                <a:cs typeface="Arial"/>
              </a:rPr>
              <a:t>speaking</a:t>
            </a:r>
            <a:r>
              <a:rPr sz="1000" spc="40"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p:txBody>
      </p:sp>
      <p:sp>
        <p:nvSpPr>
          <p:cNvPr id="5" name="object 5"/>
          <p:cNvSpPr txBox="1">
            <a:spLocks noGrp="1"/>
          </p:cNvSpPr>
          <p:nvPr>
            <p:ph type="sldNum" sz="quarter" idx="7"/>
          </p:nvPr>
        </p:nvSpPr>
        <p:spPr>
          <a:xfrm>
            <a:off x="7067295" y="9529590"/>
            <a:ext cx="259334" cy="157094"/>
          </a:xfrm>
          <a:prstGeom prst="rect">
            <a:avLst/>
          </a:prstGeom>
        </p:spPr>
        <p:txBody>
          <a:bodyPr vert="horz" wrap="square" lIns="0" tIns="18415" rIns="0" bIns="0" rtlCol="0">
            <a:spAutoFit/>
          </a:bodyPr>
          <a:lstStyle/>
          <a:p>
            <a:pPr marL="38100">
              <a:lnSpc>
                <a:spcPct val="100000"/>
              </a:lnSpc>
              <a:spcBef>
                <a:spcPts val="145"/>
              </a:spcBef>
            </a:pPr>
            <a:r>
              <a:rPr lang="en-US" spc="-25" dirty="0"/>
              <a:t>29</a:t>
            </a:r>
            <a:endParaRPr spc="-25" dirty="0"/>
          </a:p>
        </p:txBody>
      </p:sp>
      <p:sp>
        <p:nvSpPr>
          <p:cNvPr id="3" name="object 3"/>
          <p:cNvSpPr txBox="1"/>
          <p:nvPr/>
        </p:nvSpPr>
        <p:spPr>
          <a:xfrm>
            <a:off x="4016375" y="2012175"/>
            <a:ext cx="3310254" cy="7302500"/>
          </a:xfrm>
          <a:prstGeom prst="rect">
            <a:avLst/>
          </a:prstGeom>
        </p:spPr>
        <p:txBody>
          <a:bodyPr vert="horz" wrap="square" lIns="0" tIns="12700" rIns="0" bIns="0" rtlCol="0">
            <a:spAutoFit/>
          </a:bodyPr>
          <a:lstStyle/>
          <a:p>
            <a:pPr marL="12700" marR="36830">
              <a:lnSpc>
                <a:spcPct val="100000"/>
              </a:lnSpc>
              <a:spcBef>
                <a:spcPts val="1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sixth,</a:t>
            </a:r>
            <a:r>
              <a:rPr sz="1000" spc="-5" dirty="0">
                <a:solidFill>
                  <a:srgbClr val="231F20"/>
                </a:solidFill>
                <a:latin typeface="Arial"/>
                <a:cs typeface="Arial"/>
              </a:rPr>
              <a:t> </a:t>
            </a:r>
            <a:r>
              <a:rPr sz="1000" dirty="0">
                <a:solidFill>
                  <a:srgbClr val="231F20"/>
                </a:solidFill>
                <a:latin typeface="Arial"/>
                <a:cs typeface="Arial"/>
              </a:rPr>
              <a:t>seventh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eighth</a:t>
            </a:r>
            <a:r>
              <a:rPr sz="1000" spc="-5" dirty="0">
                <a:solidFill>
                  <a:srgbClr val="231F20"/>
                </a:solidFill>
                <a:latin typeface="Arial"/>
                <a:cs typeface="Arial"/>
              </a:rPr>
              <a:t> </a:t>
            </a:r>
            <a:r>
              <a:rPr sz="1000" dirty="0">
                <a:solidFill>
                  <a:srgbClr val="231F20"/>
                </a:solidFill>
                <a:latin typeface="Arial"/>
                <a:cs typeface="Arial"/>
              </a:rPr>
              <a:t>graders started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programming</a:t>
            </a:r>
            <a:r>
              <a:rPr sz="1000" spc="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paintball</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spc="-20" dirty="0">
                <a:solidFill>
                  <a:srgbClr val="231F20"/>
                </a:solidFill>
                <a:latin typeface="Arial"/>
                <a:cs typeface="Arial"/>
              </a:rPr>
              <a:t>that</a:t>
            </a:r>
            <a:r>
              <a:rPr sz="1000" spc="500" dirty="0">
                <a:solidFill>
                  <a:srgbClr val="231F20"/>
                </a:solidFill>
                <a:latin typeface="Arial"/>
                <a:cs typeface="Arial"/>
              </a:rPr>
              <a:t>  </a:t>
            </a:r>
            <a:r>
              <a:rPr sz="1000" dirty="0">
                <a:solidFill>
                  <a:srgbClr val="231F20"/>
                </a:solidFill>
                <a:latin typeface="Arial"/>
                <a:cs typeface="Arial"/>
              </a:rPr>
              <a:t>focused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critical</a:t>
            </a:r>
            <a:r>
              <a:rPr sz="1000" spc="5" dirty="0">
                <a:solidFill>
                  <a:srgbClr val="231F20"/>
                </a:solidFill>
                <a:latin typeface="Arial"/>
                <a:cs typeface="Arial"/>
              </a:rPr>
              <a:t> </a:t>
            </a:r>
            <a:r>
              <a:rPr sz="1000" dirty="0">
                <a:solidFill>
                  <a:srgbClr val="231F20"/>
                </a:solidFill>
                <a:latin typeface="Arial"/>
                <a:cs typeface="Arial"/>
              </a:rPr>
              <a:t>thinking</a:t>
            </a:r>
            <a:r>
              <a:rPr sz="1000" spc="10" dirty="0">
                <a:solidFill>
                  <a:srgbClr val="231F20"/>
                </a:solidFill>
                <a:latin typeface="Arial"/>
                <a:cs typeface="Arial"/>
              </a:rPr>
              <a:t> </a:t>
            </a:r>
            <a:r>
              <a:rPr sz="1000" spc="-1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Next</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experienced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2nd</a:t>
            </a:r>
            <a:r>
              <a:rPr sz="1000" spc="15" dirty="0">
                <a:solidFill>
                  <a:srgbClr val="231F20"/>
                </a:solidFill>
                <a:latin typeface="Arial"/>
                <a:cs typeface="Arial"/>
              </a:rPr>
              <a:t> </a:t>
            </a:r>
            <a:r>
              <a:rPr sz="1000" dirty="0">
                <a:solidFill>
                  <a:srgbClr val="231F20"/>
                </a:solidFill>
                <a:latin typeface="Arial"/>
                <a:cs typeface="Arial"/>
              </a:rPr>
              <a:t>Annual</a:t>
            </a:r>
            <a:r>
              <a:rPr sz="1000" spc="15" dirty="0">
                <a:solidFill>
                  <a:srgbClr val="231F20"/>
                </a:solidFill>
                <a:latin typeface="Arial"/>
                <a:cs typeface="Arial"/>
              </a:rPr>
              <a:t> </a:t>
            </a: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5</a:t>
            </a:r>
            <a:r>
              <a:rPr sz="1000" spc="15" dirty="0">
                <a:solidFill>
                  <a:srgbClr val="231F20"/>
                </a:solidFill>
                <a:latin typeface="Arial"/>
                <a:cs typeface="Arial"/>
              </a:rPr>
              <a:t> </a:t>
            </a:r>
            <a:r>
              <a:rPr sz="1000" dirty="0">
                <a:solidFill>
                  <a:srgbClr val="231F20"/>
                </a:solidFill>
                <a:latin typeface="Arial"/>
                <a:cs typeface="Arial"/>
              </a:rPr>
              <a:t>Overnight</a:t>
            </a:r>
            <a:r>
              <a:rPr sz="1000" spc="15"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was held on</a:t>
            </a:r>
            <a:r>
              <a:rPr sz="1000" spc="-5" dirty="0">
                <a:solidFill>
                  <a:srgbClr val="231F20"/>
                </a:solidFill>
                <a:latin typeface="Arial"/>
                <a:cs typeface="Arial"/>
              </a:rPr>
              <a:t> </a:t>
            </a:r>
            <a:r>
              <a:rPr sz="1000" dirty="0">
                <a:solidFill>
                  <a:srgbClr val="231F20"/>
                </a:solidFill>
                <a:latin typeface="Arial"/>
                <a:cs typeface="Arial"/>
              </a:rPr>
              <a:t>October </a:t>
            </a:r>
            <a:r>
              <a:rPr sz="1000" spc="-50" dirty="0">
                <a:solidFill>
                  <a:srgbClr val="231F20"/>
                </a:solidFill>
                <a:latin typeface="Arial"/>
                <a:cs typeface="Arial"/>
              </a:rPr>
              <a:t>1–2,</a:t>
            </a:r>
            <a:r>
              <a:rPr sz="1000" dirty="0">
                <a:solidFill>
                  <a:srgbClr val="231F20"/>
                </a:solidFill>
                <a:latin typeface="Arial"/>
                <a:cs typeface="Arial"/>
              </a:rPr>
              <a:t> </a:t>
            </a:r>
            <a:r>
              <a:rPr sz="1000" spc="-10" dirty="0">
                <a:solidFill>
                  <a:srgbClr val="231F20"/>
                </a:solidFill>
                <a:latin typeface="Arial"/>
                <a:cs typeface="Arial"/>
              </a:rPr>
              <a:t>2016</a:t>
            </a:r>
            <a:r>
              <a:rPr sz="1000" dirty="0">
                <a:solidFill>
                  <a:srgbClr val="231F20"/>
                </a:solidFill>
                <a:latin typeface="Arial"/>
                <a:cs typeface="Arial"/>
              </a:rPr>
              <a:t> at</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Skycroft </a:t>
            </a:r>
            <a:r>
              <a:rPr sz="1000" dirty="0">
                <a:solidFill>
                  <a:srgbClr val="231F20"/>
                </a:solidFill>
                <a:latin typeface="Arial"/>
                <a:cs typeface="Arial"/>
              </a:rPr>
              <a:t>Conference</a:t>
            </a:r>
            <a:r>
              <a:rPr sz="1000" spc="-10" dirty="0">
                <a:solidFill>
                  <a:srgbClr val="231F20"/>
                </a:solidFill>
                <a:latin typeface="Arial"/>
                <a:cs typeface="Arial"/>
              </a:rPr>
              <a:t> </a:t>
            </a:r>
            <a:r>
              <a:rPr sz="100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Middleton,</a:t>
            </a:r>
            <a:r>
              <a:rPr sz="1000" spc="-5" dirty="0">
                <a:solidFill>
                  <a:srgbClr val="231F20"/>
                </a:solidFill>
                <a:latin typeface="Arial"/>
                <a:cs typeface="Arial"/>
              </a:rPr>
              <a:t> </a:t>
            </a:r>
            <a:r>
              <a:rPr sz="1000" spc="-40" dirty="0">
                <a:solidFill>
                  <a:srgbClr val="231F20"/>
                </a:solidFill>
                <a:latin typeface="Arial"/>
                <a:cs typeface="Arial"/>
              </a:rPr>
              <a:t>MD.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mothers</a:t>
            </a:r>
            <a:r>
              <a:rPr sz="1000" spc="-30" dirty="0">
                <a:solidFill>
                  <a:srgbClr val="231F20"/>
                </a:solidFill>
                <a:latin typeface="Arial"/>
                <a:cs typeface="Arial"/>
              </a:rPr>
              <a:t> </a:t>
            </a:r>
            <a:r>
              <a:rPr sz="1000" dirty="0">
                <a:solidFill>
                  <a:srgbClr val="231F20"/>
                </a:solidFill>
                <a:latin typeface="Arial"/>
                <a:cs typeface="Arial"/>
              </a:rPr>
              <a:t>both</a:t>
            </a:r>
            <a:r>
              <a:rPr sz="1000" spc="-25" dirty="0">
                <a:solidFill>
                  <a:srgbClr val="231F20"/>
                </a:solidFill>
                <a:latin typeface="Arial"/>
                <a:cs typeface="Arial"/>
              </a:rPr>
              <a:t> </a:t>
            </a:r>
            <a:r>
              <a:rPr sz="1000" dirty="0">
                <a:solidFill>
                  <a:srgbClr val="231F20"/>
                </a:solidFill>
                <a:latin typeface="Arial"/>
                <a:cs typeface="Arial"/>
              </a:rPr>
              <a:t>had</a:t>
            </a:r>
            <a:r>
              <a:rPr sz="1000" spc="-30" dirty="0">
                <a:solidFill>
                  <a:srgbClr val="231F20"/>
                </a:solidFill>
                <a:latin typeface="Arial"/>
                <a:cs typeface="Arial"/>
              </a:rPr>
              <a:t> </a:t>
            </a:r>
            <a:r>
              <a:rPr sz="1000" dirty="0">
                <a:solidFill>
                  <a:srgbClr val="231F20"/>
                </a:solidFill>
                <a:latin typeface="Arial"/>
                <a:cs typeface="Arial"/>
              </a:rPr>
              <a:t>an</a:t>
            </a:r>
            <a:r>
              <a:rPr sz="1000" spc="-25" dirty="0">
                <a:solidFill>
                  <a:srgbClr val="231F20"/>
                </a:solidFill>
                <a:latin typeface="Arial"/>
                <a:cs typeface="Arial"/>
              </a:rPr>
              <a:t> </a:t>
            </a:r>
            <a:r>
              <a:rPr sz="1000" spc="-10" dirty="0">
                <a:solidFill>
                  <a:srgbClr val="231F20"/>
                </a:solidFill>
                <a:latin typeface="Arial"/>
                <a:cs typeface="Arial"/>
              </a:rPr>
              <a:t>amazing</a:t>
            </a:r>
            <a:r>
              <a:rPr sz="1000" spc="-25" dirty="0">
                <a:solidFill>
                  <a:srgbClr val="231F20"/>
                </a:solidFill>
                <a:latin typeface="Arial"/>
                <a:cs typeface="Arial"/>
              </a:rPr>
              <a:t> </a:t>
            </a:r>
            <a:r>
              <a:rPr sz="1000" dirty="0">
                <a:solidFill>
                  <a:srgbClr val="231F20"/>
                </a:solidFill>
                <a:latin typeface="Arial"/>
                <a:cs typeface="Arial"/>
              </a:rPr>
              <a:t>time.</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Seventh</a:t>
            </a:r>
            <a:r>
              <a:rPr sz="1000" spc="-25" dirty="0">
                <a:solidFill>
                  <a:srgbClr val="231F20"/>
                </a:solidFill>
                <a:latin typeface="Arial"/>
                <a:cs typeface="Arial"/>
              </a:rPr>
              <a:t> and </a:t>
            </a:r>
            <a:r>
              <a:rPr sz="1000" dirty="0">
                <a:solidFill>
                  <a:srgbClr val="231F20"/>
                </a:solidFill>
                <a:latin typeface="Arial"/>
                <a:cs typeface="Arial"/>
              </a:rPr>
              <a:t>Eighth</a:t>
            </a:r>
            <a:r>
              <a:rPr sz="1000" spc="-5" dirty="0">
                <a:solidFill>
                  <a:srgbClr val="231F20"/>
                </a:solidFill>
                <a:latin typeface="Arial"/>
                <a:cs typeface="Arial"/>
              </a:rPr>
              <a:t> </a:t>
            </a:r>
            <a:r>
              <a:rPr sz="1000" dirty="0">
                <a:solidFill>
                  <a:srgbClr val="231F20"/>
                </a:solidFill>
                <a:latin typeface="Arial"/>
                <a:cs typeface="Arial"/>
              </a:rPr>
              <a:t>graders really</a:t>
            </a:r>
            <a:r>
              <a:rPr sz="1000" spc="-5" dirty="0">
                <a:solidFill>
                  <a:srgbClr val="231F20"/>
                </a:solidFill>
                <a:latin typeface="Arial"/>
                <a:cs typeface="Arial"/>
              </a:rPr>
              <a:t> </a:t>
            </a:r>
            <a:r>
              <a:rPr sz="1000" dirty="0">
                <a:solidFill>
                  <a:srgbClr val="231F20"/>
                </a:solidFill>
                <a:latin typeface="Arial"/>
                <a:cs typeface="Arial"/>
              </a:rPr>
              <a:t>did an</a:t>
            </a:r>
            <a:r>
              <a:rPr sz="1000" spc="-5" dirty="0">
                <a:solidFill>
                  <a:srgbClr val="231F20"/>
                </a:solidFill>
                <a:latin typeface="Arial"/>
                <a:cs typeface="Arial"/>
              </a:rPr>
              <a:t> </a:t>
            </a:r>
            <a:r>
              <a:rPr sz="1000" dirty="0">
                <a:solidFill>
                  <a:srgbClr val="231F20"/>
                </a:solidFill>
                <a:latin typeface="Arial"/>
                <a:cs typeface="Arial"/>
              </a:rPr>
              <a:t>excellent job</a:t>
            </a:r>
            <a:r>
              <a:rPr sz="1000" spc="-5" dirty="0">
                <a:solidFill>
                  <a:srgbClr val="231F20"/>
                </a:solidFill>
                <a:latin typeface="Arial"/>
                <a:cs typeface="Arial"/>
              </a:rPr>
              <a:t> </a:t>
            </a:r>
            <a:r>
              <a:rPr sz="1000" dirty="0">
                <a:solidFill>
                  <a:srgbClr val="231F20"/>
                </a:solidFill>
                <a:latin typeface="Arial"/>
                <a:cs typeface="Arial"/>
              </a:rPr>
              <a:t>of mentoring </a:t>
            </a:r>
            <a:r>
              <a:rPr sz="1000" spc="-25" dirty="0">
                <a:solidFill>
                  <a:srgbClr val="231F20"/>
                </a:solidFill>
                <a:latin typeface="Arial"/>
                <a:cs typeface="Arial"/>
              </a:rPr>
              <a:t>the </a:t>
            </a:r>
            <a:r>
              <a:rPr sz="1000" dirty="0">
                <a:solidFill>
                  <a:srgbClr val="231F20"/>
                </a:solidFill>
                <a:latin typeface="Arial"/>
                <a:cs typeface="Arial"/>
              </a:rPr>
              <a:t>Sixth</a:t>
            </a:r>
            <a:r>
              <a:rPr sz="1000" spc="-5" dirty="0">
                <a:solidFill>
                  <a:srgbClr val="231F20"/>
                </a:solidFill>
                <a:latin typeface="Arial"/>
                <a:cs typeface="Arial"/>
              </a:rPr>
              <a:t> </a:t>
            </a:r>
            <a:r>
              <a:rPr sz="1000" spc="-10" dirty="0">
                <a:solidFill>
                  <a:srgbClr val="231F20"/>
                </a:solidFill>
                <a:latin typeface="Arial"/>
                <a:cs typeface="Arial"/>
              </a:rPr>
              <a:t>Graders</a:t>
            </a:r>
            <a:r>
              <a:rPr sz="1000" dirty="0">
                <a:solidFill>
                  <a:srgbClr val="231F20"/>
                </a:solidFill>
                <a:latin typeface="Arial"/>
                <a:cs typeface="Arial"/>
              </a:rPr>
              <a:t> and most</a:t>
            </a:r>
            <a:r>
              <a:rPr sz="1000" spc="-5" dirty="0">
                <a:solidFill>
                  <a:srgbClr val="231F20"/>
                </a:solidFill>
                <a:latin typeface="Arial"/>
                <a:cs typeface="Arial"/>
              </a:rPr>
              <a:t> </a:t>
            </a:r>
            <a:r>
              <a:rPr sz="1000" dirty="0">
                <a:solidFill>
                  <a:srgbClr val="231F20"/>
                </a:solidFill>
                <a:latin typeface="Arial"/>
                <a:cs typeface="Arial"/>
              </a:rPr>
              <a:t>importantly welcoming them</a:t>
            </a:r>
            <a:r>
              <a:rPr sz="1000" spc="-5" dirty="0">
                <a:solidFill>
                  <a:srgbClr val="231F20"/>
                </a:solidFill>
                <a:latin typeface="Arial"/>
                <a:cs typeface="Arial"/>
              </a:rPr>
              <a:t> </a:t>
            </a:r>
            <a:r>
              <a:rPr sz="1000" spc="-20" dirty="0">
                <a:solidFill>
                  <a:srgbClr val="231F20"/>
                </a:solidFill>
                <a:latin typeface="Arial"/>
                <a:cs typeface="Arial"/>
              </a:rPr>
              <a:t>into </a:t>
            </a:r>
            <a:r>
              <a:rPr sz="1000" dirty="0">
                <a:solidFill>
                  <a:srgbClr val="231F20"/>
                </a:solidFill>
                <a:latin typeface="Arial"/>
                <a:cs typeface="Arial"/>
              </a:rPr>
              <a:t>Group 5.</a:t>
            </a:r>
            <a:r>
              <a:rPr sz="1000" spc="5" dirty="0">
                <a:solidFill>
                  <a:srgbClr val="231F20"/>
                </a:solidFill>
                <a:latin typeface="Arial"/>
                <a:cs typeface="Arial"/>
              </a:rPr>
              <a:t> </a:t>
            </a:r>
            <a:r>
              <a:rPr sz="1000" dirty="0">
                <a:solidFill>
                  <a:srgbClr val="231F20"/>
                </a:solidFill>
                <a:latin typeface="Arial"/>
                <a:cs typeface="Arial"/>
              </a:rPr>
              <a:t>They participated</a:t>
            </a:r>
            <a:r>
              <a:rPr sz="1000" spc="5" dirty="0">
                <a:solidFill>
                  <a:srgbClr val="231F20"/>
                </a:solidFill>
                <a:latin typeface="Arial"/>
                <a:cs typeface="Arial"/>
              </a:rPr>
              <a:t> </a:t>
            </a:r>
            <a:r>
              <a:rPr sz="1000" dirty="0">
                <a:solidFill>
                  <a:srgbClr val="231F20"/>
                </a:solidFill>
                <a:latin typeface="Arial"/>
                <a:cs typeface="Arial"/>
              </a:rPr>
              <a:t>in unstructured</a:t>
            </a:r>
            <a:r>
              <a:rPr sz="1000" spc="5" dirty="0">
                <a:solidFill>
                  <a:srgbClr val="231F20"/>
                </a:solidFill>
                <a:latin typeface="Arial"/>
                <a:cs typeface="Arial"/>
              </a:rPr>
              <a:t> </a:t>
            </a:r>
            <a:r>
              <a:rPr sz="1000" spc="-20" dirty="0">
                <a:solidFill>
                  <a:srgbClr val="231F20"/>
                </a:solidFill>
                <a:latin typeface="Arial"/>
                <a:cs typeface="Arial"/>
              </a:rPr>
              <a:t>play,</a:t>
            </a:r>
            <a:r>
              <a:rPr sz="1000" dirty="0">
                <a:solidFill>
                  <a:srgbClr val="231F20"/>
                </a:solidFill>
                <a:latin typeface="Arial"/>
                <a:cs typeface="Arial"/>
              </a:rPr>
              <a:t> </a:t>
            </a:r>
            <a:r>
              <a:rPr sz="1000" spc="-10" dirty="0">
                <a:solidFill>
                  <a:srgbClr val="231F20"/>
                </a:solidFill>
                <a:latin typeface="Arial"/>
                <a:cs typeface="Arial"/>
              </a:rPr>
              <a:t>campfire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and a public</a:t>
            </a:r>
            <a:r>
              <a:rPr sz="1000" spc="-5" dirty="0">
                <a:solidFill>
                  <a:srgbClr val="231F20"/>
                </a:solidFill>
                <a:latin typeface="Arial"/>
                <a:cs typeface="Arial"/>
              </a:rPr>
              <a:t> </a:t>
            </a:r>
            <a:r>
              <a:rPr sz="1000" dirty="0">
                <a:solidFill>
                  <a:srgbClr val="231F20"/>
                </a:solidFill>
                <a:latin typeface="Arial"/>
                <a:cs typeface="Arial"/>
              </a:rPr>
              <a:t>speaking and financial</a:t>
            </a:r>
            <a:r>
              <a:rPr sz="1000" spc="-5" dirty="0">
                <a:solidFill>
                  <a:srgbClr val="231F20"/>
                </a:solidFill>
                <a:latin typeface="Arial"/>
                <a:cs typeface="Arial"/>
              </a:rPr>
              <a:t> </a:t>
            </a:r>
            <a:r>
              <a:rPr sz="1000" spc="-10" dirty="0">
                <a:solidFill>
                  <a:srgbClr val="231F20"/>
                </a:solidFill>
                <a:latin typeface="Arial"/>
                <a:cs typeface="Arial"/>
              </a:rPr>
              <a:t>literacy </a:t>
            </a:r>
            <a:r>
              <a:rPr sz="1000" dirty="0">
                <a:solidFill>
                  <a:srgbClr val="231F20"/>
                </a:solidFill>
                <a:latin typeface="Arial"/>
                <a:cs typeface="Arial"/>
              </a:rPr>
              <a:t>module.</a:t>
            </a:r>
            <a:r>
              <a:rPr sz="1000" spc="-20" dirty="0">
                <a:solidFill>
                  <a:srgbClr val="231F20"/>
                </a:solidFill>
                <a:latin typeface="Arial"/>
                <a:cs typeface="Arial"/>
              </a:rPr>
              <a:t> </a:t>
            </a:r>
            <a:r>
              <a:rPr sz="1000" spc="-1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awesome</a:t>
            </a:r>
            <a:r>
              <a:rPr sz="1000" spc="-15"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continued</a:t>
            </a:r>
            <a:r>
              <a:rPr sz="1000" spc="-15"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78740">
              <a:lnSpc>
                <a:spcPct val="100000"/>
              </a:lnSpc>
            </a:pPr>
            <a:r>
              <a:rPr sz="1000" dirty="0">
                <a:solidFill>
                  <a:srgbClr val="231F20"/>
                </a:solidFill>
                <a:latin typeface="Arial"/>
                <a:cs typeface="Arial"/>
              </a:rPr>
              <a:t>two</a:t>
            </a:r>
            <a:r>
              <a:rPr sz="1000" spc="1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dirty="0">
                <a:solidFill>
                  <a:srgbClr val="231F20"/>
                </a:solidFill>
                <a:latin typeface="Arial"/>
                <a:cs typeface="Arial"/>
              </a:rPr>
              <a:t>Fighting</a:t>
            </a:r>
            <a:r>
              <a:rPr sz="1000" spc="15" dirty="0">
                <a:solidFill>
                  <a:srgbClr val="231F20"/>
                </a:solidFill>
                <a:latin typeface="Arial"/>
                <a:cs typeface="Arial"/>
              </a:rPr>
              <a:t> </a:t>
            </a:r>
            <a:r>
              <a:rPr sz="1000" dirty="0">
                <a:solidFill>
                  <a:srgbClr val="231F20"/>
                </a:solidFill>
                <a:latin typeface="Arial"/>
                <a:cs typeface="Arial"/>
              </a:rPr>
              <a:t>Hunger</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Feeding</a:t>
            </a:r>
            <a:r>
              <a:rPr sz="1000" spc="-5" dirty="0">
                <a:solidFill>
                  <a:srgbClr val="231F20"/>
                </a:solidFill>
                <a:latin typeface="Arial"/>
                <a:cs typeface="Arial"/>
              </a:rPr>
              <a:t> </a:t>
            </a:r>
            <a:r>
              <a:rPr sz="1000" dirty="0">
                <a:solidFill>
                  <a:srgbClr val="231F20"/>
                </a:solidFill>
                <a:latin typeface="Arial"/>
                <a:cs typeface="Arial"/>
              </a:rPr>
              <a:t>Hope at</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Manna</a:t>
            </a:r>
            <a:r>
              <a:rPr sz="1000" spc="-5" dirty="0">
                <a:solidFill>
                  <a:srgbClr val="231F20"/>
                </a:solidFill>
                <a:latin typeface="Arial"/>
                <a:cs typeface="Arial"/>
              </a:rPr>
              <a:t> </a:t>
            </a:r>
            <a:r>
              <a:rPr sz="1000" dirty="0">
                <a:solidFill>
                  <a:srgbClr val="231F20"/>
                </a:solidFill>
                <a:latin typeface="Arial"/>
                <a:cs typeface="Arial"/>
              </a:rPr>
              <a:t>Food Center and</a:t>
            </a:r>
            <a:r>
              <a:rPr sz="1000" spc="-5" dirty="0">
                <a:solidFill>
                  <a:srgbClr val="231F20"/>
                </a:solidFill>
                <a:latin typeface="Arial"/>
                <a:cs typeface="Arial"/>
              </a:rPr>
              <a:t> </a:t>
            </a:r>
            <a:r>
              <a:rPr sz="1000" spc="-10" dirty="0">
                <a:solidFill>
                  <a:srgbClr val="231F20"/>
                </a:solidFill>
                <a:latin typeface="Arial"/>
                <a:cs typeface="Arial"/>
              </a:rPr>
              <a:t>Blankets</a:t>
            </a:r>
            <a:r>
              <a:rPr sz="1000" spc="500" dirty="0">
                <a:solidFill>
                  <a:srgbClr val="231F20"/>
                </a:solidFill>
                <a:latin typeface="Arial"/>
                <a:cs typeface="Arial"/>
              </a:rPr>
              <a:t> </a:t>
            </a:r>
            <a:r>
              <a:rPr sz="1000" dirty="0">
                <a:solidFill>
                  <a:srgbClr val="231F20"/>
                </a:solidFill>
                <a:latin typeface="Arial"/>
                <a:cs typeface="Arial"/>
              </a:rPr>
              <a:t>for </a:t>
            </a:r>
            <a:r>
              <a:rPr sz="1000" spc="-20" dirty="0">
                <a:solidFill>
                  <a:srgbClr val="231F20"/>
                </a:solidFill>
                <a:latin typeface="Arial"/>
                <a:cs typeface="Arial"/>
              </a:rPr>
              <a:t>Linus,</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 will</a:t>
            </a:r>
            <a:r>
              <a:rPr sz="1000" spc="5" dirty="0">
                <a:solidFill>
                  <a:srgbClr val="231F20"/>
                </a:solidFill>
                <a:latin typeface="Arial"/>
                <a:cs typeface="Arial"/>
              </a:rPr>
              <a:t> </a:t>
            </a:r>
            <a:r>
              <a:rPr sz="1000" dirty="0">
                <a:solidFill>
                  <a:srgbClr val="231F20"/>
                </a:solidFill>
                <a:latin typeface="Arial"/>
                <a:cs typeface="Arial"/>
              </a:rPr>
              <a:t>hand-make</a:t>
            </a:r>
            <a:r>
              <a:rPr sz="1000" spc="5" dirty="0">
                <a:solidFill>
                  <a:srgbClr val="231F20"/>
                </a:solidFill>
                <a:latin typeface="Arial"/>
                <a:cs typeface="Arial"/>
              </a:rPr>
              <a:t> </a:t>
            </a:r>
            <a:r>
              <a:rPr sz="1000" dirty="0">
                <a:solidFill>
                  <a:srgbClr val="231F20"/>
                </a:solidFill>
                <a:latin typeface="Arial"/>
                <a:cs typeface="Arial"/>
              </a:rPr>
              <a:t>blankets</a:t>
            </a:r>
            <a:r>
              <a:rPr sz="1000" spc="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critically ill</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 highlight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their program</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organized</a:t>
            </a:r>
            <a:r>
              <a:rPr sz="1000" spc="-1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National</a:t>
            </a:r>
            <a:r>
              <a:rPr sz="1000" spc="-10" dirty="0">
                <a:solidFill>
                  <a:srgbClr val="231F20"/>
                </a:solidFill>
                <a:latin typeface="Arial"/>
                <a:cs typeface="Arial"/>
              </a:rPr>
              <a:t> Museum</a:t>
            </a:r>
            <a:r>
              <a:rPr sz="1000" spc="-1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African</a:t>
            </a:r>
            <a:r>
              <a:rPr sz="1000" spc="-30" dirty="0">
                <a:solidFill>
                  <a:srgbClr val="231F20"/>
                </a:solidFill>
                <a:latin typeface="Arial"/>
                <a:cs typeface="Arial"/>
              </a:rPr>
              <a:t> </a:t>
            </a:r>
            <a:r>
              <a:rPr sz="1000" dirty="0">
                <a:solidFill>
                  <a:srgbClr val="231F20"/>
                </a:solidFill>
                <a:latin typeface="Arial"/>
                <a:cs typeface="Arial"/>
              </a:rPr>
              <a:t>American</a:t>
            </a:r>
            <a:r>
              <a:rPr sz="1000" spc="-25" dirty="0">
                <a:solidFill>
                  <a:srgbClr val="231F20"/>
                </a:solidFill>
                <a:latin typeface="Arial"/>
                <a:cs typeface="Arial"/>
              </a:rPr>
              <a:t> </a:t>
            </a:r>
            <a:r>
              <a:rPr sz="1000" dirty="0">
                <a:solidFill>
                  <a:srgbClr val="231F20"/>
                </a:solidFill>
                <a:latin typeface="Arial"/>
                <a:cs typeface="Arial"/>
              </a:rPr>
              <a:t>History</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Culture.</a:t>
            </a:r>
            <a:r>
              <a:rPr sz="1000" spc="-25" dirty="0">
                <a:solidFill>
                  <a:srgbClr val="231F20"/>
                </a:solidFill>
                <a:latin typeface="Arial"/>
                <a:cs typeface="Arial"/>
              </a:rPr>
              <a:t> </a:t>
            </a:r>
            <a:r>
              <a:rPr sz="1000" dirty="0">
                <a:solidFill>
                  <a:srgbClr val="231F20"/>
                </a:solidFill>
                <a:latin typeface="Arial"/>
                <a:cs typeface="Arial"/>
              </a:rPr>
              <a:t>While</a:t>
            </a:r>
            <a:r>
              <a:rPr sz="1000" spc="-25" dirty="0">
                <a:solidFill>
                  <a:srgbClr val="231F20"/>
                </a:solidFill>
                <a:latin typeface="Arial"/>
                <a:cs typeface="Arial"/>
              </a:rPr>
              <a:t> </a:t>
            </a:r>
            <a:r>
              <a:rPr sz="1000" dirty="0">
                <a:solidFill>
                  <a:srgbClr val="231F20"/>
                </a:solidFill>
                <a:latin typeface="Arial"/>
                <a:cs typeface="Arial"/>
              </a:rPr>
              <a:t>there,</a:t>
            </a:r>
            <a:r>
              <a:rPr sz="1000" spc="-2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were</a:t>
            </a:r>
            <a:r>
              <a:rPr sz="1000" spc="-25" dirty="0">
                <a:solidFill>
                  <a:srgbClr val="231F20"/>
                </a:solidFill>
                <a:latin typeface="Arial"/>
                <a:cs typeface="Arial"/>
              </a:rPr>
              <a:t> </a:t>
            </a:r>
            <a:r>
              <a:rPr sz="1000" dirty="0">
                <a:solidFill>
                  <a:srgbClr val="231F20"/>
                </a:solidFill>
                <a:latin typeface="Arial"/>
                <a:cs typeface="Arial"/>
              </a:rPr>
              <a:t>immersed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historical</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cultural</a:t>
            </a:r>
            <a:r>
              <a:rPr sz="1000" spc="-25" dirty="0">
                <a:solidFill>
                  <a:srgbClr val="231F20"/>
                </a:solidFill>
                <a:latin typeface="Arial"/>
                <a:cs typeface="Arial"/>
              </a:rPr>
              <a:t> </a:t>
            </a:r>
            <a:r>
              <a:rPr sz="1000" dirty="0">
                <a:solidFill>
                  <a:srgbClr val="231F20"/>
                </a:solidFill>
                <a:latin typeface="Arial"/>
                <a:cs typeface="Arial"/>
              </a:rPr>
              <a:t>icons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stories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African American</a:t>
            </a:r>
            <a:r>
              <a:rPr sz="1000" spc="-5" dirty="0">
                <a:solidFill>
                  <a:srgbClr val="231F20"/>
                </a:solidFill>
                <a:latin typeface="Arial"/>
                <a:cs typeface="Arial"/>
              </a:rPr>
              <a:t> </a:t>
            </a:r>
            <a:r>
              <a:rPr sz="1000" spc="-10" dirty="0">
                <a:solidFill>
                  <a:srgbClr val="231F20"/>
                </a:solidFill>
                <a:latin typeface="Arial"/>
                <a:cs typeface="Arial"/>
              </a:rPr>
              <a:t>Lens.”</a:t>
            </a:r>
            <a:endParaRPr sz="1000">
              <a:latin typeface="Arial"/>
              <a:cs typeface="Arial"/>
            </a:endParaRPr>
          </a:p>
          <a:p>
            <a:pPr marL="12700" marR="12509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Senior</a:t>
            </a:r>
            <a:r>
              <a:rPr sz="1000" spc="-5" dirty="0">
                <a:solidFill>
                  <a:srgbClr val="231F20"/>
                </a:solidFill>
                <a:latin typeface="Arial"/>
                <a:cs typeface="Arial"/>
              </a:rPr>
              <a:t> </a:t>
            </a:r>
            <a:r>
              <a:rPr sz="1000" spc="-20" dirty="0">
                <a:solidFill>
                  <a:srgbClr val="231F20"/>
                </a:solidFill>
                <a:latin typeface="Arial"/>
                <a:cs typeface="Arial"/>
              </a:rPr>
              <a:t>Teens</a:t>
            </a:r>
            <a:r>
              <a:rPr sz="1000" dirty="0">
                <a:solidFill>
                  <a:srgbClr val="231F20"/>
                </a:solidFill>
                <a:latin typeface="Arial"/>
                <a:cs typeface="Arial"/>
              </a:rPr>
              <a:t> started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 off</a:t>
            </a:r>
            <a:r>
              <a:rPr sz="1000" spc="-5" dirty="0">
                <a:solidFill>
                  <a:srgbClr val="231F20"/>
                </a:solidFill>
                <a:latin typeface="Arial"/>
                <a:cs typeface="Arial"/>
              </a:rPr>
              <a:t> </a:t>
            </a:r>
            <a:r>
              <a:rPr sz="1000" dirty="0">
                <a:solidFill>
                  <a:srgbClr val="231F20"/>
                </a:solidFill>
                <a:latin typeface="Arial"/>
                <a:cs typeface="Arial"/>
              </a:rPr>
              <a:t>with the</a:t>
            </a:r>
            <a:r>
              <a:rPr sz="1000" spc="-5" dirty="0">
                <a:solidFill>
                  <a:srgbClr val="231F20"/>
                </a:solidFill>
                <a:latin typeface="Arial"/>
                <a:cs typeface="Arial"/>
              </a:rPr>
              <a:t> </a:t>
            </a:r>
            <a:r>
              <a:rPr sz="1000" spc="-55" dirty="0">
                <a:solidFill>
                  <a:srgbClr val="231F20"/>
                </a:solidFill>
                <a:latin typeface="Arial"/>
                <a:cs typeface="Arial"/>
              </a:rPr>
              <a:t>REMIX.</a:t>
            </a:r>
            <a:r>
              <a:rPr sz="1000" spc="-5" dirty="0">
                <a:solidFill>
                  <a:srgbClr val="231F20"/>
                </a:solidFill>
                <a:latin typeface="Arial"/>
                <a:cs typeface="Arial"/>
              </a:rPr>
              <a:t> </a:t>
            </a:r>
            <a:r>
              <a:rPr sz="1000" spc="-25" dirty="0">
                <a:solidFill>
                  <a:srgbClr val="231F20"/>
                </a:solidFill>
                <a:latin typeface="Arial"/>
                <a:cs typeface="Arial"/>
              </a:rPr>
              <a:t>At </a:t>
            </a:r>
            <a:r>
              <a:rPr sz="1000" spc="-60" dirty="0">
                <a:solidFill>
                  <a:srgbClr val="231F20"/>
                </a:solidFill>
                <a:latin typeface="Arial"/>
                <a:cs typeface="Arial"/>
              </a:rPr>
              <a:t>REMIX</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fed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souls</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teen-focused</a:t>
            </a:r>
            <a:r>
              <a:rPr sz="1000" spc="15" dirty="0">
                <a:solidFill>
                  <a:srgbClr val="231F20"/>
                </a:solidFill>
                <a:latin typeface="Arial"/>
                <a:cs typeface="Arial"/>
              </a:rPr>
              <a:t> </a:t>
            </a:r>
            <a:r>
              <a:rPr sz="1000" spc="-10" dirty="0">
                <a:solidFill>
                  <a:srgbClr val="231F20"/>
                </a:solidFill>
                <a:latin typeface="Arial"/>
                <a:cs typeface="Arial"/>
              </a:rPr>
              <a:t>preaching,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worship and</a:t>
            </a:r>
            <a:r>
              <a:rPr sz="1000" spc="-5" dirty="0">
                <a:solidFill>
                  <a:srgbClr val="231F20"/>
                </a:solidFill>
                <a:latin typeface="Arial"/>
                <a:cs typeface="Arial"/>
              </a:rPr>
              <a:t> </a:t>
            </a:r>
            <a:r>
              <a:rPr sz="1000" dirty="0">
                <a:solidFill>
                  <a:srgbClr val="231F20"/>
                </a:solidFill>
                <a:latin typeface="Arial"/>
                <a:cs typeface="Arial"/>
              </a:rPr>
              <a:t>fellowship made</a:t>
            </a:r>
            <a:r>
              <a:rPr sz="1000" spc="-5" dirty="0">
                <a:solidFill>
                  <a:srgbClr val="231F20"/>
                </a:solidFill>
                <a:latin typeface="Arial"/>
                <a:cs typeface="Arial"/>
              </a:rPr>
              <a:t> </a:t>
            </a:r>
            <a:r>
              <a:rPr sz="1000" dirty="0">
                <a:solidFill>
                  <a:srgbClr val="231F20"/>
                </a:solidFill>
                <a:latin typeface="Arial"/>
                <a:cs typeface="Arial"/>
              </a:rPr>
              <a:t>fun by a</a:t>
            </a:r>
            <a:r>
              <a:rPr sz="1000" spc="-5" dirty="0">
                <a:solidFill>
                  <a:srgbClr val="231F20"/>
                </a:solidFill>
                <a:latin typeface="Arial"/>
                <a:cs typeface="Arial"/>
              </a:rPr>
              <a:t> </a:t>
            </a:r>
            <a:r>
              <a:rPr sz="1000" dirty="0">
                <a:solidFill>
                  <a:srgbClr val="231F20"/>
                </a:solidFill>
                <a:latin typeface="Arial"/>
                <a:cs typeface="Arial"/>
              </a:rPr>
              <a:t>band. </a:t>
            </a:r>
            <a:r>
              <a:rPr sz="1000" spc="-20" dirty="0">
                <a:solidFill>
                  <a:srgbClr val="231F20"/>
                </a:solidFill>
                <a:latin typeface="Arial"/>
                <a:cs typeface="Arial"/>
              </a:rPr>
              <a:t>Next,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spc="-10" dirty="0">
                <a:solidFill>
                  <a:srgbClr val="231F20"/>
                </a:solidFill>
                <a:latin typeface="Arial"/>
                <a:cs typeface="Arial"/>
              </a:rPr>
              <a:t>mini-</a:t>
            </a:r>
            <a:r>
              <a:rPr sz="1000" dirty="0">
                <a:solidFill>
                  <a:srgbClr val="231F20"/>
                </a:solidFill>
                <a:latin typeface="Arial"/>
                <a:cs typeface="Arial"/>
              </a:rPr>
              <a:t>retreat and</a:t>
            </a:r>
            <a:r>
              <a:rPr sz="1000" spc="-5" dirty="0">
                <a:solidFill>
                  <a:srgbClr val="231F20"/>
                </a:solidFill>
                <a:latin typeface="Arial"/>
                <a:cs typeface="Arial"/>
              </a:rPr>
              <a:t> </a:t>
            </a:r>
            <a:r>
              <a:rPr sz="1000" dirty="0">
                <a:solidFill>
                  <a:srgbClr val="231F20"/>
                </a:solidFill>
                <a:latin typeface="Arial"/>
                <a:cs typeface="Arial"/>
              </a:rPr>
              <a:t>murder mystery</a:t>
            </a:r>
            <a:r>
              <a:rPr sz="1000" spc="-5" dirty="0">
                <a:solidFill>
                  <a:srgbClr val="231F20"/>
                </a:solidFill>
                <a:latin typeface="Arial"/>
                <a:cs typeface="Arial"/>
              </a:rPr>
              <a:t> </a:t>
            </a:r>
            <a:r>
              <a:rPr sz="1000" dirty="0">
                <a:solidFill>
                  <a:srgbClr val="231F20"/>
                </a:solidFill>
                <a:latin typeface="Arial"/>
                <a:cs typeface="Arial"/>
              </a:rPr>
              <a:t>night,</a:t>
            </a:r>
            <a:r>
              <a:rPr sz="1000" spc="-5" dirty="0">
                <a:solidFill>
                  <a:srgbClr val="231F20"/>
                </a:solidFill>
                <a:latin typeface="Arial"/>
                <a:cs typeface="Arial"/>
              </a:rPr>
              <a:t> </a:t>
            </a:r>
            <a:r>
              <a:rPr sz="1000" spc="-20" dirty="0">
                <a:solidFill>
                  <a:srgbClr val="231F20"/>
                </a:solidFill>
                <a:latin typeface="Arial"/>
                <a:cs typeface="Arial"/>
              </a:rPr>
              <a:t>they</a:t>
            </a:r>
            <a:r>
              <a:rPr sz="1000" spc="50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able</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fellowship</a:t>
            </a:r>
            <a:r>
              <a:rPr sz="1000" spc="2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one</a:t>
            </a:r>
            <a:r>
              <a:rPr sz="1000" spc="20" dirty="0">
                <a:solidFill>
                  <a:srgbClr val="231F20"/>
                </a:solidFill>
                <a:latin typeface="Arial"/>
                <a:cs typeface="Arial"/>
              </a:rPr>
              <a:t> </a:t>
            </a:r>
            <a:r>
              <a:rPr sz="1000" spc="-10" dirty="0">
                <a:solidFill>
                  <a:srgbClr val="231F20"/>
                </a:solidFill>
                <a:latin typeface="Arial"/>
                <a:cs typeface="Arial"/>
              </a:rPr>
              <a:t>another,</a:t>
            </a:r>
            <a:r>
              <a:rPr sz="1000" spc="20" dirty="0">
                <a:solidFill>
                  <a:srgbClr val="231F20"/>
                </a:solidFill>
                <a:latin typeface="Arial"/>
                <a:cs typeface="Arial"/>
              </a:rPr>
              <a:t> </a:t>
            </a:r>
            <a:r>
              <a:rPr sz="1000" dirty="0">
                <a:solidFill>
                  <a:srgbClr val="231F20"/>
                </a:solidFill>
                <a:latin typeface="Arial"/>
                <a:cs typeface="Arial"/>
              </a:rPr>
              <a:t>engage</a:t>
            </a:r>
            <a:r>
              <a:rPr sz="1000" spc="2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competitive</a:t>
            </a:r>
            <a:r>
              <a:rPr sz="1000" spc="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hone</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t>
            </a:r>
            <a:r>
              <a:rPr sz="1000" dirty="0">
                <a:solidFill>
                  <a:srgbClr val="231F20"/>
                </a:solidFill>
                <a:latin typeface="Arial"/>
                <a:cs typeface="Arial"/>
              </a:rPr>
              <a:t>skills</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20" dirty="0">
                <a:solidFill>
                  <a:srgbClr val="231F20"/>
                </a:solidFill>
                <a:latin typeface="Arial"/>
                <a:cs typeface="Arial"/>
              </a:rPr>
              <a:t>stay </a:t>
            </a:r>
            <a:r>
              <a:rPr sz="1000" dirty="0">
                <a:solidFill>
                  <a:srgbClr val="231F20"/>
                </a:solidFill>
                <a:latin typeface="Arial"/>
                <a:cs typeface="Arial"/>
              </a:rPr>
              <a:t>alive</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solve</a:t>
            </a:r>
            <a:r>
              <a:rPr sz="1000" spc="-3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murder!</a:t>
            </a:r>
            <a:r>
              <a:rPr sz="1000" spc="-25" dirty="0">
                <a:solidFill>
                  <a:srgbClr val="231F20"/>
                </a:solidFill>
                <a:latin typeface="Arial"/>
                <a:cs typeface="Arial"/>
              </a:rPr>
              <a:t> </a:t>
            </a:r>
            <a:r>
              <a:rPr sz="1000" dirty="0">
                <a:solidFill>
                  <a:srgbClr val="231F20"/>
                </a:solidFill>
                <a:latin typeface="Arial"/>
                <a:cs typeface="Arial"/>
              </a:rPr>
              <a:t>They</a:t>
            </a:r>
            <a:r>
              <a:rPr sz="1000" spc="-30"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dynamics</a:t>
            </a:r>
            <a:r>
              <a:rPr sz="1000" spc="-3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physics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gravity</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85" dirty="0">
                <a:solidFill>
                  <a:srgbClr val="231F20"/>
                </a:solidFill>
                <a:latin typeface="Arial"/>
                <a:cs typeface="Arial"/>
              </a:rPr>
              <a:t>IFLY,</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indoor</a:t>
            </a:r>
            <a:r>
              <a:rPr sz="1000" spc="10" dirty="0">
                <a:solidFill>
                  <a:srgbClr val="231F20"/>
                </a:solidFill>
                <a:latin typeface="Arial"/>
                <a:cs typeface="Arial"/>
              </a:rPr>
              <a:t> </a:t>
            </a:r>
            <a:r>
              <a:rPr sz="1000" dirty="0">
                <a:solidFill>
                  <a:srgbClr val="231F20"/>
                </a:solidFill>
                <a:latin typeface="Arial"/>
                <a:cs typeface="Arial"/>
              </a:rPr>
              <a:t>skydiving</a:t>
            </a:r>
            <a:r>
              <a:rPr sz="1000" spc="5" dirty="0">
                <a:solidFill>
                  <a:srgbClr val="231F20"/>
                </a:solidFill>
                <a:latin typeface="Arial"/>
                <a:cs typeface="Arial"/>
              </a:rPr>
              <a:t> </a:t>
            </a:r>
            <a:r>
              <a:rPr sz="1000" spc="-10" dirty="0">
                <a:solidFill>
                  <a:srgbClr val="231F20"/>
                </a:solidFill>
                <a:latin typeface="Arial"/>
                <a:cs typeface="Arial"/>
              </a:rPr>
              <a:t>venue.</a:t>
            </a:r>
            <a:endParaRPr sz="1000">
              <a:latin typeface="Arial"/>
              <a:cs typeface="Arial"/>
            </a:endParaRPr>
          </a:p>
          <a:p>
            <a:pPr marL="12700" marR="133985">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went</a:t>
            </a:r>
            <a:r>
              <a:rPr sz="1000" spc="-5" dirty="0">
                <a:solidFill>
                  <a:srgbClr val="231F20"/>
                </a:solidFill>
                <a:latin typeface="Arial"/>
                <a:cs typeface="Arial"/>
              </a:rPr>
              <a:t> </a:t>
            </a:r>
            <a:r>
              <a:rPr sz="1000" dirty="0">
                <a:solidFill>
                  <a:srgbClr val="231F20"/>
                </a:solidFill>
                <a:latin typeface="Arial"/>
                <a:cs typeface="Arial"/>
              </a:rPr>
              <a:t>into leadership</a:t>
            </a:r>
            <a:r>
              <a:rPr sz="1000" spc="-5" dirty="0">
                <a:solidFill>
                  <a:srgbClr val="231F20"/>
                </a:solidFill>
                <a:latin typeface="Arial"/>
                <a:cs typeface="Arial"/>
              </a:rPr>
              <a:t> </a:t>
            </a:r>
            <a:r>
              <a:rPr sz="1000" dirty="0">
                <a:solidFill>
                  <a:srgbClr val="231F20"/>
                </a:solidFill>
                <a:latin typeface="Arial"/>
                <a:cs typeface="Arial"/>
              </a:rPr>
              <a:t>mode,</a:t>
            </a:r>
            <a:r>
              <a:rPr sz="1000" spc="-5" dirty="0">
                <a:solidFill>
                  <a:srgbClr val="231F20"/>
                </a:solidFill>
                <a:latin typeface="Arial"/>
                <a:cs typeface="Arial"/>
              </a:rPr>
              <a:t> </a:t>
            </a:r>
            <a:r>
              <a:rPr sz="1000" dirty="0">
                <a:solidFill>
                  <a:srgbClr val="231F20"/>
                </a:solidFill>
                <a:latin typeface="Arial"/>
                <a:cs typeface="Arial"/>
              </a:rPr>
              <a:t>by </a:t>
            </a:r>
            <a:r>
              <a:rPr sz="1000" spc="-10" dirty="0">
                <a:solidFill>
                  <a:srgbClr val="231F20"/>
                </a:solidFill>
                <a:latin typeface="Arial"/>
                <a:cs typeface="Arial"/>
              </a:rPr>
              <a:t>participating</a:t>
            </a:r>
            <a:r>
              <a:rPr sz="1000" spc="50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leadership and</a:t>
            </a:r>
            <a:r>
              <a:rPr sz="1000" spc="-5" dirty="0">
                <a:solidFill>
                  <a:srgbClr val="231F20"/>
                </a:solidFill>
                <a:latin typeface="Arial"/>
                <a:cs typeface="Arial"/>
              </a:rPr>
              <a:t> </a:t>
            </a:r>
            <a:r>
              <a:rPr sz="1000" dirty="0">
                <a:solidFill>
                  <a:srgbClr val="231F20"/>
                </a:solidFill>
                <a:latin typeface="Arial"/>
                <a:cs typeface="Arial"/>
              </a:rPr>
              <a:t>financial modules presented at</a:t>
            </a:r>
            <a:r>
              <a:rPr sz="1000" spc="-5"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a:p>
            <a:pPr marL="12700" marR="5080">
              <a:lnSpc>
                <a:spcPct val="100000"/>
              </a:lnSpc>
            </a:pPr>
            <a:r>
              <a:rPr sz="1000" spc="-10" dirty="0">
                <a:solidFill>
                  <a:srgbClr val="231F20"/>
                </a:solidFill>
                <a:latin typeface="Arial"/>
                <a:cs typeface="Arial"/>
              </a:rPr>
              <a:t>mini-</a:t>
            </a:r>
            <a:r>
              <a:rPr sz="1000" dirty="0">
                <a:solidFill>
                  <a:srgbClr val="231F20"/>
                </a:solidFill>
                <a:latin typeface="Arial"/>
                <a:cs typeface="Arial"/>
              </a:rPr>
              <a:t>retreat,</a:t>
            </a:r>
            <a:r>
              <a:rPr sz="1000" spc="20" dirty="0">
                <a:solidFill>
                  <a:srgbClr val="231F20"/>
                </a:solidFill>
                <a:latin typeface="Arial"/>
                <a:cs typeface="Arial"/>
              </a:rPr>
              <a:t> </a:t>
            </a:r>
            <a:r>
              <a:rPr sz="1000" dirty="0">
                <a:solidFill>
                  <a:srgbClr val="231F20"/>
                </a:solidFill>
                <a:latin typeface="Arial"/>
                <a:cs typeface="Arial"/>
              </a:rPr>
              <a:t>but</a:t>
            </a:r>
            <a:r>
              <a:rPr sz="1000" spc="25" dirty="0">
                <a:solidFill>
                  <a:srgbClr val="231F20"/>
                </a:solidFill>
                <a:latin typeface="Arial"/>
                <a:cs typeface="Arial"/>
              </a:rPr>
              <a:t> </a:t>
            </a:r>
            <a:r>
              <a:rPr sz="1000" dirty="0">
                <a:solidFill>
                  <a:srgbClr val="231F20"/>
                </a:solidFill>
                <a:latin typeface="Arial"/>
                <a:cs typeface="Arial"/>
              </a:rPr>
              <a:t>stepped</a:t>
            </a:r>
            <a:r>
              <a:rPr sz="1000" spc="25" dirty="0">
                <a:solidFill>
                  <a:srgbClr val="231F20"/>
                </a:solidFill>
                <a:latin typeface="Arial"/>
                <a:cs typeface="Arial"/>
              </a:rPr>
              <a:t> </a:t>
            </a:r>
            <a:r>
              <a:rPr sz="1000" dirty="0">
                <a:solidFill>
                  <a:srgbClr val="231F20"/>
                </a:solidFill>
                <a:latin typeface="Arial"/>
                <a:cs typeface="Arial"/>
              </a:rPr>
              <a:t>up</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plate</a:t>
            </a:r>
            <a:r>
              <a:rPr sz="1000" spc="25" dirty="0">
                <a:solidFill>
                  <a:srgbClr val="231F20"/>
                </a:solidFill>
                <a:latin typeface="Arial"/>
                <a:cs typeface="Arial"/>
              </a:rPr>
              <a:t> </a:t>
            </a:r>
            <a:r>
              <a:rPr sz="1000" dirty="0">
                <a:solidFill>
                  <a:srgbClr val="231F20"/>
                </a:solidFill>
                <a:latin typeface="Arial"/>
                <a:cs typeface="Arial"/>
              </a:rPr>
              <a:t>when</a:t>
            </a:r>
            <a:r>
              <a:rPr sz="1000" spc="25"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spc="-20" dirty="0">
                <a:solidFill>
                  <a:srgbClr val="231F20"/>
                </a:solidFill>
                <a:latin typeface="Arial"/>
                <a:cs typeface="Arial"/>
              </a:rPr>
              <a:t>went </a:t>
            </a:r>
            <a:r>
              <a:rPr sz="1000" dirty="0">
                <a:solidFill>
                  <a:srgbClr val="231F20"/>
                </a:solidFill>
                <a:latin typeface="Arial"/>
                <a:cs typeface="Arial"/>
              </a:rPr>
              <a:t>before</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Montgomery</a:t>
            </a:r>
            <a:r>
              <a:rPr sz="1000" spc="25" dirty="0">
                <a:solidFill>
                  <a:srgbClr val="231F20"/>
                </a:solidFill>
                <a:latin typeface="Arial"/>
                <a:cs typeface="Arial"/>
              </a:rPr>
              <a:t> </a:t>
            </a:r>
            <a:r>
              <a:rPr sz="1000" dirty="0">
                <a:solidFill>
                  <a:srgbClr val="231F20"/>
                </a:solidFill>
                <a:latin typeface="Arial"/>
                <a:cs typeface="Arial"/>
              </a:rPr>
              <a:t>County</a:t>
            </a:r>
            <a:r>
              <a:rPr sz="1000" spc="30" dirty="0">
                <a:solidFill>
                  <a:srgbClr val="231F20"/>
                </a:solidFill>
                <a:latin typeface="Arial"/>
                <a:cs typeface="Arial"/>
              </a:rPr>
              <a:t> </a:t>
            </a:r>
            <a:r>
              <a:rPr sz="1000" spc="-10" dirty="0">
                <a:solidFill>
                  <a:srgbClr val="231F20"/>
                </a:solidFill>
                <a:latin typeface="Arial"/>
                <a:cs typeface="Arial"/>
              </a:rPr>
              <a:t>Council’s</a:t>
            </a:r>
            <a:r>
              <a:rPr sz="1000" spc="25" dirty="0">
                <a:solidFill>
                  <a:srgbClr val="231F20"/>
                </a:solidFill>
                <a:latin typeface="Arial"/>
                <a:cs typeface="Arial"/>
              </a:rPr>
              <a:t> </a:t>
            </a:r>
            <a:r>
              <a:rPr sz="1000" dirty="0">
                <a:solidFill>
                  <a:srgbClr val="231F20"/>
                </a:solidFill>
                <a:latin typeface="Arial"/>
                <a:cs typeface="Arial"/>
              </a:rPr>
              <a:t>Student</a:t>
            </a:r>
            <a:r>
              <a:rPr sz="1000" spc="25" dirty="0">
                <a:solidFill>
                  <a:srgbClr val="231F20"/>
                </a:solidFill>
                <a:latin typeface="Arial"/>
                <a:cs typeface="Arial"/>
              </a:rPr>
              <a:t> </a:t>
            </a:r>
            <a:r>
              <a:rPr sz="1000" spc="-20" dirty="0">
                <a:solidFill>
                  <a:srgbClr val="231F20"/>
                </a:solidFill>
                <a:latin typeface="Arial"/>
                <a:cs typeface="Arial"/>
              </a:rPr>
              <a:t>Town </a:t>
            </a:r>
            <a:r>
              <a:rPr sz="1000" dirty="0">
                <a:solidFill>
                  <a:srgbClr val="231F20"/>
                </a:solidFill>
                <a:latin typeface="Arial"/>
                <a:cs typeface="Arial"/>
              </a:rPr>
              <a:t>Hall</a:t>
            </a:r>
            <a:r>
              <a:rPr sz="1000" spc="-5" dirty="0">
                <a:solidFill>
                  <a:srgbClr val="231F20"/>
                </a:solidFill>
                <a:latin typeface="Arial"/>
                <a:cs typeface="Arial"/>
              </a:rPr>
              <a:t> </a:t>
            </a:r>
            <a:r>
              <a:rPr sz="1000" dirty="0">
                <a:solidFill>
                  <a:srgbClr val="231F20"/>
                </a:solidFill>
                <a:latin typeface="Arial"/>
                <a:cs typeface="Arial"/>
              </a:rPr>
              <a:t>Meeting</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October</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spc="-20" dirty="0">
                <a:solidFill>
                  <a:srgbClr val="231F20"/>
                </a:solidFill>
                <a:latin typeface="Arial"/>
                <a:cs typeface="Arial"/>
              </a:rPr>
              <a:t>2016.</a:t>
            </a:r>
            <a:r>
              <a:rPr sz="1000" spc="-5" dirty="0">
                <a:solidFill>
                  <a:srgbClr val="231F20"/>
                </a:solidFill>
                <a:latin typeface="Arial"/>
                <a:cs typeface="Arial"/>
              </a:rPr>
              <a:t> </a:t>
            </a:r>
            <a:r>
              <a:rPr sz="1000" dirty="0">
                <a:solidFill>
                  <a:srgbClr val="231F20"/>
                </a:solidFill>
                <a:latin typeface="Arial"/>
                <a:cs typeface="Arial"/>
              </a:rPr>
              <a:t>Led</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20" dirty="0">
                <a:solidFill>
                  <a:srgbClr val="231F20"/>
                </a:solidFill>
                <a:latin typeface="Arial"/>
                <a:cs typeface="Arial"/>
              </a:rPr>
              <a:t>Teen</a:t>
            </a:r>
            <a:r>
              <a:rPr sz="1000" spc="-5" dirty="0">
                <a:solidFill>
                  <a:srgbClr val="231F20"/>
                </a:solidFill>
                <a:latin typeface="Arial"/>
                <a:cs typeface="Arial"/>
              </a:rPr>
              <a:t> </a:t>
            </a:r>
            <a:r>
              <a:rPr sz="1000" spc="-10" dirty="0">
                <a:solidFill>
                  <a:srgbClr val="231F20"/>
                </a:solidFill>
                <a:latin typeface="Arial"/>
                <a:cs typeface="Arial"/>
              </a:rPr>
              <a:t>Legislative Chair</a:t>
            </a:r>
            <a:r>
              <a:rPr sz="1000" spc="-20" dirty="0">
                <a:solidFill>
                  <a:srgbClr val="231F20"/>
                </a:solidFill>
                <a:latin typeface="Arial"/>
                <a:cs typeface="Arial"/>
              </a:rPr>
              <a:t> </a:t>
            </a:r>
            <a:r>
              <a:rPr sz="1000" spc="-10" dirty="0">
                <a:solidFill>
                  <a:srgbClr val="231F20"/>
                </a:solidFill>
                <a:latin typeface="Arial"/>
                <a:cs typeface="Arial"/>
              </a:rPr>
              <a:t>Isiah</a:t>
            </a:r>
            <a:r>
              <a:rPr sz="1000" spc="-15" dirty="0">
                <a:solidFill>
                  <a:srgbClr val="231F20"/>
                </a:solidFill>
                <a:latin typeface="Arial"/>
                <a:cs typeface="Arial"/>
              </a:rPr>
              <a:t> </a:t>
            </a:r>
            <a:r>
              <a:rPr sz="1000" spc="-20" dirty="0">
                <a:solidFill>
                  <a:srgbClr val="231F20"/>
                </a:solidFill>
                <a:latin typeface="Arial"/>
                <a:cs typeface="Arial"/>
              </a:rPr>
              <a:t>Wells,</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prepared</a:t>
            </a:r>
            <a:r>
              <a:rPr sz="1000" spc="-15"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issue</a:t>
            </a:r>
            <a:r>
              <a:rPr sz="1000" spc="-15" dirty="0">
                <a:solidFill>
                  <a:srgbClr val="231F20"/>
                </a:solidFill>
                <a:latin typeface="Arial"/>
                <a:cs typeface="Arial"/>
              </a:rPr>
              <a:t> </a:t>
            </a:r>
            <a:r>
              <a:rPr sz="1000" dirty="0">
                <a:solidFill>
                  <a:srgbClr val="231F20"/>
                </a:solidFill>
                <a:latin typeface="Arial"/>
                <a:cs typeface="Arial"/>
              </a:rPr>
              <a:t>paper</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presented</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recommendations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closing</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student </a:t>
            </a:r>
            <a:r>
              <a:rPr sz="1000" dirty="0">
                <a:solidFill>
                  <a:srgbClr val="231F20"/>
                </a:solidFill>
                <a:latin typeface="Arial"/>
                <a:cs typeface="Arial"/>
              </a:rPr>
              <a:t>achievement</a:t>
            </a:r>
            <a:r>
              <a:rPr sz="1000" spc="-10" dirty="0">
                <a:solidFill>
                  <a:srgbClr val="231F20"/>
                </a:solidFill>
                <a:latin typeface="Arial"/>
                <a:cs typeface="Arial"/>
              </a:rPr>
              <a:t> </a:t>
            </a:r>
            <a:r>
              <a:rPr sz="1000" dirty="0">
                <a:solidFill>
                  <a:srgbClr val="231F20"/>
                </a:solidFill>
                <a:latin typeface="Arial"/>
                <a:cs typeface="Arial"/>
              </a:rPr>
              <a:t>gap</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County.</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spc="-20" dirty="0">
                <a:solidFill>
                  <a:srgbClr val="231F20"/>
                </a:solidFill>
                <a:latin typeface="Arial"/>
                <a:cs typeface="Arial"/>
              </a:rPr>
              <a:t>spoke </a:t>
            </a:r>
            <a:r>
              <a:rPr sz="1000" dirty="0">
                <a:solidFill>
                  <a:srgbClr val="231F20"/>
                </a:solidFill>
                <a:latin typeface="Arial"/>
                <a:cs typeface="Arial"/>
              </a:rPr>
              <a:t>eloquently</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Council</a:t>
            </a:r>
            <a:r>
              <a:rPr sz="1000" spc="10" dirty="0">
                <a:solidFill>
                  <a:srgbClr val="231F20"/>
                </a:solidFill>
                <a:latin typeface="Arial"/>
                <a:cs typeface="Arial"/>
              </a:rPr>
              <a:t> </a:t>
            </a:r>
            <a:r>
              <a:rPr sz="1000" dirty="0">
                <a:solidFill>
                  <a:srgbClr val="231F20"/>
                </a:solidFill>
                <a:latin typeface="Arial"/>
                <a:cs typeface="Arial"/>
              </a:rPr>
              <a:t>members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received </a:t>
            </a:r>
            <a:r>
              <a:rPr sz="1000" dirty="0">
                <a:solidFill>
                  <a:srgbClr val="231F20"/>
                </a:solidFill>
                <a:latin typeface="Arial"/>
                <a:cs typeface="Arial"/>
              </a:rPr>
              <a:t>advice</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10" dirty="0">
                <a:solidFill>
                  <a:srgbClr val="231F20"/>
                </a:solidFill>
                <a:latin typeface="Arial"/>
                <a:cs typeface="Arial"/>
              </a:rPr>
              <a:t>Councilman</a:t>
            </a:r>
            <a:r>
              <a:rPr sz="1000" spc="-5" dirty="0">
                <a:solidFill>
                  <a:srgbClr val="231F20"/>
                </a:solidFill>
                <a:latin typeface="Arial"/>
                <a:cs typeface="Arial"/>
              </a:rPr>
              <a:t> </a:t>
            </a:r>
            <a:r>
              <a:rPr sz="1000" dirty="0">
                <a:solidFill>
                  <a:srgbClr val="231F20"/>
                </a:solidFill>
                <a:latin typeface="Arial"/>
                <a:cs typeface="Arial"/>
              </a:rPr>
              <a:t>Craig</a:t>
            </a:r>
            <a:r>
              <a:rPr sz="1000" spc="-5" dirty="0">
                <a:solidFill>
                  <a:srgbClr val="231F20"/>
                </a:solidFill>
                <a:latin typeface="Arial"/>
                <a:cs typeface="Arial"/>
              </a:rPr>
              <a:t> </a:t>
            </a:r>
            <a:r>
              <a:rPr sz="1000" spc="-25" dirty="0">
                <a:solidFill>
                  <a:srgbClr val="231F20"/>
                </a:solidFill>
                <a:latin typeface="Arial"/>
                <a:cs typeface="Arial"/>
              </a:rPr>
              <a:t>Rice</a:t>
            </a:r>
            <a:r>
              <a:rPr sz="1000" dirty="0">
                <a:solidFill>
                  <a:srgbClr val="231F20"/>
                </a:solidFill>
                <a:latin typeface="Arial"/>
                <a:cs typeface="Arial"/>
              </a:rPr>
              <a:t> on</a:t>
            </a:r>
            <a:r>
              <a:rPr sz="1000" spc="-5"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get </a:t>
            </a:r>
            <a:r>
              <a:rPr sz="1000" spc="-20" dirty="0">
                <a:solidFill>
                  <a:srgbClr val="231F20"/>
                </a:solidFill>
                <a:latin typeface="Arial"/>
                <a:cs typeface="Arial"/>
              </a:rPr>
              <a:t>their </a:t>
            </a:r>
            <a:r>
              <a:rPr sz="1000" dirty="0">
                <a:solidFill>
                  <a:srgbClr val="231F20"/>
                </a:solidFill>
                <a:latin typeface="Arial"/>
                <a:cs typeface="Arial"/>
              </a:rPr>
              <a:t>recommendations implemented. For the fifth </a:t>
            </a:r>
            <a:r>
              <a:rPr sz="1000" spc="-25" dirty="0">
                <a:solidFill>
                  <a:srgbClr val="231F20"/>
                </a:solidFill>
                <a:latin typeface="Arial"/>
                <a:cs typeface="Arial"/>
              </a:rPr>
              <a:t>year,</a:t>
            </a:r>
            <a:r>
              <a:rPr sz="100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sponsored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Reading</a:t>
            </a:r>
            <a:r>
              <a:rPr sz="1000" spc="5" dirty="0">
                <a:solidFill>
                  <a:srgbClr val="231F20"/>
                </a:solidFill>
                <a:latin typeface="Arial"/>
                <a:cs typeface="Arial"/>
              </a:rPr>
              <a:t> </a:t>
            </a:r>
            <a:r>
              <a:rPr sz="1000" dirty="0">
                <a:solidFill>
                  <a:srgbClr val="231F20"/>
                </a:solidFill>
                <a:latin typeface="Arial"/>
                <a:cs typeface="Arial"/>
              </a:rPr>
              <a:t>Buddies</a:t>
            </a:r>
            <a:r>
              <a:rPr sz="1000" spc="10" dirty="0">
                <a:solidFill>
                  <a:srgbClr val="231F20"/>
                </a:solidFill>
                <a:latin typeface="Arial"/>
                <a:cs typeface="Arial"/>
              </a:rPr>
              <a:t> </a:t>
            </a:r>
            <a:r>
              <a:rPr sz="1000" dirty="0">
                <a:solidFill>
                  <a:srgbClr val="231F20"/>
                </a:solidFill>
                <a:latin typeface="Arial"/>
                <a:cs typeface="Arial"/>
              </a:rPr>
              <a:t>club</a:t>
            </a:r>
            <a:r>
              <a:rPr sz="1000" spc="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meetings,</a:t>
            </a:r>
            <a:r>
              <a:rPr sz="1000" spc="10" dirty="0">
                <a:solidFill>
                  <a:srgbClr val="231F20"/>
                </a:solidFill>
                <a:latin typeface="Arial"/>
                <a:cs typeface="Arial"/>
              </a:rPr>
              <a:t> </a:t>
            </a:r>
            <a:r>
              <a:rPr sz="1000" dirty="0">
                <a:solidFill>
                  <a:srgbClr val="231F20"/>
                </a:solidFill>
                <a:latin typeface="Arial"/>
                <a:cs typeface="Arial"/>
              </a:rPr>
              <a:t>reading</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younger</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spc="-20" dirty="0">
                <a:solidFill>
                  <a:srgbClr val="231F20"/>
                </a:solidFill>
                <a:latin typeface="Arial"/>
                <a:cs typeface="Arial"/>
              </a:rPr>
              <a:t>while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planned</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a:t>
            </a:r>
            <a:r>
              <a:rPr sz="1000" dirty="0">
                <a:solidFill>
                  <a:srgbClr val="231F20"/>
                </a:solidFill>
                <a:latin typeface="Arial"/>
                <a:cs typeface="Arial"/>
              </a:rPr>
              <a:t>events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activities. </a:t>
            </a:r>
            <a:r>
              <a:rPr sz="1000" dirty="0">
                <a:solidFill>
                  <a:srgbClr val="231F20"/>
                </a:solidFill>
                <a:latin typeface="Arial"/>
                <a:cs typeface="Arial"/>
              </a:rPr>
              <a:t>They continued</a:t>
            </a:r>
            <a:r>
              <a:rPr sz="1000" spc="5" dirty="0">
                <a:solidFill>
                  <a:srgbClr val="231F20"/>
                </a:solidFill>
                <a:latin typeface="Arial"/>
                <a:cs typeface="Arial"/>
              </a:rPr>
              <a:t> </a:t>
            </a:r>
            <a:r>
              <a:rPr sz="1000" dirty="0">
                <a:solidFill>
                  <a:srgbClr val="231F20"/>
                </a:solidFill>
                <a:latin typeface="Arial"/>
                <a:cs typeface="Arial"/>
              </a:rPr>
              <a:t>the Jack</a:t>
            </a:r>
            <a:r>
              <a:rPr sz="1000" spc="5" dirty="0">
                <a:solidFill>
                  <a:srgbClr val="231F20"/>
                </a:solidFill>
                <a:latin typeface="Arial"/>
                <a:cs typeface="Arial"/>
              </a:rPr>
              <a:t> </a:t>
            </a:r>
            <a:r>
              <a:rPr sz="1000" dirty="0">
                <a:solidFill>
                  <a:srgbClr val="231F20"/>
                </a:solidFill>
                <a:latin typeface="Arial"/>
                <a:cs typeface="Arial"/>
              </a:rPr>
              <a:t>and Jill</a:t>
            </a:r>
            <a:r>
              <a:rPr sz="1000" spc="5" dirty="0">
                <a:solidFill>
                  <a:srgbClr val="231F20"/>
                </a:solidFill>
                <a:latin typeface="Arial"/>
                <a:cs typeface="Arial"/>
              </a:rPr>
              <a:t> </a:t>
            </a:r>
            <a:r>
              <a:rPr sz="1000" dirty="0">
                <a:solidFill>
                  <a:srgbClr val="231F20"/>
                </a:solidFill>
                <a:latin typeface="Arial"/>
                <a:cs typeface="Arial"/>
              </a:rPr>
              <a:t>tradition of</a:t>
            </a:r>
            <a:r>
              <a:rPr sz="1000" spc="5" dirty="0">
                <a:solidFill>
                  <a:srgbClr val="231F20"/>
                </a:solidFill>
                <a:latin typeface="Arial"/>
                <a:cs typeface="Arial"/>
              </a:rPr>
              <a:t> </a:t>
            </a:r>
            <a:r>
              <a:rPr sz="1000" spc="-10" dirty="0">
                <a:solidFill>
                  <a:srgbClr val="231F20"/>
                </a:solidFill>
                <a:latin typeface="Arial"/>
                <a:cs typeface="Arial"/>
              </a:rPr>
              <a:t>attending </a:t>
            </a:r>
            <a:r>
              <a:rPr sz="1000" spc="-50" dirty="0">
                <a:solidFill>
                  <a:srgbClr val="231F20"/>
                </a:solidFill>
                <a:latin typeface="Arial"/>
                <a:cs typeface="Arial"/>
              </a:rPr>
              <a:t>COPA</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New</a:t>
            </a:r>
            <a:r>
              <a:rPr sz="1000" spc="-20" dirty="0">
                <a:solidFill>
                  <a:srgbClr val="231F20"/>
                </a:solidFill>
                <a:latin typeface="Arial"/>
                <a:cs typeface="Arial"/>
              </a:rPr>
              <a:t> </a:t>
            </a:r>
            <a:r>
              <a:rPr sz="1000" spc="-10" dirty="0">
                <a:solidFill>
                  <a:srgbClr val="231F20"/>
                </a:solidFill>
                <a:latin typeface="Arial"/>
                <a:cs typeface="Arial"/>
              </a:rPr>
              <a:t>York</a:t>
            </a:r>
            <a:r>
              <a:rPr sz="1000" spc="-20" dirty="0">
                <a:solidFill>
                  <a:srgbClr val="231F20"/>
                </a:solidFill>
                <a:latin typeface="Arial"/>
                <a:cs typeface="Arial"/>
              </a:rPr>
              <a:t> </a:t>
            </a:r>
            <a:r>
              <a:rPr sz="1000" spc="-10" dirty="0">
                <a:solidFill>
                  <a:srgbClr val="231F20"/>
                </a:solidFill>
                <a:latin typeface="Arial"/>
                <a:cs typeface="Arial"/>
              </a:rPr>
              <a:t>City.</a:t>
            </a:r>
            <a:r>
              <a:rPr sz="1000" spc="-2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gave</a:t>
            </a:r>
            <a:r>
              <a:rPr sz="1000" spc="-20" dirty="0">
                <a:solidFill>
                  <a:srgbClr val="231F20"/>
                </a:solidFill>
                <a:latin typeface="Arial"/>
                <a:cs typeface="Arial"/>
              </a:rPr>
              <a:t> </a:t>
            </a:r>
            <a:r>
              <a:rPr sz="1000" dirty="0">
                <a:solidFill>
                  <a:srgbClr val="231F20"/>
                </a:solidFill>
                <a:latin typeface="Arial"/>
                <a:cs typeface="Arial"/>
              </a:rPr>
              <a:t>back</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coming</a:t>
            </a:r>
            <a:r>
              <a:rPr sz="1000" spc="10" dirty="0">
                <a:solidFill>
                  <a:srgbClr val="231F20"/>
                </a:solidFill>
                <a:latin typeface="Arial"/>
                <a:cs typeface="Arial"/>
              </a:rPr>
              <a:t> </a:t>
            </a:r>
            <a:r>
              <a:rPr sz="1000" dirty="0">
                <a:solidFill>
                  <a:srgbClr val="231F20"/>
                </a:solidFill>
                <a:latin typeface="Arial"/>
                <a:cs typeface="Arial"/>
              </a:rPr>
              <a:t>together</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cook</a:t>
            </a:r>
            <a:r>
              <a:rPr sz="1000" spc="10" dirty="0">
                <a:solidFill>
                  <a:srgbClr val="231F20"/>
                </a:solidFill>
                <a:latin typeface="Arial"/>
                <a:cs typeface="Arial"/>
              </a:rPr>
              <a:t> </a:t>
            </a:r>
            <a:r>
              <a:rPr sz="1000" spc="-10" dirty="0">
                <a:solidFill>
                  <a:srgbClr val="231F20"/>
                </a:solidFill>
                <a:latin typeface="Arial"/>
                <a:cs typeface="Arial"/>
              </a:rPr>
              <a:t>meals</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living</a:t>
            </a:r>
            <a:r>
              <a:rPr sz="1000" spc="10" dirty="0">
                <a:solidFill>
                  <a:srgbClr val="231F20"/>
                </a:solidFill>
                <a:latin typeface="Arial"/>
                <a:cs typeface="Arial"/>
              </a:rPr>
              <a:t> </a:t>
            </a:r>
            <a:r>
              <a:rPr sz="1000" spc="-25" dirty="0">
                <a:solidFill>
                  <a:srgbClr val="231F20"/>
                </a:solidFill>
                <a:latin typeface="Arial"/>
                <a:cs typeface="Arial"/>
              </a:rPr>
              <a:t>at</a:t>
            </a:r>
            <a:endParaRPr sz="1000">
              <a:latin typeface="Arial"/>
              <a:cs typeface="Arial"/>
            </a:endParaRPr>
          </a:p>
          <a:p>
            <a:pPr marL="12700" marR="266065">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Stepping </a:t>
            </a:r>
            <a:r>
              <a:rPr sz="1000" spc="-10" dirty="0">
                <a:solidFill>
                  <a:srgbClr val="231F20"/>
                </a:solidFill>
                <a:latin typeface="Arial"/>
                <a:cs typeface="Arial"/>
              </a:rPr>
              <a:t>Stones</a:t>
            </a:r>
            <a:r>
              <a:rPr sz="1000" dirty="0">
                <a:solidFill>
                  <a:srgbClr val="231F20"/>
                </a:solidFill>
                <a:latin typeface="Arial"/>
                <a:cs typeface="Arial"/>
              </a:rPr>
              <a:t> Shelter</a:t>
            </a:r>
            <a:r>
              <a:rPr sz="1000" spc="-5" dirty="0">
                <a:solidFill>
                  <a:srgbClr val="231F20"/>
                </a:solidFill>
                <a:latin typeface="Arial"/>
                <a:cs typeface="Arial"/>
              </a:rPr>
              <a:t> </a:t>
            </a:r>
            <a:r>
              <a:rPr sz="1000" dirty="0">
                <a:solidFill>
                  <a:srgbClr val="231F20"/>
                </a:solidFill>
                <a:latin typeface="Arial"/>
                <a:cs typeface="Arial"/>
              </a:rPr>
              <a:t>and by planting trees</a:t>
            </a:r>
            <a:r>
              <a:rPr sz="1000" spc="-5" dirty="0">
                <a:solidFill>
                  <a:srgbClr val="231F20"/>
                </a:solidFill>
                <a:latin typeface="Arial"/>
                <a:cs typeface="Arial"/>
              </a:rPr>
              <a:t> </a:t>
            </a:r>
            <a:r>
              <a:rPr sz="1000" dirty="0">
                <a:solidFill>
                  <a:srgbClr val="231F20"/>
                </a:solidFill>
                <a:latin typeface="Arial"/>
                <a:cs typeface="Arial"/>
              </a:rPr>
              <a:t>in </a:t>
            </a:r>
            <a:r>
              <a:rPr sz="1000" spc="-50" dirty="0">
                <a:solidFill>
                  <a:srgbClr val="231F20"/>
                </a:solidFill>
                <a:latin typeface="Arial"/>
                <a:cs typeface="Arial"/>
              </a:rPr>
              <a:t>a </a:t>
            </a:r>
            <a:r>
              <a:rPr sz="1000" dirty="0">
                <a:solidFill>
                  <a:srgbClr val="231F20"/>
                </a:solidFill>
                <a:latin typeface="Arial"/>
                <a:cs typeface="Arial"/>
              </a:rPr>
              <a:t>local</a:t>
            </a:r>
            <a:r>
              <a:rPr sz="1000" spc="-10" dirty="0">
                <a:solidFill>
                  <a:srgbClr val="231F20"/>
                </a:solidFill>
                <a:latin typeface="Arial"/>
                <a:cs typeface="Arial"/>
              </a:rPr>
              <a:t> park.</a:t>
            </a:r>
            <a:endParaRPr sz="10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301" y="2419396"/>
            <a:ext cx="3230245" cy="6916420"/>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2017–2018</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175895" marR="168275" indent="245745">
              <a:lnSpc>
                <a:spcPts val="1680"/>
              </a:lnSpc>
              <a:spcBef>
                <a:spcPts val="100"/>
              </a:spcBef>
            </a:pPr>
            <a:r>
              <a:rPr sz="1100" dirty="0">
                <a:solidFill>
                  <a:srgbClr val="1D5495"/>
                </a:solidFill>
                <a:latin typeface="Lucida Sans Unicode"/>
                <a:cs typeface="Lucida Sans Unicode"/>
              </a:rPr>
              <a:t>President:</a:t>
            </a:r>
            <a:r>
              <a:rPr sz="1100" spc="90" dirty="0">
                <a:solidFill>
                  <a:srgbClr val="1D5495"/>
                </a:solidFill>
                <a:latin typeface="Lucida Sans Unicode"/>
                <a:cs typeface="Lucida Sans Unicode"/>
              </a:rPr>
              <a:t> </a:t>
            </a:r>
            <a:r>
              <a:rPr sz="1100" spc="50" dirty="0">
                <a:solidFill>
                  <a:srgbClr val="1D5495"/>
                </a:solidFill>
                <a:latin typeface="Lucida Sans Unicode"/>
                <a:cs typeface="Lucida Sans Unicode"/>
              </a:rPr>
              <a:t>Yaminah</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Leggett-</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Vice</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a:t>
            </a:r>
            <a:endParaRPr sz="1100">
              <a:latin typeface="Lucida Sans Unicode"/>
              <a:cs typeface="Lucida Sans Unicode"/>
            </a:endParaRPr>
          </a:p>
          <a:p>
            <a:pPr marL="151765" marR="144145" indent="-635" algn="ctr">
              <a:lnSpc>
                <a:spcPts val="1680"/>
              </a:lnSpc>
            </a:pPr>
            <a:r>
              <a:rPr sz="1100" dirty="0">
                <a:solidFill>
                  <a:srgbClr val="1D5495"/>
                </a:solidFill>
                <a:latin typeface="Lucida Sans Unicode"/>
                <a:cs typeface="Lucida Sans Unicode"/>
              </a:rPr>
              <a:t>Program</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20" dirty="0">
                <a:solidFill>
                  <a:srgbClr val="1D5495"/>
                </a:solidFill>
                <a:latin typeface="Lucida Sans Unicode"/>
                <a:cs typeface="Lucida Sans Unicode"/>
              </a:rPr>
              <a:t> </a:t>
            </a:r>
            <a:r>
              <a:rPr sz="1100" dirty="0">
                <a:solidFill>
                  <a:srgbClr val="1D5495"/>
                </a:solidFill>
                <a:latin typeface="Lucida Sans Unicode"/>
                <a:cs typeface="Lucida Sans Unicode"/>
              </a:rPr>
              <a:t>Katrina</a:t>
            </a:r>
            <a:r>
              <a:rPr sz="1100" spc="114" dirty="0">
                <a:solidFill>
                  <a:srgbClr val="1D5495"/>
                </a:solidFill>
                <a:latin typeface="Lucida Sans Unicode"/>
                <a:cs typeface="Lucida Sans Unicode"/>
              </a:rPr>
              <a:t> </a:t>
            </a:r>
            <a:r>
              <a:rPr sz="1100" spc="55" dirty="0">
                <a:solidFill>
                  <a:srgbClr val="1D5495"/>
                </a:solidFill>
                <a:latin typeface="Lucida Sans Unicode"/>
                <a:cs typeface="Lucida Sans Unicode"/>
              </a:rPr>
              <a:t>Adams </a:t>
            </a:r>
            <a:r>
              <a:rPr sz="1100" spc="10" dirty="0">
                <a:solidFill>
                  <a:srgbClr val="1D5495"/>
                </a:solidFill>
                <a:latin typeface="Lucida Sans Unicode"/>
                <a:cs typeface="Lucida Sans Unicode"/>
              </a:rPr>
              <a:t>Recording</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0" dirty="0">
                <a:solidFill>
                  <a:srgbClr val="1D5495"/>
                </a:solidFill>
                <a:latin typeface="Lucida Sans Unicode"/>
                <a:cs typeface="Lucida Sans Unicode"/>
              </a:rPr>
              <a:t> </a:t>
            </a:r>
            <a:r>
              <a:rPr sz="1100" spc="65" dirty="0">
                <a:solidFill>
                  <a:srgbClr val="1D5495"/>
                </a:solidFill>
                <a:latin typeface="Lucida Sans Unicode"/>
                <a:cs typeface="Lucida Sans Unicode"/>
              </a:rPr>
              <a:t>Stacia</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Geiger</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Alston </a:t>
            </a:r>
            <a:r>
              <a:rPr sz="1100" spc="10" dirty="0">
                <a:solidFill>
                  <a:srgbClr val="1D5495"/>
                </a:solidFill>
                <a:latin typeface="Lucida Sans Unicode"/>
                <a:cs typeface="Lucida Sans Unicode"/>
              </a:rPr>
              <a:t>Corresponding</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Grimes </a:t>
            </a:r>
            <a:r>
              <a:rPr sz="1100" dirty="0">
                <a:solidFill>
                  <a:srgbClr val="1D5495"/>
                </a:solidFill>
                <a:latin typeface="Lucida Sans Unicode"/>
                <a:cs typeface="Lucida Sans Unicode"/>
              </a:rPr>
              <a:t>Treasurer:</a:t>
            </a:r>
            <a:r>
              <a:rPr sz="1100" spc="-25" dirty="0">
                <a:solidFill>
                  <a:srgbClr val="1D5495"/>
                </a:solidFill>
                <a:latin typeface="Lucida Sans Unicode"/>
                <a:cs typeface="Lucida Sans Unicode"/>
              </a:rPr>
              <a:t> </a:t>
            </a:r>
            <a:r>
              <a:rPr sz="1100" spc="60" dirty="0">
                <a:solidFill>
                  <a:srgbClr val="1D5495"/>
                </a:solidFill>
                <a:latin typeface="Lucida Sans Unicode"/>
                <a:cs typeface="Lucida Sans Unicode"/>
              </a:rPr>
              <a:t>Saudeia</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Martin</a:t>
            </a:r>
            <a:endParaRPr sz="1100">
              <a:latin typeface="Lucida Sans Unicode"/>
              <a:cs typeface="Lucida Sans Unicode"/>
            </a:endParaRPr>
          </a:p>
          <a:p>
            <a:pPr marL="190500" marR="182880" algn="ctr">
              <a:lnSpc>
                <a:spcPts val="1680"/>
              </a:lnSpc>
            </a:pPr>
            <a:r>
              <a:rPr sz="1100" spc="10" dirty="0">
                <a:solidFill>
                  <a:srgbClr val="1D5495"/>
                </a:solidFill>
                <a:latin typeface="Lucida Sans Unicode"/>
                <a:cs typeface="Lucida Sans Unicode"/>
              </a:rPr>
              <a:t>Financial</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60" dirty="0">
                <a:solidFill>
                  <a:srgbClr val="1D5495"/>
                </a:solidFill>
                <a:latin typeface="Lucida Sans Unicode"/>
                <a:cs typeface="Lucida Sans Unicode"/>
              </a:rPr>
              <a:t>Barbara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Brown</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Edler </a:t>
            </a:r>
            <a:r>
              <a:rPr sz="1100" spc="-20" dirty="0">
                <a:solidFill>
                  <a:srgbClr val="1D5495"/>
                </a:solidFill>
                <a:latin typeface="Lucida Sans Unicode"/>
                <a:cs typeface="Lucida Sans Unicode"/>
              </a:rPr>
              <a:t>Editor: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Danene</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Smith</a:t>
            </a:r>
            <a:endParaRPr sz="1100">
              <a:latin typeface="Lucida Sans Unicode"/>
              <a:cs typeface="Lucida Sans Unicode"/>
            </a:endParaRPr>
          </a:p>
          <a:p>
            <a:pPr marL="209550" marR="201930" algn="ctr">
              <a:lnSpc>
                <a:spcPts val="1680"/>
              </a:lnSpc>
            </a:pPr>
            <a:r>
              <a:rPr sz="1100" spc="20" dirty="0">
                <a:solidFill>
                  <a:srgbClr val="1D5495"/>
                </a:solidFill>
                <a:latin typeface="Lucida Sans Unicode"/>
                <a:cs typeface="Lucida Sans Unicode"/>
              </a:rPr>
              <a:t>Parliamentarian:</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Tonia</a:t>
            </a:r>
            <a:r>
              <a:rPr sz="1100" spc="20" dirty="0">
                <a:solidFill>
                  <a:srgbClr val="1D5495"/>
                </a:solidFill>
                <a:latin typeface="Lucida Sans Unicode"/>
                <a:cs typeface="Lucida Sans Unicode"/>
              </a:rPr>
              <a:t> Bair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Foundation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55" dirty="0">
                <a:solidFill>
                  <a:srgbClr val="1D5495"/>
                </a:solidFill>
                <a:latin typeface="Lucida Sans Unicode"/>
                <a:cs typeface="Lucida Sans Unicode"/>
              </a:rPr>
              <a:t>Tameka</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Montgomery </a:t>
            </a:r>
            <a:r>
              <a:rPr sz="1100" spc="10" dirty="0">
                <a:solidFill>
                  <a:srgbClr val="1D5495"/>
                </a:solidFill>
                <a:latin typeface="Lucida Sans Unicode"/>
                <a:cs typeface="Lucida Sans Unicode"/>
              </a:rPr>
              <a:t>Chaplain:</a:t>
            </a:r>
            <a:r>
              <a:rPr sz="1100" spc="60" dirty="0">
                <a:solidFill>
                  <a:srgbClr val="1D5495"/>
                </a:solidFill>
                <a:latin typeface="Lucida Sans Unicode"/>
                <a:cs typeface="Lucida Sans Unicode"/>
              </a:rPr>
              <a:t> </a:t>
            </a:r>
            <a:r>
              <a:rPr sz="1100" spc="50" dirty="0">
                <a:solidFill>
                  <a:srgbClr val="1D5495"/>
                </a:solidFill>
                <a:latin typeface="Lucida Sans Unicode"/>
                <a:cs typeface="Lucida Sans Unicode"/>
              </a:rPr>
              <a:t>Yashima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White</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AziLove </a:t>
            </a:r>
            <a:r>
              <a:rPr sz="1100" dirty="0">
                <a:solidFill>
                  <a:srgbClr val="1D5495"/>
                </a:solidFill>
                <a:latin typeface="Lucida Sans Unicode"/>
                <a:cs typeface="Lucida Sans Unicode"/>
              </a:rPr>
              <a:t>Historian:</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Lauren</a:t>
            </a:r>
            <a:r>
              <a:rPr sz="1100" spc="-10" dirty="0">
                <a:solidFill>
                  <a:srgbClr val="1D5495"/>
                </a:solidFill>
                <a:latin typeface="Lucida Sans Unicode"/>
                <a:cs typeface="Lucida Sans Unicode"/>
              </a:rPr>
              <a:t> </a:t>
            </a:r>
            <a:r>
              <a:rPr sz="1100" spc="-20" dirty="0">
                <a:solidFill>
                  <a:srgbClr val="1D5495"/>
                </a:solidFill>
                <a:latin typeface="Lucida Sans Unicode"/>
                <a:cs typeface="Lucida Sans Unicode"/>
              </a:rPr>
              <a:t>Laws</a:t>
            </a:r>
            <a:endParaRPr sz="1100">
              <a:latin typeface="Lucida Sans Unicode"/>
              <a:cs typeface="Lucida Sans Unicode"/>
            </a:endParaRPr>
          </a:p>
          <a:p>
            <a:pPr marL="12065" marR="5080" algn="ctr">
              <a:lnSpc>
                <a:spcPct val="100000"/>
              </a:lnSpc>
              <a:spcBef>
                <a:spcPts val="240"/>
              </a:spcBef>
            </a:pPr>
            <a:r>
              <a:rPr sz="1100" dirty="0">
                <a:solidFill>
                  <a:srgbClr val="1D5495"/>
                </a:solidFill>
                <a:latin typeface="Lucida Sans Unicode"/>
                <a:cs typeface="Lucida Sans Unicode"/>
              </a:rPr>
              <a:t>Teen</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Advisors:</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Laurece</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Laws,</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Sampson, </a:t>
            </a:r>
            <a:r>
              <a:rPr sz="1100" dirty="0">
                <a:solidFill>
                  <a:srgbClr val="1D5495"/>
                </a:solidFill>
                <a:latin typeface="Lucida Sans Unicode"/>
                <a:cs typeface="Lucida Sans Unicode"/>
              </a:rPr>
              <a:t>Lynn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Moore</a:t>
            </a:r>
            <a:r>
              <a:rPr sz="1100" spc="5" dirty="0">
                <a:solidFill>
                  <a:srgbClr val="1D5495"/>
                </a:solidFill>
                <a:latin typeface="Lucida Sans Unicode"/>
                <a:cs typeface="Lucida Sans Unicode"/>
              </a:rPr>
              <a:t> </a:t>
            </a:r>
            <a:r>
              <a:rPr sz="1100" spc="-45" dirty="0">
                <a:solidFill>
                  <a:srgbClr val="1D5495"/>
                </a:solidFill>
                <a:latin typeface="Lucida Sans Unicode"/>
                <a:cs typeface="Lucida Sans Unicode"/>
              </a:rPr>
              <a:t>Hill,</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Tracy</a:t>
            </a:r>
            <a:r>
              <a:rPr sz="1100" spc="5" dirty="0">
                <a:solidFill>
                  <a:srgbClr val="1D5495"/>
                </a:solidFill>
                <a:latin typeface="Lucida Sans Unicode"/>
                <a:cs typeface="Lucida Sans Unicode"/>
              </a:rPr>
              <a:t> </a:t>
            </a:r>
            <a:r>
              <a:rPr sz="1100" spc="-20" dirty="0">
                <a:solidFill>
                  <a:srgbClr val="1D5495"/>
                </a:solidFill>
                <a:latin typeface="Lucida Sans Unicode"/>
                <a:cs typeface="Lucida Sans Unicode"/>
              </a:rPr>
              <a:t>Davis</a:t>
            </a:r>
            <a:endParaRPr sz="1100">
              <a:latin typeface="Lucida Sans Unicode"/>
              <a:cs typeface="Lucida Sans Unicode"/>
            </a:endParaRPr>
          </a:p>
          <a:p>
            <a:pPr marL="410209" marR="402590" indent="-635" algn="ctr">
              <a:lnSpc>
                <a:spcPct val="127299"/>
              </a:lnSpc>
            </a:pPr>
            <a:r>
              <a:rPr sz="1100" spc="10" dirty="0">
                <a:solidFill>
                  <a:srgbClr val="1D5495"/>
                </a:solidFill>
                <a:latin typeface="Lucida Sans Unicode"/>
                <a:cs typeface="Lucida Sans Unicode"/>
              </a:rPr>
              <a:t>Associates</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Chair:</a:t>
            </a:r>
            <a:r>
              <a:rPr sz="1100" spc="30" dirty="0">
                <a:solidFill>
                  <a:srgbClr val="1D5495"/>
                </a:solidFill>
                <a:latin typeface="Lucida Sans Unicode"/>
                <a:cs typeface="Lucida Sans Unicode"/>
              </a:rPr>
              <a:t> </a:t>
            </a:r>
            <a:r>
              <a:rPr sz="1100" spc="55" dirty="0">
                <a:solidFill>
                  <a:srgbClr val="1D5495"/>
                </a:solidFill>
                <a:latin typeface="Lucida Sans Unicode"/>
                <a:cs typeface="Lucida Sans Unicode"/>
              </a:rPr>
              <a:t>Kay</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Hairston </a:t>
            </a:r>
            <a:r>
              <a:rPr sz="1100" dirty="0">
                <a:solidFill>
                  <a:srgbClr val="1D5495"/>
                </a:solidFill>
                <a:latin typeface="Lucida Sans Unicode"/>
                <a:cs typeface="Lucida Sans Unicode"/>
              </a:rPr>
              <a:t>Sergeant-at-Arms:</a:t>
            </a:r>
            <a:r>
              <a:rPr sz="1100" spc="225" dirty="0">
                <a:solidFill>
                  <a:srgbClr val="1D5495"/>
                </a:solidFill>
                <a:latin typeface="Lucida Sans Unicode"/>
                <a:cs typeface="Lucida Sans Unicode"/>
              </a:rPr>
              <a:t> </a:t>
            </a:r>
            <a:r>
              <a:rPr sz="1100" dirty="0">
                <a:solidFill>
                  <a:srgbClr val="1D5495"/>
                </a:solidFill>
                <a:latin typeface="Lucida Sans Unicode"/>
                <a:cs typeface="Lucida Sans Unicode"/>
              </a:rPr>
              <a:t>Ayo</a:t>
            </a:r>
            <a:r>
              <a:rPr sz="1100" spc="229" dirty="0">
                <a:solidFill>
                  <a:srgbClr val="1D5495"/>
                </a:solidFill>
                <a:latin typeface="Lucida Sans Unicode"/>
                <a:cs typeface="Lucida Sans Unicode"/>
              </a:rPr>
              <a:t> </a:t>
            </a:r>
            <a:r>
              <a:rPr sz="1100" spc="-10" dirty="0">
                <a:solidFill>
                  <a:srgbClr val="1D5495"/>
                </a:solidFill>
                <a:latin typeface="Lucida Sans Unicode"/>
                <a:cs typeface="Lucida Sans Unicode"/>
              </a:rPr>
              <a:t>Atterberry</a:t>
            </a:r>
            <a:endParaRPr sz="1100">
              <a:latin typeface="Lucida Sans Unicode"/>
              <a:cs typeface="Lucida Sans Unicode"/>
            </a:endParaRPr>
          </a:p>
          <a:p>
            <a:pPr marL="161290" marR="153670" algn="ctr">
              <a:lnSpc>
                <a:spcPct val="100000"/>
              </a:lnSpc>
              <a:spcBef>
                <a:spcPts val="360"/>
              </a:spcBef>
            </a:pPr>
            <a:r>
              <a:rPr sz="1100" dirty="0">
                <a:solidFill>
                  <a:srgbClr val="1D5495"/>
                </a:solidFill>
                <a:latin typeface="Lucida Sans Unicode"/>
                <a:cs typeface="Lucida Sans Unicode"/>
              </a:rPr>
              <a:t>Father’s</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Adonis</a:t>
            </a:r>
            <a:r>
              <a:rPr sz="1100" spc="-25" dirty="0">
                <a:solidFill>
                  <a:srgbClr val="1D5495"/>
                </a:solidFill>
                <a:latin typeface="Lucida Sans Unicode"/>
                <a:cs typeface="Lucida Sans Unicode"/>
              </a:rPr>
              <a:t> </a:t>
            </a:r>
            <a:r>
              <a:rPr sz="1100" spc="65" dirty="0">
                <a:solidFill>
                  <a:srgbClr val="1D5495"/>
                </a:solidFill>
                <a:latin typeface="Lucida Sans Unicode"/>
                <a:cs typeface="Lucida Sans Unicode"/>
              </a:rPr>
              <a:t>Adams</a:t>
            </a:r>
            <a:r>
              <a:rPr sz="1100" spc="-25" dirty="0">
                <a:solidFill>
                  <a:srgbClr val="1D5495"/>
                </a:solidFill>
                <a:latin typeface="Lucida Sans Unicode"/>
                <a:cs typeface="Lucida Sans Unicode"/>
              </a:rPr>
              <a:t> </a:t>
            </a:r>
            <a:r>
              <a:rPr sz="1100" spc="65" dirty="0">
                <a:solidFill>
                  <a:srgbClr val="1D5495"/>
                </a:solidFill>
                <a:latin typeface="Lucida Sans Unicode"/>
                <a:cs typeface="Lucida Sans Unicode"/>
              </a:rPr>
              <a:t>and</a:t>
            </a:r>
            <a:r>
              <a:rPr sz="1100" spc="-25" dirty="0">
                <a:solidFill>
                  <a:srgbClr val="1D5495"/>
                </a:solidFill>
                <a:latin typeface="Lucida Sans Unicode"/>
                <a:cs typeface="Lucida Sans Unicode"/>
              </a:rPr>
              <a:t> Ken </a:t>
            </a:r>
            <a:r>
              <a:rPr sz="1100" dirty="0">
                <a:solidFill>
                  <a:srgbClr val="1D5495"/>
                </a:solidFill>
                <a:latin typeface="Lucida Sans Unicode"/>
                <a:cs typeface="Lucida Sans Unicode"/>
              </a:rPr>
              <a:t>Smith</a:t>
            </a:r>
            <a:r>
              <a:rPr sz="1100" spc="85"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Co-</a:t>
            </a:r>
            <a:r>
              <a:rPr sz="1100" spc="-10" dirty="0">
                <a:solidFill>
                  <a:srgbClr val="1D5495"/>
                </a:solidFill>
                <a:latin typeface="Lucida Sans Unicode"/>
                <a:cs typeface="Lucida Sans Unicode"/>
              </a:rPr>
              <a:t>Chairs</a:t>
            </a:r>
            <a:endParaRPr sz="110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91490" marR="483870" algn="ctr">
              <a:lnSpc>
                <a:spcPct val="127299"/>
              </a:lnSpc>
              <a:spcBef>
                <a:spcPts val="70"/>
              </a:spcBef>
            </a:pPr>
            <a:r>
              <a:rPr sz="1100" dirty="0">
                <a:solidFill>
                  <a:srgbClr val="1D5495"/>
                </a:solidFill>
                <a:latin typeface="Lucida Sans Unicode"/>
                <a:cs typeface="Lucida Sans Unicode"/>
              </a:rPr>
              <a:t>Teen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5" dirty="0">
                <a:solidFill>
                  <a:srgbClr val="1D5495"/>
                </a:solidFill>
                <a:latin typeface="Lucida Sans Unicode"/>
                <a:cs typeface="Lucida Sans Unicode"/>
              </a:rPr>
              <a:t> </a:t>
            </a:r>
            <a:r>
              <a:rPr sz="1100" spc="80" dirty="0">
                <a:solidFill>
                  <a:srgbClr val="1D5495"/>
                </a:solidFill>
                <a:latin typeface="Lucida Sans Unicode"/>
                <a:cs typeface="Lucida Sans Unicode"/>
              </a:rPr>
              <a:t>Jordan</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 </a:t>
            </a:r>
            <a:r>
              <a:rPr sz="1100" dirty="0">
                <a:solidFill>
                  <a:srgbClr val="1D5495"/>
                </a:solidFill>
                <a:latin typeface="Lucida Sans Unicode"/>
                <a:cs typeface="Lucida Sans Unicode"/>
              </a:rPr>
              <a:t>Vice</a:t>
            </a:r>
            <a:r>
              <a:rPr sz="1100" spc="5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Nia</a:t>
            </a:r>
            <a:r>
              <a:rPr sz="1100" spc="55" dirty="0">
                <a:solidFill>
                  <a:srgbClr val="1D5495"/>
                </a:solidFill>
                <a:latin typeface="Lucida Sans Unicode"/>
                <a:cs typeface="Lucida Sans Unicode"/>
              </a:rPr>
              <a:t> </a:t>
            </a:r>
            <a:r>
              <a:rPr sz="1100" spc="-20" dirty="0">
                <a:solidFill>
                  <a:srgbClr val="1D5495"/>
                </a:solidFill>
                <a:latin typeface="Lucida Sans Unicode"/>
                <a:cs typeface="Lucida Sans Unicode"/>
              </a:rPr>
              <a:t>Hope</a:t>
            </a:r>
            <a:endParaRPr sz="1100">
              <a:latin typeface="Lucida Sans Unicode"/>
              <a:cs typeface="Lucida Sans Unicode"/>
            </a:endParaRPr>
          </a:p>
          <a:p>
            <a:pPr marL="90805" marR="83185" algn="ctr">
              <a:lnSpc>
                <a:spcPct val="127299"/>
              </a:lnSpc>
            </a:pPr>
            <a:r>
              <a:rPr sz="1100" spc="10" dirty="0">
                <a:solidFill>
                  <a:srgbClr val="1D5495"/>
                </a:solidFill>
                <a:latin typeface="Lucida Sans Unicode"/>
                <a:cs typeface="Lucida Sans Unicode"/>
              </a:rPr>
              <a:t>Recording</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Laurielle</a:t>
            </a:r>
            <a:r>
              <a:rPr sz="1100" spc="8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spc="10" dirty="0">
                <a:solidFill>
                  <a:srgbClr val="1D5495"/>
                </a:solidFill>
                <a:latin typeface="Lucida Sans Unicode"/>
                <a:cs typeface="Lucida Sans Unicode"/>
              </a:rPr>
              <a:t>Corresponding</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85" dirty="0">
                <a:solidFill>
                  <a:srgbClr val="1D5495"/>
                </a:solidFill>
                <a:latin typeface="Lucida Sans Unicode"/>
                <a:cs typeface="Lucida Sans Unicode"/>
              </a:rPr>
              <a:t>Jessica</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Holloway </a:t>
            </a:r>
            <a:r>
              <a:rPr sz="1100" spc="10" dirty="0">
                <a:solidFill>
                  <a:srgbClr val="1D5495"/>
                </a:solidFill>
                <a:latin typeface="Lucida Sans Unicode"/>
                <a:cs typeface="Lucida Sans Unicode"/>
              </a:rPr>
              <a:t>Treasurer-</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Monieya</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Maynor</a:t>
            </a:r>
            <a:endParaRPr sz="1100">
              <a:latin typeface="Lucida Sans Unicode"/>
              <a:cs typeface="Lucida Sans Unicode"/>
            </a:endParaRPr>
          </a:p>
          <a:p>
            <a:pPr marL="411480" marR="403860" algn="ctr">
              <a:lnSpc>
                <a:spcPct val="127299"/>
              </a:lnSpc>
            </a:pPr>
            <a:r>
              <a:rPr sz="1100" spc="20" dirty="0">
                <a:solidFill>
                  <a:srgbClr val="1D5495"/>
                </a:solidFill>
                <a:latin typeface="Lucida Sans Unicode"/>
                <a:cs typeface="Lucida Sans Unicode"/>
              </a:rPr>
              <a:t>Financial</a:t>
            </a:r>
            <a:r>
              <a:rPr sz="1100" spc="90"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20" dirty="0">
                <a:solidFill>
                  <a:srgbClr val="1D5495"/>
                </a:solidFill>
                <a:latin typeface="Lucida Sans Unicode"/>
                <a:cs typeface="Lucida Sans Unicode"/>
              </a:rPr>
              <a:t>David</a:t>
            </a:r>
            <a:r>
              <a:rPr sz="1100" spc="90" dirty="0">
                <a:solidFill>
                  <a:srgbClr val="1D5495"/>
                </a:solidFill>
                <a:latin typeface="Lucida Sans Unicode"/>
                <a:cs typeface="Lucida Sans Unicode"/>
              </a:rPr>
              <a:t> </a:t>
            </a:r>
            <a:r>
              <a:rPr sz="1100" spc="-20" dirty="0">
                <a:solidFill>
                  <a:srgbClr val="1D5495"/>
                </a:solidFill>
                <a:latin typeface="Lucida Sans Unicode"/>
                <a:cs typeface="Lucida Sans Unicode"/>
              </a:rPr>
              <a:t>Hill </a:t>
            </a:r>
            <a:r>
              <a:rPr sz="1100" spc="-10" dirty="0">
                <a:solidFill>
                  <a:srgbClr val="1D5495"/>
                </a:solidFill>
                <a:latin typeface="Lucida Sans Unicode"/>
                <a:cs typeface="Lucida Sans Unicode"/>
              </a:rPr>
              <a:t>Editors:</a:t>
            </a:r>
            <a:r>
              <a:rPr sz="1100" spc="-60" dirty="0">
                <a:solidFill>
                  <a:srgbClr val="1D5495"/>
                </a:solidFill>
                <a:latin typeface="Lucida Sans Unicode"/>
                <a:cs typeface="Lucida Sans Unicode"/>
              </a:rPr>
              <a:t> </a:t>
            </a:r>
            <a:r>
              <a:rPr sz="1100" spc="50" dirty="0">
                <a:solidFill>
                  <a:srgbClr val="1D5495"/>
                </a:solidFill>
                <a:latin typeface="Lucida Sans Unicode"/>
                <a:cs typeface="Lucida Sans Unicode"/>
              </a:rPr>
              <a:t>Alana</a:t>
            </a:r>
            <a:r>
              <a:rPr sz="1100" spc="-55" dirty="0">
                <a:solidFill>
                  <a:srgbClr val="1D5495"/>
                </a:solidFill>
                <a:latin typeface="Lucida Sans Unicode"/>
                <a:cs typeface="Lucida Sans Unicode"/>
              </a:rPr>
              <a:t> </a:t>
            </a:r>
            <a:r>
              <a:rPr sz="1100" spc="45" dirty="0">
                <a:solidFill>
                  <a:srgbClr val="1D5495"/>
                </a:solidFill>
                <a:latin typeface="Lucida Sans Unicode"/>
                <a:cs typeface="Lucida Sans Unicode"/>
              </a:rPr>
              <a:t>Campbell </a:t>
            </a:r>
            <a:r>
              <a:rPr sz="1100" spc="20" dirty="0">
                <a:solidFill>
                  <a:srgbClr val="1D5495"/>
                </a:solidFill>
                <a:latin typeface="Lucida Sans Unicode"/>
                <a:cs typeface="Lucida Sans Unicode"/>
              </a:rPr>
              <a:t>Parliamentarian:</a:t>
            </a:r>
            <a:r>
              <a:rPr sz="1100" spc="65" dirty="0">
                <a:solidFill>
                  <a:srgbClr val="1D5495"/>
                </a:solidFill>
                <a:latin typeface="Lucida Sans Unicode"/>
                <a:cs typeface="Lucida Sans Unicode"/>
              </a:rPr>
              <a:t> </a:t>
            </a:r>
            <a:r>
              <a:rPr sz="1100" spc="20" dirty="0">
                <a:solidFill>
                  <a:srgbClr val="1D5495"/>
                </a:solidFill>
                <a:latin typeface="Lucida Sans Unicode"/>
                <a:cs typeface="Lucida Sans Unicode"/>
              </a:rPr>
              <a:t>Zende</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Foundation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45" dirty="0">
                <a:solidFill>
                  <a:srgbClr val="1D5495"/>
                </a:solidFill>
                <a:latin typeface="Lucida Sans Unicode"/>
                <a:cs typeface="Lucida Sans Unicode"/>
              </a:rPr>
              <a:t> </a:t>
            </a:r>
            <a:r>
              <a:rPr sz="1100" spc="225" dirty="0">
                <a:solidFill>
                  <a:srgbClr val="1D5495"/>
                </a:solidFill>
                <a:latin typeface="Lucida Sans Unicode"/>
                <a:cs typeface="Lucida Sans Unicode"/>
              </a:rPr>
              <a:t>–</a:t>
            </a:r>
            <a:r>
              <a:rPr sz="1100" spc="45" dirty="0">
                <a:solidFill>
                  <a:srgbClr val="1D5495"/>
                </a:solidFill>
                <a:latin typeface="Lucida Sans Unicode"/>
                <a:cs typeface="Lucida Sans Unicode"/>
              </a:rPr>
              <a:t> </a:t>
            </a:r>
            <a:r>
              <a:rPr sz="1100" spc="105" dirty="0">
                <a:solidFill>
                  <a:srgbClr val="1D5495"/>
                </a:solidFill>
                <a:latin typeface="Lucida Sans Unicode"/>
                <a:cs typeface="Lucida Sans Unicode"/>
              </a:rPr>
              <a:t>Jayden</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Martin </a:t>
            </a:r>
            <a:r>
              <a:rPr sz="1100" spc="10" dirty="0">
                <a:solidFill>
                  <a:srgbClr val="1D5495"/>
                </a:solidFill>
                <a:latin typeface="Lucida Sans Unicode"/>
                <a:cs typeface="Lucida Sans Unicode"/>
              </a:rPr>
              <a:t>Chaplain:</a:t>
            </a:r>
            <a:r>
              <a:rPr sz="1100" spc="45" dirty="0">
                <a:solidFill>
                  <a:srgbClr val="1D5495"/>
                </a:solidFill>
                <a:latin typeface="Lucida Sans Unicode"/>
                <a:cs typeface="Lucida Sans Unicode"/>
              </a:rPr>
              <a:t> </a:t>
            </a:r>
            <a:r>
              <a:rPr sz="1100" spc="75" dirty="0">
                <a:solidFill>
                  <a:srgbClr val="1D5495"/>
                </a:solidFill>
                <a:latin typeface="Lucida Sans Unicode"/>
                <a:cs typeface="Lucida Sans Unicode"/>
              </a:rPr>
              <a:t>Jelani</a:t>
            </a:r>
            <a:r>
              <a:rPr sz="1100" spc="45" dirty="0">
                <a:solidFill>
                  <a:srgbClr val="1D5495"/>
                </a:solidFill>
                <a:latin typeface="Lucida Sans Unicode"/>
                <a:cs typeface="Lucida Sans Unicode"/>
              </a:rPr>
              <a:t> </a:t>
            </a:r>
            <a:r>
              <a:rPr sz="1100" spc="40" dirty="0">
                <a:solidFill>
                  <a:srgbClr val="1D5495"/>
                </a:solidFill>
                <a:latin typeface="Lucida Sans Unicode"/>
                <a:cs typeface="Lucida Sans Unicode"/>
              </a:rPr>
              <a:t>Machen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Historian: Victoria</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“Tori” </a:t>
            </a:r>
            <a:r>
              <a:rPr sz="1100" spc="50" dirty="0">
                <a:solidFill>
                  <a:srgbClr val="1D5495"/>
                </a:solidFill>
                <a:latin typeface="Lucida Sans Unicode"/>
                <a:cs typeface="Lucida Sans Unicode"/>
              </a:rPr>
              <a:t>Sampson</a:t>
            </a:r>
            <a:endParaRPr sz="1100">
              <a:latin typeface="Lucida Sans Unicode"/>
              <a:cs typeface="Lucida Sans Unicode"/>
            </a:endParaRPr>
          </a:p>
        </p:txBody>
      </p:sp>
      <p:sp>
        <p:nvSpPr>
          <p:cNvPr id="3" name="object 3"/>
          <p:cNvSpPr txBox="1"/>
          <p:nvPr/>
        </p:nvSpPr>
        <p:spPr>
          <a:xfrm>
            <a:off x="4016375" y="2254110"/>
            <a:ext cx="3311525" cy="6995159"/>
          </a:xfrm>
          <a:prstGeom prst="rect">
            <a:avLst/>
          </a:prstGeom>
        </p:spPr>
        <p:txBody>
          <a:bodyPr vert="horz" wrap="square" lIns="0" tIns="12700" rIns="0" bIns="0" rtlCol="0">
            <a:spAutoFit/>
          </a:bodyPr>
          <a:lstStyle/>
          <a:p>
            <a:pPr marL="440690" marR="433070" algn="ctr">
              <a:lnSpc>
                <a:spcPct val="127299"/>
              </a:lnSpc>
              <a:spcBef>
                <a:spcPts val="100"/>
              </a:spcBef>
            </a:pPr>
            <a:r>
              <a:rPr sz="1100" dirty="0">
                <a:solidFill>
                  <a:srgbClr val="1D5495"/>
                </a:solidFill>
                <a:latin typeface="Lucida Sans Unicode"/>
                <a:cs typeface="Lucida Sans Unicode"/>
              </a:rPr>
              <a:t>Legislative</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80" dirty="0">
                <a:solidFill>
                  <a:srgbClr val="1D5495"/>
                </a:solidFill>
                <a:latin typeface="Lucida Sans Unicode"/>
                <a:cs typeface="Lucida Sans Unicode"/>
              </a:rPr>
              <a:t>Joshua</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Holloway </a:t>
            </a:r>
            <a:r>
              <a:rPr sz="1100" dirty="0">
                <a:solidFill>
                  <a:srgbClr val="1D5495"/>
                </a:solidFill>
                <a:latin typeface="Lucida Sans Unicode"/>
                <a:cs typeface="Lucida Sans Unicode"/>
              </a:rPr>
              <a:t>Protocol</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Lanelle</a:t>
            </a:r>
            <a:r>
              <a:rPr sz="1100" spc="4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Sergeant-at-Arms:</a:t>
            </a:r>
            <a:r>
              <a:rPr sz="1100" spc="290" dirty="0">
                <a:solidFill>
                  <a:srgbClr val="1D5495"/>
                </a:solidFill>
                <a:latin typeface="Lucida Sans Unicode"/>
                <a:cs typeface="Lucida Sans Unicode"/>
              </a:rPr>
              <a:t> </a:t>
            </a:r>
            <a:r>
              <a:rPr sz="1100" dirty="0">
                <a:solidFill>
                  <a:srgbClr val="1D5495"/>
                </a:solidFill>
                <a:latin typeface="Lucida Sans Unicode"/>
                <a:cs typeface="Lucida Sans Unicode"/>
              </a:rPr>
              <a:t>Haley</a:t>
            </a:r>
            <a:r>
              <a:rPr sz="1100" spc="290" dirty="0">
                <a:solidFill>
                  <a:srgbClr val="1D5495"/>
                </a:solidFill>
                <a:latin typeface="Lucida Sans Unicode"/>
                <a:cs typeface="Lucida Sans Unicode"/>
              </a:rPr>
              <a:t> </a:t>
            </a:r>
            <a:r>
              <a:rPr sz="1100" spc="-10" dirty="0">
                <a:solidFill>
                  <a:srgbClr val="1D5495"/>
                </a:solidFill>
                <a:latin typeface="Lucida Sans Unicode"/>
                <a:cs typeface="Lucida Sans Unicode"/>
              </a:rPr>
              <a:t>Porter</a:t>
            </a:r>
            <a:endParaRPr sz="1100">
              <a:latin typeface="Lucida Sans Unicode"/>
              <a:cs typeface="Lucida Sans Unicode"/>
            </a:endParaRPr>
          </a:p>
          <a:p>
            <a:pPr algn="ctr">
              <a:lnSpc>
                <a:spcPct val="100000"/>
              </a:lnSpc>
              <a:spcBef>
                <a:spcPts val="90"/>
              </a:spcBef>
              <a:tabLst>
                <a:tab pos="3285490" algn="l"/>
              </a:tabLst>
            </a:pPr>
            <a:r>
              <a:rPr sz="1100" u="sng" dirty="0">
                <a:solidFill>
                  <a:srgbClr val="1D5495"/>
                </a:solidFill>
                <a:uFill>
                  <a:solidFill>
                    <a:srgbClr val="F06CA6"/>
                  </a:solidFill>
                </a:uFill>
                <a:latin typeface="Lucida Sans Unicode"/>
                <a:cs typeface="Lucida Sans Unicode"/>
              </a:rPr>
              <a:t>	</a:t>
            </a:r>
            <a:endParaRPr sz="1100">
              <a:latin typeface="Lucida Sans Unicode"/>
              <a:cs typeface="Lucida Sans Unicode"/>
            </a:endParaRPr>
          </a:p>
          <a:p>
            <a:pPr marL="12700" marR="15240" indent="32384">
              <a:lnSpc>
                <a:spcPct val="100000"/>
              </a:lnSpc>
              <a:spcBef>
                <a:spcPts val="1030"/>
              </a:spcBef>
            </a:pPr>
            <a:r>
              <a:rPr sz="1000" spc="-10" dirty="0">
                <a:solidFill>
                  <a:srgbClr val="231F20"/>
                </a:solidFill>
                <a:latin typeface="Arial"/>
                <a:cs typeface="Arial"/>
              </a:rPr>
              <a:t>This</a:t>
            </a:r>
            <a:r>
              <a:rPr sz="1000" spc="-5" dirty="0">
                <a:solidFill>
                  <a:srgbClr val="231F20"/>
                </a:solidFill>
                <a:latin typeface="Arial"/>
                <a:cs typeface="Arial"/>
              </a:rPr>
              <a:t> </a:t>
            </a:r>
            <a:r>
              <a:rPr sz="1000" spc="-25" dirty="0">
                <a:solidFill>
                  <a:srgbClr val="231F20"/>
                </a:solidFill>
                <a:latin typeface="Arial"/>
                <a:cs typeface="Arial"/>
              </a:rPr>
              <a:t>year,</a:t>
            </a:r>
            <a:r>
              <a:rPr sz="1000" dirty="0">
                <a:solidFill>
                  <a:srgbClr val="231F20"/>
                </a:solidFill>
                <a:latin typeface="Arial"/>
                <a:cs typeface="Arial"/>
              </a:rPr>
              <a:t> mothers started off the year with the </a:t>
            </a:r>
            <a:r>
              <a:rPr sz="1000" spc="-10" dirty="0">
                <a:solidFill>
                  <a:srgbClr val="231F20"/>
                </a:solidFill>
                <a:latin typeface="Arial"/>
                <a:cs typeface="Arial"/>
              </a:rPr>
              <a:t>Chapter’s </a:t>
            </a:r>
            <a:r>
              <a:rPr sz="1000" dirty="0">
                <a:solidFill>
                  <a:srgbClr val="231F20"/>
                </a:solidFill>
                <a:latin typeface="Arial"/>
                <a:cs typeface="Arial"/>
              </a:rPr>
              <a:t>fourth</a:t>
            </a:r>
            <a:r>
              <a:rPr sz="1000" spc="5" dirty="0">
                <a:solidFill>
                  <a:srgbClr val="231F20"/>
                </a:solidFill>
                <a:latin typeface="Arial"/>
                <a:cs typeface="Arial"/>
              </a:rPr>
              <a:t> </a:t>
            </a:r>
            <a:r>
              <a:rPr sz="1000" dirty="0">
                <a:solidFill>
                  <a:srgbClr val="231F20"/>
                </a:solidFill>
                <a:latin typeface="Arial"/>
                <a:cs typeface="Arial"/>
              </a:rPr>
              <a:t>overnight</a:t>
            </a:r>
            <a:r>
              <a:rPr sz="1000" spc="5" dirty="0">
                <a:solidFill>
                  <a:srgbClr val="231F20"/>
                </a:solidFill>
                <a:latin typeface="Arial"/>
                <a:cs typeface="Arial"/>
              </a:rPr>
              <a:t> </a:t>
            </a:r>
            <a:r>
              <a:rPr sz="1000" dirty="0">
                <a:solidFill>
                  <a:srgbClr val="231F20"/>
                </a:solidFill>
                <a:latin typeface="Arial"/>
                <a:cs typeface="Arial"/>
              </a:rPr>
              <a:t>retreat!</a:t>
            </a:r>
            <a:r>
              <a:rPr sz="1000" spc="10"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has</a:t>
            </a:r>
            <a:r>
              <a:rPr sz="1000" spc="10" dirty="0">
                <a:solidFill>
                  <a:srgbClr val="231F20"/>
                </a:solidFill>
                <a:latin typeface="Arial"/>
                <a:cs typeface="Arial"/>
              </a:rPr>
              <a:t> </a:t>
            </a:r>
            <a:r>
              <a:rPr sz="1000" dirty="0">
                <a:solidFill>
                  <a:srgbClr val="231F20"/>
                </a:solidFill>
                <a:latin typeface="Arial"/>
                <a:cs typeface="Arial"/>
              </a:rPr>
              <a:t>proven</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be</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exceptional</a:t>
            </a:r>
            <a:r>
              <a:rPr sz="1000" spc="-15" dirty="0">
                <a:solidFill>
                  <a:srgbClr val="231F20"/>
                </a:solidFill>
                <a:latin typeface="Arial"/>
                <a:cs typeface="Arial"/>
              </a:rPr>
              <a:t> </a:t>
            </a:r>
            <a:r>
              <a:rPr sz="1000" dirty="0">
                <a:solidFill>
                  <a:srgbClr val="231F20"/>
                </a:solidFill>
                <a:latin typeface="Arial"/>
                <a:cs typeface="Arial"/>
              </a:rPr>
              <a:t>way</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usher</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spc="-20" dirty="0">
                <a:solidFill>
                  <a:srgbClr val="231F20"/>
                </a:solidFill>
                <a:latin typeface="Arial"/>
                <a:cs typeface="Arial"/>
              </a:rPr>
              <a:t>after</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summer</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proved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renewing</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refreshing</a:t>
            </a:r>
            <a:r>
              <a:rPr sz="1000" spc="-5" dirty="0">
                <a:solidFill>
                  <a:srgbClr val="231F20"/>
                </a:solidFill>
                <a:latin typeface="Arial"/>
                <a:cs typeface="Arial"/>
              </a:rPr>
              <a:t> </a:t>
            </a:r>
            <a:r>
              <a:rPr sz="1000" dirty="0">
                <a:solidFill>
                  <a:srgbClr val="231F20"/>
                </a:solidFill>
                <a:latin typeface="Arial"/>
                <a:cs typeface="Arial"/>
              </a:rPr>
              <a:t>time</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who</a:t>
            </a:r>
            <a:r>
              <a:rPr sz="1000" spc="-5"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year’s</a:t>
            </a:r>
            <a:r>
              <a:rPr sz="1000" spc="-5" dirty="0">
                <a:solidFill>
                  <a:srgbClr val="231F20"/>
                </a:solidFill>
                <a:latin typeface="Arial"/>
                <a:cs typeface="Arial"/>
              </a:rPr>
              <a:t> </a:t>
            </a:r>
            <a:r>
              <a:rPr sz="1000" spc="-20" dirty="0">
                <a:solidFill>
                  <a:srgbClr val="231F20"/>
                </a:solidFill>
                <a:latin typeface="Arial"/>
                <a:cs typeface="Arial"/>
              </a:rPr>
              <a:t>theme</a:t>
            </a:r>
            <a:r>
              <a:rPr sz="1000" spc="500" dirty="0">
                <a:solidFill>
                  <a:srgbClr val="231F20"/>
                </a:solidFill>
                <a:latin typeface="Arial"/>
                <a:cs typeface="Arial"/>
              </a:rPr>
              <a:t> </a:t>
            </a:r>
            <a:r>
              <a:rPr sz="1000" spc="-20" dirty="0">
                <a:solidFill>
                  <a:srgbClr val="231F20"/>
                </a:solidFill>
                <a:latin typeface="Arial"/>
                <a:cs typeface="Arial"/>
              </a:rPr>
              <a:t>was:</a:t>
            </a:r>
            <a:r>
              <a:rPr sz="1000" spc="-30" dirty="0">
                <a:solidFill>
                  <a:srgbClr val="231F20"/>
                </a:solidFill>
                <a:latin typeface="Arial"/>
                <a:cs typeface="Arial"/>
              </a:rPr>
              <a:t> </a:t>
            </a:r>
            <a:r>
              <a:rPr sz="1000" dirty="0">
                <a:solidFill>
                  <a:srgbClr val="231F20"/>
                </a:solidFill>
                <a:latin typeface="Arial"/>
                <a:cs typeface="Arial"/>
              </a:rPr>
              <a:t>“Build.</a:t>
            </a:r>
            <a:r>
              <a:rPr sz="1000" spc="-25" dirty="0">
                <a:solidFill>
                  <a:srgbClr val="231F20"/>
                </a:solidFill>
                <a:latin typeface="Arial"/>
                <a:cs typeface="Arial"/>
              </a:rPr>
              <a:t> </a:t>
            </a:r>
            <a:r>
              <a:rPr sz="1000" dirty="0">
                <a:solidFill>
                  <a:srgbClr val="231F20"/>
                </a:solidFill>
                <a:latin typeface="Arial"/>
                <a:cs typeface="Arial"/>
              </a:rPr>
              <a:t>Strengthen.</a:t>
            </a:r>
            <a:r>
              <a:rPr sz="1000" spc="-30" dirty="0">
                <a:solidFill>
                  <a:srgbClr val="231F20"/>
                </a:solidFill>
                <a:latin typeface="Arial"/>
                <a:cs typeface="Arial"/>
              </a:rPr>
              <a:t> </a:t>
            </a:r>
            <a:r>
              <a:rPr sz="1000" spc="-20" dirty="0">
                <a:solidFill>
                  <a:srgbClr val="231F20"/>
                </a:solidFill>
                <a:latin typeface="Arial"/>
                <a:cs typeface="Arial"/>
              </a:rPr>
              <a:t>Grow.</a:t>
            </a:r>
            <a:r>
              <a:rPr sz="1000" spc="-25" dirty="0">
                <a:solidFill>
                  <a:srgbClr val="231F20"/>
                </a:solidFill>
                <a:latin typeface="Arial"/>
                <a:cs typeface="Arial"/>
              </a:rPr>
              <a:t> </a:t>
            </a:r>
            <a:r>
              <a:rPr sz="1000" dirty="0">
                <a:solidFill>
                  <a:srgbClr val="231F20"/>
                </a:solidFill>
                <a:latin typeface="Arial"/>
                <a:cs typeface="Arial"/>
              </a:rPr>
              <a:t>2.0”.</a:t>
            </a:r>
            <a:r>
              <a:rPr sz="1000" spc="-25" dirty="0">
                <a:solidFill>
                  <a:srgbClr val="231F20"/>
                </a:solidFill>
                <a:latin typeface="Arial"/>
                <a:cs typeface="Arial"/>
              </a:rPr>
              <a:t> </a:t>
            </a:r>
            <a:r>
              <a:rPr sz="1000" dirty="0">
                <a:solidFill>
                  <a:srgbClr val="231F20"/>
                </a:solidFill>
                <a:latin typeface="Arial"/>
                <a:cs typeface="Arial"/>
              </a:rPr>
              <a:t>Our</a:t>
            </a:r>
            <a:r>
              <a:rPr sz="1000" spc="-30" dirty="0">
                <a:solidFill>
                  <a:srgbClr val="231F20"/>
                </a:solidFill>
                <a:latin typeface="Arial"/>
                <a:cs typeface="Arial"/>
              </a:rPr>
              <a:t> </a:t>
            </a:r>
            <a:r>
              <a:rPr sz="1000" dirty="0">
                <a:solidFill>
                  <a:srgbClr val="231F20"/>
                </a:solidFill>
                <a:latin typeface="Arial"/>
                <a:cs typeface="Arial"/>
              </a:rPr>
              <a:t>Chapter</a:t>
            </a:r>
            <a:r>
              <a:rPr sz="1000" spc="-25" dirty="0">
                <a:solidFill>
                  <a:srgbClr val="231F20"/>
                </a:solidFill>
                <a:latin typeface="Arial"/>
                <a:cs typeface="Arial"/>
              </a:rPr>
              <a:t> </a:t>
            </a:r>
            <a:r>
              <a:rPr sz="1000" spc="-10" dirty="0">
                <a:solidFill>
                  <a:srgbClr val="231F20"/>
                </a:solidFill>
                <a:latin typeface="Arial"/>
                <a:cs typeface="Arial"/>
              </a:rPr>
              <a:t>President </a:t>
            </a:r>
            <a:r>
              <a:rPr sz="1000" dirty="0">
                <a:solidFill>
                  <a:srgbClr val="231F20"/>
                </a:solidFill>
                <a:latin typeface="Arial"/>
                <a:cs typeface="Arial"/>
              </a:rPr>
              <a:t>shared</a:t>
            </a:r>
            <a:r>
              <a:rPr sz="1000" spc="-10" dirty="0">
                <a:solidFill>
                  <a:srgbClr val="231F20"/>
                </a:solidFill>
                <a:latin typeface="Arial"/>
                <a:cs typeface="Arial"/>
              </a:rPr>
              <a:t> </a:t>
            </a:r>
            <a:r>
              <a:rPr sz="1000" dirty="0">
                <a:solidFill>
                  <a:srgbClr val="231F20"/>
                </a:solidFill>
                <a:latin typeface="Arial"/>
                <a:cs typeface="Arial"/>
              </a:rPr>
              <a:t>her</a:t>
            </a:r>
            <a:r>
              <a:rPr sz="1000" spc="-10" dirty="0">
                <a:solidFill>
                  <a:srgbClr val="231F20"/>
                </a:solidFill>
                <a:latin typeface="Arial"/>
                <a:cs typeface="Arial"/>
              </a:rPr>
              <a:t> </a:t>
            </a:r>
            <a:r>
              <a:rPr sz="1000" dirty="0">
                <a:solidFill>
                  <a:srgbClr val="231F20"/>
                </a:solidFill>
                <a:latin typeface="Arial"/>
                <a:cs typeface="Arial"/>
              </a:rPr>
              <a:t>vision</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upcoming</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focus</a:t>
            </a:r>
            <a:r>
              <a:rPr sz="1000" spc="-10" dirty="0">
                <a:solidFill>
                  <a:srgbClr val="231F20"/>
                </a:solidFill>
                <a:latin typeface="Arial"/>
                <a:cs typeface="Arial"/>
              </a:rPr>
              <a:t> </a:t>
            </a:r>
            <a:r>
              <a:rPr sz="1000" spc="-25" dirty="0">
                <a:solidFill>
                  <a:srgbClr val="231F20"/>
                </a:solidFill>
                <a:latin typeface="Arial"/>
                <a:cs typeface="Arial"/>
              </a:rPr>
              <a:t>on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Mind,</a:t>
            </a:r>
            <a:r>
              <a:rPr sz="1000" spc="-20" dirty="0">
                <a:solidFill>
                  <a:srgbClr val="231F20"/>
                </a:solidFill>
                <a:latin typeface="Arial"/>
                <a:cs typeface="Arial"/>
              </a:rPr>
              <a:t> </a:t>
            </a:r>
            <a:r>
              <a:rPr sz="1000" dirty="0">
                <a:solidFill>
                  <a:srgbClr val="231F20"/>
                </a:solidFill>
                <a:latin typeface="Arial"/>
                <a:cs typeface="Arial"/>
              </a:rPr>
              <a:t>Body</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Soul</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J&amp;J</a:t>
            </a:r>
            <a:r>
              <a:rPr sz="1000" spc="-20" dirty="0">
                <a:solidFill>
                  <a:srgbClr val="231F20"/>
                </a:solidFill>
                <a:latin typeface="Arial"/>
                <a:cs typeface="Arial"/>
              </a:rPr>
              <a:t> Families.</a:t>
            </a:r>
            <a:r>
              <a:rPr sz="1000" spc="-1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Vice </a:t>
            </a:r>
            <a:r>
              <a:rPr sz="1000" dirty="0">
                <a:solidFill>
                  <a:srgbClr val="231F20"/>
                </a:solidFill>
                <a:latin typeface="Arial"/>
                <a:cs typeface="Arial"/>
              </a:rPr>
              <a:t>President shared</a:t>
            </a:r>
            <a:r>
              <a:rPr sz="1000" spc="5" dirty="0">
                <a:solidFill>
                  <a:srgbClr val="231F20"/>
                </a:solidFill>
                <a:latin typeface="Arial"/>
                <a:cs typeface="Arial"/>
              </a:rPr>
              <a:t> </a:t>
            </a:r>
            <a:r>
              <a:rPr sz="1000" dirty="0">
                <a:solidFill>
                  <a:srgbClr val="231F20"/>
                </a:solidFill>
                <a:latin typeface="Arial"/>
                <a:cs typeface="Arial"/>
              </a:rPr>
              <a:t>her</a:t>
            </a:r>
            <a:r>
              <a:rPr sz="1000" spc="5" dirty="0">
                <a:solidFill>
                  <a:srgbClr val="231F20"/>
                </a:solidFill>
                <a:latin typeface="Arial"/>
                <a:cs typeface="Arial"/>
              </a:rPr>
              <a:t> </a:t>
            </a:r>
            <a:r>
              <a:rPr sz="1000" dirty="0">
                <a:solidFill>
                  <a:srgbClr val="231F20"/>
                </a:solidFill>
                <a:latin typeface="Arial"/>
                <a:cs typeface="Arial"/>
              </a:rPr>
              <a:t>thoughts</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strengthen</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body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spc="-10" dirty="0">
                <a:solidFill>
                  <a:srgbClr val="231F20"/>
                </a:solidFill>
                <a:latin typeface="Arial"/>
                <a:cs typeface="Arial"/>
              </a:rPr>
              <a:t>Program</a:t>
            </a:r>
            <a:r>
              <a:rPr sz="1000" spc="5" dirty="0">
                <a:solidFill>
                  <a:srgbClr val="231F20"/>
                </a:solidFill>
                <a:latin typeface="Arial"/>
                <a:cs typeface="Arial"/>
              </a:rPr>
              <a:t> </a:t>
            </a:r>
            <a:r>
              <a:rPr sz="1000" spc="-10" dirty="0">
                <a:solidFill>
                  <a:srgbClr val="231F20"/>
                </a:solidFill>
                <a:latin typeface="Arial"/>
                <a:cs typeface="Arial"/>
              </a:rPr>
              <a:t>Director </a:t>
            </a:r>
            <a:r>
              <a:rPr sz="1000" dirty="0">
                <a:solidFill>
                  <a:srgbClr val="231F20"/>
                </a:solidFill>
                <a:latin typeface="Arial"/>
                <a:cs typeface="Arial"/>
              </a:rPr>
              <a:t>presented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latest</a:t>
            </a:r>
            <a:r>
              <a:rPr sz="1000" spc="15" dirty="0">
                <a:solidFill>
                  <a:srgbClr val="231F20"/>
                </a:solidFill>
                <a:latin typeface="Arial"/>
                <a:cs typeface="Arial"/>
              </a:rPr>
              <a:t> </a:t>
            </a:r>
            <a:r>
              <a:rPr sz="1000" dirty="0">
                <a:solidFill>
                  <a:srgbClr val="231F20"/>
                </a:solidFill>
                <a:latin typeface="Arial"/>
                <a:cs typeface="Arial"/>
              </a:rPr>
              <a:t>programming</a:t>
            </a:r>
            <a:r>
              <a:rPr sz="1000" spc="15" dirty="0">
                <a:solidFill>
                  <a:srgbClr val="231F20"/>
                </a:solidFill>
                <a:latin typeface="Arial"/>
                <a:cs typeface="Arial"/>
              </a:rPr>
              <a:t> </a:t>
            </a:r>
            <a:r>
              <a:rPr sz="1000" spc="-10" dirty="0">
                <a:solidFill>
                  <a:srgbClr val="231F20"/>
                </a:solidFill>
                <a:latin typeface="Arial"/>
                <a:cs typeface="Arial"/>
              </a:rPr>
              <a:t>updates.</a:t>
            </a:r>
            <a:endParaRPr sz="1000">
              <a:latin typeface="Arial"/>
              <a:cs typeface="Arial"/>
            </a:endParaRPr>
          </a:p>
          <a:p>
            <a:pPr marL="12700" marR="22225">
              <a:lnSpc>
                <a:spcPct val="100000"/>
              </a:lnSpc>
              <a:spcBef>
                <a:spcPts val="900"/>
              </a:spcBef>
            </a:pPr>
            <a:r>
              <a:rPr sz="1000" dirty="0">
                <a:solidFill>
                  <a:srgbClr val="231F20"/>
                </a:solidFill>
                <a:latin typeface="Arial"/>
                <a:cs typeface="Arial"/>
              </a:rPr>
              <a:t>Mothers were</a:t>
            </a:r>
            <a:r>
              <a:rPr sz="1000" spc="5" dirty="0">
                <a:solidFill>
                  <a:srgbClr val="231F20"/>
                </a:solidFill>
                <a:latin typeface="Arial"/>
                <a:cs typeface="Arial"/>
              </a:rPr>
              <a:t> </a:t>
            </a:r>
            <a:r>
              <a:rPr sz="1000" dirty="0">
                <a:solidFill>
                  <a:srgbClr val="231F20"/>
                </a:solidFill>
                <a:latin typeface="Arial"/>
                <a:cs typeface="Arial"/>
              </a:rPr>
              <a:t>also treated</a:t>
            </a:r>
            <a:r>
              <a:rPr sz="1000" spc="5" dirty="0">
                <a:solidFill>
                  <a:srgbClr val="231F20"/>
                </a:solidFill>
                <a:latin typeface="Arial"/>
                <a:cs typeface="Arial"/>
              </a:rPr>
              <a:t> </a:t>
            </a:r>
            <a:r>
              <a:rPr sz="1000" dirty="0">
                <a:solidFill>
                  <a:srgbClr val="231F20"/>
                </a:solidFill>
                <a:latin typeface="Arial"/>
                <a:cs typeface="Arial"/>
              </a:rPr>
              <a:t>to informative,</a:t>
            </a:r>
            <a:r>
              <a:rPr sz="1000" spc="5" dirty="0">
                <a:solidFill>
                  <a:srgbClr val="231F20"/>
                </a:solidFill>
                <a:latin typeface="Arial"/>
                <a:cs typeface="Arial"/>
              </a:rPr>
              <a:t> </a:t>
            </a:r>
            <a:r>
              <a:rPr sz="1000" dirty="0">
                <a:solidFill>
                  <a:srgbClr val="231F20"/>
                </a:solidFill>
                <a:latin typeface="Arial"/>
                <a:cs typeface="Arial"/>
              </a:rPr>
              <a:t>engaging </a:t>
            </a:r>
            <a:r>
              <a:rPr sz="1000" spc="-25" dirty="0">
                <a:solidFill>
                  <a:srgbClr val="231F20"/>
                </a:solidFill>
                <a:latin typeface="Arial"/>
                <a:cs typeface="Arial"/>
              </a:rPr>
              <a:t>and </a:t>
            </a:r>
            <a:r>
              <a:rPr sz="1000" dirty="0">
                <a:solidFill>
                  <a:srgbClr val="231F20"/>
                </a:solidFill>
                <a:latin typeface="Arial"/>
                <a:cs typeface="Arial"/>
              </a:rPr>
              <a:t>encouraging</a:t>
            </a:r>
            <a:r>
              <a:rPr sz="1000" spc="15" dirty="0">
                <a:solidFill>
                  <a:srgbClr val="231F20"/>
                </a:solidFill>
                <a:latin typeface="Arial"/>
                <a:cs typeface="Arial"/>
              </a:rPr>
              <a:t> </a:t>
            </a:r>
            <a:r>
              <a:rPr sz="1000" dirty="0">
                <a:solidFill>
                  <a:srgbClr val="231F20"/>
                </a:solidFill>
                <a:latin typeface="Arial"/>
                <a:cs typeface="Arial"/>
              </a:rPr>
              <a:t>presentations</a:t>
            </a:r>
            <a:r>
              <a:rPr sz="1000" spc="2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spc="-40" dirty="0">
                <a:solidFill>
                  <a:srgbClr val="231F20"/>
                </a:solidFill>
                <a:latin typeface="Arial"/>
                <a:cs typeface="Arial"/>
              </a:rPr>
              <a:t>Dr.</a:t>
            </a:r>
            <a:r>
              <a:rPr sz="1000" spc="20" dirty="0">
                <a:solidFill>
                  <a:srgbClr val="231F20"/>
                </a:solidFill>
                <a:latin typeface="Arial"/>
                <a:cs typeface="Arial"/>
              </a:rPr>
              <a:t> </a:t>
            </a:r>
            <a:r>
              <a:rPr sz="1000" dirty="0">
                <a:solidFill>
                  <a:srgbClr val="231F20"/>
                </a:solidFill>
                <a:latin typeface="Arial"/>
                <a:cs typeface="Arial"/>
              </a:rPr>
              <a:t>Monique</a:t>
            </a:r>
            <a:r>
              <a:rPr sz="1000" spc="15" dirty="0">
                <a:solidFill>
                  <a:srgbClr val="231F20"/>
                </a:solidFill>
                <a:latin typeface="Arial"/>
                <a:cs typeface="Arial"/>
              </a:rPr>
              <a:t> </a:t>
            </a:r>
            <a:r>
              <a:rPr sz="1000" spc="-10" dirty="0">
                <a:solidFill>
                  <a:srgbClr val="231F20"/>
                </a:solidFill>
                <a:latin typeface="Arial"/>
                <a:cs typeface="Arial"/>
              </a:rPr>
              <a:t>Rainford-</a:t>
            </a:r>
            <a:r>
              <a:rPr sz="1000" spc="500" dirty="0">
                <a:solidFill>
                  <a:srgbClr val="231F20"/>
                </a:solidFill>
                <a:latin typeface="Arial"/>
                <a:cs typeface="Arial"/>
              </a:rPr>
              <a:t> </a:t>
            </a:r>
            <a:r>
              <a:rPr sz="1000" dirty="0">
                <a:solidFill>
                  <a:srgbClr val="231F20"/>
                </a:solidFill>
                <a:latin typeface="Arial"/>
                <a:cs typeface="Arial"/>
              </a:rPr>
              <a:t>Borne</a:t>
            </a:r>
            <a:r>
              <a:rPr sz="1000" spc="-25" dirty="0">
                <a:solidFill>
                  <a:srgbClr val="231F20"/>
                </a:solidFill>
                <a:latin typeface="Arial"/>
                <a:cs typeface="Arial"/>
              </a:rPr>
              <a:t> </a:t>
            </a:r>
            <a:r>
              <a:rPr sz="1000" spc="-10" dirty="0">
                <a:solidFill>
                  <a:srgbClr val="231F20"/>
                </a:solidFill>
                <a:latin typeface="Arial"/>
                <a:cs typeface="Arial"/>
              </a:rPr>
              <a:t>(“Seven</a:t>
            </a:r>
            <a:r>
              <a:rPr sz="1000" spc="-25" dirty="0">
                <a:solidFill>
                  <a:srgbClr val="231F20"/>
                </a:solidFill>
                <a:latin typeface="Arial"/>
                <a:cs typeface="Arial"/>
              </a:rPr>
              <a:t> </a:t>
            </a:r>
            <a:r>
              <a:rPr sz="1000" spc="-70" dirty="0">
                <a:solidFill>
                  <a:srgbClr val="231F20"/>
                </a:solidFill>
                <a:latin typeface="Arial"/>
                <a:cs typeface="Arial"/>
              </a:rPr>
              <a:t>F</a:t>
            </a:r>
            <a:r>
              <a:rPr sz="1000" spc="-20" dirty="0">
                <a:solidFill>
                  <a:srgbClr val="231F20"/>
                </a:solidFill>
                <a:latin typeface="Arial"/>
                <a:cs typeface="Arial"/>
              </a:rPr>
              <a:t> </a:t>
            </a:r>
            <a:r>
              <a:rPr sz="1000" spc="-10" dirty="0">
                <a:solidFill>
                  <a:srgbClr val="231F20"/>
                </a:solidFill>
                <a:latin typeface="Arial"/>
                <a:cs typeface="Arial"/>
              </a:rPr>
              <a:t>Words</a:t>
            </a:r>
            <a:r>
              <a:rPr sz="1000" spc="-2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Healthy</a:t>
            </a:r>
            <a:r>
              <a:rPr sz="1000" spc="-25" dirty="0">
                <a:solidFill>
                  <a:srgbClr val="231F20"/>
                </a:solidFill>
                <a:latin typeface="Arial"/>
                <a:cs typeface="Arial"/>
              </a:rPr>
              <a:t> </a:t>
            </a:r>
            <a:r>
              <a:rPr sz="1000" spc="-10" dirty="0">
                <a:solidFill>
                  <a:srgbClr val="231F20"/>
                </a:solidFill>
                <a:latin typeface="Arial"/>
                <a:cs typeface="Arial"/>
              </a:rPr>
              <a:t>Life”)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25" dirty="0">
                <a:solidFill>
                  <a:srgbClr val="231F20"/>
                </a:solidFill>
                <a:latin typeface="Arial"/>
                <a:cs typeface="Arial"/>
              </a:rPr>
              <a:t>Sam</a:t>
            </a:r>
            <a:r>
              <a:rPr sz="1000" spc="500" dirty="0">
                <a:solidFill>
                  <a:srgbClr val="231F20"/>
                </a:solidFill>
                <a:latin typeface="Arial"/>
                <a:cs typeface="Arial"/>
              </a:rPr>
              <a:t> </a:t>
            </a:r>
            <a:r>
              <a:rPr sz="1000" dirty="0">
                <a:solidFill>
                  <a:srgbClr val="231F20"/>
                </a:solidFill>
                <a:latin typeface="Arial"/>
                <a:cs typeface="Arial"/>
              </a:rPr>
              <a:t>Foster</a:t>
            </a:r>
            <a:r>
              <a:rPr sz="1000" spc="-30" dirty="0">
                <a:solidFill>
                  <a:srgbClr val="231F20"/>
                </a:solidFill>
                <a:latin typeface="Arial"/>
                <a:cs typeface="Arial"/>
              </a:rPr>
              <a:t> </a:t>
            </a:r>
            <a:r>
              <a:rPr sz="1000" spc="-10" dirty="0">
                <a:solidFill>
                  <a:srgbClr val="231F20"/>
                </a:solidFill>
                <a:latin typeface="Arial"/>
                <a:cs typeface="Arial"/>
              </a:rPr>
              <a:t>(“African</a:t>
            </a:r>
            <a:r>
              <a:rPr sz="1000" spc="-30" dirty="0">
                <a:solidFill>
                  <a:srgbClr val="231F20"/>
                </a:solidFill>
                <a:latin typeface="Arial"/>
                <a:cs typeface="Arial"/>
              </a:rPr>
              <a:t> </a:t>
            </a:r>
            <a:r>
              <a:rPr sz="1000" dirty="0">
                <a:solidFill>
                  <a:srgbClr val="231F20"/>
                </a:solidFill>
                <a:latin typeface="Arial"/>
                <a:cs typeface="Arial"/>
              </a:rPr>
              <a:t>American</a:t>
            </a:r>
            <a:r>
              <a:rPr sz="1000" spc="-30" dirty="0">
                <a:solidFill>
                  <a:srgbClr val="231F20"/>
                </a:solidFill>
                <a:latin typeface="Arial"/>
                <a:cs typeface="Arial"/>
              </a:rPr>
              <a:t> </a:t>
            </a:r>
            <a:r>
              <a:rPr sz="1000" dirty="0">
                <a:solidFill>
                  <a:srgbClr val="231F20"/>
                </a:solidFill>
                <a:latin typeface="Arial"/>
                <a:cs typeface="Arial"/>
              </a:rPr>
              <a:t>Cultural</a:t>
            </a:r>
            <a:r>
              <a:rPr sz="1000" spc="-25" dirty="0">
                <a:solidFill>
                  <a:srgbClr val="231F20"/>
                </a:solidFill>
                <a:latin typeface="Arial"/>
                <a:cs typeface="Arial"/>
              </a:rPr>
              <a:t> </a:t>
            </a:r>
            <a:r>
              <a:rPr sz="1000" spc="-10" dirty="0">
                <a:solidFill>
                  <a:srgbClr val="231F20"/>
                </a:solidFill>
                <a:latin typeface="Arial"/>
                <a:cs typeface="Arial"/>
              </a:rPr>
              <a:t>Experiences</a:t>
            </a:r>
            <a:r>
              <a:rPr sz="1000" spc="-30" dirty="0">
                <a:solidFill>
                  <a:srgbClr val="231F20"/>
                </a:solidFill>
                <a:latin typeface="Arial"/>
                <a:cs typeface="Arial"/>
              </a:rPr>
              <a:t> </a:t>
            </a:r>
            <a:r>
              <a:rPr sz="1000" spc="-20" dirty="0">
                <a:solidFill>
                  <a:srgbClr val="231F20"/>
                </a:solidFill>
                <a:latin typeface="Arial"/>
                <a:cs typeface="Arial"/>
              </a:rPr>
              <a:t>from </a:t>
            </a:r>
            <a:r>
              <a:rPr sz="1000" dirty="0">
                <a:solidFill>
                  <a:srgbClr val="231F20"/>
                </a:solidFill>
                <a:latin typeface="Arial"/>
                <a:cs typeface="Arial"/>
              </a:rPr>
              <a:t>Childhood</a:t>
            </a:r>
            <a:r>
              <a:rPr sz="1000" spc="30"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Adulthood”).</a:t>
            </a:r>
            <a:r>
              <a:rPr sz="1000" spc="30" dirty="0">
                <a:solidFill>
                  <a:srgbClr val="231F20"/>
                </a:solidFill>
                <a:latin typeface="Arial"/>
                <a:cs typeface="Arial"/>
              </a:rPr>
              <a:t> </a:t>
            </a:r>
            <a:r>
              <a:rPr sz="1000" dirty="0">
                <a:solidFill>
                  <a:srgbClr val="231F20"/>
                </a:solidFill>
                <a:latin typeface="Arial"/>
                <a:cs typeface="Arial"/>
              </a:rPr>
              <a:t>Mothers</a:t>
            </a:r>
            <a:r>
              <a:rPr sz="1000" spc="35" dirty="0">
                <a:solidFill>
                  <a:srgbClr val="231F20"/>
                </a:solidFill>
                <a:latin typeface="Arial"/>
                <a:cs typeface="Arial"/>
              </a:rPr>
              <a:t> </a:t>
            </a:r>
            <a:r>
              <a:rPr sz="1000" dirty="0">
                <a:solidFill>
                  <a:srgbClr val="231F20"/>
                </a:solidFill>
                <a:latin typeface="Arial"/>
                <a:cs typeface="Arial"/>
              </a:rPr>
              <a:t>were</a:t>
            </a:r>
            <a:r>
              <a:rPr sz="1000" spc="30" dirty="0">
                <a:solidFill>
                  <a:srgbClr val="231F20"/>
                </a:solidFill>
                <a:latin typeface="Arial"/>
                <a:cs typeface="Arial"/>
              </a:rPr>
              <a:t> </a:t>
            </a:r>
            <a:r>
              <a:rPr sz="1000" dirty="0">
                <a:solidFill>
                  <a:srgbClr val="231F20"/>
                </a:solidFill>
                <a:latin typeface="Arial"/>
                <a:cs typeface="Arial"/>
              </a:rPr>
              <a:t>encouraged</a:t>
            </a:r>
            <a:r>
              <a:rPr sz="1000" spc="3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pursue</a:t>
            </a:r>
            <a:r>
              <a:rPr sz="1000" spc="-5" dirty="0">
                <a:solidFill>
                  <a:srgbClr val="231F20"/>
                </a:solidFill>
                <a:latin typeface="Arial"/>
                <a:cs typeface="Arial"/>
              </a:rPr>
              <a:t> </a:t>
            </a:r>
            <a:r>
              <a:rPr sz="1000" spc="-10" dirty="0">
                <a:solidFill>
                  <a:srgbClr val="231F20"/>
                </a:solidFill>
                <a:latin typeface="Arial"/>
                <a:cs typeface="Arial"/>
              </a:rPr>
              <a:t>Five</a:t>
            </a:r>
            <a:r>
              <a:rPr sz="1000" spc="-5" dirty="0">
                <a:solidFill>
                  <a:srgbClr val="231F20"/>
                </a:solidFill>
                <a:latin typeface="Arial"/>
                <a:cs typeface="Arial"/>
              </a:rPr>
              <a:t> </a:t>
            </a:r>
            <a:r>
              <a:rPr sz="1000" spc="-20" dirty="0">
                <a:solidFill>
                  <a:srgbClr val="231F20"/>
                </a:solidFill>
                <a:latin typeface="Arial"/>
                <a:cs typeface="Arial"/>
              </a:rPr>
              <a:t>Star</a:t>
            </a:r>
            <a:r>
              <a:rPr sz="1000" dirty="0">
                <a:solidFill>
                  <a:srgbClr val="231F20"/>
                </a:solidFill>
                <a:latin typeface="Arial"/>
                <a:cs typeface="Arial"/>
              </a:rPr>
              <a:t> Chapter</a:t>
            </a:r>
            <a:r>
              <a:rPr sz="1000" spc="-5" dirty="0">
                <a:solidFill>
                  <a:srgbClr val="231F20"/>
                </a:solidFill>
                <a:latin typeface="Arial"/>
                <a:cs typeface="Arial"/>
              </a:rPr>
              <a:t> </a:t>
            </a:r>
            <a:r>
              <a:rPr sz="1000" dirty="0">
                <a:solidFill>
                  <a:srgbClr val="231F20"/>
                </a:solidFill>
                <a:latin typeface="Arial"/>
                <a:cs typeface="Arial"/>
              </a:rPr>
              <a:t>excellence through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inspiring </a:t>
            </a:r>
            <a:r>
              <a:rPr sz="1000" dirty="0">
                <a:solidFill>
                  <a:srgbClr val="231F20"/>
                </a:solidFill>
                <a:latin typeface="Arial"/>
                <a:cs typeface="Arial"/>
              </a:rPr>
              <a:t>presentation</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Past</a:t>
            </a:r>
            <a:r>
              <a:rPr sz="1000" spc="-15" dirty="0">
                <a:solidFill>
                  <a:srgbClr val="231F20"/>
                </a:solidFill>
                <a:latin typeface="Arial"/>
                <a:cs typeface="Arial"/>
              </a:rPr>
              <a:t> </a:t>
            </a:r>
            <a:r>
              <a:rPr sz="1000" dirty="0">
                <a:solidFill>
                  <a:srgbClr val="231F20"/>
                </a:solidFill>
                <a:latin typeface="Arial"/>
                <a:cs typeface="Arial"/>
              </a:rPr>
              <a:t>National</a:t>
            </a:r>
            <a:r>
              <a:rPr sz="1000" spc="-20" dirty="0">
                <a:solidFill>
                  <a:srgbClr val="231F20"/>
                </a:solidFill>
                <a:latin typeface="Arial"/>
                <a:cs typeface="Arial"/>
              </a:rPr>
              <a:t> </a:t>
            </a:r>
            <a:r>
              <a:rPr sz="1000" dirty="0">
                <a:solidFill>
                  <a:srgbClr val="231F20"/>
                </a:solidFill>
                <a:latin typeface="Arial"/>
                <a:cs typeface="Arial"/>
              </a:rPr>
              <a:t>Vice</a:t>
            </a:r>
            <a:r>
              <a:rPr sz="1000" spc="-15" dirty="0">
                <a:solidFill>
                  <a:srgbClr val="231F20"/>
                </a:solidFill>
                <a:latin typeface="Arial"/>
                <a:cs typeface="Arial"/>
              </a:rPr>
              <a:t> </a:t>
            </a:r>
            <a:r>
              <a:rPr sz="1000" dirty="0">
                <a:solidFill>
                  <a:srgbClr val="231F20"/>
                </a:solidFill>
                <a:latin typeface="Arial"/>
                <a:cs typeface="Arial"/>
              </a:rPr>
              <a:t>President</a:t>
            </a:r>
            <a:r>
              <a:rPr sz="1000" spc="-20" dirty="0">
                <a:solidFill>
                  <a:srgbClr val="231F20"/>
                </a:solidFill>
                <a:latin typeface="Arial"/>
                <a:cs typeface="Arial"/>
              </a:rPr>
              <a:t> </a:t>
            </a:r>
            <a:r>
              <a:rPr sz="1000" spc="-10" dirty="0">
                <a:solidFill>
                  <a:srgbClr val="231F20"/>
                </a:solidFill>
                <a:latin typeface="Arial"/>
                <a:cs typeface="Arial"/>
              </a:rPr>
              <a:t>Gail</a:t>
            </a:r>
            <a:r>
              <a:rPr sz="1000" spc="-15" dirty="0">
                <a:solidFill>
                  <a:srgbClr val="231F20"/>
                </a:solidFill>
                <a:latin typeface="Arial"/>
                <a:cs typeface="Arial"/>
              </a:rPr>
              <a:t> </a:t>
            </a:r>
            <a:r>
              <a:rPr sz="1000" spc="-10" dirty="0">
                <a:solidFill>
                  <a:srgbClr val="231F20"/>
                </a:solidFill>
                <a:latin typeface="Arial"/>
                <a:cs typeface="Arial"/>
              </a:rPr>
              <a:t>Johnson.</a:t>
            </a:r>
            <a:endParaRPr sz="1000">
              <a:latin typeface="Arial"/>
              <a:cs typeface="Arial"/>
            </a:endParaRPr>
          </a:p>
          <a:p>
            <a:pPr marL="12700" marR="161925" algn="just">
              <a:lnSpc>
                <a:spcPct val="100000"/>
              </a:lnSpc>
            </a:pPr>
            <a:r>
              <a:rPr sz="1000" dirty="0">
                <a:solidFill>
                  <a:srgbClr val="231F20"/>
                </a:solidFill>
                <a:latin typeface="Arial"/>
                <a:cs typeface="Arial"/>
              </a:rPr>
              <a:t>Mothers</a:t>
            </a:r>
            <a:r>
              <a:rPr sz="1000" spc="-25" dirty="0">
                <a:solidFill>
                  <a:srgbClr val="231F20"/>
                </a:solidFill>
                <a:latin typeface="Arial"/>
                <a:cs typeface="Arial"/>
              </a:rPr>
              <a:t> </a:t>
            </a:r>
            <a:r>
              <a:rPr sz="1000" dirty="0">
                <a:solidFill>
                  <a:srgbClr val="231F20"/>
                </a:solidFill>
                <a:latin typeface="Arial"/>
                <a:cs typeface="Arial"/>
              </a:rPr>
              <a:t>also</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valuable</a:t>
            </a:r>
            <a:r>
              <a:rPr sz="1000" spc="-25" dirty="0">
                <a:solidFill>
                  <a:srgbClr val="231F20"/>
                </a:solidFill>
                <a:latin typeface="Arial"/>
                <a:cs typeface="Arial"/>
              </a:rPr>
              <a:t> </a:t>
            </a:r>
            <a:r>
              <a:rPr sz="1000" dirty="0">
                <a:solidFill>
                  <a:srgbClr val="231F20"/>
                </a:solidFill>
                <a:latin typeface="Arial"/>
                <a:cs typeface="Arial"/>
              </a:rPr>
              <a:t>skills</a:t>
            </a:r>
            <a:r>
              <a:rPr sz="1000" spc="-20"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parents</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20" dirty="0">
                <a:solidFill>
                  <a:srgbClr val="231F20"/>
                </a:solidFill>
                <a:latin typeface="Arial"/>
                <a:cs typeface="Arial"/>
              </a:rPr>
              <a:t>terms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navigating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80" dirty="0">
                <a:solidFill>
                  <a:srgbClr val="231F20"/>
                </a:solidFill>
                <a:latin typeface="Arial"/>
                <a:cs typeface="Arial"/>
              </a:rPr>
              <a:t>IEP</a:t>
            </a:r>
            <a:r>
              <a:rPr sz="1000" spc="10" dirty="0">
                <a:solidFill>
                  <a:srgbClr val="231F20"/>
                </a:solidFill>
                <a:latin typeface="Arial"/>
                <a:cs typeface="Arial"/>
              </a:rPr>
              <a:t> </a:t>
            </a:r>
            <a:r>
              <a:rPr sz="1000" spc="-25" dirty="0">
                <a:solidFill>
                  <a:srgbClr val="231F20"/>
                </a:solidFill>
                <a:latin typeface="Arial"/>
                <a:cs typeface="Arial"/>
              </a:rPr>
              <a:t>System,</a:t>
            </a:r>
            <a:r>
              <a:rPr sz="1000" spc="15" dirty="0">
                <a:solidFill>
                  <a:srgbClr val="231F20"/>
                </a:solidFill>
                <a:latin typeface="Arial"/>
                <a:cs typeface="Arial"/>
              </a:rPr>
              <a:t> </a:t>
            </a:r>
            <a:r>
              <a:rPr sz="1000" dirty="0">
                <a:solidFill>
                  <a:srgbClr val="231F20"/>
                </a:solidFill>
                <a:latin typeface="Arial"/>
                <a:cs typeface="Arial"/>
              </a:rPr>
              <a:t>discovering</a:t>
            </a:r>
            <a:r>
              <a:rPr sz="1000" spc="1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spc="-10" dirty="0">
                <a:solidFill>
                  <a:srgbClr val="231F20"/>
                </a:solidFill>
                <a:latin typeface="Arial"/>
                <a:cs typeface="Arial"/>
              </a:rPr>
              <a:t>children’s </a:t>
            </a:r>
            <a:r>
              <a:rPr sz="1000" dirty="0">
                <a:solidFill>
                  <a:srgbClr val="231F20"/>
                </a:solidFill>
                <a:latin typeface="Arial"/>
                <a:cs typeface="Arial"/>
              </a:rPr>
              <a:t>giftedness</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raising</a:t>
            </a:r>
            <a:r>
              <a:rPr sz="1000" spc="25" dirty="0">
                <a:solidFill>
                  <a:srgbClr val="231F20"/>
                </a:solidFill>
                <a:latin typeface="Arial"/>
                <a:cs typeface="Arial"/>
              </a:rPr>
              <a:t> </a:t>
            </a:r>
            <a:r>
              <a:rPr sz="1000" dirty="0">
                <a:solidFill>
                  <a:srgbClr val="231F20"/>
                </a:solidFill>
                <a:latin typeface="Arial"/>
                <a:cs typeface="Arial"/>
              </a:rPr>
              <a:t>privileged</a:t>
            </a:r>
            <a:r>
              <a:rPr sz="1000" spc="25"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highlight</a:t>
            </a:r>
            <a:r>
              <a:rPr sz="1000" spc="25"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10160">
              <a:lnSpc>
                <a:spcPct val="100000"/>
              </a:lnSpc>
            </a:pPr>
            <a:r>
              <a:rPr sz="1000" dirty="0">
                <a:solidFill>
                  <a:srgbClr val="231F20"/>
                </a:solidFill>
                <a:latin typeface="Arial"/>
                <a:cs typeface="Arial"/>
              </a:rPr>
              <a:t>the retreat was the bonding event, the </a:t>
            </a:r>
            <a:r>
              <a:rPr sz="1000" spc="-10" dirty="0">
                <a:solidFill>
                  <a:srgbClr val="231F20"/>
                </a:solidFill>
                <a:latin typeface="Arial"/>
                <a:cs typeface="Arial"/>
              </a:rPr>
              <a:t>“Pajama</a:t>
            </a:r>
            <a:r>
              <a:rPr sz="1000" dirty="0">
                <a:solidFill>
                  <a:srgbClr val="231F20"/>
                </a:solidFill>
                <a:latin typeface="Arial"/>
                <a:cs typeface="Arial"/>
              </a:rPr>
              <a:t> </a:t>
            </a:r>
            <a:r>
              <a:rPr sz="1000" spc="-20" dirty="0">
                <a:solidFill>
                  <a:srgbClr val="231F20"/>
                </a:solidFill>
                <a:latin typeface="Arial"/>
                <a:cs typeface="Arial"/>
              </a:rPr>
              <a:t>Mama</a:t>
            </a:r>
            <a:r>
              <a:rPr sz="1000" dirty="0">
                <a:solidFill>
                  <a:srgbClr val="231F20"/>
                </a:solidFill>
                <a:latin typeface="Arial"/>
                <a:cs typeface="Arial"/>
              </a:rPr>
              <a:t> </a:t>
            </a:r>
            <a:r>
              <a:rPr sz="1000" spc="-25" dirty="0">
                <a:solidFill>
                  <a:srgbClr val="231F20"/>
                </a:solidFill>
                <a:latin typeface="Arial"/>
                <a:cs typeface="Arial"/>
              </a:rPr>
              <a:t>Jam </a:t>
            </a:r>
            <a:r>
              <a:rPr sz="1000" dirty="0">
                <a:solidFill>
                  <a:srgbClr val="231F20"/>
                </a:solidFill>
                <a:latin typeface="Arial"/>
                <a:cs typeface="Arial"/>
              </a:rPr>
              <a:t>IV”</a:t>
            </a:r>
            <a:r>
              <a:rPr sz="1000" spc="-5" dirty="0">
                <a:solidFill>
                  <a:srgbClr val="231F20"/>
                </a:solidFill>
                <a:latin typeface="Arial"/>
                <a:cs typeface="Arial"/>
              </a:rPr>
              <a:t> </a:t>
            </a:r>
            <a:r>
              <a:rPr sz="1000" dirty="0">
                <a:solidFill>
                  <a:srgbClr val="231F20"/>
                </a:solidFill>
                <a:latin typeface="Arial"/>
                <a:cs typeface="Arial"/>
              </a:rPr>
              <a:t>where Mothers played </a:t>
            </a:r>
            <a:r>
              <a:rPr sz="1000" spc="-10" dirty="0">
                <a:solidFill>
                  <a:srgbClr val="231F20"/>
                </a:solidFill>
                <a:latin typeface="Arial"/>
                <a:cs typeface="Arial"/>
              </a:rPr>
              <a:t>games,</a:t>
            </a:r>
            <a:r>
              <a:rPr sz="1000" dirty="0">
                <a:solidFill>
                  <a:srgbClr val="231F20"/>
                </a:solidFill>
                <a:latin typeface="Arial"/>
                <a:cs typeface="Arial"/>
              </a:rPr>
              <a:t> danced and </a:t>
            </a:r>
            <a:r>
              <a:rPr sz="1000" spc="-10" dirty="0">
                <a:solidFill>
                  <a:srgbClr val="231F20"/>
                </a:solidFill>
                <a:latin typeface="Arial"/>
                <a:cs typeface="Arial"/>
              </a:rPr>
              <a:t>enjoyed</a:t>
            </a:r>
            <a:r>
              <a:rPr sz="1000" spc="500" dirty="0">
                <a:solidFill>
                  <a:srgbClr val="231F20"/>
                </a:solidFill>
                <a:latin typeface="Arial"/>
                <a:cs typeface="Arial"/>
              </a:rPr>
              <a:t> </a:t>
            </a:r>
            <a:r>
              <a:rPr sz="1000" dirty="0">
                <a:solidFill>
                  <a:srgbClr val="231F20"/>
                </a:solidFill>
                <a:latin typeface="Arial"/>
                <a:cs typeface="Arial"/>
              </a:rPr>
              <a:t>the fellowship experience.</a:t>
            </a:r>
            <a:r>
              <a:rPr sz="1000" spc="5" dirty="0">
                <a:solidFill>
                  <a:srgbClr val="231F20"/>
                </a:solidFill>
                <a:latin typeface="Arial"/>
                <a:cs typeface="Arial"/>
              </a:rPr>
              <a:t> </a:t>
            </a:r>
            <a:r>
              <a:rPr sz="1000" dirty="0">
                <a:solidFill>
                  <a:srgbClr val="231F20"/>
                </a:solidFill>
                <a:latin typeface="Arial"/>
                <a:cs typeface="Arial"/>
              </a:rPr>
              <a:t>A good</a:t>
            </a:r>
            <a:r>
              <a:rPr sz="1000" spc="5" dirty="0">
                <a:solidFill>
                  <a:srgbClr val="231F20"/>
                </a:solidFill>
                <a:latin typeface="Arial"/>
                <a:cs typeface="Arial"/>
              </a:rPr>
              <a:t> </a:t>
            </a:r>
            <a:r>
              <a:rPr sz="1000" dirty="0">
                <a:solidFill>
                  <a:srgbClr val="231F20"/>
                </a:solidFill>
                <a:latin typeface="Arial"/>
                <a:cs typeface="Arial"/>
              </a:rPr>
              <a:t>time was</a:t>
            </a:r>
            <a:r>
              <a:rPr sz="1000" spc="5" dirty="0">
                <a:solidFill>
                  <a:srgbClr val="231F20"/>
                </a:solidFill>
                <a:latin typeface="Arial"/>
                <a:cs typeface="Arial"/>
              </a:rPr>
              <a:t> </a:t>
            </a:r>
            <a:r>
              <a:rPr sz="1000" dirty="0">
                <a:solidFill>
                  <a:srgbClr val="231F20"/>
                </a:solidFill>
                <a:latin typeface="Arial"/>
                <a:cs typeface="Arial"/>
              </a:rPr>
              <a:t>had by</a:t>
            </a:r>
            <a:r>
              <a:rPr sz="1000" spc="5" dirty="0">
                <a:solidFill>
                  <a:srgbClr val="231F20"/>
                </a:solidFill>
                <a:latin typeface="Arial"/>
                <a:cs typeface="Arial"/>
              </a:rPr>
              <a:t> </a:t>
            </a:r>
            <a:r>
              <a:rPr sz="1000" spc="-20" dirty="0">
                <a:solidFill>
                  <a:srgbClr val="231F20"/>
                </a:solidFill>
                <a:latin typeface="Arial"/>
                <a:cs typeface="Arial"/>
              </a:rPr>
              <a:t>all,</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already</a:t>
            </a:r>
            <a:r>
              <a:rPr sz="1000" spc="10" dirty="0">
                <a:solidFill>
                  <a:srgbClr val="231F20"/>
                </a:solidFill>
                <a:latin typeface="Arial"/>
                <a:cs typeface="Arial"/>
              </a:rPr>
              <a:t> </a:t>
            </a:r>
            <a:r>
              <a:rPr sz="1000" dirty="0">
                <a:solidFill>
                  <a:srgbClr val="231F20"/>
                </a:solidFill>
                <a:latin typeface="Arial"/>
                <a:cs typeface="Arial"/>
              </a:rPr>
              <a:t>looking</a:t>
            </a:r>
            <a:r>
              <a:rPr sz="1000" spc="5" dirty="0">
                <a:solidFill>
                  <a:srgbClr val="231F20"/>
                </a:solidFill>
                <a:latin typeface="Arial"/>
                <a:cs typeface="Arial"/>
              </a:rPr>
              <a:t> </a:t>
            </a:r>
            <a:r>
              <a:rPr sz="1000" dirty="0">
                <a:solidFill>
                  <a:srgbClr val="231F20"/>
                </a:solidFill>
                <a:latin typeface="Arial"/>
                <a:cs typeface="Arial"/>
              </a:rPr>
              <a:t>forward</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spc="-10" dirty="0">
                <a:solidFill>
                  <a:srgbClr val="231F20"/>
                </a:solidFill>
                <a:latin typeface="Arial"/>
                <a:cs typeface="Arial"/>
              </a:rPr>
              <a:t>year’s </a:t>
            </a:r>
            <a:r>
              <a:rPr sz="1000" dirty="0">
                <a:solidFill>
                  <a:srgbClr val="231F20"/>
                </a:solidFill>
                <a:latin typeface="Arial"/>
                <a:cs typeface="Arial"/>
              </a:rPr>
              <a:t>overnight</a:t>
            </a:r>
            <a:r>
              <a:rPr sz="1000" spc="45" dirty="0">
                <a:solidFill>
                  <a:srgbClr val="231F20"/>
                </a:solidFill>
                <a:latin typeface="Arial"/>
                <a:cs typeface="Arial"/>
              </a:rPr>
              <a:t> </a:t>
            </a:r>
            <a:r>
              <a:rPr sz="1000" spc="-10" dirty="0">
                <a:solidFill>
                  <a:srgbClr val="231F20"/>
                </a:solidFill>
                <a:latin typeface="Arial"/>
                <a:cs typeface="Arial"/>
              </a:rPr>
              <a:t>retreat.</a:t>
            </a:r>
            <a:endParaRPr sz="1000">
              <a:latin typeface="Arial"/>
              <a:cs typeface="Arial"/>
            </a:endParaRPr>
          </a:p>
          <a:p>
            <a:pPr marL="12700" marR="354330">
              <a:lnSpc>
                <a:spcPct val="100000"/>
              </a:lnSpc>
              <a:spcBef>
                <a:spcPts val="900"/>
              </a:spcBef>
            </a:pP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enthusiastically</a:t>
            </a:r>
            <a:r>
              <a:rPr sz="1000" spc="-10" dirty="0">
                <a:solidFill>
                  <a:srgbClr val="231F20"/>
                </a:solidFill>
                <a:latin typeface="Arial"/>
                <a:cs typeface="Arial"/>
              </a:rPr>
              <a:t> </a:t>
            </a:r>
            <a:r>
              <a:rPr sz="1000" dirty="0">
                <a:solidFill>
                  <a:srgbClr val="231F20"/>
                </a:solidFill>
                <a:latin typeface="Arial"/>
                <a:cs typeface="Arial"/>
              </a:rPr>
              <a:t>met</a:t>
            </a:r>
            <a:r>
              <a:rPr sz="1000" spc="-5"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annual Jack</a:t>
            </a:r>
            <a:r>
              <a:rPr sz="1000" spc="-5" dirty="0">
                <a:solidFill>
                  <a:srgbClr val="231F20"/>
                </a:solidFill>
                <a:latin typeface="Arial"/>
                <a:cs typeface="Arial"/>
              </a:rPr>
              <a:t> </a:t>
            </a:r>
            <a:r>
              <a:rPr sz="1000" dirty="0">
                <a:solidFill>
                  <a:srgbClr val="231F20"/>
                </a:solidFill>
                <a:latin typeface="Arial"/>
                <a:cs typeface="Arial"/>
              </a:rPr>
              <a:t>and Jill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celebration to</a:t>
            </a:r>
            <a:r>
              <a:rPr sz="1000" spc="-5" dirty="0">
                <a:solidFill>
                  <a:srgbClr val="231F20"/>
                </a:solidFill>
                <a:latin typeface="Arial"/>
                <a:cs typeface="Arial"/>
              </a:rPr>
              <a:t> </a:t>
            </a:r>
            <a:r>
              <a:rPr sz="1000" dirty="0">
                <a:solidFill>
                  <a:srgbClr val="231F20"/>
                </a:solidFill>
                <a:latin typeface="Arial"/>
                <a:cs typeface="Arial"/>
              </a:rPr>
              <a:t>bond </a:t>
            </a:r>
            <a:r>
              <a:rPr sz="1000" spc="-25" dirty="0">
                <a:solidFill>
                  <a:srgbClr val="231F20"/>
                </a:solidFill>
                <a:latin typeface="Arial"/>
                <a:cs typeface="Arial"/>
              </a:rPr>
              <a:t>and</a:t>
            </a:r>
            <a:endParaRPr sz="1000">
              <a:latin typeface="Arial"/>
              <a:cs typeface="Arial"/>
            </a:endParaRPr>
          </a:p>
          <a:p>
            <a:pPr marL="12700" marR="62230">
              <a:lnSpc>
                <a:spcPct val="100000"/>
              </a:lnSpc>
            </a:pPr>
            <a:r>
              <a:rPr sz="1000" dirty="0">
                <a:solidFill>
                  <a:srgbClr val="231F20"/>
                </a:solidFill>
                <a:latin typeface="Arial"/>
                <a:cs typeface="Arial"/>
              </a:rPr>
              <a:t>fellowship</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one</a:t>
            </a:r>
            <a:r>
              <a:rPr sz="1000" spc="5" dirty="0">
                <a:solidFill>
                  <a:srgbClr val="231F20"/>
                </a:solidFill>
                <a:latin typeface="Arial"/>
                <a:cs typeface="Arial"/>
              </a:rPr>
              <a:t> </a:t>
            </a:r>
            <a:r>
              <a:rPr sz="1000" dirty="0">
                <a:solidFill>
                  <a:srgbClr val="231F20"/>
                </a:solidFill>
                <a:latin typeface="Arial"/>
                <a:cs typeface="Arial"/>
              </a:rPr>
              <a:t>another</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began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spc="-10" dirty="0">
                <a:solidFill>
                  <a:srgbClr val="231F20"/>
                </a:solidFill>
                <a:latin typeface="Arial"/>
                <a:cs typeface="Arial"/>
              </a:rPr>
              <a:t>program </a:t>
            </a:r>
            <a:r>
              <a:rPr sz="1000" spc="-20" dirty="0">
                <a:solidFill>
                  <a:srgbClr val="231F20"/>
                </a:solidFill>
                <a:latin typeface="Arial"/>
                <a:cs typeface="Arial"/>
              </a:rPr>
              <a:t>year.</a:t>
            </a:r>
            <a:r>
              <a:rPr sz="1000" spc="-2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Senior</a:t>
            </a:r>
            <a:r>
              <a:rPr sz="1000" spc="-2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presented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moving</a:t>
            </a:r>
            <a:r>
              <a:rPr sz="1000" spc="-25" dirty="0">
                <a:solidFill>
                  <a:srgbClr val="231F20"/>
                </a:solidFill>
                <a:latin typeface="Arial"/>
                <a:cs typeface="Arial"/>
              </a:rPr>
              <a:t> </a:t>
            </a:r>
            <a:r>
              <a:rPr sz="1000" spc="-10" dirty="0">
                <a:solidFill>
                  <a:srgbClr val="231F20"/>
                </a:solidFill>
                <a:latin typeface="Arial"/>
                <a:cs typeface="Arial"/>
              </a:rPr>
              <a:t>memorial </a:t>
            </a:r>
            <a:r>
              <a:rPr sz="1000" dirty="0">
                <a:solidFill>
                  <a:srgbClr val="231F20"/>
                </a:solidFill>
                <a:latin typeface="Arial"/>
                <a:cs typeface="Arial"/>
              </a:rPr>
              <a:t>ceremony</a:t>
            </a:r>
            <a:r>
              <a:rPr sz="1000" spc="-2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honor</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Carole</a:t>
            </a:r>
            <a:r>
              <a:rPr sz="1000" spc="-20"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a:t>
            </a:r>
            <a:r>
              <a:rPr sz="1000" dirty="0">
                <a:solidFill>
                  <a:srgbClr val="231F20"/>
                </a:solidFill>
                <a:latin typeface="Arial"/>
                <a:cs typeface="Arial"/>
              </a:rPr>
              <a:t>sharing</a:t>
            </a:r>
            <a:r>
              <a:rPr sz="1000" spc="-20" dirty="0">
                <a:solidFill>
                  <a:srgbClr val="231F20"/>
                </a:solidFill>
                <a:latin typeface="Arial"/>
                <a:cs typeface="Arial"/>
              </a:rPr>
              <a:t> </a:t>
            </a:r>
            <a:r>
              <a:rPr sz="1000" spc="-10" dirty="0">
                <a:solidFill>
                  <a:srgbClr val="231F20"/>
                </a:solidFill>
                <a:latin typeface="Arial"/>
                <a:cs typeface="Arial"/>
              </a:rPr>
              <a:t>powerful </a:t>
            </a:r>
            <a:r>
              <a:rPr sz="1000" dirty="0">
                <a:solidFill>
                  <a:srgbClr val="231F20"/>
                </a:solidFill>
                <a:latin typeface="Arial"/>
                <a:cs typeface="Arial"/>
              </a:rPr>
              <a:t>personal</a:t>
            </a:r>
            <a:r>
              <a:rPr sz="1000" spc="10" dirty="0">
                <a:solidFill>
                  <a:srgbClr val="231F20"/>
                </a:solidFill>
                <a:latin typeface="Arial"/>
                <a:cs typeface="Arial"/>
              </a:rPr>
              <a:t> </a:t>
            </a:r>
            <a:r>
              <a:rPr sz="1000" dirty="0">
                <a:solidFill>
                  <a:srgbClr val="231F20"/>
                </a:solidFill>
                <a:latin typeface="Arial"/>
                <a:cs typeface="Arial"/>
              </a:rPr>
              <a:t>insights</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civil</a:t>
            </a:r>
            <a:r>
              <a:rPr sz="1000" spc="15" dirty="0">
                <a:solidFill>
                  <a:srgbClr val="231F20"/>
                </a:solidFill>
                <a:latin typeface="Arial"/>
                <a:cs typeface="Arial"/>
              </a:rPr>
              <a:t> </a:t>
            </a:r>
            <a:r>
              <a:rPr sz="1000" dirty="0">
                <a:solidFill>
                  <a:srgbClr val="231F20"/>
                </a:solidFill>
                <a:latin typeface="Arial"/>
                <a:cs typeface="Arial"/>
              </a:rPr>
              <a:t>rights</a:t>
            </a:r>
            <a:r>
              <a:rPr sz="1000" spc="10" dirty="0">
                <a:solidFill>
                  <a:srgbClr val="231F20"/>
                </a:solidFill>
                <a:latin typeface="Arial"/>
                <a:cs typeface="Arial"/>
              </a:rPr>
              <a:t> </a:t>
            </a:r>
            <a:r>
              <a:rPr sz="1000" dirty="0">
                <a:solidFill>
                  <a:srgbClr val="231F20"/>
                </a:solidFill>
                <a:latin typeface="Arial"/>
                <a:cs typeface="Arial"/>
              </a:rPr>
              <a:t>struggles</a:t>
            </a:r>
            <a:r>
              <a:rPr sz="1000" spc="10"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163195">
              <a:lnSpc>
                <a:spcPct val="100000"/>
              </a:lnSpc>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past</a:t>
            </a:r>
            <a:r>
              <a:rPr sz="1000" spc="-10" dirty="0">
                <a:solidFill>
                  <a:srgbClr val="231F20"/>
                </a:solidFill>
                <a:latin typeface="Arial"/>
                <a:cs typeface="Arial"/>
              </a:rPr>
              <a:t> </a:t>
            </a:r>
            <a:r>
              <a:rPr sz="1000" dirty="0">
                <a:solidFill>
                  <a:srgbClr val="231F20"/>
                </a:solidFill>
                <a:latin typeface="Arial"/>
                <a:cs typeface="Arial"/>
              </a:rPr>
              <a:t>are</a:t>
            </a:r>
            <a:r>
              <a:rPr sz="1000" spc="-15" dirty="0">
                <a:solidFill>
                  <a:srgbClr val="231F20"/>
                </a:solidFill>
                <a:latin typeface="Arial"/>
                <a:cs typeface="Arial"/>
              </a:rPr>
              <a:t> </a:t>
            </a:r>
            <a:r>
              <a:rPr sz="1000" dirty="0">
                <a:solidFill>
                  <a:srgbClr val="231F20"/>
                </a:solidFill>
                <a:latin typeface="Arial"/>
                <a:cs typeface="Arial"/>
              </a:rPr>
              <a:t>still</a:t>
            </a:r>
            <a:r>
              <a:rPr sz="1000" spc="-10" dirty="0">
                <a:solidFill>
                  <a:srgbClr val="231F20"/>
                </a:solidFill>
                <a:latin typeface="Arial"/>
                <a:cs typeface="Arial"/>
              </a:rPr>
              <a:t> </a:t>
            </a:r>
            <a:r>
              <a:rPr sz="1000" dirty="0">
                <a:solidFill>
                  <a:srgbClr val="231F20"/>
                </a:solidFill>
                <a:latin typeface="Arial"/>
                <a:cs typeface="Arial"/>
              </a:rPr>
              <a:t>very</a:t>
            </a:r>
            <a:r>
              <a:rPr sz="1000" spc="-10" dirty="0">
                <a:solidFill>
                  <a:srgbClr val="231F20"/>
                </a:solidFill>
                <a:latin typeface="Arial"/>
                <a:cs typeface="Arial"/>
              </a:rPr>
              <a:t> </a:t>
            </a:r>
            <a:r>
              <a:rPr sz="1000" dirty="0">
                <a:solidFill>
                  <a:srgbClr val="231F20"/>
                </a:solidFill>
                <a:latin typeface="Arial"/>
                <a:cs typeface="Arial"/>
              </a:rPr>
              <a:t>present</a:t>
            </a:r>
            <a:r>
              <a:rPr sz="1000" spc="-15" dirty="0">
                <a:solidFill>
                  <a:srgbClr val="231F20"/>
                </a:solidFill>
                <a:latin typeface="Arial"/>
                <a:cs typeface="Arial"/>
              </a:rPr>
              <a:t> </a:t>
            </a:r>
            <a:r>
              <a:rPr sz="1000" spc="-10" dirty="0">
                <a:solidFill>
                  <a:srgbClr val="231F20"/>
                </a:solidFill>
                <a:latin typeface="Arial"/>
                <a:cs typeface="Arial"/>
              </a:rPr>
              <a:t>today.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Membership </a:t>
            </a:r>
            <a:r>
              <a:rPr sz="1000" dirty="0">
                <a:solidFill>
                  <a:srgbClr val="231F20"/>
                </a:solidFill>
                <a:latin typeface="Arial"/>
                <a:cs typeface="Arial"/>
              </a:rPr>
              <a:t>Committee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Fathers</a:t>
            </a:r>
            <a:r>
              <a:rPr sz="1000" spc="-5" dirty="0">
                <a:solidFill>
                  <a:srgbClr val="231F20"/>
                </a:solidFill>
                <a:latin typeface="Arial"/>
                <a:cs typeface="Arial"/>
              </a:rPr>
              <a:t> </a:t>
            </a:r>
            <a:r>
              <a:rPr sz="1000" dirty="0">
                <a:solidFill>
                  <a:srgbClr val="231F20"/>
                </a:solidFill>
                <a:latin typeface="Arial"/>
                <a:cs typeface="Arial"/>
              </a:rPr>
              <a:t>Auxiliary</a:t>
            </a:r>
            <a:r>
              <a:rPr sz="1000" spc="-5" dirty="0">
                <a:solidFill>
                  <a:srgbClr val="231F20"/>
                </a:solidFill>
                <a:latin typeface="Arial"/>
                <a:cs typeface="Arial"/>
              </a:rPr>
              <a:t> </a:t>
            </a:r>
            <a:r>
              <a:rPr sz="1000" dirty="0">
                <a:solidFill>
                  <a:srgbClr val="231F20"/>
                </a:solidFill>
                <a:latin typeface="Arial"/>
                <a:cs typeface="Arial"/>
              </a:rPr>
              <a:t>planned</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executed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wonderful</a:t>
            </a:r>
            <a:r>
              <a:rPr sz="1000" spc="-5"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5" dirty="0">
                <a:solidFill>
                  <a:srgbClr val="231F20"/>
                </a:solidFill>
                <a:latin typeface="Arial"/>
                <a:cs typeface="Arial"/>
              </a:rPr>
              <a:t> </a:t>
            </a:r>
            <a:r>
              <a:rPr sz="1000" spc="-45"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45" dirty="0">
                <a:solidFill>
                  <a:srgbClr val="231F20"/>
                </a:solidFill>
                <a:latin typeface="Arial"/>
                <a:cs typeface="Arial"/>
              </a:rPr>
              <a:t>DJ,</a:t>
            </a:r>
            <a:r>
              <a:rPr sz="1000" spc="-5" dirty="0">
                <a:solidFill>
                  <a:srgbClr val="231F20"/>
                </a:solidFill>
                <a:latin typeface="Arial"/>
                <a:cs typeface="Arial"/>
              </a:rPr>
              <a:t> </a:t>
            </a:r>
            <a:r>
              <a:rPr sz="1000" spc="-10" dirty="0">
                <a:solidFill>
                  <a:srgbClr val="231F20"/>
                </a:solidFill>
                <a:latin typeface="Arial"/>
                <a:cs typeface="Arial"/>
              </a:rPr>
              <a:t>Bounce</a:t>
            </a:r>
            <a:endParaRPr sz="1000">
              <a:latin typeface="Arial"/>
              <a:cs typeface="Arial"/>
            </a:endParaRPr>
          </a:p>
          <a:p>
            <a:pPr marL="12700" marR="9525">
              <a:lnSpc>
                <a:spcPct val="100000"/>
              </a:lnSpc>
            </a:pPr>
            <a:r>
              <a:rPr sz="1000" dirty="0">
                <a:solidFill>
                  <a:srgbClr val="231F20"/>
                </a:solidFill>
                <a:latin typeface="Arial"/>
                <a:cs typeface="Arial"/>
              </a:rPr>
              <a:t>House,</a:t>
            </a:r>
            <a:r>
              <a:rPr sz="1000" spc="-5" dirty="0">
                <a:solidFill>
                  <a:srgbClr val="231F20"/>
                </a:solidFill>
                <a:latin typeface="Arial"/>
                <a:cs typeface="Arial"/>
              </a:rPr>
              <a:t> </a:t>
            </a:r>
            <a:r>
              <a:rPr sz="1000" dirty="0">
                <a:solidFill>
                  <a:srgbClr val="231F20"/>
                </a:solidFill>
                <a:latin typeface="Arial"/>
                <a:cs typeface="Arial"/>
              </a:rPr>
              <a:t>field</a:t>
            </a:r>
            <a:r>
              <a:rPr sz="1000" spc="-5" dirty="0">
                <a:solidFill>
                  <a:srgbClr val="231F20"/>
                </a:solidFill>
                <a:latin typeface="Arial"/>
                <a:cs typeface="Arial"/>
              </a:rPr>
              <a:t> </a:t>
            </a:r>
            <a:r>
              <a:rPr sz="1000" spc="-10" dirty="0">
                <a:solidFill>
                  <a:srgbClr val="231F20"/>
                </a:solidFill>
                <a:latin typeface="Arial"/>
                <a:cs typeface="Arial"/>
              </a:rPr>
              <a:t>games,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creek</a:t>
            </a:r>
            <a:r>
              <a:rPr sz="1000" spc="-5" dirty="0">
                <a:solidFill>
                  <a:srgbClr val="231F20"/>
                </a:solidFill>
                <a:latin typeface="Arial"/>
                <a:cs typeface="Arial"/>
              </a:rPr>
              <a:t> </a:t>
            </a:r>
            <a:r>
              <a:rPr sz="1000" dirty="0">
                <a:solidFill>
                  <a:srgbClr val="231F20"/>
                </a:solidFill>
                <a:latin typeface="Arial"/>
                <a:cs typeface="Arial"/>
              </a:rPr>
              <a:t>exploration</a:t>
            </a:r>
            <a:r>
              <a:rPr sz="1000" spc="-5" dirty="0">
                <a:solidFill>
                  <a:srgbClr val="231F20"/>
                </a:solidFill>
                <a:latin typeface="Arial"/>
                <a:cs typeface="Arial"/>
              </a:rPr>
              <a:t> </a:t>
            </a:r>
            <a:r>
              <a:rPr sz="1000" dirty="0">
                <a:solidFill>
                  <a:srgbClr val="231F20"/>
                </a:solidFill>
                <a:latin typeface="Arial"/>
                <a:cs typeface="Arial"/>
              </a:rPr>
              <a:t>made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event </a:t>
            </a:r>
            <a:r>
              <a:rPr sz="1000" dirty="0">
                <a:solidFill>
                  <a:srgbClr val="231F20"/>
                </a:solidFill>
                <a:latin typeface="Arial"/>
                <a:cs typeface="Arial"/>
              </a:rPr>
              <a:t>better</a:t>
            </a:r>
            <a:r>
              <a:rPr sz="1000" spc="15" dirty="0">
                <a:solidFill>
                  <a:srgbClr val="231F20"/>
                </a:solidFill>
                <a:latin typeface="Arial"/>
                <a:cs typeface="Arial"/>
              </a:rPr>
              <a:t> </a:t>
            </a:r>
            <a:r>
              <a:rPr sz="1000" dirty="0">
                <a:solidFill>
                  <a:srgbClr val="231F20"/>
                </a:solidFill>
                <a:latin typeface="Arial"/>
                <a:cs typeface="Arial"/>
              </a:rPr>
              <a:t>than</a:t>
            </a:r>
            <a:r>
              <a:rPr sz="1000" spc="20" dirty="0">
                <a:solidFill>
                  <a:srgbClr val="231F20"/>
                </a:solidFill>
                <a:latin typeface="Arial"/>
                <a:cs typeface="Arial"/>
              </a:rPr>
              <a:t> </a:t>
            </a:r>
            <a:r>
              <a:rPr sz="1000" spc="-20" dirty="0">
                <a:solidFill>
                  <a:srgbClr val="231F20"/>
                </a:solidFill>
                <a:latin typeface="Arial"/>
                <a:cs typeface="Arial"/>
              </a:rPr>
              <a:t>ever.</a:t>
            </a:r>
            <a:r>
              <a:rPr sz="1000" spc="20"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dirty="0">
                <a:solidFill>
                  <a:srgbClr val="231F20"/>
                </a:solidFill>
                <a:latin typeface="Arial"/>
                <a:cs typeface="Arial"/>
              </a:rPr>
              <a:t>over</a:t>
            </a:r>
            <a:r>
              <a:rPr sz="1000" spc="20" dirty="0">
                <a:solidFill>
                  <a:srgbClr val="231F20"/>
                </a:solidFill>
                <a:latin typeface="Arial"/>
                <a:cs typeface="Arial"/>
              </a:rPr>
              <a:t> </a:t>
            </a:r>
            <a:r>
              <a:rPr sz="1000" spc="50" dirty="0">
                <a:solidFill>
                  <a:srgbClr val="231F20"/>
                </a:solidFill>
                <a:latin typeface="Arial"/>
                <a:cs typeface="Arial"/>
              </a:rPr>
              <a:t>200</a:t>
            </a:r>
            <a:r>
              <a:rPr sz="1000" spc="20" dirty="0">
                <a:solidFill>
                  <a:srgbClr val="231F20"/>
                </a:solidFill>
                <a:latin typeface="Arial"/>
                <a:cs typeface="Arial"/>
              </a:rPr>
              <a:t> </a:t>
            </a:r>
            <a:r>
              <a:rPr sz="1000" dirty="0">
                <a:solidFill>
                  <a:srgbClr val="231F20"/>
                </a:solidFill>
                <a:latin typeface="Arial"/>
                <a:cs typeface="Arial"/>
              </a:rPr>
              <a:t>people</a:t>
            </a:r>
            <a:r>
              <a:rPr sz="1000" spc="20" dirty="0">
                <a:solidFill>
                  <a:srgbClr val="231F20"/>
                </a:solidFill>
                <a:latin typeface="Arial"/>
                <a:cs typeface="Arial"/>
              </a:rPr>
              <a:t> </a:t>
            </a:r>
            <a:r>
              <a:rPr sz="1000" dirty="0">
                <a:solidFill>
                  <a:srgbClr val="231F20"/>
                </a:solidFill>
                <a:latin typeface="Arial"/>
                <a:cs typeface="Arial"/>
              </a:rPr>
              <a:t>attend</a:t>
            </a:r>
            <a:r>
              <a:rPr sz="1000" spc="15" dirty="0">
                <a:solidFill>
                  <a:srgbClr val="231F20"/>
                </a:solidFill>
                <a:latin typeface="Arial"/>
                <a:cs typeface="Arial"/>
              </a:rPr>
              <a:t> </a:t>
            </a:r>
            <a:r>
              <a:rPr sz="1000" spc="-20" dirty="0">
                <a:solidFill>
                  <a:srgbClr val="231F20"/>
                </a:solidFill>
                <a:latin typeface="Arial"/>
                <a:cs typeface="Arial"/>
              </a:rPr>
              <a:t>this </a:t>
            </a:r>
            <a:r>
              <a:rPr sz="1000" spc="-10" dirty="0">
                <a:solidFill>
                  <a:srgbClr val="231F20"/>
                </a:solidFill>
                <a:latin typeface="Arial"/>
                <a:cs typeface="Arial"/>
              </a:rPr>
              <a:t>event!</a:t>
            </a:r>
            <a:endParaRPr sz="1000">
              <a:latin typeface="Arial"/>
              <a:cs typeface="Arial"/>
            </a:endParaRPr>
          </a:p>
        </p:txBody>
      </p:sp>
      <p:sp>
        <p:nvSpPr>
          <p:cNvPr id="4" name="object 4"/>
          <p:cNvSpPr/>
          <p:nvPr/>
        </p:nvSpPr>
        <p:spPr>
          <a:xfrm>
            <a:off x="457200" y="2304542"/>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object 6"/>
          <p:cNvSpPr txBox="1">
            <a:spLocks noGrp="1"/>
          </p:cNvSpPr>
          <p:nvPr>
            <p:ph type="sldNum" sz="quarter" idx="7"/>
          </p:nvPr>
        </p:nvSpPr>
        <p:spPr>
          <a:xfrm>
            <a:off x="7067294" y="9529590"/>
            <a:ext cx="2606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0</a:t>
            </a:r>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292475" cy="7073900"/>
          </a:xfrm>
          <a:prstGeom prst="rect">
            <a:avLst/>
          </a:prstGeom>
        </p:spPr>
        <p:txBody>
          <a:bodyPr vert="horz" wrap="square" lIns="0" tIns="12700" rIns="0" bIns="0" rtlCol="0">
            <a:spAutoFit/>
          </a:bodyPr>
          <a:lstStyle/>
          <a:p>
            <a:pPr marL="12700" marR="219710">
              <a:lnSpc>
                <a:spcPct val="100000"/>
              </a:lnSpc>
              <a:spcBef>
                <a:spcPts val="100"/>
              </a:spcBef>
            </a:pP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December</a:t>
            </a:r>
            <a:r>
              <a:rPr sz="1000" spc="10" dirty="0">
                <a:solidFill>
                  <a:srgbClr val="231F20"/>
                </a:solidFill>
                <a:latin typeface="Arial"/>
                <a:cs typeface="Arial"/>
              </a:rPr>
              <a:t> </a:t>
            </a:r>
            <a:r>
              <a:rPr sz="1000" spc="-70" dirty="0">
                <a:solidFill>
                  <a:srgbClr val="231F20"/>
                </a:solidFill>
                <a:latin typeface="Arial"/>
                <a:cs typeface="Arial"/>
              </a:rPr>
              <a:t>10,</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fourth</a:t>
            </a:r>
            <a:r>
              <a:rPr sz="1000" spc="10" dirty="0">
                <a:solidFill>
                  <a:srgbClr val="231F20"/>
                </a:solidFill>
                <a:latin typeface="Arial"/>
                <a:cs typeface="Arial"/>
              </a:rPr>
              <a:t> </a:t>
            </a:r>
            <a:r>
              <a:rPr sz="1000" spc="-10" dirty="0">
                <a:solidFill>
                  <a:srgbClr val="231F20"/>
                </a:solidFill>
                <a:latin typeface="Arial"/>
                <a:cs typeface="Arial"/>
              </a:rPr>
              <a:t>Annual </a:t>
            </a:r>
            <a:r>
              <a:rPr sz="1000" dirty="0">
                <a:solidFill>
                  <a:srgbClr val="231F20"/>
                </a:solidFill>
                <a:latin typeface="Arial"/>
                <a:cs typeface="Arial"/>
              </a:rPr>
              <a:t>Holiday</a:t>
            </a:r>
            <a:r>
              <a:rPr sz="1000" spc="-25" dirty="0">
                <a:solidFill>
                  <a:srgbClr val="231F20"/>
                </a:solidFill>
                <a:latin typeface="Arial"/>
                <a:cs typeface="Arial"/>
              </a:rPr>
              <a:t> </a:t>
            </a:r>
            <a:r>
              <a:rPr sz="1000" dirty="0">
                <a:solidFill>
                  <a:srgbClr val="231F20"/>
                </a:solidFill>
                <a:latin typeface="Arial"/>
                <a:cs typeface="Arial"/>
              </a:rPr>
              <a:t>Dinner</a:t>
            </a:r>
            <a:r>
              <a:rPr sz="1000" spc="-25" dirty="0">
                <a:solidFill>
                  <a:srgbClr val="231F20"/>
                </a:solidFill>
                <a:latin typeface="Arial"/>
                <a:cs typeface="Arial"/>
              </a:rPr>
              <a:t> </a:t>
            </a:r>
            <a:r>
              <a:rPr sz="1000" dirty="0">
                <a:solidFill>
                  <a:srgbClr val="231F20"/>
                </a:solidFill>
                <a:latin typeface="Arial"/>
                <a:cs typeface="Arial"/>
              </a:rPr>
              <a:t>Dance</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an</a:t>
            </a:r>
            <a:r>
              <a:rPr sz="1000" spc="-25" dirty="0">
                <a:solidFill>
                  <a:srgbClr val="231F20"/>
                </a:solidFill>
                <a:latin typeface="Arial"/>
                <a:cs typeface="Arial"/>
              </a:rPr>
              <a:t> </a:t>
            </a:r>
            <a:r>
              <a:rPr sz="1000" dirty="0">
                <a:solidFill>
                  <a:srgbClr val="231F20"/>
                </a:solidFill>
                <a:latin typeface="Arial"/>
                <a:cs typeface="Arial"/>
              </a:rPr>
              <a:t>African</a:t>
            </a:r>
            <a:r>
              <a:rPr sz="1000" spc="-25" dirty="0">
                <a:solidFill>
                  <a:srgbClr val="231F20"/>
                </a:solidFill>
                <a:latin typeface="Arial"/>
                <a:cs typeface="Arial"/>
              </a:rPr>
              <a:t> </a:t>
            </a:r>
            <a:r>
              <a:rPr sz="1000" spc="-10" dirty="0">
                <a:solidFill>
                  <a:srgbClr val="231F20"/>
                </a:solidFill>
                <a:latin typeface="Arial"/>
                <a:cs typeface="Arial"/>
              </a:rPr>
              <a:t>Royalty</a:t>
            </a:r>
            <a:r>
              <a:rPr sz="1000" spc="-25" dirty="0">
                <a:solidFill>
                  <a:srgbClr val="231F20"/>
                </a:solidFill>
                <a:latin typeface="Arial"/>
                <a:cs typeface="Arial"/>
              </a:rPr>
              <a:t> </a:t>
            </a:r>
            <a:r>
              <a:rPr sz="1000" spc="-10" dirty="0">
                <a:solidFill>
                  <a:srgbClr val="231F20"/>
                </a:solidFill>
                <a:latin typeface="Arial"/>
                <a:cs typeface="Arial"/>
              </a:rPr>
              <a:t>theme. </a:t>
            </a:r>
            <a:r>
              <a:rPr sz="1000" spc="-20" dirty="0">
                <a:solidFill>
                  <a:srgbClr val="231F20"/>
                </a:solidFill>
                <a:latin typeface="Arial"/>
                <a:cs typeface="Arial"/>
              </a:rPr>
              <a:t>Moms,</a:t>
            </a:r>
            <a:r>
              <a:rPr sz="1000" spc="-5" dirty="0">
                <a:solidFill>
                  <a:srgbClr val="231F20"/>
                </a:solidFill>
                <a:latin typeface="Arial"/>
                <a:cs typeface="Arial"/>
              </a:rPr>
              <a:t> </a:t>
            </a:r>
            <a:r>
              <a:rPr sz="1000" spc="-10" dirty="0">
                <a:solidFill>
                  <a:srgbClr val="231F20"/>
                </a:solidFill>
                <a:latin typeface="Arial"/>
                <a:cs typeface="Arial"/>
              </a:rPr>
              <a:t>Dads</a:t>
            </a:r>
            <a:r>
              <a:rPr sz="1000" dirty="0">
                <a:solidFill>
                  <a:srgbClr val="231F20"/>
                </a:solidFill>
                <a:latin typeface="Arial"/>
                <a:cs typeface="Arial"/>
              </a:rPr>
              <a:t> and kids</a:t>
            </a:r>
            <a:r>
              <a:rPr sz="1000" spc="-5" dirty="0">
                <a:solidFill>
                  <a:srgbClr val="231F20"/>
                </a:solidFill>
                <a:latin typeface="Arial"/>
                <a:cs typeface="Arial"/>
              </a:rPr>
              <a:t> </a:t>
            </a:r>
            <a:r>
              <a:rPr sz="1000" dirty="0">
                <a:solidFill>
                  <a:srgbClr val="231F20"/>
                </a:solidFill>
                <a:latin typeface="Arial"/>
                <a:cs typeface="Arial"/>
              </a:rPr>
              <a:t>danced the night </a:t>
            </a:r>
            <a:r>
              <a:rPr sz="1000" spc="-30" dirty="0">
                <a:solidFill>
                  <a:srgbClr val="231F20"/>
                </a:solidFill>
                <a:latin typeface="Arial"/>
                <a:cs typeface="Arial"/>
              </a:rPr>
              <a:t>away.</a:t>
            </a:r>
            <a:r>
              <a:rPr sz="1000" spc="-5" dirty="0">
                <a:solidFill>
                  <a:srgbClr val="231F20"/>
                </a:solidFill>
                <a:latin typeface="Arial"/>
                <a:cs typeface="Arial"/>
              </a:rPr>
              <a:t> </a:t>
            </a:r>
            <a:r>
              <a:rPr sz="1000" spc="-20" dirty="0">
                <a:solidFill>
                  <a:srgbClr val="231F20"/>
                </a:solidFill>
                <a:latin typeface="Arial"/>
                <a:cs typeface="Arial"/>
              </a:rPr>
              <a:t>Jack</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Jillers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age groups</a:t>
            </a:r>
            <a:r>
              <a:rPr sz="1000" spc="-5" dirty="0">
                <a:solidFill>
                  <a:srgbClr val="231F20"/>
                </a:solidFill>
                <a:latin typeface="Arial"/>
                <a:cs typeface="Arial"/>
              </a:rPr>
              <a:t> </a:t>
            </a:r>
            <a:r>
              <a:rPr sz="1000" dirty="0">
                <a:solidFill>
                  <a:srgbClr val="231F20"/>
                </a:solidFill>
                <a:latin typeface="Arial"/>
                <a:cs typeface="Arial"/>
              </a:rPr>
              <a:t>provided</a:t>
            </a:r>
            <a:r>
              <a:rPr sz="1000" spc="-5" dirty="0">
                <a:solidFill>
                  <a:srgbClr val="231F20"/>
                </a:solidFill>
                <a:latin typeface="Arial"/>
                <a:cs typeface="Arial"/>
              </a:rPr>
              <a:t> </a:t>
            </a:r>
            <a:r>
              <a:rPr sz="1000" spc="-10" dirty="0">
                <a:solidFill>
                  <a:srgbClr val="231F20"/>
                </a:solidFill>
                <a:latin typeface="Arial"/>
                <a:cs typeface="Arial"/>
              </a:rPr>
              <a:t>entertainment </a:t>
            </a:r>
            <a:r>
              <a:rPr sz="1000" dirty="0">
                <a:solidFill>
                  <a:srgbClr val="231F20"/>
                </a:solidFill>
                <a:latin typeface="Arial"/>
                <a:cs typeface="Arial"/>
              </a:rPr>
              <a:t>highlighting</a:t>
            </a:r>
            <a:r>
              <a:rPr sz="1000" spc="10" dirty="0">
                <a:solidFill>
                  <a:srgbClr val="231F20"/>
                </a:solidFill>
                <a:latin typeface="Arial"/>
                <a:cs typeface="Arial"/>
              </a:rPr>
              <a:t> </a:t>
            </a:r>
            <a:r>
              <a:rPr sz="1000" dirty="0">
                <a:solidFill>
                  <a:srgbClr val="231F20"/>
                </a:solidFill>
                <a:latin typeface="Arial"/>
                <a:cs typeface="Arial"/>
              </a:rPr>
              <a:t>each</a:t>
            </a:r>
            <a:r>
              <a:rPr sz="1000" spc="15" dirty="0">
                <a:solidFill>
                  <a:srgbClr val="231F20"/>
                </a:solidFill>
                <a:latin typeface="Arial"/>
                <a:cs typeface="Arial"/>
              </a:rPr>
              <a:t> </a:t>
            </a:r>
            <a:r>
              <a:rPr sz="1000" dirty="0">
                <a:solidFill>
                  <a:srgbClr val="231F20"/>
                </a:solidFill>
                <a:latin typeface="Arial"/>
                <a:cs typeface="Arial"/>
              </a:rPr>
              <a:t>child’s</a:t>
            </a:r>
            <a:r>
              <a:rPr sz="1000" spc="10" dirty="0">
                <a:solidFill>
                  <a:srgbClr val="231F20"/>
                </a:solidFill>
                <a:latin typeface="Arial"/>
                <a:cs typeface="Arial"/>
              </a:rPr>
              <a:t> </a:t>
            </a:r>
            <a:r>
              <a:rPr sz="1000" dirty="0">
                <a:solidFill>
                  <a:srgbClr val="231F20"/>
                </a:solidFill>
                <a:latin typeface="Arial"/>
                <a:cs typeface="Arial"/>
              </a:rPr>
              <a:t>individual</a:t>
            </a:r>
            <a:r>
              <a:rPr sz="1000" spc="15" dirty="0">
                <a:solidFill>
                  <a:srgbClr val="231F20"/>
                </a:solidFill>
                <a:latin typeface="Arial"/>
                <a:cs typeface="Arial"/>
              </a:rPr>
              <a:t> </a:t>
            </a:r>
            <a:r>
              <a:rPr sz="1000" dirty="0">
                <a:solidFill>
                  <a:srgbClr val="231F20"/>
                </a:solidFill>
                <a:latin typeface="Arial"/>
                <a:cs typeface="Arial"/>
              </a:rPr>
              <a:t>talent.</a:t>
            </a:r>
            <a:r>
              <a:rPr sz="1000" spc="15" dirty="0">
                <a:solidFill>
                  <a:srgbClr val="231F20"/>
                </a:solidFill>
                <a:latin typeface="Arial"/>
                <a:cs typeface="Arial"/>
              </a:rPr>
              <a:t> </a:t>
            </a: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spc="-20" dirty="0">
                <a:solidFill>
                  <a:srgbClr val="231F20"/>
                </a:solidFill>
                <a:latin typeface="Arial"/>
                <a:cs typeface="Arial"/>
              </a:rPr>
              <a:t>kids </a:t>
            </a:r>
            <a:r>
              <a:rPr sz="1000" dirty="0">
                <a:solidFill>
                  <a:srgbClr val="231F20"/>
                </a:solidFill>
                <a:latin typeface="Arial"/>
                <a:cs typeface="Arial"/>
              </a:rPr>
              <a:t>sing,</a:t>
            </a:r>
            <a:r>
              <a:rPr sz="1000" spc="-30" dirty="0">
                <a:solidFill>
                  <a:srgbClr val="231F20"/>
                </a:solidFill>
                <a:latin typeface="Arial"/>
                <a:cs typeface="Arial"/>
              </a:rPr>
              <a:t> </a:t>
            </a:r>
            <a:r>
              <a:rPr sz="1000" dirty="0">
                <a:solidFill>
                  <a:srgbClr val="231F20"/>
                </a:solidFill>
                <a:latin typeface="Arial"/>
                <a:cs typeface="Arial"/>
              </a:rPr>
              <a:t>dance</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read</a:t>
            </a:r>
            <a:r>
              <a:rPr sz="1000" spc="-30" dirty="0">
                <a:solidFill>
                  <a:srgbClr val="231F20"/>
                </a:solidFill>
                <a:latin typeface="Arial"/>
                <a:cs typeface="Arial"/>
              </a:rPr>
              <a:t> </a:t>
            </a:r>
            <a:r>
              <a:rPr sz="1000" dirty="0">
                <a:solidFill>
                  <a:srgbClr val="231F20"/>
                </a:solidFill>
                <a:latin typeface="Arial"/>
                <a:cs typeface="Arial"/>
              </a:rPr>
              <a:t>poems.</a:t>
            </a:r>
            <a:r>
              <a:rPr sz="1000" spc="-30" dirty="0">
                <a:solidFill>
                  <a:srgbClr val="231F20"/>
                </a:solidFill>
                <a:latin typeface="Arial"/>
                <a:cs typeface="Arial"/>
              </a:rPr>
              <a:t> </a:t>
            </a:r>
            <a:r>
              <a:rPr sz="1000" dirty="0">
                <a:solidFill>
                  <a:srgbClr val="231F20"/>
                </a:solidFill>
                <a:latin typeface="Arial"/>
                <a:cs typeface="Arial"/>
              </a:rPr>
              <a:t>Graduating</a:t>
            </a:r>
            <a:r>
              <a:rPr sz="1000" spc="-25" dirty="0">
                <a:solidFill>
                  <a:srgbClr val="231F20"/>
                </a:solidFill>
                <a:latin typeface="Arial"/>
                <a:cs typeface="Arial"/>
              </a:rPr>
              <a:t> </a:t>
            </a:r>
            <a:r>
              <a:rPr sz="1000" dirty="0">
                <a:solidFill>
                  <a:srgbClr val="231F20"/>
                </a:solidFill>
                <a:latin typeface="Arial"/>
                <a:cs typeface="Arial"/>
              </a:rPr>
              <a:t>Senior</a:t>
            </a:r>
            <a:r>
              <a:rPr sz="1000" spc="-30" dirty="0">
                <a:solidFill>
                  <a:srgbClr val="231F20"/>
                </a:solidFill>
                <a:latin typeface="Arial"/>
                <a:cs typeface="Arial"/>
              </a:rPr>
              <a:t> </a:t>
            </a:r>
            <a:r>
              <a:rPr sz="1000" spc="-20" dirty="0">
                <a:solidFill>
                  <a:srgbClr val="231F20"/>
                </a:solidFill>
                <a:latin typeface="Arial"/>
                <a:cs typeface="Arial"/>
              </a:rPr>
              <a:t>Teens</a:t>
            </a:r>
            <a:endParaRPr sz="1000">
              <a:latin typeface="Arial"/>
              <a:cs typeface="Arial"/>
            </a:endParaRPr>
          </a:p>
          <a:p>
            <a:pPr marL="12700" marR="123189">
              <a:lnSpc>
                <a:spcPct val="100000"/>
              </a:lnSpc>
            </a:pP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celebrated</a:t>
            </a:r>
            <a:r>
              <a:rPr sz="1000" spc="-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parents</a:t>
            </a:r>
            <a:r>
              <a:rPr sz="1000" spc="-10" dirty="0">
                <a:solidFill>
                  <a:srgbClr val="231F20"/>
                </a:solidFill>
                <a:latin typeface="Arial"/>
                <a:cs typeface="Arial"/>
              </a:rPr>
              <a:t> </a:t>
            </a:r>
            <a:r>
              <a:rPr sz="1000" dirty="0">
                <a:solidFill>
                  <a:srgbClr val="231F20"/>
                </a:solidFill>
                <a:latin typeface="Arial"/>
                <a:cs typeface="Arial"/>
              </a:rPr>
              <a:t>came</a:t>
            </a:r>
            <a:r>
              <a:rPr sz="1000" spc="-5" dirty="0">
                <a:solidFill>
                  <a:srgbClr val="231F20"/>
                </a:solidFill>
                <a:latin typeface="Arial"/>
                <a:cs typeface="Arial"/>
              </a:rPr>
              <a:t> </a:t>
            </a:r>
            <a:r>
              <a:rPr sz="1000" spc="-10" dirty="0">
                <a:solidFill>
                  <a:srgbClr val="231F20"/>
                </a:solidFill>
                <a:latin typeface="Arial"/>
                <a:cs typeface="Arial"/>
              </a:rPr>
              <a:t>forward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share</a:t>
            </a:r>
            <a:r>
              <a:rPr sz="1000" dirty="0">
                <a:solidFill>
                  <a:srgbClr val="231F20"/>
                </a:solidFill>
                <a:latin typeface="Arial"/>
                <a:cs typeface="Arial"/>
              </a:rPr>
              <a:t> how Jack</a:t>
            </a:r>
            <a:r>
              <a:rPr sz="1000" spc="-5" dirty="0">
                <a:solidFill>
                  <a:srgbClr val="231F20"/>
                </a:solidFill>
                <a:latin typeface="Arial"/>
                <a:cs typeface="Arial"/>
              </a:rPr>
              <a:t> </a:t>
            </a:r>
            <a:r>
              <a:rPr sz="1000" dirty="0">
                <a:solidFill>
                  <a:srgbClr val="231F20"/>
                </a:solidFill>
                <a:latin typeface="Arial"/>
                <a:cs typeface="Arial"/>
              </a:rPr>
              <a:t>and Jill Montgomery</a:t>
            </a:r>
            <a:r>
              <a:rPr sz="1000" spc="-5" dirty="0">
                <a:solidFill>
                  <a:srgbClr val="231F20"/>
                </a:solidFill>
                <a:latin typeface="Arial"/>
                <a:cs typeface="Arial"/>
              </a:rPr>
              <a:t> </a:t>
            </a:r>
            <a:r>
              <a:rPr sz="1000" dirty="0">
                <a:solidFill>
                  <a:srgbClr val="231F20"/>
                </a:solidFill>
                <a:latin typeface="Arial"/>
                <a:cs typeface="Arial"/>
              </a:rPr>
              <a:t>County </a:t>
            </a:r>
            <a:r>
              <a:rPr sz="1000" spc="-25" dirty="0">
                <a:solidFill>
                  <a:srgbClr val="231F20"/>
                </a:solidFill>
                <a:latin typeface="Arial"/>
                <a:cs typeface="Arial"/>
              </a:rPr>
              <a:t>had </a:t>
            </a:r>
            <a:r>
              <a:rPr sz="1000" dirty="0">
                <a:solidFill>
                  <a:srgbClr val="231F20"/>
                </a:solidFill>
                <a:latin typeface="Arial"/>
                <a:cs typeface="Arial"/>
              </a:rPr>
              <a:t>shaped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lives.</a:t>
            </a:r>
            <a:endParaRPr sz="1000">
              <a:latin typeface="Arial"/>
              <a:cs typeface="Arial"/>
            </a:endParaRPr>
          </a:p>
          <a:p>
            <a:pPr marL="12700" marR="12382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filled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members </a:t>
            </a:r>
            <a:r>
              <a:rPr sz="1000" dirty="0">
                <a:solidFill>
                  <a:srgbClr val="231F20"/>
                </a:solidFill>
                <a:latin typeface="Arial"/>
                <a:cs typeface="Arial"/>
              </a:rPr>
              <a:t>awaited</a:t>
            </a:r>
            <a:r>
              <a:rPr sz="1000" spc="15" dirty="0">
                <a:solidFill>
                  <a:srgbClr val="231F20"/>
                </a:solidFill>
                <a:latin typeface="Arial"/>
                <a:cs typeface="Arial"/>
              </a:rPr>
              <a:t> </a:t>
            </a:r>
            <a:r>
              <a:rPr sz="1000" dirty="0">
                <a:solidFill>
                  <a:srgbClr val="231F20"/>
                </a:solidFill>
                <a:latin typeface="Arial"/>
                <a:cs typeface="Arial"/>
              </a:rPr>
              <a:t>another</a:t>
            </a:r>
            <a:r>
              <a:rPr sz="1000" spc="15" dirty="0">
                <a:solidFill>
                  <a:srgbClr val="231F20"/>
                </a:solidFill>
                <a:latin typeface="Arial"/>
                <a:cs typeface="Arial"/>
              </a:rPr>
              <a:t> </a:t>
            </a:r>
            <a:r>
              <a:rPr sz="1000" dirty="0">
                <a:solidFill>
                  <a:srgbClr val="231F20"/>
                </a:solidFill>
                <a:latin typeface="Arial"/>
                <a:cs typeface="Arial"/>
              </a:rPr>
              <a:t>outstanding</a:t>
            </a:r>
            <a:r>
              <a:rPr sz="1000" spc="15"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10" dirty="0">
                <a:solidFill>
                  <a:srgbClr val="231F20"/>
                </a:solidFill>
                <a:latin typeface="Arial"/>
                <a:cs typeface="Arial"/>
              </a:rPr>
              <a:t>programming!</a:t>
            </a:r>
            <a:endParaRPr sz="1000">
              <a:latin typeface="Arial"/>
              <a:cs typeface="Arial"/>
            </a:endParaRPr>
          </a:p>
          <a:p>
            <a:pPr marL="12700" marR="15367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 organized a selective college </a:t>
            </a:r>
            <a:r>
              <a:rPr sz="1000" spc="-10" dirty="0">
                <a:solidFill>
                  <a:srgbClr val="231F20"/>
                </a:solidFill>
                <a:latin typeface="Arial"/>
                <a:cs typeface="Arial"/>
              </a:rPr>
              <a:t>admission </a:t>
            </a:r>
            <a:r>
              <a:rPr sz="1000" dirty="0">
                <a:solidFill>
                  <a:srgbClr val="231F20"/>
                </a:solidFill>
                <a:latin typeface="Arial"/>
                <a:cs typeface="Arial"/>
              </a:rPr>
              <a:t>workshop</a:t>
            </a:r>
            <a:r>
              <a:rPr sz="1000" spc="-5" dirty="0">
                <a:solidFill>
                  <a:srgbClr val="231F20"/>
                </a:solidFill>
                <a:latin typeface="Arial"/>
                <a:cs typeface="Arial"/>
              </a:rPr>
              <a:t> </a:t>
            </a:r>
            <a:r>
              <a:rPr sz="1000" dirty="0">
                <a:solidFill>
                  <a:srgbClr val="231F20"/>
                </a:solidFill>
                <a:latin typeface="Arial"/>
                <a:cs typeface="Arial"/>
              </a:rPr>
              <a:t>in </a:t>
            </a:r>
            <a:r>
              <a:rPr sz="1000" spc="-10" dirty="0">
                <a:solidFill>
                  <a:srgbClr val="231F20"/>
                </a:solidFill>
                <a:latin typeface="Arial"/>
                <a:cs typeface="Arial"/>
              </a:rPr>
              <a:t>September.</a:t>
            </a:r>
            <a:r>
              <a:rPr sz="1000" spc="-5" dirty="0">
                <a:solidFill>
                  <a:srgbClr val="231F20"/>
                </a:solidFill>
                <a:latin typeface="Arial"/>
                <a:cs typeface="Arial"/>
              </a:rPr>
              <a:t> </a:t>
            </a:r>
            <a:r>
              <a:rPr sz="1000" dirty="0">
                <a:solidFill>
                  <a:srgbClr val="231F20"/>
                </a:solidFill>
                <a:latin typeface="Arial"/>
                <a:cs typeface="Arial"/>
              </a:rPr>
              <a:t>The workshop was</a:t>
            </a:r>
            <a:r>
              <a:rPr sz="1000" spc="-5" dirty="0">
                <a:solidFill>
                  <a:srgbClr val="231F20"/>
                </a:solidFill>
                <a:latin typeface="Arial"/>
                <a:cs typeface="Arial"/>
              </a:rPr>
              <a:t> </a:t>
            </a:r>
            <a:r>
              <a:rPr sz="1000" spc="-10" dirty="0">
                <a:solidFill>
                  <a:srgbClr val="231F20"/>
                </a:solidFill>
                <a:latin typeface="Arial"/>
                <a:cs typeface="Arial"/>
              </a:rPr>
              <a:t>attended</a:t>
            </a:r>
            <a:r>
              <a:rPr sz="1000" spc="50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approximately</a:t>
            </a:r>
            <a:r>
              <a:rPr sz="1000" spc="-15" dirty="0">
                <a:solidFill>
                  <a:srgbClr val="231F20"/>
                </a:solidFill>
                <a:latin typeface="Arial"/>
                <a:cs typeface="Arial"/>
              </a:rPr>
              <a:t> </a:t>
            </a:r>
            <a:r>
              <a:rPr sz="1000" spc="50" dirty="0">
                <a:solidFill>
                  <a:srgbClr val="231F20"/>
                </a:solidFill>
                <a:latin typeface="Arial"/>
                <a:cs typeface="Arial"/>
              </a:rPr>
              <a:t>300</a:t>
            </a:r>
            <a:r>
              <a:rPr sz="1000" spc="-15" dirty="0">
                <a:solidFill>
                  <a:srgbClr val="231F20"/>
                </a:solidFill>
                <a:latin typeface="Arial"/>
                <a:cs typeface="Arial"/>
              </a:rPr>
              <a:t>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moms.</a:t>
            </a:r>
            <a:r>
              <a:rPr sz="1000" spc="-15" dirty="0">
                <a:solidFill>
                  <a:srgbClr val="231F20"/>
                </a:solidFill>
                <a:latin typeface="Arial"/>
                <a:cs typeface="Arial"/>
              </a:rPr>
              <a:t> </a:t>
            </a:r>
            <a:r>
              <a:rPr sz="1000" spc="-10" dirty="0">
                <a:solidFill>
                  <a:srgbClr val="231F20"/>
                </a:solidFill>
                <a:latin typeface="Arial"/>
                <a:cs typeface="Arial"/>
              </a:rPr>
              <a:t>Admissions </a:t>
            </a:r>
            <a:r>
              <a:rPr sz="1000" dirty="0">
                <a:solidFill>
                  <a:srgbClr val="231F20"/>
                </a:solidFill>
                <a:latin typeface="Arial"/>
                <a:cs typeface="Arial"/>
              </a:rPr>
              <a:t>directors</a:t>
            </a:r>
            <a:r>
              <a:rPr sz="1000" spc="-20" dirty="0">
                <a:solidFill>
                  <a:srgbClr val="231F20"/>
                </a:solidFill>
                <a:latin typeface="Arial"/>
                <a:cs typeface="Arial"/>
              </a:rPr>
              <a:t> </a:t>
            </a:r>
            <a:r>
              <a:rPr sz="1000" dirty="0">
                <a:solidFill>
                  <a:srgbClr val="231F20"/>
                </a:solidFill>
                <a:latin typeface="Arial"/>
                <a:cs typeface="Arial"/>
              </a:rPr>
              <a:t>from</a:t>
            </a:r>
            <a:r>
              <a:rPr sz="1000" spc="-20" dirty="0">
                <a:solidFill>
                  <a:srgbClr val="231F20"/>
                </a:solidFill>
                <a:latin typeface="Arial"/>
                <a:cs typeface="Arial"/>
              </a:rPr>
              <a:t> </a:t>
            </a:r>
            <a:r>
              <a:rPr sz="1000" spc="-60" dirty="0">
                <a:solidFill>
                  <a:srgbClr val="231F20"/>
                </a:solidFill>
                <a:latin typeface="Arial"/>
                <a:cs typeface="Arial"/>
              </a:rPr>
              <a:t>MIT,</a:t>
            </a:r>
            <a:r>
              <a:rPr sz="1000" spc="-20" dirty="0">
                <a:solidFill>
                  <a:srgbClr val="231F20"/>
                </a:solidFill>
                <a:latin typeface="Arial"/>
                <a:cs typeface="Arial"/>
              </a:rPr>
              <a:t> </a:t>
            </a:r>
            <a:r>
              <a:rPr sz="1000" dirty="0">
                <a:solidFill>
                  <a:srgbClr val="231F20"/>
                </a:solidFill>
                <a:latin typeface="Arial"/>
                <a:cs typeface="Arial"/>
              </a:rPr>
              <a:t>Wofford</a:t>
            </a:r>
            <a:r>
              <a:rPr sz="1000" spc="-15" dirty="0">
                <a:solidFill>
                  <a:srgbClr val="231F20"/>
                </a:solidFill>
                <a:latin typeface="Arial"/>
                <a:cs typeface="Arial"/>
              </a:rPr>
              <a:t> </a:t>
            </a:r>
            <a:r>
              <a:rPr sz="1000" dirty="0">
                <a:solidFill>
                  <a:srgbClr val="231F20"/>
                </a:solidFill>
                <a:latin typeface="Arial"/>
                <a:cs typeface="Arial"/>
              </a:rPr>
              <a:t>College,</a:t>
            </a:r>
            <a:r>
              <a:rPr sz="1000" spc="-20" dirty="0">
                <a:solidFill>
                  <a:srgbClr val="231F20"/>
                </a:solidFill>
                <a:latin typeface="Arial"/>
                <a:cs typeface="Arial"/>
              </a:rPr>
              <a:t> </a:t>
            </a:r>
            <a:r>
              <a:rPr sz="1000" dirty="0">
                <a:solidFill>
                  <a:srgbClr val="231F20"/>
                </a:solidFill>
                <a:latin typeface="Arial"/>
                <a:cs typeface="Arial"/>
              </a:rPr>
              <a:t>Hampton,</a:t>
            </a:r>
            <a:r>
              <a:rPr sz="1000" spc="-20" dirty="0">
                <a:solidFill>
                  <a:srgbClr val="231F20"/>
                </a:solidFill>
                <a:latin typeface="Arial"/>
                <a:cs typeface="Arial"/>
              </a:rPr>
              <a:t> </a:t>
            </a:r>
            <a:r>
              <a:rPr sz="1000" spc="-10" dirty="0">
                <a:solidFill>
                  <a:srgbClr val="231F20"/>
                </a:solidFill>
                <a:latin typeface="Arial"/>
                <a:cs typeface="Arial"/>
              </a:rPr>
              <a:t>Emory, </a:t>
            </a:r>
            <a:r>
              <a:rPr sz="1000" dirty="0">
                <a:solidFill>
                  <a:srgbClr val="231F20"/>
                </a:solidFill>
                <a:latin typeface="Arial"/>
                <a:cs typeface="Arial"/>
              </a:rPr>
              <a:t>Dickinson,</a:t>
            </a:r>
            <a:r>
              <a:rPr sz="1000" spc="-45" dirty="0">
                <a:solidFill>
                  <a:srgbClr val="231F20"/>
                </a:solidFill>
                <a:latin typeface="Arial"/>
                <a:cs typeface="Arial"/>
              </a:rPr>
              <a:t> </a:t>
            </a:r>
            <a:r>
              <a:rPr sz="1000" dirty="0">
                <a:solidFill>
                  <a:srgbClr val="231F20"/>
                </a:solidFill>
                <a:latin typeface="Arial"/>
                <a:cs typeface="Arial"/>
              </a:rPr>
              <a:t>Brown,</a:t>
            </a:r>
            <a:r>
              <a:rPr sz="1000" spc="-40" dirty="0">
                <a:solidFill>
                  <a:srgbClr val="231F20"/>
                </a:solidFill>
                <a:latin typeface="Arial"/>
                <a:cs typeface="Arial"/>
              </a:rPr>
              <a:t> </a:t>
            </a:r>
            <a:r>
              <a:rPr sz="1000" dirty="0">
                <a:solidFill>
                  <a:srgbClr val="231F20"/>
                </a:solidFill>
                <a:latin typeface="Arial"/>
                <a:cs typeface="Arial"/>
              </a:rPr>
              <a:t>Johns</a:t>
            </a:r>
            <a:r>
              <a:rPr sz="1000" spc="-40" dirty="0">
                <a:solidFill>
                  <a:srgbClr val="231F20"/>
                </a:solidFill>
                <a:latin typeface="Arial"/>
                <a:cs typeface="Arial"/>
              </a:rPr>
              <a:t> </a:t>
            </a:r>
            <a:r>
              <a:rPr sz="1000" dirty="0">
                <a:solidFill>
                  <a:srgbClr val="231F20"/>
                </a:solidFill>
                <a:latin typeface="Arial"/>
                <a:cs typeface="Arial"/>
              </a:rPr>
              <a:t>Hopkins,</a:t>
            </a:r>
            <a:r>
              <a:rPr sz="1000" spc="-40" dirty="0">
                <a:solidFill>
                  <a:srgbClr val="231F20"/>
                </a:solidFill>
                <a:latin typeface="Arial"/>
                <a:cs typeface="Arial"/>
              </a:rPr>
              <a:t> </a:t>
            </a:r>
            <a:r>
              <a:rPr sz="1000" spc="-20" dirty="0">
                <a:solidFill>
                  <a:srgbClr val="231F20"/>
                </a:solidFill>
                <a:latin typeface="Arial"/>
                <a:cs typeface="Arial"/>
              </a:rPr>
              <a:t>Pomona,</a:t>
            </a:r>
            <a:r>
              <a:rPr sz="1000" spc="-40" dirty="0">
                <a:solidFill>
                  <a:srgbClr val="231F20"/>
                </a:solidFill>
                <a:latin typeface="Arial"/>
                <a:cs typeface="Arial"/>
              </a:rPr>
              <a:t> </a:t>
            </a:r>
            <a:r>
              <a:rPr sz="1000" spc="-10" dirty="0">
                <a:solidFill>
                  <a:srgbClr val="231F20"/>
                </a:solidFill>
                <a:latin typeface="Arial"/>
                <a:cs typeface="Arial"/>
              </a:rPr>
              <a:t>University</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Virginia and the University of Maryland </a:t>
            </a:r>
            <a:r>
              <a:rPr sz="1000" spc="-10" dirty="0">
                <a:solidFill>
                  <a:srgbClr val="231F20"/>
                </a:solidFill>
                <a:latin typeface="Arial"/>
                <a:cs typeface="Arial"/>
              </a:rPr>
              <a:t>participated.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continued</a:t>
            </a:r>
            <a:r>
              <a:rPr sz="1000" spc="15" dirty="0">
                <a:solidFill>
                  <a:srgbClr val="231F20"/>
                </a:solidFill>
                <a:latin typeface="Arial"/>
                <a:cs typeface="Arial"/>
              </a:rPr>
              <a:t> </a:t>
            </a:r>
            <a:r>
              <a:rPr sz="1000" dirty="0">
                <a:solidFill>
                  <a:srgbClr val="231F20"/>
                </a:solidFill>
                <a:latin typeface="Arial"/>
                <a:cs typeface="Arial"/>
              </a:rPr>
              <a:t>its</a:t>
            </a:r>
            <a:r>
              <a:rPr sz="1000" spc="15" dirty="0">
                <a:solidFill>
                  <a:srgbClr val="231F20"/>
                </a:solidFill>
                <a:latin typeface="Arial"/>
                <a:cs typeface="Arial"/>
              </a:rPr>
              <a:t> </a:t>
            </a:r>
            <a:r>
              <a:rPr sz="1000" dirty="0">
                <a:solidFill>
                  <a:srgbClr val="231F20"/>
                </a:solidFill>
                <a:latin typeface="Arial"/>
                <a:cs typeface="Arial"/>
              </a:rPr>
              <a:t>partnership</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March</a:t>
            </a:r>
            <a:r>
              <a:rPr sz="1000" spc="15"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5080">
              <a:lnSpc>
                <a:spcPct val="100000"/>
              </a:lnSpc>
            </a:pPr>
            <a:r>
              <a:rPr sz="1000" spc="-10" dirty="0">
                <a:solidFill>
                  <a:srgbClr val="231F20"/>
                </a:solidFill>
                <a:latin typeface="Arial"/>
                <a:cs typeface="Arial"/>
              </a:rPr>
              <a:t>Dimes</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spc="-20" dirty="0">
                <a:solidFill>
                  <a:srgbClr val="231F20"/>
                </a:solidFill>
                <a:latin typeface="Arial"/>
                <a:cs typeface="Arial"/>
              </a:rPr>
              <a:t>Walk</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Babies</a:t>
            </a:r>
            <a:r>
              <a:rPr sz="1000" spc="-10" dirty="0">
                <a:solidFill>
                  <a:srgbClr val="231F20"/>
                </a:solidFill>
                <a:latin typeface="Arial"/>
                <a:cs typeface="Arial"/>
              </a:rPr>
              <a:t> </a:t>
            </a:r>
            <a:r>
              <a:rPr sz="1000" spc="-20" dirty="0">
                <a:solidFill>
                  <a:srgbClr val="231F20"/>
                </a:solidFill>
                <a:latin typeface="Arial"/>
                <a:cs typeface="Arial"/>
              </a:rPr>
              <a:t>event </a:t>
            </a:r>
            <a:r>
              <a:rPr sz="1000" dirty="0">
                <a:solidFill>
                  <a:srgbClr val="231F20"/>
                </a:solidFill>
                <a:latin typeface="Arial"/>
                <a:cs typeface="Arial"/>
              </a:rPr>
              <a:t>in April.</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spc="-65" dirty="0">
                <a:solidFill>
                  <a:srgbClr val="231F20"/>
                </a:solidFill>
                <a:latin typeface="Arial"/>
                <a:cs typeface="Arial"/>
              </a:rPr>
              <a:t>2017,</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adopted</a:t>
            </a:r>
            <a:r>
              <a:rPr sz="1000" spc="5" dirty="0">
                <a:solidFill>
                  <a:srgbClr val="231F20"/>
                </a:solidFill>
                <a:latin typeface="Arial"/>
                <a:cs typeface="Arial"/>
              </a:rPr>
              <a:t> </a:t>
            </a:r>
            <a:r>
              <a:rPr sz="1000" spc="-10" dirty="0">
                <a:solidFill>
                  <a:srgbClr val="231F20"/>
                </a:solidFill>
                <a:latin typeface="Arial"/>
                <a:cs typeface="Arial"/>
              </a:rPr>
              <a:t>families</a:t>
            </a:r>
            <a:r>
              <a:rPr sz="1000" spc="50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holidays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partnership</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Stepping</a:t>
            </a:r>
            <a:r>
              <a:rPr sz="1000" spc="15" dirty="0">
                <a:solidFill>
                  <a:srgbClr val="231F20"/>
                </a:solidFill>
                <a:latin typeface="Arial"/>
                <a:cs typeface="Arial"/>
              </a:rPr>
              <a:t> </a:t>
            </a:r>
            <a:r>
              <a:rPr sz="1000" spc="-10" dirty="0">
                <a:solidFill>
                  <a:srgbClr val="231F20"/>
                </a:solidFill>
                <a:latin typeface="Arial"/>
                <a:cs typeface="Arial"/>
              </a:rPr>
              <a:t>Stones </a:t>
            </a:r>
            <a:r>
              <a:rPr sz="1000" dirty="0">
                <a:solidFill>
                  <a:srgbClr val="231F20"/>
                </a:solidFill>
                <a:latin typeface="Arial"/>
                <a:cs typeface="Arial"/>
              </a:rPr>
              <a:t>shelter</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address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impact</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poverty</a:t>
            </a:r>
            <a:r>
              <a:rPr sz="1000" spc="10" dirty="0">
                <a:solidFill>
                  <a:srgbClr val="231F20"/>
                </a:solidFill>
                <a:latin typeface="Arial"/>
                <a:cs typeface="Arial"/>
              </a:rPr>
              <a:t> </a:t>
            </a:r>
            <a:r>
              <a:rPr sz="1000" dirty="0">
                <a:solidFill>
                  <a:srgbClr val="231F20"/>
                </a:solidFill>
                <a:latin typeface="Arial"/>
                <a:cs typeface="Arial"/>
              </a:rPr>
              <a:t>among</a:t>
            </a:r>
            <a:r>
              <a:rPr sz="1000" spc="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and</a:t>
            </a:r>
            <a:r>
              <a:rPr sz="1000" spc="-10" dirty="0">
                <a:solidFill>
                  <a:srgbClr val="231F20"/>
                </a:solidFill>
                <a:latin typeface="Arial"/>
                <a:cs typeface="Arial"/>
              </a:rPr>
              <a:t> families.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8th</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Spelling</a:t>
            </a:r>
            <a:r>
              <a:rPr sz="1000" spc="-10" dirty="0">
                <a:solidFill>
                  <a:srgbClr val="231F20"/>
                </a:solidFill>
                <a:latin typeface="Arial"/>
                <a:cs typeface="Arial"/>
              </a:rPr>
              <a:t> </a:t>
            </a:r>
            <a:r>
              <a:rPr sz="1000" spc="-25" dirty="0">
                <a:solidFill>
                  <a:srgbClr val="231F20"/>
                </a:solidFill>
                <a:latin typeface="Arial"/>
                <a:cs typeface="Arial"/>
              </a:rPr>
              <a:t>Bee</a:t>
            </a:r>
            <a:endParaRPr sz="1000">
              <a:latin typeface="Arial"/>
              <a:cs typeface="Arial"/>
            </a:endParaRPr>
          </a:p>
          <a:p>
            <a:pPr marL="12700" marR="168910" algn="just">
              <a:lnSpc>
                <a:spcPct val="100000"/>
              </a:lnSpc>
            </a:pP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Oratorical</a:t>
            </a:r>
            <a:r>
              <a:rPr sz="1000" spc="-10" dirty="0">
                <a:solidFill>
                  <a:srgbClr val="231F20"/>
                </a:solidFill>
                <a:latin typeface="Arial"/>
                <a:cs typeface="Arial"/>
              </a:rPr>
              <a:t> </a:t>
            </a:r>
            <a:r>
              <a:rPr sz="1000" dirty="0">
                <a:solidFill>
                  <a:srgbClr val="231F20"/>
                </a:solidFill>
                <a:latin typeface="Arial"/>
                <a:cs typeface="Arial"/>
              </a:rPr>
              <a:t>Competition</a:t>
            </a:r>
            <a:r>
              <a:rPr sz="1000" spc="-1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February</a:t>
            </a:r>
            <a:r>
              <a:rPr sz="1000" spc="-15" dirty="0">
                <a:solidFill>
                  <a:srgbClr val="231F20"/>
                </a:solidFill>
                <a:latin typeface="Arial"/>
                <a:cs typeface="Arial"/>
              </a:rPr>
              <a:t> </a:t>
            </a:r>
            <a:r>
              <a:rPr sz="1000" spc="-20" dirty="0">
                <a:solidFill>
                  <a:srgbClr val="231F20"/>
                </a:solidFill>
                <a:latin typeface="Arial"/>
                <a:cs typeface="Arial"/>
              </a:rPr>
              <a:t>2018. </a:t>
            </a:r>
            <a:r>
              <a:rPr sz="1000" dirty="0">
                <a:solidFill>
                  <a:srgbClr val="231F20"/>
                </a:solidFill>
                <a:latin typeface="Arial"/>
                <a:cs typeface="Arial"/>
              </a:rPr>
              <a:t>Everyone</a:t>
            </a:r>
            <a:r>
              <a:rPr sz="1000" spc="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fellowship</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Black Family</a:t>
            </a:r>
            <a:r>
              <a:rPr sz="1000" spc="-25" dirty="0">
                <a:solidFill>
                  <a:srgbClr val="231F20"/>
                </a:solidFill>
                <a:latin typeface="Arial"/>
                <a:cs typeface="Arial"/>
              </a:rPr>
              <a:t> </a:t>
            </a:r>
            <a:r>
              <a:rPr sz="1000" spc="-20" dirty="0">
                <a:solidFill>
                  <a:srgbClr val="231F20"/>
                </a:solidFill>
                <a:latin typeface="Arial"/>
                <a:cs typeface="Arial"/>
              </a:rPr>
              <a:t>Day </a:t>
            </a:r>
            <a:r>
              <a:rPr sz="1000" dirty="0">
                <a:solidFill>
                  <a:srgbClr val="231F20"/>
                </a:solidFill>
                <a:latin typeface="Arial"/>
                <a:cs typeface="Arial"/>
              </a:rPr>
              <a:t>on</a:t>
            </a:r>
            <a:r>
              <a:rPr sz="1000" spc="-20" dirty="0">
                <a:solidFill>
                  <a:srgbClr val="231F20"/>
                </a:solidFill>
                <a:latin typeface="Arial"/>
                <a:cs typeface="Arial"/>
              </a:rPr>
              <a:t> </a:t>
            </a:r>
            <a:r>
              <a:rPr sz="1000" spc="-10" dirty="0">
                <a:solidFill>
                  <a:srgbClr val="231F20"/>
                </a:solidFill>
                <a:latin typeface="Arial"/>
                <a:cs typeface="Arial"/>
              </a:rPr>
              <a:t>May</a:t>
            </a:r>
            <a:r>
              <a:rPr sz="1000" spc="-20" dirty="0">
                <a:solidFill>
                  <a:srgbClr val="231F20"/>
                </a:solidFill>
                <a:latin typeface="Arial"/>
                <a:cs typeface="Arial"/>
              </a:rPr>
              <a:t> </a:t>
            </a:r>
            <a:r>
              <a:rPr sz="1000" dirty="0">
                <a:solidFill>
                  <a:srgbClr val="231F20"/>
                </a:solidFill>
                <a:latin typeface="Arial"/>
                <a:cs typeface="Arial"/>
              </a:rPr>
              <a:t>5,</a:t>
            </a:r>
            <a:r>
              <a:rPr sz="1000" spc="-25" dirty="0">
                <a:solidFill>
                  <a:srgbClr val="231F20"/>
                </a:solidFill>
                <a:latin typeface="Arial"/>
                <a:cs typeface="Arial"/>
              </a:rPr>
              <a:t> </a:t>
            </a:r>
            <a:r>
              <a:rPr sz="1000" spc="-20" dirty="0">
                <a:solidFill>
                  <a:srgbClr val="231F20"/>
                </a:solidFill>
                <a:latin typeface="Arial"/>
                <a:cs typeface="Arial"/>
              </a:rPr>
              <a:t>2018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Adventure</a:t>
            </a:r>
            <a:r>
              <a:rPr sz="1000" spc="-20" dirty="0">
                <a:solidFill>
                  <a:srgbClr val="231F20"/>
                </a:solidFill>
                <a:latin typeface="Arial"/>
                <a:cs typeface="Arial"/>
              </a:rPr>
              <a:t> Park</a:t>
            </a:r>
            <a:r>
              <a:rPr sz="1000" spc="-25" dirty="0">
                <a:solidFill>
                  <a:srgbClr val="231F20"/>
                </a:solidFill>
                <a:latin typeface="Arial"/>
                <a:cs typeface="Arial"/>
              </a:rPr>
              <a:t> USA.</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go-karts</a:t>
            </a:r>
            <a:r>
              <a:rPr sz="1000" spc="15"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definite</a:t>
            </a:r>
            <a:r>
              <a:rPr sz="1000" spc="15" dirty="0">
                <a:solidFill>
                  <a:srgbClr val="231F20"/>
                </a:solidFill>
                <a:latin typeface="Arial"/>
                <a:cs typeface="Arial"/>
              </a:rPr>
              <a:t> </a:t>
            </a:r>
            <a:r>
              <a:rPr sz="1000" spc="-20" dirty="0">
                <a:solidFill>
                  <a:srgbClr val="231F20"/>
                </a:solidFill>
                <a:latin typeface="Arial"/>
                <a:cs typeface="Arial"/>
              </a:rPr>
              <a:t>hit!</a:t>
            </a:r>
            <a:endParaRPr sz="1000">
              <a:latin typeface="Arial"/>
              <a:cs typeface="Arial"/>
            </a:endParaRPr>
          </a:p>
          <a:p>
            <a:pPr marL="12700" marR="269875">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wonderful </a:t>
            </a:r>
            <a:r>
              <a:rPr sz="1000" dirty="0">
                <a:solidFill>
                  <a:srgbClr val="231F20"/>
                </a:solidFill>
                <a:latin typeface="Arial"/>
                <a:cs typeface="Arial"/>
              </a:rPr>
              <a:t>welcome</a:t>
            </a:r>
            <a:r>
              <a:rPr sz="1000" spc="-20" dirty="0">
                <a:solidFill>
                  <a:srgbClr val="231F20"/>
                </a:solidFill>
                <a:latin typeface="Arial"/>
                <a:cs typeface="Arial"/>
              </a:rPr>
              <a:t> BBQ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Yoga</a:t>
            </a:r>
            <a:r>
              <a:rPr sz="1000" spc="-20"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Next,</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importance</a:t>
            </a:r>
            <a:r>
              <a:rPr sz="1000" spc="25" dirty="0">
                <a:solidFill>
                  <a:srgbClr val="231F20"/>
                </a:solidFill>
                <a:latin typeface="Arial"/>
                <a:cs typeface="Arial"/>
              </a:rPr>
              <a:t> </a:t>
            </a:r>
            <a:r>
              <a:rPr sz="1000" dirty="0">
                <a:solidFill>
                  <a:srgbClr val="231F20"/>
                </a:solidFill>
                <a:latin typeface="Arial"/>
                <a:cs typeface="Arial"/>
              </a:rPr>
              <a:t>of</a:t>
            </a:r>
            <a:r>
              <a:rPr sz="1000" spc="30" dirty="0">
                <a:solidFill>
                  <a:srgbClr val="231F20"/>
                </a:solidFill>
                <a:latin typeface="Arial"/>
                <a:cs typeface="Arial"/>
              </a:rPr>
              <a:t> </a:t>
            </a:r>
            <a:r>
              <a:rPr sz="1000" dirty="0">
                <a:solidFill>
                  <a:srgbClr val="231F20"/>
                </a:solidFill>
                <a:latin typeface="Arial"/>
                <a:cs typeface="Arial"/>
              </a:rPr>
              <a:t>caring</a:t>
            </a:r>
            <a:r>
              <a:rPr sz="1000" spc="3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neglected,</a:t>
            </a:r>
            <a:r>
              <a:rPr sz="1000" spc="30" dirty="0">
                <a:solidFill>
                  <a:srgbClr val="231F20"/>
                </a:solidFill>
                <a:latin typeface="Arial"/>
                <a:cs typeface="Arial"/>
              </a:rPr>
              <a:t> </a:t>
            </a:r>
            <a:r>
              <a:rPr sz="1000" spc="-10" dirty="0">
                <a:solidFill>
                  <a:srgbClr val="231F20"/>
                </a:solidFill>
                <a:latin typeface="Arial"/>
                <a:cs typeface="Arial"/>
              </a:rPr>
              <a:t>abused </a:t>
            </a:r>
            <a:r>
              <a:rPr sz="1000" dirty="0">
                <a:solidFill>
                  <a:srgbClr val="231F20"/>
                </a:solidFill>
                <a:latin typeface="Arial"/>
                <a:cs typeface="Arial"/>
              </a:rPr>
              <a:t>or</a:t>
            </a:r>
            <a:r>
              <a:rPr sz="1000" spc="-5" dirty="0">
                <a:solidFill>
                  <a:srgbClr val="231F20"/>
                </a:solidFill>
                <a:latin typeface="Arial"/>
                <a:cs typeface="Arial"/>
              </a:rPr>
              <a:t> </a:t>
            </a:r>
            <a:r>
              <a:rPr sz="1000" dirty="0">
                <a:solidFill>
                  <a:srgbClr val="231F20"/>
                </a:solidFill>
                <a:latin typeface="Arial"/>
                <a:cs typeface="Arial"/>
              </a:rPr>
              <a:t>abandoned</a:t>
            </a:r>
            <a:r>
              <a:rPr sz="1000" spc="-5" dirty="0">
                <a:solidFill>
                  <a:srgbClr val="231F20"/>
                </a:solidFill>
                <a:latin typeface="Arial"/>
                <a:cs typeface="Arial"/>
              </a:rPr>
              <a:t> </a:t>
            </a:r>
            <a:r>
              <a:rPr sz="1000" spc="-10" dirty="0">
                <a:solidFill>
                  <a:srgbClr val="231F20"/>
                </a:solidFill>
                <a:latin typeface="Arial"/>
                <a:cs typeface="Arial"/>
              </a:rPr>
              <a:t>animals</a:t>
            </a:r>
            <a:r>
              <a:rPr sz="1000" spc="-5" dirty="0">
                <a:solidFill>
                  <a:srgbClr val="231F20"/>
                </a:solidFill>
                <a:latin typeface="Arial"/>
                <a:cs typeface="Arial"/>
              </a:rPr>
              <a:t> </a:t>
            </a:r>
            <a:r>
              <a:rPr sz="1000" dirty="0">
                <a:solidFill>
                  <a:srgbClr val="231F20"/>
                </a:solidFill>
                <a:latin typeface="Arial"/>
                <a:cs typeface="Arial"/>
              </a:rPr>
              <a:t>at the</a:t>
            </a:r>
            <a:r>
              <a:rPr sz="1000" spc="-5" dirty="0">
                <a:solidFill>
                  <a:srgbClr val="231F20"/>
                </a:solidFill>
                <a:latin typeface="Arial"/>
                <a:cs typeface="Arial"/>
              </a:rPr>
              <a:t> </a:t>
            </a:r>
            <a:r>
              <a:rPr sz="1000" spc="-10" dirty="0">
                <a:solidFill>
                  <a:srgbClr val="231F20"/>
                </a:solidFill>
                <a:latin typeface="Arial"/>
                <a:cs typeface="Arial"/>
              </a:rPr>
              <a:t>Poplar</a:t>
            </a:r>
            <a:r>
              <a:rPr sz="1000" spc="-5" dirty="0">
                <a:solidFill>
                  <a:srgbClr val="231F20"/>
                </a:solidFill>
                <a:latin typeface="Arial"/>
                <a:cs typeface="Arial"/>
              </a:rPr>
              <a:t> </a:t>
            </a:r>
            <a:r>
              <a:rPr sz="1000" dirty="0">
                <a:solidFill>
                  <a:srgbClr val="231F20"/>
                </a:solidFill>
                <a:latin typeface="Arial"/>
                <a:cs typeface="Arial"/>
              </a:rPr>
              <a:t>Spring </a:t>
            </a:r>
            <a:r>
              <a:rPr sz="1000" spc="-10" dirty="0">
                <a:solidFill>
                  <a:srgbClr val="231F20"/>
                </a:solidFill>
                <a:latin typeface="Arial"/>
                <a:cs typeface="Arial"/>
              </a:rPr>
              <a:t>Animal</a:t>
            </a:r>
            <a:endParaRPr sz="1000">
              <a:latin typeface="Arial"/>
              <a:cs typeface="Arial"/>
            </a:endParaRPr>
          </a:p>
          <a:p>
            <a:pPr marL="12700" marR="15240">
              <a:lnSpc>
                <a:spcPct val="100000"/>
              </a:lnSpc>
            </a:pPr>
            <a:r>
              <a:rPr sz="1000" spc="-10" dirty="0">
                <a:solidFill>
                  <a:srgbClr val="231F20"/>
                </a:solidFill>
                <a:latin typeface="Arial"/>
                <a:cs typeface="Arial"/>
              </a:rPr>
              <a:t>Sanctuary.</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fun</a:t>
            </a:r>
            <a:r>
              <a:rPr sz="1000" spc="-15" dirty="0">
                <a:solidFill>
                  <a:srgbClr val="231F20"/>
                </a:solidFill>
                <a:latin typeface="Arial"/>
                <a:cs typeface="Arial"/>
              </a:rPr>
              <a:t> </a:t>
            </a:r>
            <a:r>
              <a:rPr sz="1000" dirty="0">
                <a:solidFill>
                  <a:srgbClr val="231F20"/>
                </a:solidFill>
                <a:latin typeface="Arial"/>
                <a:cs typeface="Arial"/>
              </a:rPr>
              <a:t>dental</a:t>
            </a:r>
            <a:r>
              <a:rPr sz="1000" spc="-15" dirty="0">
                <a:solidFill>
                  <a:srgbClr val="231F20"/>
                </a:solidFill>
                <a:latin typeface="Arial"/>
                <a:cs typeface="Arial"/>
              </a:rPr>
              <a:t> </a:t>
            </a:r>
            <a:r>
              <a:rPr sz="1000" dirty="0">
                <a:solidFill>
                  <a:srgbClr val="231F20"/>
                </a:solidFill>
                <a:latin typeface="Arial"/>
                <a:cs typeface="Arial"/>
              </a:rPr>
              <a:t>care</a:t>
            </a:r>
            <a:r>
              <a:rPr sz="1000" spc="-10" dirty="0">
                <a:solidFill>
                  <a:srgbClr val="231F20"/>
                </a:solidFill>
                <a:latin typeface="Arial"/>
                <a:cs typeface="Arial"/>
              </a:rPr>
              <a:t> </a:t>
            </a:r>
            <a:r>
              <a:rPr sz="1000" dirty="0">
                <a:solidFill>
                  <a:srgbClr val="231F20"/>
                </a:solidFill>
                <a:latin typeface="Arial"/>
                <a:cs typeface="Arial"/>
              </a:rPr>
              <a:t>can</a:t>
            </a:r>
            <a:r>
              <a:rPr sz="1000" spc="-15" dirty="0">
                <a:solidFill>
                  <a:srgbClr val="231F20"/>
                </a:solidFill>
                <a:latin typeface="Arial"/>
                <a:cs typeface="Arial"/>
              </a:rPr>
              <a:t> </a:t>
            </a:r>
            <a:r>
              <a:rPr sz="1000" dirty="0">
                <a:solidFill>
                  <a:srgbClr val="231F20"/>
                </a:solidFill>
                <a:latin typeface="Arial"/>
                <a:cs typeface="Arial"/>
              </a:rPr>
              <a:t>be</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local</a:t>
            </a:r>
            <a:r>
              <a:rPr sz="1000" spc="-15" dirty="0">
                <a:solidFill>
                  <a:srgbClr val="231F20"/>
                </a:solidFill>
                <a:latin typeface="Arial"/>
                <a:cs typeface="Arial"/>
              </a:rPr>
              <a:t> </a:t>
            </a:r>
            <a:r>
              <a:rPr sz="1000" dirty="0">
                <a:solidFill>
                  <a:srgbClr val="231F20"/>
                </a:solidFill>
                <a:latin typeface="Arial"/>
                <a:cs typeface="Arial"/>
              </a:rPr>
              <a:t>dental</a:t>
            </a:r>
            <a:r>
              <a:rPr sz="1000" spc="-10" dirty="0">
                <a:solidFill>
                  <a:srgbClr val="231F20"/>
                </a:solidFill>
                <a:latin typeface="Arial"/>
                <a:cs typeface="Arial"/>
              </a:rPr>
              <a:t> </a:t>
            </a:r>
            <a:r>
              <a:rPr sz="1000" dirty="0">
                <a:solidFill>
                  <a:srgbClr val="231F20"/>
                </a:solidFill>
                <a:latin typeface="Arial"/>
                <a:cs typeface="Arial"/>
              </a:rPr>
              <a:t>practice</a:t>
            </a:r>
            <a:r>
              <a:rPr sz="1000" spc="-10" dirty="0">
                <a:solidFill>
                  <a:srgbClr val="231F20"/>
                </a:solidFill>
                <a:latin typeface="Arial"/>
                <a:cs typeface="Arial"/>
              </a:rPr>
              <a:t> </a:t>
            </a:r>
            <a:r>
              <a:rPr sz="1000" dirty="0">
                <a:solidFill>
                  <a:srgbClr val="231F20"/>
                </a:solidFill>
                <a:latin typeface="Arial"/>
                <a:cs typeface="Arial"/>
              </a:rPr>
              <a:t>run</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Mother.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election</a:t>
            </a:r>
            <a:r>
              <a:rPr sz="1000" spc="10" dirty="0">
                <a:solidFill>
                  <a:srgbClr val="231F20"/>
                </a:solidFill>
                <a:latin typeface="Arial"/>
                <a:cs typeface="Arial"/>
              </a:rPr>
              <a:t> </a:t>
            </a:r>
            <a:r>
              <a:rPr sz="1000" spc="-10" dirty="0">
                <a:solidFill>
                  <a:srgbClr val="231F20"/>
                </a:solidFill>
                <a:latin typeface="Arial"/>
                <a:cs typeface="Arial"/>
              </a:rPr>
              <a:t>season,</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spc="-10" dirty="0">
                <a:solidFill>
                  <a:srgbClr val="231F20"/>
                </a:solidFill>
                <a:latin typeface="Arial"/>
                <a:cs typeface="Arial"/>
              </a:rPr>
              <a:t>Poohs</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legislative</a:t>
            </a:r>
            <a:r>
              <a:rPr sz="1000" spc="-15" dirty="0">
                <a:solidFill>
                  <a:srgbClr val="231F20"/>
                </a:solidFill>
                <a:latin typeface="Arial"/>
                <a:cs typeface="Arial"/>
              </a:rPr>
              <a:t> </a:t>
            </a:r>
            <a:r>
              <a:rPr sz="1000" dirty="0">
                <a:solidFill>
                  <a:srgbClr val="231F20"/>
                </a:solidFill>
                <a:latin typeface="Arial"/>
                <a:cs typeface="Arial"/>
              </a:rPr>
              <a:t>process</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50" dirty="0">
                <a:solidFill>
                  <a:srgbClr val="231F20"/>
                </a:solidFill>
                <a:latin typeface="Arial"/>
                <a:cs typeface="Arial"/>
              </a:rPr>
              <a:t>U.S.</a:t>
            </a:r>
            <a:r>
              <a:rPr sz="1000" spc="-10" dirty="0">
                <a:solidFill>
                  <a:srgbClr val="231F20"/>
                </a:solidFill>
                <a:latin typeface="Arial"/>
                <a:cs typeface="Arial"/>
              </a:rPr>
              <a:t> </a:t>
            </a:r>
            <a:r>
              <a:rPr sz="1000" dirty="0">
                <a:solidFill>
                  <a:srgbClr val="231F20"/>
                </a:solidFill>
                <a:latin typeface="Arial"/>
                <a:cs typeface="Arial"/>
              </a:rPr>
              <a:t>Capitol</a:t>
            </a:r>
            <a:r>
              <a:rPr sz="1000" spc="-10" dirty="0">
                <a:solidFill>
                  <a:srgbClr val="231F20"/>
                </a:solidFill>
                <a:latin typeface="Arial"/>
                <a:cs typeface="Arial"/>
              </a:rPr>
              <a:t> tour, </a:t>
            </a:r>
            <a:r>
              <a:rPr sz="1000" dirty="0">
                <a:solidFill>
                  <a:srgbClr val="231F20"/>
                </a:solidFill>
                <a:latin typeface="Arial"/>
                <a:cs typeface="Arial"/>
              </a:rPr>
              <a:t>used</a:t>
            </a:r>
            <a:r>
              <a:rPr sz="1000" spc="-1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creativity</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10" dirty="0">
                <a:solidFill>
                  <a:srgbClr val="231F20"/>
                </a:solidFill>
                <a:latin typeface="Arial"/>
                <a:cs typeface="Arial"/>
              </a:rPr>
              <a:t>make</a:t>
            </a:r>
            <a:r>
              <a:rPr sz="1000" spc="10" dirty="0">
                <a:solidFill>
                  <a:srgbClr val="231F20"/>
                </a:solidFill>
                <a:latin typeface="Arial"/>
                <a:cs typeface="Arial"/>
              </a:rPr>
              <a:t> </a:t>
            </a:r>
            <a:r>
              <a:rPr sz="1000" dirty="0">
                <a:solidFill>
                  <a:srgbClr val="231F20"/>
                </a:solidFill>
                <a:latin typeface="Arial"/>
                <a:cs typeface="Arial"/>
              </a:rPr>
              <a:t>pottery</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Color</a:t>
            </a:r>
            <a:r>
              <a:rPr sz="1000" spc="5" dirty="0">
                <a:solidFill>
                  <a:srgbClr val="231F20"/>
                </a:solidFill>
                <a:latin typeface="Arial"/>
                <a:cs typeface="Arial"/>
              </a:rPr>
              <a:t> </a:t>
            </a:r>
            <a:r>
              <a:rPr sz="1000" dirty="0">
                <a:solidFill>
                  <a:srgbClr val="231F20"/>
                </a:solidFill>
                <a:latin typeface="Arial"/>
                <a:cs typeface="Arial"/>
              </a:rPr>
              <a:t>Me</a:t>
            </a:r>
            <a:r>
              <a:rPr sz="1000" spc="10" dirty="0">
                <a:solidFill>
                  <a:srgbClr val="231F20"/>
                </a:solidFill>
                <a:latin typeface="Arial"/>
                <a:cs typeface="Arial"/>
              </a:rPr>
              <a:t> </a:t>
            </a:r>
            <a:r>
              <a:rPr sz="1000" spc="-10" dirty="0">
                <a:solidFill>
                  <a:srgbClr val="231F20"/>
                </a:solidFill>
                <a:latin typeface="Arial"/>
                <a:cs typeface="Arial"/>
              </a:rPr>
              <a:t>Mine,</a:t>
            </a:r>
            <a:r>
              <a:rPr sz="1000" spc="10" dirty="0">
                <a:solidFill>
                  <a:srgbClr val="231F20"/>
                </a:solidFill>
                <a:latin typeface="Arial"/>
                <a:cs typeface="Arial"/>
              </a:rPr>
              <a:t> </a:t>
            </a:r>
            <a:r>
              <a:rPr sz="1000" dirty="0">
                <a:solidFill>
                  <a:srgbClr val="231F20"/>
                </a:solidFill>
                <a:latin typeface="Arial"/>
                <a:cs typeface="Arial"/>
              </a:rPr>
              <a:t>created</a:t>
            </a:r>
            <a:r>
              <a:rPr sz="1000" spc="10" dirty="0">
                <a:solidFill>
                  <a:srgbClr val="231F20"/>
                </a:solidFill>
                <a:latin typeface="Arial"/>
                <a:cs typeface="Arial"/>
              </a:rPr>
              <a:t> </a:t>
            </a:r>
            <a:r>
              <a:rPr sz="1000" spc="-25" dirty="0">
                <a:solidFill>
                  <a:srgbClr val="231F20"/>
                </a:solidFill>
                <a:latin typeface="Arial"/>
                <a:cs typeface="Arial"/>
              </a:rPr>
              <a:t>art </a:t>
            </a:r>
            <a:r>
              <a:rPr sz="1000" dirty="0">
                <a:solidFill>
                  <a:srgbClr val="231F20"/>
                </a:solidFill>
                <a:latin typeface="Arial"/>
                <a:cs typeface="Arial"/>
              </a:rPr>
              <a:t>during</a:t>
            </a:r>
            <a:r>
              <a:rPr sz="1000" spc="-5" dirty="0">
                <a:solidFill>
                  <a:srgbClr val="231F20"/>
                </a:solidFill>
                <a:latin typeface="Arial"/>
                <a:cs typeface="Arial"/>
              </a:rPr>
              <a:t> </a:t>
            </a:r>
            <a:r>
              <a:rPr sz="1000" spc="-10" dirty="0">
                <a:solidFill>
                  <a:srgbClr val="231F20"/>
                </a:solidFill>
                <a:latin typeface="Arial"/>
                <a:cs typeface="Arial"/>
              </a:rPr>
              <a:t>Crayola</a:t>
            </a:r>
            <a:r>
              <a:rPr sz="1000" dirty="0">
                <a:solidFill>
                  <a:srgbClr val="231F20"/>
                </a:solidFill>
                <a:latin typeface="Arial"/>
                <a:cs typeface="Arial"/>
              </a:rPr>
              <a:t> Experience and learned about</a:t>
            </a:r>
            <a:r>
              <a:rPr sz="1000" spc="-5" dirty="0">
                <a:solidFill>
                  <a:srgbClr val="231F20"/>
                </a:solidFill>
                <a:latin typeface="Arial"/>
                <a:cs typeface="Arial"/>
              </a:rPr>
              <a:t> </a:t>
            </a:r>
            <a:r>
              <a:rPr sz="1000" spc="-10" dirty="0">
                <a:solidFill>
                  <a:srgbClr val="231F20"/>
                </a:solidFill>
                <a:latin typeface="Arial"/>
                <a:cs typeface="Arial"/>
              </a:rPr>
              <a:t>butterflies</a:t>
            </a:r>
            <a:r>
              <a:rPr sz="1000" spc="50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Wings</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Fancy</a:t>
            </a:r>
            <a:r>
              <a:rPr sz="1000" spc="-5" dirty="0">
                <a:solidFill>
                  <a:srgbClr val="231F20"/>
                </a:solidFill>
                <a:latin typeface="Arial"/>
                <a:cs typeface="Arial"/>
              </a:rPr>
              <a:t> </a:t>
            </a:r>
            <a:r>
              <a:rPr sz="1000" dirty="0">
                <a:solidFill>
                  <a:srgbClr val="231F20"/>
                </a:solidFill>
                <a:latin typeface="Arial"/>
                <a:cs typeface="Arial"/>
              </a:rPr>
              <a:t>exhibit at</a:t>
            </a:r>
            <a:r>
              <a:rPr sz="1000" spc="-5" dirty="0">
                <a:solidFill>
                  <a:srgbClr val="231F20"/>
                </a:solidFill>
                <a:latin typeface="Arial"/>
                <a:cs typeface="Arial"/>
              </a:rPr>
              <a:t> </a:t>
            </a:r>
            <a:r>
              <a:rPr sz="1000" dirty="0">
                <a:solidFill>
                  <a:srgbClr val="231F20"/>
                </a:solidFill>
                <a:latin typeface="Arial"/>
                <a:cs typeface="Arial"/>
              </a:rPr>
              <a:t>the Brookside</a:t>
            </a:r>
            <a:r>
              <a:rPr sz="1000" spc="-5" dirty="0">
                <a:solidFill>
                  <a:srgbClr val="231F20"/>
                </a:solidFill>
                <a:latin typeface="Arial"/>
                <a:cs typeface="Arial"/>
              </a:rPr>
              <a:t> </a:t>
            </a:r>
            <a:r>
              <a:rPr sz="1000" spc="-10" dirty="0">
                <a:solidFill>
                  <a:srgbClr val="231F20"/>
                </a:solidFill>
                <a:latin typeface="Arial"/>
                <a:cs typeface="Arial"/>
              </a:rPr>
              <a:t>Gardens.</a:t>
            </a:r>
            <a:endParaRPr sz="1000">
              <a:latin typeface="Arial"/>
              <a:cs typeface="Arial"/>
            </a:endParaRPr>
          </a:p>
          <a:p>
            <a:pPr marL="12700" marR="29845">
              <a:lnSpc>
                <a:spcPct val="100000"/>
              </a:lnSpc>
              <a:spcBef>
                <a:spcPts val="900"/>
              </a:spcBef>
            </a:pP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kindergarten</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first</a:t>
            </a:r>
            <a:r>
              <a:rPr sz="1000" spc="20" dirty="0">
                <a:solidFill>
                  <a:srgbClr val="231F20"/>
                </a:solidFill>
                <a:latin typeface="Arial"/>
                <a:cs typeface="Arial"/>
              </a:rPr>
              <a:t> </a:t>
            </a:r>
            <a:r>
              <a:rPr sz="1000" dirty="0">
                <a:solidFill>
                  <a:srgbClr val="231F20"/>
                </a:solidFill>
                <a:latin typeface="Arial"/>
                <a:cs typeface="Arial"/>
              </a:rPr>
              <a:t>graders</a:t>
            </a:r>
            <a:r>
              <a:rPr sz="1000" spc="20" dirty="0">
                <a:solidFill>
                  <a:srgbClr val="231F20"/>
                </a:solidFill>
                <a:latin typeface="Arial"/>
                <a:cs typeface="Arial"/>
              </a:rPr>
              <a:t> </a:t>
            </a:r>
            <a:r>
              <a:rPr sz="1000" dirty="0">
                <a:solidFill>
                  <a:srgbClr val="231F20"/>
                </a:solidFill>
                <a:latin typeface="Arial"/>
                <a:cs typeface="Arial"/>
              </a:rPr>
              <a:t>kicked-off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year</a:t>
            </a:r>
            <a:r>
              <a:rPr sz="1000" spc="50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Kingdom</a:t>
            </a:r>
            <a:r>
              <a:rPr sz="1000" spc="-10" dirty="0">
                <a:solidFill>
                  <a:srgbClr val="231F20"/>
                </a:solidFill>
                <a:latin typeface="Arial"/>
                <a:cs typeface="Arial"/>
              </a:rPr>
              <a:t> </a:t>
            </a:r>
            <a:r>
              <a:rPr sz="1000" dirty="0">
                <a:solidFill>
                  <a:srgbClr val="231F20"/>
                </a:solidFill>
                <a:latin typeface="Arial"/>
                <a:cs typeface="Arial"/>
              </a:rPr>
              <a:t>Culture</a:t>
            </a:r>
            <a:r>
              <a:rPr sz="1000" spc="-10" dirty="0">
                <a:solidFill>
                  <a:srgbClr val="231F20"/>
                </a:solidFill>
                <a:latin typeface="Arial"/>
                <a:cs typeface="Arial"/>
              </a:rPr>
              <a:t> Kids </a:t>
            </a:r>
            <a:r>
              <a:rPr sz="1000" dirty="0">
                <a:solidFill>
                  <a:srgbClr val="231F20"/>
                </a:solidFill>
                <a:latin typeface="Arial"/>
                <a:cs typeface="Arial"/>
              </a:rPr>
              <a:t>empowerment</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black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heritage.</a:t>
            </a:r>
            <a:r>
              <a:rPr sz="1000" spc="-5" dirty="0">
                <a:solidFill>
                  <a:srgbClr val="231F20"/>
                </a:solidFill>
                <a:latin typeface="Arial"/>
                <a:cs typeface="Arial"/>
              </a:rPr>
              <a:t> </a:t>
            </a:r>
            <a:r>
              <a:rPr sz="1000" dirty="0">
                <a:solidFill>
                  <a:srgbClr val="231F20"/>
                </a:solidFill>
                <a:latin typeface="Arial"/>
                <a:cs typeface="Arial"/>
              </a:rPr>
              <a:t>Next,</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got</a:t>
            </a:r>
            <a:r>
              <a:rPr sz="1000" spc="-5" dirty="0">
                <a:solidFill>
                  <a:srgbClr val="231F20"/>
                </a:solidFill>
                <a:latin typeface="Arial"/>
                <a:cs typeface="Arial"/>
              </a:rPr>
              <a:t> </a:t>
            </a:r>
            <a:r>
              <a:rPr sz="1000" dirty="0">
                <a:solidFill>
                  <a:srgbClr val="231F20"/>
                </a:solidFill>
                <a:latin typeface="Arial"/>
                <a:cs typeface="Arial"/>
              </a:rPr>
              <a:t>moving</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10" dirty="0">
                <a:solidFill>
                  <a:srgbClr val="231F20"/>
                </a:solidFill>
                <a:latin typeface="Arial"/>
                <a:cs typeface="Arial"/>
              </a:rPr>
              <a:t>participating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Zumba</a:t>
            </a:r>
            <a:r>
              <a:rPr sz="1000" spc="-20" dirty="0">
                <a:solidFill>
                  <a:srgbClr val="231F20"/>
                </a:solidFill>
                <a:latin typeface="Arial"/>
                <a:cs typeface="Arial"/>
              </a:rPr>
              <a:t> class.</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value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dollar</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management</a:t>
            </a:r>
            <a:r>
              <a:rPr sz="1000" spc="-10"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Wegmans</a:t>
            </a:r>
            <a:r>
              <a:rPr sz="1000" spc="-15" dirty="0">
                <a:solidFill>
                  <a:srgbClr val="231F20"/>
                </a:solidFill>
                <a:latin typeface="Arial"/>
                <a:cs typeface="Arial"/>
              </a:rPr>
              <a:t> </a:t>
            </a:r>
            <a:r>
              <a:rPr sz="1000" spc="-10" dirty="0">
                <a:solidFill>
                  <a:srgbClr val="231F20"/>
                </a:solidFill>
                <a:latin typeface="Arial"/>
                <a:cs typeface="Arial"/>
              </a:rPr>
              <a:t>Shopping</a:t>
            </a:r>
            <a:endParaRPr sz="1000">
              <a:latin typeface="Arial"/>
              <a:cs typeface="Arial"/>
            </a:endParaRPr>
          </a:p>
        </p:txBody>
      </p:sp>
      <p:sp>
        <p:nvSpPr>
          <p:cNvPr id="5" name="object 5"/>
          <p:cNvSpPr txBox="1">
            <a:spLocks noGrp="1"/>
          </p:cNvSpPr>
          <p:nvPr>
            <p:ph type="sldNum" sz="quarter" idx="7"/>
          </p:nvPr>
        </p:nvSpPr>
        <p:spPr>
          <a:xfrm>
            <a:off x="7067294" y="9529590"/>
            <a:ext cx="4765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1</a:t>
            </a:r>
            <a:endParaRPr spc="-25" dirty="0"/>
          </a:p>
        </p:txBody>
      </p:sp>
      <p:sp>
        <p:nvSpPr>
          <p:cNvPr id="3" name="object 3"/>
          <p:cNvSpPr txBox="1"/>
          <p:nvPr/>
        </p:nvSpPr>
        <p:spPr>
          <a:xfrm>
            <a:off x="4016375" y="2012175"/>
            <a:ext cx="3302635" cy="7073900"/>
          </a:xfrm>
          <a:prstGeom prst="rect">
            <a:avLst/>
          </a:prstGeom>
        </p:spPr>
        <p:txBody>
          <a:bodyPr vert="horz" wrap="square" lIns="0" tIns="12700" rIns="0" bIns="0" rtlCol="0">
            <a:spAutoFit/>
          </a:bodyPr>
          <a:lstStyle/>
          <a:p>
            <a:pPr marL="12700" marR="43180">
              <a:lnSpc>
                <a:spcPct val="100000"/>
              </a:lnSpc>
              <a:spcBef>
                <a:spcPts val="100"/>
              </a:spcBef>
            </a:pPr>
            <a:r>
              <a:rPr sz="1000" spc="-20" dirty="0">
                <a:solidFill>
                  <a:srgbClr val="231F20"/>
                </a:solidFill>
                <a:latin typeface="Arial"/>
                <a:cs typeface="Arial"/>
              </a:rPr>
              <a:t>Trip</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served their</a:t>
            </a:r>
            <a:r>
              <a:rPr sz="1000" spc="-5" dirty="0">
                <a:solidFill>
                  <a:srgbClr val="231F20"/>
                </a:solidFill>
                <a:latin typeface="Arial"/>
                <a:cs typeface="Arial"/>
              </a:rPr>
              <a:t> </a:t>
            </a:r>
            <a:r>
              <a:rPr sz="1000" dirty="0">
                <a:solidFill>
                  <a:srgbClr val="231F20"/>
                </a:solidFill>
                <a:latin typeface="Arial"/>
                <a:cs typeface="Arial"/>
              </a:rPr>
              <a:t>local community</a:t>
            </a:r>
            <a:r>
              <a:rPr sz="1000" spc="-5" dirty="0">
                <a:solidFill>
                  <a:srgbClr val="231F20"/>
                </a:solidFill>
                <a:latin typeface="Arial"/>
                <a:cs typeface="Arial"/>
              </a:rPr>
              <a:t> </a:t>
            </a:r>
            <a:r>
              <a:rPr sz="1000" dirty="0">
                <a:solidFill>
                  <a:srgbClr val="231F20"/>
                </a:solidFill>
                <a:latin typeface="Arial"/>
                <a:cs typeface="Arial"/>
              </a:rPr>
              <a:t>seniors with</a:t>
            </a:r>
            <a:r>
              <a:rPr sz="1000" spc="-5" dirty="0">
                <a:solidFill>
                  <a:srgbClr val="231F20"/>
                </a:solidFill>
                <a:latin typeface="Arial"/>
                <a:cs typeface="Arial"/>
              </a:rPr>
              <a:t> </a:t>
            </a:r>
            <a:r>
              <a:rPr sz="1000" spc="-20" dirty="0">
                <a:solidFill>
                  <a:srgbClr val="231F20"/>
                </a:solidFill>
                <a:latin typeface="Arial"/>
                <a:cs typeface="Arial"/>
              </a:rPr>
              <a:t>Meals </a:t>
            </a:r>
            <a:r>
              <a:rPr sz="1000" dirty="0">
                <a:solidFill>
                  <a:srgbClr val="231F20"/>
                </a:solidFill>
                <a:latin typeface="Arial"/>
                <a:cs typeface="Arial"/>
              </a:rPr>
              <a:t>on</a:t>
            </a:r>
            <a:r>
              <a:rPr sz="1000" spc="-5" dirty="0">
                <a:solidFill>
                  <a:srgbClr val="231F20"/>
                </a:solidFill>
                <a:latin typeface="Arial"/>
                <a:cs typeface="Arial"/>
              </a:rPr>
              <a:t> </a:t>
            </a:r>
            <a:r>
              <a:rPr sz="1000" spc="-10" dirty="0">
                <a:solidFill>
                  <a:srgbClr val="231F20"/>
                </a:solidFill>
                <a:latin typeface="Arial"/>
                <a:cs typeface="Arial"/>
              </a:rPr>
              <a:t>Wheels.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legislative</a:t>
            </a:r>
            <a:r>
              <a:rPr sz="1000" spc="-5" dirty="0">
                <a:solidFill>
                  <a:srgbClr val="231F20"/>
                </a:solidFill>
                <a:latin typeface="Arial"/>
                <a:cs typeface="Arial"/>
              </a:rPr>
              <a:t> </a:t>
            </a:r>
            <a:r>
              <a:rPr sz="1000" dirty="0">
                <a:solidFill>
                  <a:srgbClr val="231F20"/>
                </a:solidFill>
                <a:latin typeface="Arial"/>
                <a:cs typeface="Arial"/>
              </a:rPr>
              <a:t>process</a:t>
            </a:r>
            <a:r>
              <a:rPr sz="1000" spc="-5"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toured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50" dirty="0">
                <a:solidFill>
                  <a:srgbClr val="231F20"/>
                </a:solidFill>
                <a:latin typeface="Arial"/>
                <a:cs typeface="Arial"/>
              </a:rPr>
              <a:t>U.S.</a:t>
            </a:r>
            <a:r>
              <a:rPr sz="1000" spc="10" dirty="0">
                <a:solidFill>
                  <a:srgbClr val="231F20"/>
                </a:solidFill>
                <a:latin typeface="Arial"/>
                <a:cs typeface="Arial"/>
              </a:rPr>
              <a:t> </a:t>
            </a:r>
            <a:r>
              <a:rPr sz="1000" dirty="0">
                <a:solidFill>
                  <a:srgbClr val="231F20"/>
                </a:solidFill>
                <a:latin typeface="Arial"/>
                <a:cs typeface="Arial"/>
              </a:rPr>
              <a:t>Capitol,</a:t>
            </a:r>
            <a:r>
              <a:rPr sz="1000" spc="15" dirty="0">
                <a:solidFill>
                  <a:srgbClr val="231F20"/>
                </a:solidFill>
                <a:latin typeface="Arial"/>
                <a:cs typeface="Arial"/>
              </a:rPr>
              <a:t> </a:t>
            </a:r>
            <a:r>
              <a:rPr sz="1000" dirty="0">
                <a:solidFill>
                  <a:srgbClr val="231F20"/>
                </a:solidFill>
                <a:latin typeface="Arial"/>
                <a:cs typeface="Arial"/>
              </a:rPr>
              <a:t>charted</a:t>
            </a:r>
            <a:r>
              <a:rPr sz="1000" spc="10" dirty="0">
                <a:solidFill>
                  <a:srgbClr val="231F20"/>
                </a:solidFill>
                <a:latin typeface="Arial"/>
                <a:cs typeface="Arial"/>
              </a:rPr>
              <a:t> </a:t>
            </a:r>
            <a:r>
              <a:rPr sz="1000" dirty="0">
                <a:solidFill>
                  <a:srgbClr val="231F20"/>
                </a:solidFill>
                <a:latin typeface="Arial"/>
                <a:cs typeface="Arial"/>
              </a:rPr>
              <a:t>out</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dreams</a:t>
            </a:r>
            <a:r>
              <a:rPr sz="1000" spc="10"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creating</a:t>
            </a:r>
            <a:r>
              <a:rPr sz="1000" spc="10" dirty="0">
                <a:solidFill>
                  <a:srgbClr val="231F20"/>
                </a:solidFill>
                <a:latin typeface="Arial"/>
                <a:cs typeface="Arial"/>
              </a:rPr>
              <a:t> </a:t>
            </a:r>
            <a:r>
              <a:rPr sz="1000" dirty="0">
                <a:solidFill>
                  <a:srgbClr val="231F20"/>
                </a:solidFill>
                <a:latin typeface="Arial"/>
                <a:cs typeface="Arial"/>
              </a:rPr>
              <a:t>Vision</a:t>
            </a:r>
            <a:r>
              <a:rPr sz="1000" spc="10" dirty="0">
                <a:solidFill>
                  <a:srgbClr val="231F20"/>
                </a:solidFill>
                <a:latin typeface="Arial"/>
                <a:cs typeface="Arial"/>
              </a:rPr>
              <a:t> </a:t>
            </a:r>
            <a:r>
              <a:rPr sz="1000" spc="-10" dirty="0">
                <a:solidFill>
                  <a:srgbClr val="231F20"/>
                </a:solidFill>
                <a:latin typeface="Arial"/>
                <a:cs typeface="Arial"/>
              </a:rPr>
              <a:t>Boards,</a:t>
            </a:r>
            <a:r>
              <a:rPr sz="1000" spc="10" dirty="0">
                <a:solidFill>
                  <a:srgbClr val="231F20"/>
                </a:solidFill>
                <a:latin typeface="Arial"/>
                <a:cs typeface="Arial"/>
              </a:rPr>
              <a:t> </a:t>
            </a:r>
            <a:r>
              <a:rPr sz="1000" dirty="0">
                <a:solidFill>
                  <a:srgbClr val="231F20"/>
                </a:solidFill>
                <a:latin typeface="Arial"/>
                <a:cs typeface="Arial"/>
              </a:rPr>
              <a:t>traced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genealogical</a:t>
            </a:r>
            <a:r>
              <a:rPr sz="1000" spc="10" dirty="0">
                <a:solidFill>
                  <a:srgbClr val="231F20"/>
                </a:solidFill>
                <a:latin typeface="Arial"/>
                <a:cs typeface="Arial"/>
              </a:rPr>
              <a:t> </a:t>
            </a:r>
            <a:r>
              <a:rPr sz="1000" spc="-20" dirty="0">
                <a:solidFill>
                  <a:srgbClr val="231F20"/>
                </a:solidFill>
                <a:latin typeface="Arial"/>
                <a:cs typeface="Arial"/>
              </a:rPr>
              <a:t>roots</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shared</a:t>
            </a:r>
            <a:r>
              <a:rPr sz="1000" spc="-5" dirty="0">
                <a:solidFill>
                  <a:srgbClr val="231F20"/>
                </a:solidFill>
                <a:latin typeface="Arial"/>
                <a:cs typeface="Arial"/>
              </a:rPr>
              <a:t> </a:t>
            </a:r>
            <a:r>
              <a:rPr sz="1000" dirty="0">
                <a:solidFill>
                  <a:srgbClr val="231F20"/>
                </a:solidFill>
                <a:latin typeface="Arial"/>
                <a:cs typeface="Arial"/>
              </a:rPr>
              <a:t>stories</a:t>
            </a:r>
            <a:r>
              <a:rPr sz="1000" spc="-5" dirty="0">
                <a:solidFill>
                  <a:srgbClr val="231F20"/>
                </a:solidFill>
                <a:latin typeface="Arial"/>
                <a:cs typeface="Arial"/>
              </a:rPr>
              <a:t>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Genealogical</a:t>
            </a:r>
            <a:r>
              <a:rPr sz="1000" spc="-5" dirty="0">
                <a:solidFill>
                  <a:srgbClr val="231F20"/>
                </a:solidFill>
                <a:latin typeface="Arial"/>
                <a:cs typeface="Arial"/>
              </a:rPr>
              <a:t> </a:t>
            </a:r>
            <a:r>
              <a:rPr sz="1000" dirty="0">
                <a:solidFill>
                  <a:srgbClr val="231F20"/>
                </a:solidFill>
                <a:latin typeface="Arial"/>
                <a:cs typeface="Arial"/>
              </a:rPr>
              <a:t>Journey</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spent</a:t>
            </a:r>
            <a:r>
              <a:rPr sz="1000" spc="-5" dirty="0">
                <a:solidFill>
                  <a:srgbClr val="231F20"/>
                </a:solidFill>
                <a:latin typeface="Arial"/>
                <a:cs typeface="Arial"/>
              </a:rPr>
              <a:t> </a:t>
            </a:r>
            <a:r>
              <a:rPr sz="1000" dirty="0">
                <a:solidFill>
                  <a:srgbClr val="231F20"/>
                </a:solidFill>
                <a:latin typeface="Arial"/>
                <a:cs typeface="Arial"/>
              </a:rPr>
              <a:t>a day learning about space exploration and </a:t>
            </a:r>
            <a:r>
              <a:rPr sz="1000" spc="-10" dirty="0">
                <a:solidFill>
                  <a:srgbClr val="231F20"/>
                </a:solidFill>
                <a:latin typeface="Arial"/>
                <a:cs typeface="Arial"/>
              </a:rPr>
              <a:t>science </a:t>
            </a:r>
            <a:r>
              <a:rPr sz="1000" dirty="0">
                <a:solidFill>
                  <a:srgbClr val="231F20"/>
                </a:solidFill>
                <a:latin typeface="Arial"/>
                <a:cs typeface="Arial"/>
              </a:rPr>
              <a:t>at</a:t>
            </a:r>
            <a:r>
              <a:rPr sz="1000" spc="-25" dirty="0">
                <a:solidFill>
                  <a:srgbClr val="231F20"/>
                </a:solidFill>
                <a:latin typeface="Arial"/>
                <a:cs typeface="Arial"/>
              </a:rPr>
              <a:t> </a:t>
            </a:r>
            <a:r>
              <a:rPr sz="1000" spc="-30" dirty="0">
                <a:solidFill>
                  <a:srgbClr val="231F20"/>
                </a:solidFill>
                <a:latin typeface="Arial"/>
                <a:cs typeface="Arial"/>
              </a:rPr>
              <a:t>NASA’s</a:t>
            </a:r>
            <a:r>
              <a:rPr sz="1000" spc="-20" dirty="0">
                <a:solidFill>
                  <a:srgbClr val="231F20"/>
                </a:solidFill>
                <a:latin typeface="Arial"/>
                <a:cs typeface="Arial"/>
              </a:rPr>
              <a:t> </a:t>
            </a:r>
            <a:r>
              <a:rPr sz="1000" spc="-10" dirty="0">
                <a:solidFill>
                  <a:srgbClr val="231F20"/>
                </a:solidFill>
                <a:latin typeface="Arial"/>
                <a:cs typeface="Arial"/>
              </a:rPr>
              <a:t>Franklin</a:t>
            </a:r>
            <a:r>
              <a:rPr sz="1000" spc="-20" dirty="0">
                <a:solidFill>
                  <a:srgbClr val="231F20"/>
                </a:solidFill>
                <a:latin typeface="Arial"/>
                <a:cs typeface="Arial"/>
              </a:rPr>
              <a:t> </a:t>
            </a:r>
            <a:r>
              <a:rPr sz="1000" spc="-10" dirty="0">
                <a:solidFill>
                  <a:srgbClr val="231F20"/>
                </a:solidFill>
                <a:latin typeface="Arial"/>
                <a:cs typeface="Arial"/>
              </a:rPr>
              <a:t>Institute.</a:t>
            </a:r>
            <a:endParaRPr sz="1000">
              <a:latin typeface="Arial"/>
              <a:cs typeface="Arial"/>
            </a:endParaRPr>
          </a:p>
          <a:p>
            <a:pPr marL="12700" marR="107314">
              <a:lnSpc>
                <a:spcPct val="100000"/>
              </a:lnSpc>
              <a:spcBef>
                <a:spcPts val="9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second</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third</a:t>
            </a:r>
            <a:r>
              <a:rPr sz="1000" spc="5" dirty="0">
                <a:solidFill>
                  <a:srgbClr val="231F20"/>
                </a:solidFill>
                <a:latin typeface="Arial"/>
                <a:cs typeface="Arial"/>
              </a:rPr>
              <a:t> </a:t>
            </a:r>
            <a:r>
              <a:rPr sz="1000" dirty="0">
                <a:solidFill>
                  <a:srgbClr val="231F20"/>
                </a:solidFill>
                <a:latin typeface="Arial"/>
                <a:cs typeface="Arial"/>
              </a:rPr>
              <a:t>graders</a:t>
            </a:r>
            <a:r>
              <a:rPr sz="1000" spc="5"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serving</a:t>
            </a:r>
            <a:r>
              <a:rPr sz="1000" spc="10" dirty="0">
                <a:solidFill>
                  <a:srgbClr val="231F20"/>
                </a:solidFill>
                <a:latin typeface="Arial"/>
                <a:cs typeface="Arial"/>
              </a:rPr>
              <a:t> </a:t>
            </a:r>
            <a:r>
              <a:rPr sz="1000" spc="-10" dirty="0">
                <a:solidFill>
                  <a:srgbClr val="231F20"/>
                </a:solidFill>
                <a:latin typeface="Arial"/>
                <a:cs typeface="Arial"/>
              </a:rPr>
              <a:t>families </a:t>
            </a:r>
            <a:r>
              <a:rPr sz="1000" dirty="0">
                <a:solidFill>
                  <a:srgbClr val="231F20"/>
                </a:solidFill>
                <a:latin typeface="Arial"/>
                <a:cs typeface="Arial"/>
              </a:rPr>
              <a:t>by</a:t>
            </a:r>
            <a:r>
              <a:rPr sz="1000" spc="40" dirty="0">
                <a:solidFill>
                  <a:srgbClr val="231F20"/>
                </a:solidFill>
                <a:latin typeface="Arial"/>
                <a:cs typeface="Arial"/>
              </a:rPr>
              <a:t> </a:t>
            </a:r>
            <a:r>
              <a:rPr sz="1000" dirty="0">
                <a:solidFill>
                  <a:srgbClr val="231F20"/>
                </a:solidFill>
                <a:latin typeface="Arial"/>
                <a:cs typeface="Arial"/>
              </a:rPr>
              <a:t>sorting</a:t>
            </a:r>
            <a:r>
              <a:rPr sz="1000" spc="40" dirty="0">
                <a:solidFill>
                  <a:srgbClr val="231F20"/>
                </a:solidFill>
                <a:latin typeface="Arial"/>
                <a:cs typeface="Arial"/>
              </a:rPr>
              <a:t> </a:t>
            </a:r>
            <a:r>
              <a:rPr sz="1000" dirty="0">
                <a:solidFill>
                  <a:srgbClr val="231F20"/>
                </a:solidFill>
                <a:latin typeface="Arial"/>
                <a:cs typeface="Arial"/>
              </a:rPr>
              <a:t>clothing</a:t>
            </a:r>
            <a:r>
              <a:rPr sz="1000" spc="4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performing</a:t>
            </a:r>
            <a:r>
              <a:rPr sz="1000" spc="40" dirty="0">
                <a:solidFill>
                  <a:srgbClr val="231F20"/>
                </a:solidFill>
                <a:latin typeface="Arial"/>
                <a:cs typeface="Arial"/>
              </a:rPr>
              <a:t> </a:t>
            </a:r>
            <a:r>
              <a:rPr sz="1000" dirty="0">
                <a:solidFill>
                  <a:srgbClr val="231F20"/>
                </a:solidFill>
                <a:latin typeface="Arial"/>
                <a:cs typeface="Arial"/>
              </a:rPr>
              <a:t>other</a:t>
            </a:r>
            <a:r>
              <a:rPr sz="1000" spc="45" dirty="0">
                <a:solidFill>
                  <a:srgbClr val="231F20"/>
                </a:solidFill>
                <a:latin typeface="Arial"/>
                <a:cs typeface="Arial"/>
              </a:rPr>
              <a:t> </a:t>
            </a:r>
            <a:r>
              <a:rPr sz="1000" dirty="0">
                <a:solidFill>
                  <a:srgbClr val="231F20"/>
                </a:solidFill>
                <a:latin typeface="Arial"/>
                <a:cs typeface="Arial"/>
              </a:rPr>
              <a:t>needed</a:t>
            </a:r>
            <a:r>
              <a:rPr sz="1000" spc="40" dirty="0">
                <a:solidFill>
                  <a:srgbClr val="231F20"/>
                </a:solidFill>
                <a:latin typeface="Arial"/>
                <a:cs typeface="Arial"/>
              </a:rPr>
              <a:t> </a:t>
            </a:r>
            <a:r>
              <a:rPr sz="1000" spc="-20" dirty="0">
                <a:solidFill>
                  <a:srgbClr val="231F20"/>
                </a:solidFill>
                <a:latin typeface="Arial"/>
                <a:cs typeface="Arial"/>
              </a:rPr>
              <a:t>tasks</a:t>
            </a:r>
            <a:r>
              <a:rPr sz="1000" spc="50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Wider</a:t>
            </a:r>
            <a:r>
              <a:rPr sz="1000" spc="-15" dirty="0">
                <a:solidFill>
                  <a:srgbClr val="231F20"/>
                </a:solidFill>
                <a:latin typeface="Arial"/>
                <a:cs typeface="Arial"/>
              </a:rPr>
              <a:t> </a:t>
            </a:r>
            <a:r>
              <a:rPr sz="1000" spc="-10" dirty="0">
                <a:solidFill>
                  <a:srgbClr val="231F20"/>
                </a:solidFill>
                <a:latin typeface="Arial"/>
                <a:cs typeface="Arial"/>
              </a:rPr>
              <a:t>Circle.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African </a:t>
            </a:r>
            <a:r>
              <a:rPr sz="1000" dirty="0">
                <a:solidFill>
                  <a:srgbClr val="231F20"/>
                </a:solidFill>
                <a:latin typeface="Arial"/>
                <a:cs typeface="Arial"/>
              </a:rPr>
              <a:t>culture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spc="-10" dirty="0">
                <a:solidFill>
                  <a:srgbClr val="231F20"/>
                </a:solidFill>
                <a:latin typeface="Arial"/>
                <a:cs typeface="Arial"/>
              </a:rPr>
              <a:t>Workshop.</a:t>
            </a:r>
            <a:endParaRPr sz="1000">
              <a:latin typeface="Arial"/>
              <a:cs typeface="Arial"/>
            </a:endParaRPr>
          </a:p>
          <a:p>
            <a:pPr marL="12700" marR="49530">
              <a:lnSpc>
                <a:spcPct val="100000"/>
              </a:lnSpc>
            </a:pPr>
            <a:r>
              <a:rPr sz="1000" dirty="0">
                <a:solidFill>
                  <a:srgbClr val="231F20"/>
                </a:solidFill>
                <a:latin typeface="Arial"/>
                <a:cs typeface="Arial"/>
              </a:rPr>
              <a:t>During</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election</a:t>
            </a:r>
            <a:r>
              <a:rPr sz="1000" spc="20" dirty="0">
                <a:solidFill>
                  <a:srgbClr val="231F20"/>
                </a:solidFill>
                <a:latin typeface="Arial"/>
                <a:cs typeface="Arial"/>
              </a:rPr>
              <a:t> </a:t>
            </a:r>
            <a:r>
              <a:rPr sz="1000" spc="-10" dirty="0">
                <a:solidFill>
                  <a:srgbClr val="231F20"/>
                </a:solidFill>
                <a:latin typeface="Arial"/>
                <a:cs typeface="Arial"/>
              </a:rPr>
              <a:t>season,</a:t>
            </a:r>
            <a:r>
              <a:rPr sz="1000" spc="2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spc="-25" dirty="0">
                <a:solidFill>
                  <a:srgbClr val="231F20"/>
                </a:solidFill>
                <a:latin typeface="Arial"/>
                <a:cs typeface="Arial"/>
              </a:rPr>
              <a:t>own </a:t>
            </a:r>
            <a:r>
              <a:rPr sz="1000" dirty="0">
                <a:solidFill>
                  <a:srgbClr val="231F20"/>
                </a:solidFill>
                <a:latin typeface="Arial"/>
                <a:cs typeface="Arial"/>
              </a:rPr>
              <a:t>election</a:t>
            </a:r>
            <a:r>
              <a:rPr sz="1000" spc="10" dirty="0">
                <a:solidFill>
                  <a:srgbClr val="231F20"/>
                </a:solidFill>
                <a:latin typeface="Arial"/>
                <a:cs typeface="Arial"/>
              </a:rPr>
              <a:t> </a:t>
            </a:r>
            <a:r>
              <a:rPr sz="1000" dirty="0">
                <a:solidFill>
                  <a:srgbClr val="231F20"/>
                </a:solidFill>
                <a:latin typeface="Arial"/>
                <a:cs typeface="Arial"/>
              </a:rPr>
              <a:t>process</a:t>
            </a:r>
            <a:r>
              <a:rPr sz="1000" spc="1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Mock</a:t>
            </a:r>
            <a:r>
              <a:rPr sz="1000" spc="15" dirty="0">
                <a:solidFill>
                  <a:srgbClr val="231F20"/>
                </a:solidFill>
                <a:latin typeface="Arial"/>
                <a:cs typeface="Arial"/>
              </a:rPr>
              <a:t> </a:t>
            </a:r>
            <a:r>
              <a:rPr sz="1000" dirty="0">
                <a:solidFill>
                  <a:srgbClr val="231F20"/>
                </a:solidFill>
                <a:latin typeface="Arial"/>
                <a:cs typeface="Arial"/>
              </a:rPr>
              <a:t>“Candydate”</a:t>
            </a:r>
            <a:r>
              <a:rPr sz="1000" spc="10" dirty="0">
                <a:solidFill>
                  <a:srgbClr val="231F20"/>
                </a:solidFill>
                <a:latin typeface="Arial"/>
                <a:cs typeface="Arial"/>
              </a:rPr>
              <a:t> </a:t>
            </a:r>
            <a:r>
              <a:rPr sz="1000" spc="-10" dirty="0">
                <a:solidFill>
                  <a:srgbClr val="231F20"/>
                </a:solidFill>
                <a:latin typeface="Arial"/>
                <a:cs typeface="Arial"/>
              </a:rPr>
              <a:t>Election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developed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minds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bodies</a:t>
            </a:r>
            <a:r>
              <a:rPr sz="1000" spc="10" dirty="0">
                <a:solidFill>
                  <a:srgbClr val="231F20"/>
                </a:solidFill>
                <a:latin typeface="Arial"/>
                <a:cs typeface="Arial"/>
              </a:rPr>
              <a:t> </a:t>
            </a:r>
            <a:r>
              <a:rPr sz="1000" spc="-10" dirty="0">
                <a:solidFill>
                  <a:srgbClr val="231F20"/>
                </a:solidFill>
                <a:latin typeface="Arial"/>
                <a:cs typeface="Arial"/>
              </a:rPr>
              <a:t>working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obstacle</a:t>
            </a:r>
            <a:r>
              <a:rPr sz="1000" spc="-15" dirty="0">
                <a:solidFill>
                  <a:srgbClr val="231F20"/>
                </a:solidFill>
                <a:latin typeface="Arial"/>
                <a:cs typeface="Arial"/>
              </a:rPr>
              <a:t> </a:t>
            </a:r>
            <a:r>
              <a:rPr sz="1000" dirty="0">
                <a:solidFill>
                  <a:srgbClr val="231F20"/>
                </a:solidFill>
                <a:latin typeface="Arial"/>
                <a:cs typeface="Arial"/>
              </a:rPr>
              <a:t>courses</a:t>
            </a:r>
            <a:r>
              <a:rPr sz="1000" spc="-1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Badlands</a:t>
            </a:r>
            <a:r>
              <a:rPr sz="1000" spc="-10" dirty="0">
                <a:solidFill>
                  <a:srgbClr val="231F20"/>
                </a:solidFill>
                <a:latin typeface="Arial"/>
                <a:cs typeface="Arial"/>
              </a:rPr>
              <a:t> </a:t>
            </a:r>
            <a:r>
              <a:rPr sz="1000" spc="-25" dirty="0">
                <a:solidFill>
                  <a:srgbClr val="231F20"/>
                </a:solidFill>
                <a:latin typeface="Arial"/>
                <a:cs typeface="Arial"/>
              </a:rPr>
              <a:t>Play</a:t>
            </a:r>
            <a:r>
              <a:rPr sz="1000" spc="-15" dirty="0">
                <a:solidFill>
                  <a:srgbClr val="231F20"/>
                </a:solidFill>
                <a:latin typeface="Arial"/>
                <a:cs typeface="Arial"/>
              </a:rPr>
              <a:t> </a:t>
            </a:r>
            <a:r>
              <a:rPr sz="1000" spc="-10" dirty="0">
                <a:solidFill>
                  <a:srgbClr val="231F20"/>
                </a:solidFill>
                <a:latin typeface="Arial"/>
                <a:cs typeface="Arial"/>
              </a:rPr>
              <a:t>Space </a:t>
            </a:r>
            <a:r>
              <a:rPr sz="1000" spc="-25" dirty="0">
                <a:solidFill>
                  <a:srgbClr val="231F20"/>
                </a:solidFill>
                <a:latin typeface="Arial"/>
                <a:cs typeface="Arial"/>
              </a:rPr>
              <a:t>and </a:t>
            </a:r>
            <a:r>
              <a:rPr sz="1000" dirty="0">
                <a:solidFill>
                  <a:srgbClr val="231F20"/>
                </a:solidFill>
                <a:latin typeface="Arial"/>
                <a:cs typeface="Arial"/>
              </a:rPr>
              <a:t>enhanced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knowledge</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Culture.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speak</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feet</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Improvisation</a:t>
            </a:r>
            <a:r>
              <a:rPr sz="1000" spc="-15" dirty="0">
                <a:solidFill>
                  <a:srgbClr val="231F20"/>
                </a:solidFill>
                <a:latin typeface="Arial"/>
                <a:cs typeface="Arial"/>
              </a:rPr>
              <a:t> </a:t>
            </a:r>
            <a:r>
              <a:rPr sz="1000" spc="-10" dirty="0">
                <a:solidFill>
                  <a:srgbClr val="231F20"/>
                </a:solidFill>
                <a:latin typeface="Arial"/>
                <a:cs typeface="Arial"/>
              </a:rPr>
              <a:t>class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spent</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20" dirty="0">
                <a:solidFill>
                  <a:srgbClr val="231F20"/>
                </a:solidFill>
                <a:latin typeface="Arial"/>
                <a:cs typeface="Arial"/>
              </a:rPr>
              <a:t>space </a:t>
            </a:r>
            <a:r>
              <a:rPr sz="1000" dirty="0">
                <a:solidFill>
                  <a:srgbClr val="231F20"/>
                </a:solidFill>
                <a:latin typeface="Arial"/>
                <a:cs typeface="Arial"/>
              </a:rPr>
              <a:t>exploration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science</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30" dirty="0">
                <a:solidFill>
                  <a:srgbClr val="231F20"/>
                </a:solidFill>
                <a:latin typeface="Arial"/>
                <a:cs typeface="Arial"/>
              </a:rPr>
              <a:t>NASA’s</a:t>
            </a:r>
            <a:r>
              <a:rPr sz="1000" spc="-10" dirty="0">
                <a:solidFill>
                  <a:srgbClr val="231F20"/>
                </a:solidFill>
                <a:latin typeface="Arial"/>
                <a:cs typeface="Arial"/>
              </a:rPr>
              <a:t> Franklin</a:t>
            </a:r>
            <a:r>
              <a:rPr sz="1000" spc="-5" dirty="0">
                <a:solidFill>
                  <a:srgbClr val="231F20"/>
                </a:solidFill>
                <a:latin typeface="Arial"/>
                <a:cs typeface="Arial"/>
              </a:rPr>
              <a:t> </a:t>
            </a:r>
            <a:r>
              <a:rPr sz="1000" spc="-10" dirty="0">
                <a:solidFill>
                  <a:srgbClr val="231F20"/>
                </a:solidFill>
                <a:latin typeface="Arial"/>
                <a:cs typeface="Arial"/>
              </a:rPr>
              <a:t>Institute.</a:t>
            </a:r>
            <a:endParaRPr sz="1000">
              <a:latin typeface="Arial"/>
              <a:cs typeface="Arial"/>
            </a:endParaRPr>
          </a:p>
          <a:p>
            <a:pPr marL="12700" marR="154305">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fourth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fifth</a:t>
            </a:r>
            <a:r>
              <a:rPr sz="1000" spc="15"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Science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Sailing</a:t>
            </a:r>
            <a:r>
              <a:rPr sz="1000" spc="15" dirty="0">
                <a:solidFill>
                  <a:srgbClr val="231F20"/>
                </a:solidFill>
                <a:latin typeface="Arial"/>
                <a:cs typeface="Arial"/>
              </a:rPr>
              <a:t> </a:t>
            </a:r>
            <a:r>
              <a:rPr sz="1000" dirty="0">
                <a:solidFill>
                  <a:srgbClr val="231F20"/>
                </a:solidFill>
                <a:latin typeface="Arial"/>
                <a:cs typeface="Arial"/>
              </a:rPr>
              <a:t>touring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spc="-25" dirty="0">
                <a:solidFill>
                  <a:srgbClr val="231F20"/>
                </a:solidFill>
                <a:latin typeface="Arial"/>
                <a:cs typeface="Arial"/>
              </a:rPr>
              <a:t>to</a:t>
            </a:r>
            <a:r>
              <a:rPr sz="1000" spc="500" dirty="0">
                <a:solidFill>
                  <a:srgbClr val="231F20"/>
                </a:solidFill>
                <a:latin typeface="Arial"/>
                <a:cs typeface="Arial"/>
              </a:rPr>
              <a:t> </a:t>
            </a:r>
            <a:r>
              <a:rPr sz="1000" dirty="0">
                <a:solidFill>
                  <a:srgbClr val="231F20"/>
                </a:solidFill>
                <a:latin typeface="Arial"/>
                <a:cs typeface="Arial"/>
              </a:rPr>
              <a:t>sail</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historic</a:t>
            </a:r>
            <a:r>
              <a:rPr sz="1000" spc="-20" dirty="0">
                <a:solidFill>
                  <a:srgbClr val="231F20"/>
                </a:solidFill>
                <a:latin typeface="Arial"/>
                <a:cs typeface="Arial"/>
              </a:rPr>
              <a:t> </a:t>
            </a:r>
            <a:r>
              <a:rPr sz="1000" spc="-50" dirty="0">
                <a:solidFill>
                  <a:srgbClr val="231F20"/>
                </a:solidFill>
                <a:latin typeface="Arial"/>
                <a:cs typeface="Arial"/>
              </a:rPr>
              <a:t>U.S.</a:t>
            </a:r>
            <a:r>
              <a:rPr sz="1000" spc="-20" dirty="0">
                <a:solidFill>
                  <a:srgbClr val="231F20"/>
                </a:solidFill>
                <a:latin typeface="Arial"/>
                <a:cs typeface="Arial"/>
              </a:rPr>
              <a:t> </a:t>
            </a:r>
            <a:r>
              <a:rPr sz="1000" dirty="0">
                <a:solidFill>
                  <a:srgbClr val="231F20"/>
                </a:solidFill>
                <a:latin typeface="Arial"/>
                <a:cs typeface="Arial"/>
              </a:rPr>
              <a:t>Coast</a:t>
            </a:r>
            <a:r>
              <a:rPr sz="1000" spc="-20" dirty="0">
                <a:solidFill>
                  <a:srgbClr val="231F20"/>
                </a:solidFill>
                <a:latin typeface="Arial"/>
                <a:cs typeface="Arial"/>
              </a:rPr>
              <a:t> </a:t>
            </a:r>
            <a:r>
              <a:rPr sz="1000" spc="-10" dirty="0">
                <a:solidFill>
                  <a:srgbClr val="231F20"/>
                </a:solidFill>
                <a:latin typeface="Arial"/>
                <a:cs typeface="Arial"/>
              </a:rPr>
              <a:t>Guard</a:t>
            </a:r>
            <a:r>
              <a:rPr sz="1000" spc="-20" dirty="0">
                <a:solidFill>
                  <a:srgbClr val="231F20"/>
                </a:solidFill>
                <a:latin typeface="Arial"/>
                <a:cs typeface="Arial"/>
              </a:rPr>
              <a:t> </a:t>
            </a:r>
            <a:r>
              <a:rPr sz="1000" dirty="0">
                <a:solidFill>
                  <a:srgbClr val="231F20"/>
                </a:solidFill>
                <a:latin typeface="Arial"/>
                <a:cs typeface="Arial"/>
              </a:rPr>
              <a:t>“Eagle”</a:t>
            </a:r>
            <a:r>
              <a:rPr sz="1000" spc="-20" dirty="0">
                <a:solidFill>
                  <a:srgbClr val="231F20"/>
                </a:solidFill>
                <a:latin typeface="Arial"/>
                <a:cs typeface="Arial"/>
              </a:rPr>
              <a:t> </a:t>
            </a:r>
            <a:r>
              <a:rPr sz="1000" spc="-30" dirty="0">
                <a:solidFill>
                  <a:srgbClr val="231F20"/>
                </a:solidFill>
                <a:latin typeface="Arial"/>
                <a:cs typeface="Arial"/>
              </a:rPr>
              <a:t>Tall</a:t>
            </a:r>
            <a:r>
              <a:rPr sz="1000" spc="-20" dirty="0">
                <a:solidFill>
                  <a:srgbClr val="231F20"/>
                </a:solidFill>
                <a:latin typeface="Arial"/>
                <a:cs typeface="Arial"/>
              </a:rPr>
              <a:t> Ship. They</a:t>
            </a:r>
            <a:endParaRPr sz="1000">
              <a:latin typeface="Arial"/>
              <a:cs typeface="Arial"/>
            </a:endParaRPr>
          </a:p>
          <a:p>
            <a:pPr marL="12700" marR="13970">
              <a:lnSpc>
                <a:spcPct val="100000"/>
              </a:lnSpc>
            </a:pPr>
            <a:r>
              <a:rPr sz="1000" dirty="0">
                <a:solidFill>
                  <a:srgbClr val="231F20"/>
                </a:solidFill>
                <a:latin typeface="Arial"/>
                <a:cs typeface="Arial"/>
              </a:rPr>
              <a:t>asked excellent</a:t>
            </a:r>
            <a:r>
              <a:rPr sz="1000" spc="5" dirty="0">
                <a:solidFill>
                  <a:srgbClr val="231F20"/>
                </a:solidFill>
                <a:latin typeface="Arial"/>
                <a:cs typeface="Arial"/>
              </a:rPr>
              <a:t> </a:t>
            </a:r>
            <a:r>
              <a:rPr sz="1000" dirty="0">
                <a:solidFill>
                  <a:srgbClr val="231F20"/>
                </a:solidFill>
                <a:latin typeface="Arial"/>
                <a:cs typeface="Arial"/>
              </a:rPr>
              <a:t>questions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kept the</a:t>
            </a:r>
            <a:r>
              <a:rPr sz="1000" spc="5" dirty="0">
                <a:solidFill>
                  <a:srgbClr val="231F20"/>
                </a:solidFill>
                <a:latin typeface="Arial"/>
                <a:cs typeface="Arial"/>
              </a:rPr>
              <a:t> </a:t>
            </a:r>
            <a:r>
              <a:rPr sz="1000" dirty="0">
                <a:solidFill>
                  <a:srgbClr val="231F20"/>
                </a:solidFill>
                <a:latin typeface="Arial"/>
                <a:cs typeface="Arial"/>
              </a:rPr>
              <a:t>crew</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spc="-20" dirty="0">
                <a:solidFill>
                  <a:srgbClr val="231F20"/>
                </a:solidFill>
                <a:latin typeface="Arial"/>
                <a:cs typeface="Arial"/>
              </a:rPr>
              <a:t>toes. </a:t>
            </a: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problem-solving</a:t>
            </a:r>
            <a:r>
              <a:rPr sz="1000" spc="15" dirty="0">
                <a:solidFill>
                  <a:srgbClr val="231F20"/>
                </a:solidFill>
                <a:latin typeface="Arial"/>
                <a:cs typeface="Arial"/>
              </a:rPr>
              <a:t> </a:t>
            </a:r>
            <a:r>
              <a:rPr sz="1000" spc="-10" dirty="0">
                <a:solidFill>
                  <a:srgbClr val="231F20"/>
                </a:solidFill>
                <a:latin typeface="Arial"/>
                <a:cs typeface="Arial"/>
              </a:rPr>
              <a:t>skills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had fun working their way out</a:t>
            </a:r>
            <a:r>
              <a:rPr sz="1000" spc="-5" dirty="0">
                <a:solidFill>
                  <a:srgbClr val="231F20"/>
                </a:solidFill>
                <a:latin typeface="Arial"/>
                <a:cs typeface="Arial"/>
              </a:rPr>
              <a:t> </a:t>
            </a:r>
            <a:r>
              <a:rPr sz="1000" dirty="0">
                <a:solidFill>
                  <a:srgbClr val="231F20"/>
                </a:solidFill>
                <a:latin typeface="Arial"/>
                <a:cs typeface="Arial"/>
              </a:rPr>
              <a:t>of an </a:t>
            </a:r>
            <a:r>
              <a:rPr sz="1000" spc="-20" dirty="0">
                <a:solidFill>
                  <a:srgbClr val="231F20"/>
                </a:solidFill>
                <a:latin typeface="Arial"/>
                <a:cs typeface="Arial"/>
              </a:rPr>
              <a:t>Escape</a:t>
            </a:r>
            <a:r>
              <a:rPr sz="1000" dirty="0">
                <a:solidFill>
                  <a:srgbClr val="231F20"/>
                </a:solidFill>
                <a:latin typeface="Arial"/>
                <a:cs typeface="Arial"/>
              </a:rPr>
              <a:t> </a:t>
            </a:r>
            <a:r>
              <a:rPr sz="1000" spc="-20" dirty="0">
                <a:solidFill>
                  <a:srgbClr val="231F20"/>
                </a:solidFill>
                <a:latin typeface="Arial"/>
                <a:cs typeface="Arial"/>
              </a:rPr>
              <a:t>Room.</a:t>
            </a:r>
            <a:endParaRPr sz="1000">
              <a:latin typeface="Arial"/>
              <a:cs typeface="Arial"/>
            </a:endParaRPr>
          </a:p>
          <a:p>
            <a:pPr marL="12700" marR="5080">
              <a:lnSpc>
                <a:spcPct val="100000"/>
              </a:lnSpc>
            </a:pP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culture</a:t>
            </a:r>
            <a:r>
              <a:rPr sz="1000" spc="500" dirty="0">
                <a:solidFill>
                  <a:srgbClr val="231F20"/>
                </a:solidFill>
                <a:latin typeface="Arial"/>
                <a:cs typeface="Arial"/>
              </a:rPr>
              <a:t> </a:t>
            </a:r>
            <a:r>
              <a:rPr sz="1000" dirty="0">
                <a:solidFill>
                  <a:srgbClr val="231F20"/>
                </a:solidFill>
                <a:latin typeface="Arial"/>
                <a:cs typeface="Arial"/>
              </a:rPr>
              <a:t>by</a:t>
            </a:r>
            <a:r>
              <a:rPr sz="1000" spc="-30" dirty="0">
                <a:solidFill>
                  <a:srgbClr val="231F20"/>
                </a:solidFill>
                <a:latin typeface="Arial"/>
                <a:cs typeface="Arial"/>
              </a:rPr>
              <a:t> </a:t>
            </a:r>
            <a:r>
              <a:rPr sz="1000" dirty="0">
                <a:solidFill>
                  <a:srgbClr val="231F20"/>
                </a:solidFill>
                <a:latin typeface="Arial"/>
                <a:cs typeface="Arial"/>
              </a:rPr>
              <a:t>playing</a:t>
            </a:r>
            <a:r>
              <a:rPr sz="1000" spc="-30" dirty="0">
                <a:solidFill>
                  <a:srgbClr val="231F20"/>
                </a:solidFill>
                <a:latin typeface="Arial"/>
                <a:cs typeface="Arial"/>
              </a:rPr>
              <a:t> </a:t>
            </a:r>
            <a:r>
              <a:rPr sz="1000" dirty="0">
                <a:solidFill>
                  <a:srgbClr val="231F20"/>
                </a:solidFill>
                <a:latin typeface="Arial"/>
                <a:cs typeface="Arial"/>
              </a:rPr>
              <a:t>African</a:t>
            </a:r>
            <a:r>
              <a:rPr sz="1000" spc="-25" dirty="0">
                <a:solidFill>
                  <a:srgbClr val="231F20"/>
                </a:solidFill>
                <a:latin typeface="Arial"/>
                <a:cs typeface="Arial"/>
              </a:rPr>
              <a:t> </a:t>
            </a:r>
            <a:r>
              <a:rPr sz="1000" dirty="0">
                <a:solidFill>
                  <a:srgbClr val="231F20"/>
                </a:solidFill>
                <a:latin typeface="Arial"/>
                <a:cs typeface="Arial"/>
              </a:rPr>
              <a:t>American</a:t>
            </a:r>
            <a:r>
              <a:rPr sz="1000" spc="-30" dirty="0">
                <a:solidFill>
                  <a:srgbClr val="231F20"/>
                </a:solidFill>
                <a:latin typeface="Arial"/>
                <a:cs typeface="Arial"/>
              </a:rPr>
              <a:t> </a:t>
            </a:r>
            <a:r>
              <a:rPr sz="1000" dirty="0">
                <a:solidFill>
                  <a:srgbClr val="231F20"/>
                </a:solidFill>
                <a:latin typeface="Arial"/>
                <a:cs typeface="Arial"/>
              </a:rPr>
              <a:t>Jeopardy.</a:t>
            </a:r>
            <a:r>
              <a:rPr sz="1000" spc="-30" dirty="0">
                <a:solidFill>
                  <a:srgbClr val="231F20"/>
                </a:solidFill>
                <a:latin typeface="Arial"/>
                <a:cs typeface="Arial"/>
              </a:rPr>
              <a:t> </a:t>
            </a:r>
            <a:r>
              <a:rPr sz="100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group,</a:t>
            </a:r>
            <a:r>
              <a:rPr sz="1000" spc="-2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participated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spc="-10" dirty="0">
                <a:solidFill>
                  <a:srgbClr val="231F20"/>
                </a:solidFill>
                <a:latin typeface="Arial"/>
                <a:cs typeface="Arial"/>
              </a:rPr>
              <a:t>raised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consciousness</a:t>
            </a:r>
            <a:r>
              <a:rPr sz="1000" spc="25"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spc="-10" dirty="0">
                <a:solidFill>
                  <a:srgbClr val="231F20"/>
                </a:solidFill>
                <a:latin typeface="Arial"/>
                <a:cs typeface="Arial"/>
              </a:rPr>
              <a:t>homelessness</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spc="-10" dirty="0">
                <a:solidFill>
                  <a:srgbClr val="231F20"/>
                </a:solidFill>
                <a:latin typeface="Arial"/>
                <a:cs typeface="Arial"/>
              </a:rPr>
              <a:t>making </a:t>
            </a:r>
            <a:r>
              <a:rPr sz="1000" dirty="0">
                <a:solidFill>
                  <a:srgbClr val="231F20"/>
                </a:solidFill>
                <a:latin typeface="Arial"/>
                <a:cs typeface="Arial"/>
              </a:rPr>
              <a:t>sandwiches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stuffing</a:t>
            </a:r>
            <a:r>
              <a:rPr sz="1000" spc="5" dirty="0">
                <a:solidFill>
                  <a:srgbClr val="231F20"/>
                </a:solidFill>
                <a:latin typeface="Arial"/>
                <a:cs typeface="Arial"/>
              </a:rPr>
              <a:t> </a:t>
            </a:r>
            <a:r>
              <a:rPr sz="1000" spc="-10" dirty="0">
                <a:solidFill>
                  <a:srgbClr val="231F20"/>
                </a:solidFill>
                <a:latin typeface="Arial"/>
                <a:cs typeface="Arial"/>
              </a:rPr>
              <a:t>Christmas</a:t>
            </a:r>
            <a:r>
              <a:rPr sz="1000" spc="10" dirty="0">
                <a:solidFill>
                  <a:srgbClr val="231F20"/>
                </a:solidFill>
                <a:latin typeface="Arial"/>
                <a:cs typeface="Arial"/>
              </a:rPr>
              <a:t> </a:t>
            </a:r>
            <a:r>
              <a:rPr sz="1000" dirty="0">
                <a:solidFill>
                  <a:srgbClr val="231F20"/>
                </a:solidFill>
                <a:latin typeface="Arial"/>
                <a:cs typeface="Arial"/>
              </a:rPr>
              <a:t>stockings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benefit</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homeless</a:t>
            </a:r>
            <a:r>
              <a:rPr sz="1000" spc="-5" dirty="0">
                <a:solidFill>
                  <a:srgbClr val="231F20"/>
                </a:solidFill>
                <a:latin typeface="Arial"/>
                <a:cs typeface="Arial"/>
              </a:rPr>
              <a:t> </a:t>
            </a:r>
            <a:r>
              <a:rPr sz="1000" spc="-10" dirty="0">
                <a:solidFill>
                  <a:srgbClr val="231F20"/>
                </a:solidFill>
                <a:latin typeface="Arial"/>
                <a:cs typeface="Arial"/>
              </a:rPr>
              <a:t>shelter.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dynamics</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physics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gravity</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85" dirty="0">
                <a:solidFill>
                  <a:srgbClr val="231F20"/>
                </a:solidFill>
                <a:latin typeface="Arial"/>
                <a:cs typeface="Arial"/>
              </a:rPr>
              <a:t>IFLY,</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indoor</a:t>
            </a:r>
            <a:r>
              <a:rPr sz="1000" spc="5" dirty="0">
                <a:solidFill>
                  <a:srgbClr val="231F20"/>
                </a:solidFill>
                <a:latin typeface="Arial"/>
                <a:cs typeface="Arial"/>
              </a:rPr>
              <a:t> </a:t>
            </a:r>
            <a:r>
              <a:rPr sz="1000" dirty="0">
                <a:solidFill>
                  <a:srgbClr val="231F20"/>
                </a:solidFill>
                <a:latin typeface="Arial"/>
                <a:cs typeface="Arial"/>
              </a:rPr>
              <a:t>skydiving</a:t>
            </a:r>
            <a:r>
              <a:rPr sz="1000" spc="5" dirty="0">
                <a:solidFill>
                  <a:srgbClr val="231F20"/>
                </a:solidFill>
                <a:latin typeface="Arial"/>
                <a:cs typeface="Arial"/>
              </a:rPr>
              <a:t> </a:t>
            </a:r>
            <a:r>
              <a:rPr sz="1000" spc="-10" dirty="0">
                <a:solidFill>
                  <a:srgbClr val="231F20"/>
                </a:solidFill>
                <a:latin typeface="Arial"/>
                <a:cs typeface="Arial"/>
              </a:rPr>
              <a:t>venue.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budgeting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teamwork</a:t>
            </a:r>
            <a:r>
              <a:rPr sz="1000" spc="-5" dirty="0">
                <a:solidFill>
                  <a:srgbClr val="231F20"/>
                </a:solidFill>
                <a:latin typeface="Arial"/>
                <a:cs typeface="Arial"/>
              </a:rPr>
              <a:t> </a:t>
            </a:r>
            <a:r>
              <a:rPr sz="1000" spc="-10" dirty="0">
                <a:solidFill>
                  <a:srgbClr val="231F20"/>
                </a:solidFill>
                <a:latin typeface="Arial"/>
                <a:cs typeface="Arial"/>
              </a:rPr>
              <a:t>as</a:t>
            </a:r>
            <a:r>
              <a:rPr sz="1000" dirty="0">
                <a:solidFill>
                  <a:srgbClr val="231F20"/>
                </a:solidFill>
                <a:latin typeface="Arial"/>
                <a:cs typeface="Arial"/>
              </a:rPr>
              <a:t> </a:t>
            </a:r>
            <a:r>
              <a:rPr sz="1000" spc="-20" dirty="0">
                <a:solidFill>
                  <a:srgbClr val="231F20"/>
                </a:solidFill>
                <a:latin typeface="Arial"/>
                <a:cs typeface="Arial"/>
              </a:rPr>
              <a:t>Savvy </a:t>
            </a:r>
            <a:r>
              <a:rPr sz="1000" dirty="0">
                <a:solidFill>
                  <a:srgbClr val="231F20"/>
                </a:solidFill>
                <a:latin typeface="Arial"/>
                <a:cs typeface="Arial"/>
              </a:rPr>
              <a:t>Shoppers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what</a:t>
            </a:r>
            <a:r>
              <a:rPr sz="1000" spc="-10" dirty="0">
                <a:solidFill>
                  <a:srgbClr val="231F20"/>
                </a:solidFill>
                <a:latin typeface="Arial"/>
                <a:cs typeface="Arial"/>
              </a:rPr>
              <a:t> </a:t>
            </a:r>
            <a:r>
              <a:rPr sz="1000" dirty="0">
                <a:solidFill>
                  <a:srgbClr val="231F20"/>
                </a:solidFill>
                <a:latin typeface="Arial"/>
                <a:cs typeface="Arial"/>
              </a:rPr>
              <a:t>is</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like</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run</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freedom as</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toured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Harriet</a:t>
            </a:r>
            <a:r>
              <a:rPr sz="1000" spc="-15" dirty="0">
                <a:solidFill>
                  <a:srgbClr val="231F20"/>
                </a:solidFill>
                <a:latin typeface="Arial"/>
                <a:cs typeface="Arial"/>
              </a:rPr>
              <a:t> </a:t>
            </a:r>
            <a:r>
              <a:rPr sz="1000" spc="-20" dirty="0">
                <a:solidFill>
                  <a:srgbClr val="231F20"/>
                </a:solidFill>
                <a:latin typeface="Arial"/>
                <a:cs typeface="Arial"/>
              </a:rPr>
              <a:t>Tubman</a:t>
            </a:r>
            <a:r>
              <a:rPr sz="1000" spc="-15" dirty="0">
                <a:solidFill>
                  <a:srgbClr val="231F20"/>
                </a:solidFill>
                <a:latin typeface="Arial"/>
                <a:cs typeface="Arial"/>
              </a:rPr>
              <a:t> </a:t>
            </a:r>
            <a:r>
              <a:rPr sz="1000" dirty="0">
                <a:solidFill>
                  <a:srgbClr val="231F20"/>
                </a:solidFill>
                <a:latin typeface="Arial"/>
                <a:cs typeface="Arial"/>
              </a:rPr>
              <a:t>Cultural</a:t>
            </a:r>
            <a:r>
              <a:rPr sz="1000" spc="-20" dirty="0">
                <a:solidFill>
                  <a:srgbClr val="231F20"/>
                </a:solidFill>
                <a:latin typeface="Arial"/>
                <a:cs typeface="Arial"/>
              </a:rPr>
              <a:t> </a:t>
            </a:r>
            <a:r>
              <a:rPr sz="1000" spc="-10" dirty="0">
                <a:solidFill>
                  <a:srgbClr val="231F20"/>
                </a:solidFill>
                <a:latin typeface="Arial"/>
                <a:cs typeface="Arial"/>
              </a:rPr>
              <a:t>Center.</a:t>
            </a:r>
            <a:r>
              <a:rPr sz="1000" spc="-1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highlight</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State </a:t>
            </a:r>
            <a:r>
              <a:rPr sz="1000" dirty="0">
                <a:solidFill>
                  <a:srgbClr val="231F20"/>
                </a:solidFill>
                <a:latin typeface="Arial"/>
                <a:cs typeface="Arial"/>
              </a:rPr>
              <a:t>Dinner</a:t>
            </a:r>
            <a:r>
              <a:rPr sz="1000" spc="-15" dirty="0">
                <a:solidFill>
                  <a:srgbClr val="231F20"/>
                </a:solidFill>
                <a:latin typeface="Arial"/>
                <a:cs typeface="Arial"/>
              </a:rPr>
              <a:t> </a:t>
            </a:r>
            <a:r>
              <a:rPr sz="1000" spc="-20" dirty="0">
                <a:solidFill>
                  <a:srgbClr val="231F20"/>
                </a:solidFill>
                <a:latin typeface="Arial"/>
                <a:cs typeface="Arial"/>
              </a:rPr>
              <a:t>where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basic</a:t>
            </a:r>
            <a:r>
              <a:rPr sz="1000" spc="-10" dirty="0">
                <a:solidFill>
                  <a:srgbClr val="231F20"/>
                </a:solidFill>
                <a:latin typeface="Arial"/>
                <a:cs typeface="Arial"/>
              </a:rPr>
              <a:t> </a:t>
            </a:r>
            <a:r>
              <a:rPr sz="1000" dirty="0">
                <a:solidFill>
                  <a:srgbClr val="231F20"/>
                </a:solidFill>
                <a:latin typeface="Arial"/>
                <a:cs typeface="Arial"/>
              </a:rPr>
              <a:t>civics,</a:t>
            </a:r>
            <a:r>
              <a:rPr sz="1000" spc="-10" dirty="0">
                <a:solidFill>
                  <a:srgbClr val="231F20"/>
                </a:solidFill>
                <a:latin typeface="Arial"/>
                <a:cs typeface="Arial"/>
              </a:rPr>
              <a:t> </a:t>
            </a:r>
            <a:r>
              <a:rPr sz="1000" dirty="0">
                <a:solidFill>
                  <a:srgbClr val="231F20"/>
                </a:solidFill>
                <a:latin typeface="Arial"/>
                <a:cs typeface="Arial"/>
              </a:rPr>
              <a:t>local</a:t>
            </a:r>
            <a:r>
              <a:rPr sz="1000" spc="-10" dirty="0">
                <a:solidFill>
                  <a:srgbClr val="231F20"/>
                </a:solidFill>
                <a:latin typeface="Arial"/>
                <a:cs typeface="Arial"/>
              </a:rPr>
              <a:t> </a:t>
            </a:r>
            <a:r>
              <a:rPr sz="1000" dirty="0">
                <a:solidFill>
                  <a:srgbClr val="231F20"/>
                </a:solidFill>
                <a:latin typeface="Arial"/>
                <a:cs typeface="Arial"/>
              </a:rPr>
              <a:t>Maryland</a:t>
            </a:r>
            <a:r>
              <a:rPr sz="1000" spc="-10" dirty="0">
                <a:solidFill>
                  <a:srgbClr val="231F20"/>
                </a:solidFill>
                <a:latin typeface="Arial"/>
                <a:cs typeface="Arial"/>
              </a:rPr>
              <a:t> politics</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voting</a:t>
            </a:r>
            <a:r>
              <a:rPr sz="1000" spc="15"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special</a:t>
            </a:r>
            <a:r>
              <a:rPr sz="1000" spc="15" dirty="0">
                <a:solidFill>
                  <a:srgbClr val="231F20"/>
                </a:solidFill>
                <a:latin typeface="Arial"/>
                <a:cs typeface="Arial"/>
              </a:rPr>
              <a:t> </a:t>
            </a:r>
            <a:r>
              <a:rPr sz="1000" dirty="0">
                <a:solidFill>
                  <a:srgbClr val="231F20"/>
                </a:solidFill>
                <a:latin typeface="Arial"/>
                <a:cs typeface="Arial"/>
              </a:rPr>
              <a:t>invited</a:t>
            </a:r>
            <a:r>
              <a:rPr sz="1000" spc="10" dirty="0">
                <a:solidFill>
                  <a:srgbClr val="231F20"/>
                </a:solidFill>
                <a:latin typeface="Arial"/>
                <a:cs typeface="Arial"/>
              </a:rPr>
              <a:t> </a:t>
            </a:r>
            <a:r>
              <a:rPr sz="1000" spc="-10" dirty="0">
                <a:solidFill>
                  <a:srgbClr val="231F20"/>
                </a:solidFill>
                <a:latin typeface="Arial"/>
                <a:cs typeface="Arial"/>
              </a:rPr>
              <a:t>guests</a:t>
            </a:r>
            <a:r>
              <a:rPr sz="1000" spc="500"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well</a:t>
            </a:r>
            <a:r>
              <a:rPr sz="1000" spc="-10" dirty="0">
                <a:solidFill>
                  <a:srgbClr val="231F20"/>
                </a:solidFill>
                <a:latin typeface="Arial"/>
                <a:cs typeface="Arial"/>
              </a:rPr>
              <a:t> as</a:t>
            </a:r>
            <a:r>
              <a:rPr sz="1000" spc="-15" dirty="0">
                <a:solidFill>
                  <a:srgbClr val="231F20"/>
                </a:solidFill>
                <a:latin typeface="Arial"/>
                <a:cs typeface="Arial"/>
              </a:rPr>
              <a:t> </a:t>
            </a:r>
            <a:r>
              <a:rPr sz="1000" dirty="0">
                <a:solidFill>
                  <a:srgbClr val="231F20"/>
                </a:solidFill>
                <a:latin typeface="Arial"/>
                <a:cs typeface="Arial"/>
              </a:rPr>
              <a:t>Nigerian</a:t>
            </a:r>
            <a:r>
              <a:rPr sz="1000" spc="-10" dirty="0">
                <a:solidFill>
                  <a:srgbClr val="231F20"/>
                </a:solidFill>
                <a:latin typeface="Arial"/>
                <a:cs typeface="Arial"/>
              </a:rPr>
              <a:t> </a:t>
            </a:r>
            <a:r>
              <a:rPr sz="1000" dirty="0">
                <a:solidFill>
                  <a:srgbClr val="231F20"/>
                </a:solidFill>
                <a:latin typeface="Arial"/>
                <a:cs typeface="Arial"/>
              </a:rPr>
              <a:t>food</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culture!</a:t>
            </a:r>
            <a:endParaRPr sz="1000">
              <a:latin typeface="Arial"/>
              <a:cs typeface="Arial"/>
            </a:endParaRPr>
          </a:p>
          <a:p>
            <a:pPr marL="12700" marR="33020">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sixth,</a:t>
            </a:r>
            <a:r>
              <a:rPr sz="1000" spc="-5" dirty="0">
                <a:solidFill>
                  <a:srgbClr val="231F20"/>
                </a:solidFill>
                <a:latin typeface="Arial"/>
                <a:cs typeface="Arial"/>
              </a:rPr>
              <a:t> </a:t>
            </a:r>
            <a:r>
              <a:rPr sz="1000" dirty="0">
                <a:solidFill>
                  <a:srgbClr val="231F20"/>
                </a:solidFill>
                <a:latin typeface="Arial"/>
                <a:cs typeface="Arial"/>
              </a:rPr>
              <a:t>seventh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eighth</a:t>
            </a:r>
            <a:r>
              <a:rPr sz="1000" spc="-5" dirty="0">
                <a:solidFill>
                  <a:srgbClr val="231F20"/>
                </a:solidFill>
                <a:latin typeface="Arial"/>
                <a:cs typeface="Arial"/>
              </a:rPr>
              <a:t> </a:t>
            </a:r>
            <a:r>
              <a:rPr sz="1000" dirty="0">
                <a:solidFill>
                  <a:srgbClr val="231F20"/>
                </a:solidFill>
                <a:latin typeface="Arial"/>
                <a:cs typeface="Arial"/>
              </a:rPr>
              <a:t>graders started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programming</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Harper’s</a:t>
            </a:r>
            <a:r>
              <a:rPr sz="1000" spc="-15" dirty="0">
                <a:solidFill>
                  <a:srgbClr val="231F20"/>
                </a:solidFill>
                <a:latin typeface="Arial"/>
                <a:cs typeface="Arial"/>
              </a:rPr>
              <a:t> </a:t>
            </a:r>
            <a:r>
              <a:rPr sz="1000" dirty="0">
                <a:solidFill>
                  <a:srgbClr val="231F20"/>
                </a:solidFill>
                <a:latin typeface="Arial"/>
                <a:cs typeface="Arial"/>
              </a:rPr>
              <a:t>Ferry</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abolitionist</a:t>
            </a:r>
            <a:r>
              <a:rPr sz="1000" spc="-5" dirty="0">
                <a:solidFill>
                  <a:srgbClr val="231F20"/>
                </a:solidFill>
                <a:latin typeface="Arial"/>
                <a:cs typeface="Arial"/>
              </a:rPr>
              <a:t> </a:t>
            </a:r>
            <a:r>
              <a:rPr sz="1000" spc="-10" dirty="0">
                <a:solidFill>
                  <a:srgbClr val="231F20"/>
                </a:solidFill>
                <a:latin typeface="Arial"/>
                <a:cs typeface="Arial"/>
              </a:rPr>
              <a:t>camps</a:t>
            </a:r>
            <a:r>
              <a:rPr sz="1000" spc="-5" dirty="0">
                <a:solidFill>
                  <a:srgbClr val="231F20"/>
                </a:solidFill>
                <a:latin typeface="Arial"/>
                <a:cs typeface="Arial"/>
              </a:rPr>
              <a:t> </a:t>
            </a:r>
            <a:r>
              <a:rPr sz="1000" dirty="0">
                <a:solidFill>
                  <a:srgbClr val="231F20"/>
                </a:solidFill>
                <a:latin typeface="Arial"/>
                <a:cs typeface="Arial"/>
              </a:rPr>
              <a:t>and what</a:t>
            </a:r>
            <a:r>
              <a:rPr sz="1000" spc="-5" dirty="0">
                <a:solidFill>
                  <a:srgbClr val="231F20"/>
                </a:solidFill>
                <a:latin typeface="Arial"/>
                <a:cs typeface="Arial"/>
              </a:rPr>
              <a:t> </a:t>
            </a:r>
            <a:r>
              <a:rPr sz="1000" dirty="0">
                <a:solidFill>
                  <a:srgbClr val="231F20"/>
                </a:solidFill>
                <a:latin typeface="Arial"/>
                <a:cs typeface="Arial"/>
              </a:rPr>
              <a:t>life was</a:t>
            </a:r>
            <a:r>
              <a:rPr sz="1000" spc="-5" dirty="0">
                <a:solidFill>
                  <a:srgbClr val="231F20"/>
                </a:solidFill>
                <a:latin typeface="Arial"/>
                <a:cs typeface="Arial"/>
              </a:rPr>
              <a:t> </a:t>
            </a:r>
            <a:r>
              <a:rPr sz="1000" dirty="0">
                <a:solidFill>
                  <a:srgbClr val="231F20"/>
                </a:solidFill>
                <a:latin typeface="Arial"/>
                <a:cs typeface="Arial"/>
              </a:rPr>
              <a:t>like</a:t>
            </a:r>
            <a:r>
              <a:rPr sz="1000" spc="-5" dirty="0">
                <a:solidFill>
                  <a:srgbClr val="231F20"/>
                </a:solidFill>
                <a:latin typeface="Arial"/>
                <a:cs typeface="Arial"/>
              </a:rPr>
              <a:t> </a:t>
            </a:r>
            <a:r>
              <a:rPr sz="1000" dirty="0">
                <a:solidFill>
                  <a:srgbClr val="231F20"/>
                </a:solidFill>
                <a:latin typeface="Arial"/>
                <a:cs typeface="Arial"/>
              </a:rPr>
              <a:t>at the</a:t>
            </a:r>
            <a:r>
              <a:rPr sz="1000" spc="-5" dirty="0">
                <a:solidFill>
                  <a:srgbClr val="231F20"/>
                </a:solidFill>
                <a:latin typeface="Arial"/>
                <a:cs typeface="Arial"/>
              </a:rPr>
              <a:t> </a:t>
            </a:r>
            <a:r>
              <a:rPr sz="1000" dirty="0">
                <a:solidFill>
                  <a:srgbClr val="231F20"/>
                </a:solidFill>
                <a:latin typeface="Arial"/>
                <a:cs typeface="Arial"/>
              </a:rPr>
              <a:t>time </a:t>
            </a:r>
            <a:r>
              <a:rPr sz="1000" spc="-10" dirty="0">
                <a:solidFill>
                  <a:srgbClr val="231F20"/>
                </a:solidFill>
                <a:latin typeface="Arial"/>
                <a:cs typeface="Arial"/>
              </a:rPr>
              <a:t>(Lives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Limbo:</a:t>
            </a:r>
            <a:r>
              <a:rPr sz="1000" spc="-15" dirty="0">
                <a:solidFill>
                  <a:srgbClr val="231F20"/>
                </a:solidFill>
                <a:latin typeface="Arial"/>
                <a:cs typeface="Arial"/>
              </a:rPr>
              <a:t> </a:t>
            </a:r>
            <a:r>
              <a:rPr sz="1000" dirty="0">
                <a:solidFill>
                  <a:srgbClr val="231F20"/>
                </a:solidFill>
                <a:latin typeface="Arial"/>
                <a:cs typeface="Arial"/>
              </a:rPr>
              <a:t>Contraband</a:t>
            </a:r>
            <a:r>
              <a:rPr sz="1000" spc="-15" dirty="0">
                <a:solidFill>
                  <a:srgbClr val="231F20"/>
                </a:solidFill>
                <a:latin typeface="Arial"/>
                <a:cs typeface="Arial"/>
              </a:rPr>
              <a:t> </a:t>
            </a:r>
            <a:r>
              <a:rPr sz="1000" spc="-35" dirty="0">
                <a:solidFill>
                  <a:srgbClr val="231F20"/>
                </a:solidFill>
                <a:latin typeface="Arial"/>
                <a:cs typeface="Arial"/>
              </a:rPr>
              <a:t>Camp).</a:t>
            </a:r>
            <a:r>
              <a:rPr sz="1000" spc="-15" dirty="0">
                <a:solidFill>
                  <a:srgbClr val="231F20"/>
                </a:solidFill>
                <a:latin typeface="Arial"/>
                <a:cs typeface="Arial"/>
              </a:rPr>
              <a:t> </a:t>
            </a:r>
            <a:r>
              <a:rPr sz="1000" dirty="0">
                <a:solidFill>
                  <a:srgbClr val="231F20"/>
                </a:solidFill>
                <a:latin typeface="Arial"/>
                <a:cs typeface="Arial"/>
              </a:rPr>
              <a:t>Next,</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10" dirty="0">
                <a:solidFill>
                  <a:srgbClr val="231F20"/>
                </a:solidFill>
                <a:latin typeface="Arial"/>
                <a:cs typeface="Arial"/>
              </a:rPr>
              <a:t>experienced</a:t>
            </a:r>
            <a:r>
              <a:rPr sz="1000" spc="50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3rd</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10" dirty="0">
                <a:solidFill>
                  <a:srgbClr val="231F20"/>
                </a:solidFill>
                <a:latin typeface="Arial"/>
                <a:cs typeface="Arial"/>
              </a:rPr>
              <a:t> </a:t>
            </a:r>
            <a:r>
              <a:rPr sz="1000" dirty="0">
                <a:solidFill>
                  <a:srgbClr val="231F20"/>
                </a:solidFill>
                <a:latin typeface="Arial"/>
                <a:cs typeface="Arial"/>
              </a:rPr>
              <a:t>Overnight</a:t>
            </a:r>
            <a:r>
              <a:rPr sz="1000" spc="5" dirty="0">
                <a:solidFill>
                  <a:srgbClr val="231F20"/>
                </a:solidFill>
                <a:latin typeface="Arial"/>
                <a:cs typeface="Arial"/>
              </a:rPr>
              <a:t> </a:t>
            </a:r>
            <a:r>
              <a:rPr sz="1000" spc="-2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spc="-25" dirty="0">
                <a:solidFill>
                  <a:srgbClr val="231F20"/>
                </a:solidFill>
                <a:latin typeface="Arial"/>
                <a:cs typeface="Arial"/>
              </a:rPr>
              <a:t>was</a:t>
            </a:r>
            <a:endParaRPr sz="100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173478"/>
            <a:ext cx="3300729" cy="6692900"/>
          </a:xfrm>
          <a:prstGeom prst="rect">
            <a:avLst/>
          </a:prstGeom>
        </p:spPr>
        <p:txBody>
          <a:bodyPr vert="horz" wrap="square" lIns="0" tIns="12700" rIns="0" bIns="0" rtlCol="0">
            <a:spAutoFit/>
          </a:bodyPr>
          <a:lstStyle/>
          <a:p>
            <a:pPr marL="12700" marR="55880">
              <a:lnSpc>
                <a:spcPct val="100000"/>
              </a:lnSpc>
              <a:spcBef>
                <a:spcPts val="100"/>
              </a:spcBef>
            </a:pP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October</a:t>
            </a:r>
            <a:r>
              <a:rPr sz="1000" spc="15" dirty="0">
                <a:solidFill>
                  <a:srgbClr val="231F20"/>
                </a:solidFill>
                <a:latin typeface="Arial"/>
                <a:cs typeface="Arial"/>
              </a:rPr>
              <a:t> </a:t>
            </a:r>
            <a:r>
              <a:rPr sz="1000" dirty="0">
                <a:solidFill>
                  <a:srgbClr val="231F20"/>
                </a:solidFill>
                <a:latin typeface="Arial"/>
                <a:cs typeface="Arial"/>
              </a:rPr>
              <a:t>28-29,</a:t>
            </a:r>
            <a:r>
              <a:rPr sz="1000" spc="15" dirty="0">
                <a:solidFill>
                  <a:srgbClr val="231F20"/>
                </a:solidFill>
                <a:latin typeface="Arial"/>
                <a:cs typeface="Arial"/>
              </a:rPr>
              <a:t> </a:t>
            </a:r>
            <a:r>
              <a:rPr sz="1000" spc="-45" dirty="0">
                <a:solidFill>
                  <a:srgbClr val="231F20"/>
                </a:solidFill>
                <a:latin typeface="Arial"/>
                <a:cs typeface="Arial"/>
              </a:rPr>
              <a:t>2017</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Skycroft</a:t>
            </a:r>
            <a:r>
              <a:rPr sz="1000" spc="15" dirty="0">
                <a:solidFill>
                  <a:srgbClr val="231F20"/>
                </a:solidFill>
                <a:latin typeface="Arial"/>
                <a:cs typeface="Arial"/>
              </a:rPr>
              <a:t> </a:t>
            </a:r>
            <a:r>
              <a:rPr sz="1000" spc="-10" dirty="0">
                <a:solidFill>
                  <a:srgbClr val="231F20"/>
                </a:solidFill>
                <a:latin typeface="Arial"/>
                <a:cs typeface="Arial"/>
              </a:rPr>
              <a:t>Conference </a:t>
            </a:r>
            <a:r>
              <a:rPr sz="1000" dirty="0">
                <a:solidFill>
                  <a:srgbClr val="231F20"/>
                </a:solidFill>
                <a:latin typeface="Arial"/>
                <a:cs typeface="Arial"/>
              </a:rPr>
              <a:t>Center</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Middleton,</a:t>
            </a:r>
            <a:r>
              <a:rPr sz="1000" spc="-10" dirty="0">
                <a:solidFill>
                  <a:srgbClr val="231F20"/>
                </a:solidFill>
                <a:latin typeface="Arial"/>
                <a:cs typeface="Arial"/>
              </a:rPr>
              <a:t> </a:t>
            </a:r>
            <a:r>
              <a:rPr sz="1000" spc="-40" dirty="0">
                <a:solidFill>
                  <a:srgbClr val="231F20"/>
                </a:solidFill>
                <a:latin typeface="Arial"/>
                <a:cs typeface="Arial"/>
              </a:rPr>
              <a:t>MD.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spc="-20" dirty="0">
                <a:solidFill>
                  <a:srgbClr val="231F20"/>
                </a:solidFill>
                <a:latin typeface="Arial"/>
                <a:cs typeface="Arial"/>
              </a:rPr>
              <a:t>both </a:t>
            </a:r>
            <a:r>
              <a:rPr sz="1000" dirty="0">
                <a:solidFill>
                  <a:srgbClr val="231F20"/>
                </a:solidFill>
                <a:latin typeface="Arial"/>
                <a:cs typeface="Arial"/>
              </a:rPr>
              <a:t>had</a:t>
            </a:r>
            <a:r>
              <a:rPr sz="1000" spc="-45" dirty="0">
                <a:solidFill>
                  <a:srgbClr val="231F20"/>
                </a:solidFill>
                <a:latin typeface="Arial"/>
                <a:cs typeface="Arial"/>
              </a:rPr>
              <a:t> </a:t>
            </a:r>
            <a:r>
              <a:rPr sz="1000" dirty="0">
                <a:solidFill>
                  <a:srgbClr val="231F20"/>
                </a:solidFill>
                <a:latin typeface="Arial"/>
                <a:cs typeface="Arial"/>
              </a:rPr>
              <a:t>an</a:t>
            </a:r>
            <a:r>
              <a:rPr sz="1000" spc="-40" dirty="0">
                <a:solidFill>
                  <a:srgbClr val="231F20"/>
                </a:solidFill>
                <a:latin typeface="Arial"/>
                <a:cs typeface="Arial"/>
              </a:rPr>
              <a:t> </a:t>
            </a:r>
            <a:r>
              <a:rPr sz="1000" spc="-10" dirty="0">
                <a:solidFill>
                  <a:srgbClr val="231F20"/>
                </a:solidFill>
                <a:latin typeface="Arial"/>
                <a:cs typeface="Arial"/>
              </a:rPr>
              <a:t>amazing</a:t>
            </a:r>
            <a:r>
              <a:rPr sz="1000" spc="-45" dirty="0">
                <a:solidFill>
                  <a:srgbClr val="231F20"/>
                </a:solidFill>
                <a:latin typeface="Arial"/>
                <a:cs typeface="Arial"/>
              </a:rPr>
              <a:t> </a:t>
            </a:r>
            <a:r>
              <a:rPr sz="1000" dirty="0">
                <a:solidFill>
                  <a:srgbClr val="231F20"/>
                </a:solidFill>
                <a:latin typeface="Arial"/>
                <a:cs typeface="Arial"/>
              </a:rPr>
              <a:t>time.</a:t>
            </a:r>
            <a:r>
              <a:rPr sz="1000" spc="-40" dirty="0">
                <a:solidFill>
                  <a:srgbClr val="231F20"/>
                </a:solidFill>
                <a:latin typeface="Arial"/>
                <a:cs typeface="Arial"/>
              </a:rPr>
              <a:t> </a:t>
            </a:r>
            <a:r>
              <a:rPr sz="1000" dirty="0">
                <a:solidFill>
                  <a:srgbClr val="231F20"/>
                </a:solidFill>
                <a:latin typeface="Arial"/>
                <a:cs typeface="Arial"/>
              </a:rPr>
              <a:t>The</a:t>
            </a:r>
            <a:r>
              <a:rPr sz="1000" spc="-45" dirty="0">
                <a:solidFill>
                  <a:srgbClr val="231F20"/>
                </a:solidFill>
                <a:latin typeface="Arial"/>
                <a:cs typeface="Arial"/>
              </a:rPr>
              <a:t> </a:t>
            </a:r>
            <a:r>
              <a:rPr sz="1000" dirty="0">
                <a:solidFill>
                  <a:srgbClr val="231F20"/>
                </a:solidFill>
                <a:latin typeface="Arial"/>
                <a:cs typeface="Arial"/>
              </a:rPr>
              <a:t>Seventh</a:t>
            </a:r>
            <a:r>
              <a:rPr sz="1000" spc="-40"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Eighth</a:t>
            </a:r>
            <a:r>
              <a:rPr sz="1000" spc="-45" dirty="0">
                <a:solidFill>
                  <a:srgbClr val="231F20"/>
                </a:solidFill>
                <a:latin typeface="Arial"/>
                <a:cs typeface="Arial"/>
              </a:rPr>
              <a:t> </a:t>
            </a:r>
            <a:r>
              <a:rPr sz="1000" spc="-10" dirty="0">
                <a:solidFill>
                  <a:srgbClr val="231F20"/>
                </a:solidFill>
                <a:latin typeface="Arial"/>
                <a:cs typeface="Arial"/>
              </a:rPr>
              <a:t>graders </a:t>
            </a:r>
            <a:r>
              <a:rPr sz="1000" dirty="0">
                <a:solidFill>
                  <a:srgbClr val="231F20"/>
                </a:solidFill>
                <a:latin typeface="Arial"/>
                <a:cs typeface="Arial"/>
              </a:rPr>
              <a:t>really did</a:t>
            </a:r>
            <a:r>
              <a:rPr sz="1000" spc="5" dirty="0">
                <a:solidFill>
                  <a:srgbClr val="231F20"/>
                </a:solidFill>
                <a:latin typeface="Arial"/>
                <a:cs typeface="Arial"/>
              </a:rPr>
              <a:t> </a:t>
            </a:r>
            <a:r>
              <a:rPr sz="1000" dirty="0">
                <a:solidFill>
                  <a:srgbClr val="231F20"/>
                </a:solidFill>
                <a:latin typeface="Arial"/>
                <a:cs typeface="Arial"/>
              </a:rPr>
              <a:t>an excellent</a:t>
            </a:r>
            <a:r>
              <a:rPr sz="1000" spc="5" dirty="0">
                <a:solidFill>
                  <a:srgbClr val="231F20"/>
                </a:solidFill>
                <a:latin typeface="Arial"/>
                <a:cs typeface="Arial"/>
              </a:rPr>
              <a:t> </a:t>
            </a:r>
            <a:r>
              <a:rPr sz="1000" dirty="0">
                <a:solidFill>
                  <a:srgbClr val="231F20"/>
                </a:solidFill>
                <a:latin typeface="Arial"/>
                <a:cs typeface="Arial"/>
              </a:rPr>
              <a:t>job</a:t>
            </a:r>
            <a:r>
              <a:rPr sz="1000" spc="5" dirty="0">
                <a:solidFill>
                  <a:srgbClr val="231F20"/>
                </a:solidFill>
                <a:latin typeface="Arial"/>
                <a:cs typeface="Arial"/>
              </a:rPr>
              <a:t> </a:t>
            </a:r>
            <a:r>
              <a:rPr sz="1000" dirty="0">
                <a:solidFill>
                  <a:srgbClr val="231F20"/>
                </a:solidFill>
                <a:latin typeface="Arial"/>
                <a:cs typeface="Arial"/>
              </a:rPr>
              <a:t>of mentoring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Sixth </a:t>
            </a:r>
            <a:r>
              <a:rPr sz="1000" spc="-10" dirty="0">
                <a:solidFill>
                  <a:srgbClr val="231F20"/>
                </a:solidFill>
                <a:latin typeface="Arial"/>
                <a:cs typeface="Arial"/>
              </a:rPr>
              <a:t>Graders </a:t>
            </a:r>
            <a:r>
              <a:rPr sz="1000" dirty="0">
                <a:solidFill>
                  <a:srgbClr val="231F20"/>
                </a:solidFill>
                <a:latin typeface="Arial"/>
                <a:cs typeface="Arial"/>
              </a:rPr>
              <a:t>and most</a:t>
            </a:r>
            <a:r>
              <a:rPr sz="1000" spc="5" dirty="0">
                <a:solidFill>
                  <a:srgbClr val="231F20"/>
                </a:solidFill>
                <a:latin typeface="Arial"/>
                <a:cs typeface="Arial"/>
              </a:rPr>
              <a:t> </a:t>
            </a:r>
            <a:r>
              <a:rPr sz="1000" dirty="0">
                <a:solidFill>
                  <a:srgbClr val="231F20"/>
                </a:solidFill>
                <a:latin typeface="Arial"/>
                <a:cs typeface="Arial"/>
              </a:rPr>
              <a:t>importantly</a:t>
            </a:r>
            <a:r>
              <a:rPr sz="1000" spc="5" dirty="0">
                <a:solidFill>
                  <a:srgbClr val="231F20"/>
                </a:solidFill>
                <a:latin typeface="Arial"/>
                <a:cs typeface="Arial"/>
              </a:rPr>
              <a:t> </a:t>
            </a:r>
            <a:r>
              <a:rPr sz="1000" dirty="0">
                <a:solidFill>
                  <a:srgbClr val="231F20"/>
                </a:solidFill>
                <a:latin typeface="Arial"/>
                <a:cs typeface="Arial"/>
              </a:rPr>
              <a:t>welcoming</a:t>
            </a:r>
            <a:r>
              <a:rPr sz="1000" spc="5" dirty="0">
                <a:solidFill>
                  <a:srgbClr val="231F20"/>
                </a:solidFill>
                <a:latin typeface="Arial"/>
                <a:cs typeface="Arial"/>
              </a:rPr>
              <a:t> </a:t>
            </a:r>
            <a:r>
              <a:rPr sz="1000" dirty="0">
                <a:solidFill>
                  <a:srgbClr val="231F20"/>
                </a:solidFill>
                <a:latin typeface="Arial"/>
                <a:cs typeface="Arial"/>
              </a:rPr>
              <a:t>them into</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unstructured</a:t>
            </a:r>
            <a:r>
              <a:rPr sz="1000" spc="25" dirty="0">
                <a:solidFill>
                  <a:srgbClr val="231F20"/>
                </a:solidFill>
                <a:latin typeface="Arial"/>
                <a:cs typeface="Arial"/>
              </a:rPr>
              <a:t> </a:t>
            </a:r>
            <a:r>
              <a:rPr sz="1000" spc="-20" dirty="0">
                <a:solidFill>
                  <a:srgbClr val="231F20"/>
                </a:solidFill>
                <a:latin typeface="Arial"/>
                <a:cs typeface="Arial"/>
              </a:rPr>
              <a:t>play,</a:t>
            </a:r>
            <a:r>
              <a:rPr sz="1000" spc="25" dirty="0">
                <a:solidFill>
                  <a:srgbClr val="231F20"/>
                </a:solidFill>
                <a:latin typeface="Arial"/>
                <a:cs typeface="Arial"/>
              </a:rPr>
              <a:t> </a:t>
            </a:r>
            <a:r>
              <a:rPr sz="1000" dirty="0">
                <a:solidFill>
                  <a:srgbClr val="231F20"/>
                </a:solidFill>
                <a:latin typeface="Arial"/>
                <a:cs typeface="Arial"/>
              </a:rPr>
              <a:t>campfire</a:t>
            </a:r>
            <a:r>
              <a:rPr sz="1000" spc="25" dirty="0">
                <a:solidFill>
                  <a:srgbClr val="231F20"/>
                </a:solidFill>
                <a:latin typeface="Arial"/>
                <a:cs typeface="Arial"/>
              </a:rPr>
              <a:t> </a:t>
            </a:r>
            <a:r>
              <a:rPr sz="1000" dirty="0">
                <a:solidFill>
                  <a:srgbClr val="231F20"/>
                </a:solidFill>
                <a:latin typeface="Arial"/>
                <a:cs typeface="Arial"/>
              </a:rPr>
              <a:t>activities</a:t>
            </a:r>
            <a:r>
              <a:rPr sz="1000" spc="2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dirty="0">
                <a:solidFill>
                  <a:srgbClr val="231F20"/>
                </a:solidFill>
                <a:latin typeface="Arial"/>
                <a:cs typeface="Arial"/>
              </a:rPr>
              <a:t>speaking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a:t>
            </a:r>
            <a:r>
              <a:rPr sz="1000" dirty="0">
                <a:solidFill>
                  <a:srgbClr val="231F20"/>
                </a:solidFill>
                <a:latin typeface="Arial"/>
                <a:cs typeface="Arial"/>
              </a:rPr>
              <a:t>literacy</a:t>
            </a:r>
            <a:r>
              <a:rPr sz="1000" spc="-10" dirty="0">
                <a:solidFill>
                  <a:srgbClr val="231F20"/>
                </a:solidFill>
                <a:latin typeface="Arial"/>
                <a:cs typeface="Arial"/>
              </a:rPr>
              <a:t> </a:t>
            </a:r>
            <a:r>
              <a:rPr sz="1000" dirty="0">
                <a:solidFill>
                  <a:srgbClr val="231F20"/>
                </a:solidFill>
                <a:latin typeface="Arial"/>
                <a:cs typeface="Arial"/>
              </a:rPr>
              <a:t>module.</a:t>
            </a:r>
            <a:r>
              <a:rPr sz="1000" spc="-1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election</a:t>
            </a:r>
            <a:r>
              <a:rPr sz="1000" spc="30" dirty="0">
                <a:solidFill>
                  <a:srgbClr val="231F20"/>
                </a:solidFill>
                <a:latin typeface="Arial"/>
                <a:cs typeface="Arial"/>
              </a:rPr>
              <a:t> </a:t>
            </a:r>
            <a:r>
              <a:rPr sz="1000" dirty="0">
                <a:solidFill>
                  <a:srgbClr val="231F20"/>
                </a:solidFill>
                <a:latin typeface="Arial"/>
                <a:cs typeface="Arial"/>
              </a:rPr>
              <a:t>process</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participating</a:t>
            </a:r>
            <a:r>
              <a:rPr sz="1000" spc="3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mock</a:t>
            </a:r>
            <a:r>
              <a:rPr sz="1000" spc="-25" dirty="0">
                <a:solidFill>
                  <a:srgbClr val="231F20"/>
                </a:solidFill>
                <a:latin typeface="Arial"/>
                <a:cs typeface="Arial"/>
              </a:rPr>
              <a:t> </a:t>
            </a:r>
            <a:r>
              <a:rPr sz="1000" dirty="0">
                <a:solidFill>
                  <a:srgbClr val="231F20"/>
                </a:solidFill>
                <a:latin typeface="Arial"/>
                <a:cs typeface="Arial"/>
              </a:rPr>
              <a:t>election.</a:t>
            </a:r>
            <a:r>
              <a:rPr sz="1000" spc="-20" dirty="0">
                <a:solidFill>
                  <a:srgbClr val="231F20"/>
                </a:solidFill>
                <a:latin typeface="Arial"/>
                <a:cs typeface="Arial"/>
              </a:rPr>
              <a:t> </a:t>
            </a:r>
            <a:r>
              <a:rPr sz="1000" spc="-10" dirty="0">
                <a:solidFill>
                  <a:srgbClr val="231F20"/>
                </a:solidFill>
                <a:latin typeface="Arial"/>
                <a:cs typeface="Arial"/>
              </a:rPr>
              <a:t>This</a:t>
            </a:r>
            <a:r>
              <a:rPr sz="1000" spc="-25" dirty="0">
                <a:solidFill>
                  <a:srgbClr val="231F20"/>
                </a:solidFill>
                <a:latin typeface="Arial"/>
                <a:cs typeface="Arial"/>
              </a:rPr>
              <a:t> </a:t>
            </a:r>
            <a:r>
              <a:rPr sz="1000" dirty="0">
                <a:solidFill>
                  <a:srgbClr val="231F20"/>
                </a:solidFill>
                <a:latin typeface="Arial"/>
                <a:cs typeface="Arial"/>
              </a:rPr>
              <a:t>awesome</a:t>
            </a:r>
            <a:r>
              <a:rPr sz="1000" spc="-20" dirty="0">
                <a:solidFill>
                  <a:srgbClr val="231F20"/>
                </a:solidFill>
                <a:latin typeface="Arial"/>
                <a:cs typeface="Arial"/>
              </a:rPr>
              <a:t> </a:t>
            </a:r>
            <a:r>
              <a:rPr sz="1000" dirty="0">
                <a:solidFill>
                  <a:srgbClr val="231F20"/>
                </a:solidFill>
                <a:latin typeface="Arial"/>
                <a:cs typeface="Arial"/>
              </a:rPr>
              <a:t>program</a:t>
            </a:r>
            <a:r>
              <a:rPr sz="1000" spc="-25"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spc="-10" dirty="0">
                <a:solidFill>
                  <a:srgbClr val="231F20"/>
                </a:solidFill>
                <a:latin typeface="Arial"/>
                <a:cs typeface="Arial"/>
              </a:rPr>
              <a:t>continued </a:t>
            </a:r>
            <a:r>
              <a:rPr sz="1000" dirty="0">
                <a:solidFill>
                  <a:srgbClr val="231F20"/>
                </a:solidFill>
                <a:latin typeface="Arial"/>
                <a:cs typeface="Arial"/>
              </a:rPr>
              <a:t>with making dinner for families at</a:t>
            </a:r>
            <a:r>
              <a:rPr sz="1000" spc="5" dirty="0">
                <a:solidFill>
                  <a:srgbClr val="231F20"/>
                </a:solidFill>
                <a:latin typeface="Arial"/>
                <a:cs typeface="Arial"/>
              </a:rPr>
              <a:t> </a:t>
            </a:r>
            <a:r>
              <a:rPr sz="1000" dirty="0">
                <a:solidFill>
                  <a:srgbClr val="231F20"/>
                </a:solidFill>
                <a:latin typeface="Arial"/>
                <a:cs typeface="Arial"/>
              </a:rPr>
              <a:t>the Stepping </a:t>
            </a:r>
            <a:r>
              <a:rPr sz="1000" spc="-10" dirty="0">
                <a:solidFill>
                  <a:srgbClr val="231F20"/>
                </a:solidFill>
                <a:latin typeface="Arial"/>
                <a:cs typeface="Arial"/>
              </a:rPr>
              <a:t>Stones Shelter.</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highlight</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organized group</a:t>
            </a:r>
            <a:r>
              <a:rPr sz="1000" spc="5" dirty="0">
                <a:solidFill>
                  <a:srgbClr val="231F20"/>
                </a:solidFill>
                <a:latin typeface="Arial"/>
                <a:cs typeface="Arial"/>
              </a:rPr>
              <a:t> </a:t>
            </a:r>
            <a:r>
              <a:rPr sz="1000" dirty="0">
                <a:solidFill>
                  <a:srgbClr val="231F20"/>
                </a:solidFill>
                <a:latin typeface="Arial"/>
                <a:cs typeface="Arial"/>
              </a:rPr>
              <a:t>civil</a:t>
            </a:r>
            <a:r>
              <a:rPr sz="1000" spc="5" dirty="0">
                <a:solidFill>
                  <a:srgbClr val="231F20"/>
                </a:solidFill>
                <a:latin typeface="Arial"/>
                <a:cs typeface="Arial"/>
              </a:rPr>
              <a:t> </a:t>
            </a:r>
            <a:r>
              <a:rPr sz="1000" dirty="0">
                <a:solidFill>
                  <a:srgbClr val="231F20"/>
                </a:solidFill>
                <a:latin typeface="Arial"/>
                <a:cs typeface="Arial"/>
              </a:rPr>
              <a:t>rights</a:t>
            </a:r>
            <a:r>
              <a:rPr sz="1000" spc="5" dirty="0">
                <a:solidFill>
                  <a:srgbClr val="231F20"/>
                </a:solidFill>
                <a:latin typeface="Arial"/>
                <a:cs typeface="Arial"/>
              </a:rPr>
              <a:t> </a:t>
            </a:r>
            <a:r>
              <a:rPr sz="1000" dirty="0">
                <a:solidFill>
                  <a:srgbClr val="231F20"/>
                </a:solidFill>
                <a:latin typeface="Arial"/>
                <a:cs typeface="Arial"/>
              </a:rPr>
              <a:t>tour in</a:t>
            </a:r>
            <a:r>
              <a:rPr sz="1000" spc="5" dirty="0">
                <a:solidFill>
                  <a:srgbClr val="231F20"/>
                </a:solidFill>
                <a:latin typeface="Arial"/>
                <a:cs typeface="Arial"/>
              </a:rPr>
              <a:t> </a:t>
            </a:r>
            <a:r>
              <a:rPr sz="1000" dirty="0">
                <a:solidFill>
                  <a:srgbClr val="231F20"/>
                </a:solidFill>
                <a:latin typeface="Arial"/>
                <a:cs typeface="Arial"/>
              </a:rPr>
              <a:t>New</a:t>
            </a:r>
            <a:r>
              <a:rPr sz="1000" spc="5" dirty="0">
                <a:solidFill>
                  <a:srgbClr val="231F20"/>
                </a:solidFill>
                <a:latin typeface="Arial"/>
                <a:cs typeface="Arial"/>
              </a:rPr>
              <a:t> </a:t>
            </a:r>
            <a:r>
              <a:rPr sz="1000" spc="-10" dirty="0">
                <a:solidFill>
                  <a:srgbClr val="231F20"/>
                </a:solidFill>
                <a:latin typeface="Arial"/>
                <a:cs typeface="Arial"/>
              </a:rPr>
              <a:t>Orleans,</a:t>
            </a:r>
            <a:endParaRPr sz="1000">
              <a:latin typeface="Arial"/>
              <a:cs typeface="Arial"/>
            </a:endParaRPr>
          </a:p>
          <a:p>
            <a:pPr marL="12700" marR="5080">
              <a:lnSpc>
                <a:spcPct val="100000"/>
              </a:lnSpc>
            </a:pPr>
            <a:r>
              <a:rPr sz="1000" spc="-10" dirty="0">
                <a:solidFill>
                  <a:srgbClr val="231F20"/>
                </a:solidFill>
                <a:latin typeface="Arial"/>
                <a:cs typeface="Arial"/>
              </a:rPr>
              <a:t>Louisiana.</a:t>
            </a:r>
            <a:r>
              <a:rPr sz="1000" spc="-20" dirty="0">
                <a:solidFill>
                  <a:srgbClr val="231F20"/>
                </a:solidFill>
                <a:latin typeface="Arial"/>
                <a:cs typeface="Arial"/>
              </a:rPr>
              <a:t> </a:t>
            </a:r>
            <a:r>
              <a:rPr sz="1000" dirty="0">
                <a:solidFill>
                  <a:srgbClr val="231F20"/>
                </a:solidFill>
                <a:latin typeface="Arial"/>
                <a:cs typeface="Arial"/>
              </a:rPr>
              <a:t>While</a:t>
            </a:r>
            <a:r>
              <a:rPr sz="1000" spc="-15" dirty="0">
                <a:solidFill>
                  <a:srgbClr val="231F20"/>
                </a:solidFill>
                <a:latin typeface="Arial"/>
                <a:cs typeface="Arial"/>
              </a:rPr>
              <a:t> </a:t>
            </a:r>
            <a:r>
              <a:rPr sz="1000" dirty="0">
                <a:solidFill>
                  <a:srgbClr val="231F20"/>
                </a:solidFill>
                <a:latin typeface="Arial"/>
                <a:cs typeface="Arial"/>
              </a:rPr>
              <a:t>there,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toured</a:t>
            </a:r>
            <a:r>
              <a:rPr sz="1000" spc="-15" dirty="0">
                <a:solidFill>
                  <a:srgbClr val="231F20"/>
                </a:solidFill>
                <a:latin typeface="Arial"/>
                <a:cs typeface="Arial"/>
              </a:rPr>
              <a:t> </a:t>
            </a:r>
            <a:r>
              <a:rPr sz="1000" dirty="0">
                <a:solidFill>
                  <a:srgbClr val="231F20"/>
                </a:solidFill>
                <a:latin typeface="Arial"/>
                <a:cs typeface="Arial"/>
              </a:rPr>
              <a:t>plantations,</a:t>
            </a:r>
            <a:r>
              <a:rPr sz="1000" spc="-15" dirty="0">
                <a:solidFill>
                  <a:srgbClr val="231F20"/>
                </a:solidFill>
                <a:latin typeface="Arial"/>
                <a:cs typeface="Arial"/>
              </a:rPr>
              <a:t> </a:t>
            </a:r>
            <a:r>
              <a:rPr sz="1000" spc="-10" dirty="0">
                <a:solidFill>
                  <a:srgbClr val="231F20"/>
                </a:solidFill>
                <a:latin typeface="Arial"/>
                <a:cs typeface="Arial"/>
              </a:rPr>
              <a:t>performed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dirty="0">
                <a:solidFill>
                  <a:srgbClr val="231F20"/>
                </a:solidFill>
                <a:latin typeface="Arial"/>
                <a:cs typeface="Arial"/>
              </a:rPr>
              <a:t>bank</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Jill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famous</a:t>
            </a:r>
            <a:r>
              <a:rPr sz="1000" spc="-10"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dirty="0">
                <a:solidFill>
                  <a:srgbClr val="231F20"/>
                </a:solidFill>
                <a:latin typeface="Arial"/>
                <a:cs typeface="Arial"/>
              </a:rPr>
              <a:t>Orleans</a:t>
            </a:r>
            <a:r>
              <a:rPr sz="1000" spc="-10" dirty="0">
                <a:solidFill>
                  <a:srgbClr val="231F20"/>
                </a:solidFill>
                <a:latin typeface="Arial"/>
                <a:cs typeface="Arial"/>
              </a:rPr>
              <a:t> </a:t>
            </a:r>
            <a:r>
              <a:rPr sz="1000" dirty="0">
                <a:solidFill>
                  <a:srgbClr val="231F20"/>
                </a:solidFill>
                <a:latin typeface="Arial"/>
                <a:cs typeface="Arial"/>
              </a:rPr>
              <a:t>beignets!</a:t>
            </a:r>
            <a:r>
              <a:rPr sz="1000" spc="-1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also</a:t>
            </a:r>
            <a:r>
              <a:rPr sz="1000" spc="20"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technology</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credit</a:t>
            </a:r>
            <a:r>
              <a:rPr sz="1000" spc="25" dirty="0">
                <a:solidFill>
                  <a:srgbClr val="231F20"/>
                </a:solidFill>
                <a:latin typeface="Arial"/>
                <a:cs typeface="Arial"/>
              </a:rPr>
              <a:t> </a:t>
            </a:r>
            <a:r>
              <a:rPr sz="1000" spc="-10" dirty="0">
                <a:solidFill>
                  <a:srgbClr val="231F20"/>
                </a:solidFill>
                <a:latin typeface="Arial"/>
                <a:cs typeface="Arial"/>
              </a:rPr>
              <a:t>management</a:t>
            </a:r>
            <a:endParaRPr sz="1000">
              <a:latin typeface="Arial"/>
              <a:cs typeface="Arial"/>
            </a:endParaRPr>
          </a:p>
          <a:p>
            <a:pPr marL="12700" marR="184785">
              <a:lnSpc>
                <a:spcPct val="100000"/>
              </a:lnSpc>
            </a:pP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Visa</a:t>
            </a:r>
            <a:r>
              <a:rPr sz="1000" spc="-15" dirty="0">
                <a:solidFill>
                  <a:srgbClr val="231F20"/>
                </a:solidFill>
                <a:latin typeface="Arial"/>
                <a:cs typeface="Arial"/>
              </a:rPr>
              <a:t> </a:t>
            </a:r>
            <a:r>
              <a:rPr sz="1000" spc="-10" dirty="0">
                <a:solidFill>
                  <a:srgbClr val="231F20"/>
                </a:solidFill>
                <a:latin typeface="Arial"/>
                <a:cs typeface="Arial"/>
              </a:rPr>
              <a:t>Financial </a:t>
            </a:r>
            <a:r>
              <a:rPr sz="1000" dirty="0">
                <a:solidFill>
                  <a:srgbClr val="231F20"/>
                </a:solidFill>
                <a:latin typeface="Arial"/>
                <a:cs typeface="Arial"/>
              </a:rPr>
              <a:t>Center</a:t>
            </a:r>
            <a:r>
              <a:rPr sz="1000" spc="-15" dirty="0">
                <a:solidFill>
                  <a:srgbClr val="231F20"/>
                </a:solidFill>
                <a:latin typeface="Arial"/>
                <a:cs typeface="Arial"/>
              </a:rPr>
              <a:t> </a:t>
            </a:r>
            <a:r>
              <a:rPr sz="1000" dirty="0">
                <a:solidFill>
                  <a:srgbClr val="231F20"/>
                </a:solidFill>
                <a:latin typeface="Arial"/>
                <a:cs typeface="Arial"/>
              </a:rPr>
              <a:t>getting</a:t>
            </a:r>
            <a:r>
              <a:rPr sz="1000" spc="-1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exclusive</a:t>
            </a:r>
            <a:r>
              <a:rPr sz="1000" spc="-10" dirty="0">
                <a:solidFill>
                  <a:srgbClr val="231F20"/>
                </a:solidFill>
                <a:latin typeface="Arial"/>
                <a:cs typeface="Arial"/>
              </a:rPr>
              <a:t> </a:t>
            </a:r>
            <a:r>
              <a:rPr sz="1000" spc="-20" dirty="0">
                <a:solidFill>
                  <a:srgbClr val="231F20"/>
                </a:solidFill>
                <a:latin typeface="Arial"/>
                <a:cs typeface="Arial"/>
              </a:rPr>
              <a:t>view</a:t>
            </a:r>
            <a:r>
              <a:rPr sz="1000" spc="500" dirty="0">
                <a:solidFill>
                  <a:srgbClr val="231F20"/>
                </a:solidFill>
                <a:latin typeface="Arial"/>
                <a:cs typeface="Arial"/>
              </a:rPr>
              <a:t> </a:t>
            </a:r>
            <a:r>
              <a:rPr sz="1000" dirty="0">
                <a:solidFill>
                  <a:srgbClr val="231F20"/>
                </a:solidFill>
                <a:latin typeface="Arial"/>
                <a:cs typeface="Arial"/>
              </a:rPr>
              <a:t>of the</a:t>
            </a:r>
            <a:r>
              <a:rPr sz="1000" spc="5" dirty="0">
                <a:solidFill>
                  <a:srgbClr val="231F20"/>
                </a:solidFill>
                <a:latin typeface="Arial"/>
                <a:cs typeface="Arial"/>
              </a:rPr>
              <a:t> </a:t>
            </a:r>
            <a:r>
              <a:rPr sz="1000" dirty="0">
                <a:solidFill>
                  <a:srgbClr val="231F20"/>
                </a:solidFill>
                <a:latin typeface="Arial"/>
                <a:cs typeface="Arial"/>
              </a:rPr>
              <a:t>facility.</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addition,</a:t>
            </a:r>
            <a:r>
              <a:rPr sz="1000" spc="5" dirty="0">
                <a:solidFill>
                  <a:srgbClr val="231F20"/>
                </a:solidFill>
                <a:latin typeface="Arial"/>
                <a:cs typeface="Arial"/>
              </a:rPr>
              <a:t> </a:t>
            </a:r>
            <a:r>
              <a:rPr sz="1000" dirty="0">
                <a:solidFill>
                  <a:srgbClr val="231F20"/>
                </a:solidFill>
                <a:latin typeface="Arial"/>
                <a:cs typeface="Arial"/>
              </a:rPr>
              <a:t>they enjoyed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influence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culture</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Washington</a:t>
            </a:r>
            <a:r>
              <a:rPr sz="1000" dirty="0">
                <a:solidFill>
                  <a:srgbClr val="231F20"/>
                </a:solidFill>
                <a:latin typeface="Arial"/>
                <a:cs typeface="Arial"/>
              </a:rPr>
              <a:t> </a:t>
            </a:r>
            <a:r>
              <a:rPr sz="1000" spc="-35" dirty="0">
                <a:solidFill>
                  <a:srgbClr val="231F20"/>
                </a:solidFill>
                <a:latin typeface="Arial"/>
                <a:cs typeface="Arial"/>
              </a:rPr>
              <a:t>DC</a:t>
            </a:r>
            <a:r>
              <a:rPr sz="1000" dirty="0">
                <a:solidFill>
                  <a:srgbClr val="231F20"/>
                </a:solidFill>
                <a:latin typeface="Arial"/>
                <a:cs typeface="Arial"/>
              </a:rPr>
              <a:t> monuments during the</a:t>
            </a:r>
            <a:r>
              <a:rPr sz="1000" spc="5" dirty="0">
                <a:solidFill>
                  <a:srgbClr val="231F20"/>
                </a:solidFill>
                <a:latin typeface="Arial"/>
                <a:cs typeface="Arial"/>
              </a:rPr>
              <a:t> </a:t>
            </a:r>
            <a:r>
              <a:rPr sz="1000" dirty="0">
                <a:solidFill>
                  <a:srgbClr val="231F20"/>
                </a:solidFill>
                <a:latin typeface="Arial"/>
                <a:cs typeface="Arial"/>
              </a:rPr>
              <a:t>Egypt on </a:t>
            </a:r>
            <a:r>
              <a:rPr sz="1000" spc="-25" dirty="0">
                <a:solidFill>
                  <a:srgbClr val="231F20"/>
                </a:solidFill>
                <a:latin typeface="Arial"/>
                <a:cs typeface="Arial"/>
              </a:rPr>
              <a:t>the </a:t>
            </a:r>
            <a:r>
              <a:rPr sz="1000" spc="-10" dirty="0">
                <a:solidFill>
                  <a:srgbClr val="231F20"/>
                </a:solidFill>
                <a:latin typeface="Arial"/>
                <a:cs typeface="Arial"/>
              </a:rPr>
              <a:t>Potomac</a:t>
            </a:r>
            <a:r>
              <a:rPr sz="1000" spc="-25"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69215">
              <a:lnSpc>
                <a:spcPct val="100000"/>
              </a:lnSpc>
              <a:spcBef>
                <a:spcPts val="900"/>
              </a:spcBef>
            </a:pPr>
            <a:r>
              <a:rPr sz="1000" dirty="0">
                <a:solidFill>
                  <a:srgbClr val="231F20"/>
                </a:solidFill>
                <a:latin typeface="Arial"/>
                <a:cs typeface="Arial"/>
              </a:rPr>
              <a:t>The Senior</a:t>
            </a:r>
            <a:r>
              <a:rPr sz="1000" spc="5" dirty="0">
                <a:solidFill>
                  <a:srgbClr val="231F20"/>
                </a:solidFill>
                <a:latin typeface="Arial"/>
                <a:cs typeface="Arial"/>
              </a:rPr>
              <a:t> </a:t>
            </a: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started 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getting their</a:t>
            </a:r>
            <a:r>
              <a:rPr sz="1000" spc="5" dirty="0">
                <a:solidFill>
                  <a:srgbClr val="231F20"/>
                </a:solidFill>
                <a:latin typeface="Arial"/>
                <a:cs typeface="Arial"/>
              </a:rPr>
              <a:t> </a:t>
            </a:r>
            <a:r>
              <a:rPr sz="1000" spc="-20" dirty="0">
                <a:solidFill>
                  <a:srgbClr val="231F20"/>
                </a:solidFill>
                <a:latin typeface="Arial"/>
                <a:cs typeface="Arial"/>
              </a:rPr>
              <a:t>blood </a:t>
            </a:r>
            <a:r>
              <a:rPr sz="1000" dirty="0">
                <a:solidFill>
                  <a:srgbClr val="231F20"/>
                </a:solidFill>
                <a:latin typeface="Arial"/>
                <a:cs typeface="Arial"/>
              </a:rPr>
              <a:t>pumping</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 Field</a:t>
            </a:r>
            <a:r>
              <a:rPr sz="1000" spc="-5" dirty="0">
                <a:solidFill>
                  <a:srgbClr val="231F20"/>
                </a:solidFill>
                <a:latin typeface="Arial"/>
                <a:cs typeface="Arial"/>
              </a:rPr>
              <a:t>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and </a:t>
            </a:r>
            <a:r>
              <a:rPr sz="1000" spc="-90" dirty="0">
                <a:solidFill>
                  <a:srgbClr val="231F20"/>
                </a:solidFill>
                <a:latin typeface="Arial"/>
                <a:cs typeface="Arial"/>
              </a:rPr>
              <a:t>CPR</a:t>
            </a:r>
            <a:r>
              <a:rPr sz="1000" spc="-5" dirty="0">
                <a:solidFill>
                  <a:srgbClr val="231F20"/>
                </a:solidFill>
                <a:latin typeface="Arial"/>
                <a:cs typeface="Arial"/>
              </a:rPr>
              <a:t> </a:t>
            </a:r>
            <a:r>
              <a:rPr sz="1000" dirty="0">
                <a:solidFill>
                  <a:srgbClr val="231F20"/>
                </a:solidFill>
                <a:latin typeface="Arial"/>
                <a:cs typeface="Arial"/>
              </a:rPr>
              <a:t>training</a:t>
            </a:r>
            <a:r>
              <a:rPr sz="1000" spc="-5"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Next,</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20" dirty="0">
                <a:solidFill>
                  <a:srgbClr val="231F20"/>
                </a:solidFill>
                <a:latin typeface="Arial"/>
                <a:cs typeface="Arial"/>
              </a:rPr>
              <a:t>civic </a:t>
            </a:r>
            <a:r>
              <a:rPr sz="1000" dirty="0">
                <a:solidFill>
                  <a:srgbClr val="231F20"/>
                </a:solidFill>
                <a:latin typeface="Arial"/>
                <a:cs typeface="Arial"/>
              </a:rPr>
              <a:t>engagement</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public</a:t>
            </a:r>
            <a:r>
              <a:rPr sz="1000" spc="25" dirty="0">
                <a:solidFill>
                  <a:srgbClr val="231F20"/>
                </a:solidFill>
                <a:latin typeface="Arial"/>
                <a:cs typeface="Arial"/>
              </a:rPr>
              <a:t> </a:t>
            </a:r>
            <a:r>
              <a:rPr sz="1000" dirty="0">
                <a:solidFill>
                  <a:srgbClr val="231F20"/>
                </a:solidFill>
                <a:latin typeface="Arial"/>
                <a:cs typeface="Arial"/>
              </a:rPr>
              <a:t>speaking</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Montgomery</a:t>
            </a:r>
            <a:r>
              <a:rPr sz="1000" spc="25" dirty="0">
                <a:solidFill>
                  <a:srgbClr val="231F20"/>
                </a:solidFill>
                <a:latin typeface="Arial"/>
                <a:cs typeface="Arial"/>
              </a:rPr>
              <a:t> </a:t>
            </a:r>
            <a:r>
              <a:rPr sz="1000" spc="-10" dirty="0">
                <a:solidFill>
                  <a:srgbClr val="231F20"/>
                </a:solidFill>
                <a:latin typeface="Arial"/>
                <a:cs typeface="Arial"/>
              </a:rPr>
              <a:t>County </a:t>
            </a:r>
            <a:r>
              <a:rPr sz="1000" dirty="0">
                <a:solidFill>
                  <a:srgbClr val="231F20"/>
                </a:solidFill>
                <a:latin typeface="Arial"/>
                <a:cs typeface="Arial"/>
              </a:rPr>
              <a:t>Council</a:t>
            </a:r>
            <a:r>
              <a:rPr sz="1000" spc="-35" dirty="0">
                <a:solidFill>
                  <a:srgbClr val="231F20"/>
                </a:solidFill>
                <a:latin typeface="Arial"/>
                <a:cs typeface="Arial"/>
              </a:rPr>
              <a:t> </a:t>
            </a:r>
            <a:r>
              <a:rPr sz="1000" dirty="0">
                <a:solidFill>
                  <a:srgbClr val="231F20"/>
                </a:solidFill>
                <a:latin typeface="Arial"/>
                <a:cs typeface="Arial"/>
              </a:rPr>
              <a:t>Youth</a:t>
            </a:r>
            <a:r>
              <a:rPr sz="1000" spc="-30" dirty="0">
                <a:solidFill>
                  <a:srgbClr val="231F20"/>
                </a:solidFill>
                <a:latin typeface="Arial"/>
                <a:cs typeface="Arial"/>
              </a:rPr>
              <a:t> </a:t>
            </a:r>
            <a:r>
              <a:rPr sz="1000" spc="-10" dirty="0">
                <a:solidFill>
                  <a:srgbClr val="231F20"/>
                </a:solidFill>
                <a:latin typeface="Arial"/>
                <a:cs typeface="Arial"/>
              </a:rPr>
              <a:t>Town</a:t>
            </a:r>
            <a:r>
              <a:rPr sz="1000" spc="-30" dirty="0">
                <a:solidFill>
                  <a:srgbClr val="231F20"/>
                </a:solidFill>
                <a:latin typeface="Arial"/>
                <a:cs typeface="Arial"/>
              </a:rPr>
              <a:t> </a:t>
            </a:r>
            <a:r>
              <a:rPr sz="1000" spc="-10" dirty="0">
                <a:solidFill>
                  <a:srgbClr val="231F20"/>
                </a:solidFill>
                <a:latin typeface="Arial"/>
                <a:cs typeface="Arial"/>
              </a:rPr>
              <a:t>Hall.</a:t>
            </a:r>
            <a:r>
              <a:rPr sz="1000" spc="-35" dirty="0">
                <a:solidFill>
                  <a:srgbClr val="231F20"/>
                </a:solidFill>
                <a:latin typeface="Arial"/>
                <a:cs typeface="Arial"/>
              </a:rPr>
              <a:t> </a:t>
            </a:r>
            <a:r>
              <a:rPr sz="1000" dirty="0">
                <a:solidFill>
                  <a:srgbClr val="231F20"/>
                </a:solidFill>
                <a:latin typeface="Arial"/>
                <a:cs typeface="Arial"/>
              </a:rPr>
              <a:t>They</a:t>
            </a:r>
            <a:r>
              <a:rPr sz="1000" spc="-30" dirty="0">
                <a:solidFill>
                  <a:srgbClr val="231F20"/>
                </a:solidFill>
                <a:latin typeface="Arial"/>
                <a:cs typeface="Arial"/>
              </a:rPr>
              <a:t>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dynamics</a:t>
            </a:r>
            <a:r>
              <a:rPr sz="1000" spc="-3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physics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gravity</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85" dirty="0">
                <a:solidFill>
                  <a:srgbClr val="231F20"/>
                </a:solidFill>
                <a:latin typeface="Arial"/>
                <a:cs typeface="Arial"/>
              </a:rPr>
              <a:t>IFLY,</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indoor</a:t>
            </a:r>
            <a:r>
              <a:rPr sz="1000" spc="10" dirty="0">
                <a:solidFill>
                  <a:srgbClr val="231F20"/>
                </a:solidFill>
                <a:latin typeface="Arial"/>
                <a:cs typeface="Arial"/>
              </a:rPr>
              <a:t> </a:t>
            </a:r>
            <a:r>
              <a:rPr sz="1000" dirty="0">
                <a:solidFill>
                  <a:srgbClr val="231F20"/>
                </a:solidFill>
                <a:latin typeface="Arial"/>
                <a:cs typeface="Arial"/>
              </a:rPr>
              <a:t>skydiving</a:t>
            </a:r>
            <a:r>
              <a:rPr sz="1000" spc="5" dirty="0">
                <a:solidFill>
                  <a:srgbClr val="231F20"/>
                </a:solidFill>
                <a:latin typeface="Arial"/>
                <a:cs typeface="Arial"/>
              </a:rPr>
              <a:t> </a:t>
            </a:r>
            <a:r>
              <a:rPr sz="1000" spc="-10" dirty="0">
                <a:solidFill>
                  <a:srgbClr val="231F20"/>
                </a:solidFill>
                <a:latin typeface="Arial"/>
                <a:cs typeface="Arial"/>
              </a:rPr>
              <a:t>venue.</a:t>
            </a:r>
            <a:endParaRPr sz="1000">
              <a:latin typeface="Arial"/>
              <a:cs typeface="Arial"/>
            </a:endParaRPr>
          </a:p>
          <a:p>
            <a:pPr marL="12700" marR="12446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went</a:t>
            </a:r>
            <a:r>
              <a:rPr sz="1000" spc="-5" dirty="0">
                <a:solidFill>
                  <a:srgbClr val="231F20"/>
                </a:solidFill>
                <a:latin typeface="Arial"/>
                <a:cs typeface="Arial"/>
              </a:rPr>
              <a:t> </a:t>
            </a:r>
            <a:r>
              <a:rPr sz="1000" dirty="0">
                <a:solidFill>
                  <a:srgbClr val="231F20"/>
                </a:solidFill>
                <a:latin typeface="Arial"/>
                <a:cs typeface="Arial"/>
              </a:rPr>
              <a:t>into leadership</a:t>
            </a:r>
            <a:r>
              <a:rPr sz="1000" spc="-5" dirty="0">
                <a:solidFill>
                  <a:srgbClr val="231F20"/>
                </a:solidFill>
                <a:latin typeface="Arial"/>
                <a:cs typeface="Arial"/>
              </a:rPr>
              <a:t> </a:t>
            </a:r>
            <a:r>
              <a:rPr sz="1000" dirty="0">
                <a:solidFill>
                  <a:srgbClr val="231F20"/>
                </a:solidFill>
                <a:latin typeface="Arial"/>
                <a:cs typeface="Arial"/>
              </a:rPr>
              <a:t>mode,</a:t>
            </a:r>
            <a:r>
              <a:rPr sz="1000" spc="-5" dirty="0">
                <a:solidFill>
                  <a:srgbClr val="231F20"/>
                </a:solidFill>
                <a:latin typeface="Arial"/>
                <a:cs typeface="Arial"/>
              </a:rPr>
              <a:t> </a:t>
            </a:r>
            <a:r>
              <a:rPr sz="1000" dirty="0">
                <a:solidFill>
                  <a:srgbClr val="231F20"/>
                </a:solidFill>
                <a:latin typeface="Arial"/>
                <a:cs typeface="Arial"/>
              </a:rPr>
              <a:t>by </a:t>
            </a:r>
            <a:r>
              <a:rPr sz="1000" spc="-10" dirty="0">
                <a:solidFill>
                  <a:srgbClr val="231F20"/>
                </a:solidFill>
                <a:latin typeface="Arial"/>
                <a:cs typeface="Arial"/>
              </a:rPr>
              <a:t>participating</a:t>
            </a:r>
            <a:r>
              <a:rPr sz="1000" spc="50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leadership and</a:t>
            </a:r>
            <a:r>
              <a:rPr sz="1000" spc="-5" dirty="0">
                <a:solidFill>
                  <a:srgbClr val="231F20"/>
                </a:solidFill>
                <a:latin typeface="Arial"/>
                <a:cs typeface="Arial"/>
              </a:rPr>
              <a:t> </a:t>
            </a:r>
            <a:r>
              <a:rPr sz="1000" dirty="0">
                <a:solidFill>
                  <a:srgbClr val="231F20"/>
                </a:solidFill>
                <a:latin typeface="Arial"/>
                <a:cs typeface="Arial"/>
              </a:rPr>
              <a:t>financial modules presented at</a:t>
            </a:r>
            <a:r>
              <a:rPr sz="1000" spc="-5"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a:p>
            <a:pPr marL="12700" marR="73025">
              <a:lnSpc>
                <a:spcPct val="100000"/>
              </a:lnSpc>
            </a:pPr>
            <a:r>
              <a:rPr sz="1000" spc="-10" dirty="0">
                <a:solidFill>
                  <a:srgbClr val="231F20"/>
                </a:solidFill>
                <a:latin typeface="Arial"/>
                <a:cs typeface="Arial"/>
              </a:rPr>
              <a:t>mini-</a:t>
            </a:r>
            <a:r>
              <a:rPr sz="1000" dirty="0">
                <a:solidFill>
                  <a:srgbClr val="231F20"/>
                </a:solidFill>
                <a:latin typeface="Arial"/>
                <a:cs typeface="Arial"/>
              </a:rPr>
              <a:t>retreat. They</a:t>
            </a:r>
            <a:r>
              <a:rPr sz="1000" spc="5" dirty="0">
                <a:solidFill>
                  <a:srgbClr val="231F20"/>
                </a:solidFill>
                <a:latin typeface="Arial"/>
                <a:cs typeface="Arial"/>
              </a:rPr>
              <a:t> </a:t>
            </a:r>
            <a:r>
              <a:rPr sz="1000" dirty="0">
                <a:solidFill>
                  <a:srgbClr val="231F20"/>
                </a:solidFill>
                <a:latin typeface="Arial"/>
                <a:cs typeface="Arial"/>
              </a:rPr>
              <a:t>continued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Jack and</a:t>
            </a:r>
            <a:r>
              <a:rPr sz="1000" spc="5" dirty="0">
                <a:solidFill>
                  <a:srgbClr val="231F20"/>
                </a:solidFill>
                <a:latin typeface="Arial"/>
                <a:cs typeface="Arial"/>
              </a:rPr>
              <a:t> </a:t>
            </a:r>
            <a:r>
              <a:rPr sz="1000" dirty="0">
                <a:solidFill>
                  <a:srgbClr val="231F20"/>
                </a:solidFill>
                <a:latin typeface="Arial"/>
                <a:cs typeface="Arial"/>
              </a:rPr>
              <a:t>Jill</a:t>
            </a:r>
            <a:r>
              <a:rPr sz="1000" spc="5" dirty="0">
                <a:solidFill>
                  <a:srgbClr val="231F20"/>
                </a:solidFill>
                <a:latin typeface="Arial"/>
                <a:cs typeface="Arial"/>
              </a:rPr>
              <a:t> </a:t>
            </a:r>
            <a:r>
              <a:rPr sz="1000" dirty="0">
                <a:solidFill>
                  <a:srgbClr val="231F20"/>
                </a:solidFill>
                <a:latin typeface="Arial"/>
                <a:cs typeface="Arial"/>
              </a:rPr>
              <a:t>tradition</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attending</a:t>
            </a:r>
            <a:r>
              <a:rPr sz="1000" spc="-15" dirty="0">
                <a:solidFill>
                  <a:srgbClr val="231F20"/>
                </a:solidFill>
                <a:latin typeface="Arial"/>
                <a:cs typeface="Arial"/>
              </a:rPr>
              <a:t> </a:t>
            </a:r>
            <a:r>
              <a:rPr sz="1000" spc="-50" dirty="0">
                <a:solidFill>
                  <a:srgbClr val="231F20"/>
                </a:solidFill>
                <a:latin typeface="Arial"/>
                <a:cs typeface="Arial"/>
              </a:rPr>
              <a:t>COPA</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York</a:t>
            </a:r>
            <a:r>
              <a:rPr sz="1000" spc="-15" dirty="0">
                <a:solidFill>
                  <a:srgbClr val="231F20"/>
                </a:solidFill>
                <a:latin typeface="Arial"/>
                <a:cs typeface="Arial"/>
              </a:rPr>
              <a:t> </a:t>
            </a:r>
            <a:r>
              <a:rPr sz="1000" spc="-10" dirty="0">
                <a:solidFill>
                  <a:srgbClr val="231F20"/>
                </a:solidFill>
                <a:latin typeface="Arial"/>
                <a:cs typeface="Arial"/>
              </a:rPr>
              <a:t>City.</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gave</a:t>
            </a:r>
            <a:r>
              <a:rPr sz="1000" spc="-15" dirty="0">
                <a:solidFill>
                  <a:srgbClr val="231F20"/>
                </a:solidFill>
                <a:latin typeface="Arial"/>
                <a:cs typeface="Arial"/>
              </a:rPr>
              <a:t> </a:t>
            </a:r>
            <a:r>
              <a:rPr sz="1000" dirty="0">
                <a:solidFill>
                  <a:srgbClr val="231F20"/>
                </a:solidFill>
                <a:latin typeface="Arial"/>
                <a:cs typeface="Arial"/>
              </a:rPr>
              <a:t>back</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coming</a:t>
            </a:r>
            <a:r>
              <a:rPr sz="1000" spc="15" dirty="0">
                <a:solidFill>
                  <a:srgbClr val="231F20"/>
                </a:solidFill>
                <a:latin typeface="Arial"/>
                <a:cs typeface="Arial"/>
              </a:rPr>
              <a:t> </a:t>
            </a:r>
            <a:r>
              <a:rPr sz="1000" dirty="0">
                <a:solidFill>
                  <a:srgbClr val="231F20"/>
                </a:solidFill>
                <a:latin typeface="Arial"/>
                <a:cs typeface="Arial"/>
              </a:rPr>
              <a:t>together</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cook</a:t>
            </a:r>
            <a:r>
              <a:rPr sz="1000" spc="10" dirty="0">
                <a:solidFill>
                  <a:srgbClr val="231F20"/>
                </a:solidFill>
                <a:latin typeface="Arial"/>
                <a:cs typeface="Arial"/>
              </a:rPr>
              <a:t> </a:t>
            </a:r>
            <a:r>
              <a:rPr sz="1000" spc="-10" dirty="0">
                <a:solidFill>
                  <a:srgbClr val="231F20"/>
                </a:solidFill>
                <a:latin typeface="Arial"/>
                <a:cs typeface="Arial"/>
              </a:rPr>
              <a:t>meals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spc="-10" dirty="0">
                <a:solidFill>
                  <a:srgbClr val="231F20"/>
                </a:solidFill>
                <a:latin typeface="Arial"/>
                <a:cs typeface="Arial"/>
              </a:rPr>
              <a:t>families </a:t>
            </a:r>
            <a:r>
              <a:rPr sz="1000" dirty="0">
                <a:solidFill>
                  <a:srgbClr val="231F20"/>
                </a:solidFill>
                <a:latin typeface="Arial"/>
                <a:cs typeface="Arial"/>
              </a:rPr>
              <a:t>living</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 Stepping</a:t>
            </a:r>
            <a:r>
              <a:rPr sz="1000" spc="-5" dirty="0">
                <a:solidFill>
                  <a:srgbClr val="231F20"/>
                </a:solidFill>
                <a:latin typeface="Arial"/>
                <a:cs typeface="Arial"/>
              </a:rPr>
              <a:t> </a:t>
            </a:r>
            <a:r>
              <a:rPr sz="1000" spc="-10" dirty="0">
                <a:solidFill>
                  <a:srgbClr val="231F20"/>
                </a:solidFill>
                <a:latin typeface="Arial"/>
                <a:cs typeface="Arial"/>
              </a:rPr>
              <a:t>Stones</a:t>
            </a:r>
            <a:r>
              <a:rPr sz="1000" spc="-5" dirty="0">
                <a:solidFill>
                  <a:srgbClr val="231F20"/>
                </a:solidFill>
                <a:latin typeface="Arial"/>
                <a:cs typeface="Arial"/>
              </a:rPr>
              <a:t> </a:t>
            </a:r>
            <a:r>
              <a:rPr sz="1000" dirty="0">
                <a:solidFill>
                  <a:srgbClr val="231F20"/>
                </a:solidFill>
                <a:latin typeface="Arial"/>
                <a:cs typeface="Arial"/>
              </a:rPr>
              <a:t>Shelter and</a:t>
            </a:r>
            <a:r>
              <a:rPr sz="1000" spc="-5" dirty="0">
                <a:solidFill>
                  <a:srgbClr val="231F20"/>
                </a:solidFill>
                <a:latin typeface="Arial"/>
                <a:cs typeface="Arial"/>
              </a:rPr>
              <a:t> </a:t>
            </a:r>
            <a:r>
              <a:rPr sz="1000" spc="-10" dirty="0">
                <a:solidFill>
                  <a:srgbClr val="231F20"/>
                </a:solidFill>
                <a:latin typeface="Arial"/>
                <a:cs typeface="Arial"/>
              </a:rPr>
              <a:t>wrapping Christmas</a:t>
            </a:r>
            <a:r>
              <a:rPr sz="1000" spc="5" dirty="0">
                <a:solidFill>
                  <a:srgbClr val="231F20"/>
                </a:solidFill>
                <a:latin typeface="Arial"/>
                <a:cs typeface="Arial"/>
              </a:rPr>
              <a:t> </a:t>
            </a:r>
            <a:r>
              <a:rPr sz="1000" dirty="0">
                <a:solidFill>
                  <a:srgbClr val="231F20"/>
                </a:solidFill>
                <a:latin typeface="Arial"/>
                <a:cs typeface="Arial"/>
              </a:rPr>
              <a:t>gifts</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donate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spc="-10" dirty="0">
                <a:solidFill>
                  <a:srgbClr val="231F20"/>
                </a:solidFill>
                <a:latin typeface="Arial"/>
                <a:cs typeface="Arial"/>
              </a:rPr>
              <a:t>charity.</a:t>
            </a:r>
            <a:endParaRPr sz="1000">
              <a:latin typeface="Arial"/>
              <a:cs typeface="Arial"/>
            </a:endParaRPr>
          </a:p>
          <a:p>
            <a:pPr marL="12700" marR="90805">
              <a:lnSpc>
                <a:spcPct val="100000"/>
              </a:lnSpc>
            </a:pP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demonstrated</a:t>
            </a:r>
            <a:r>
              <a:rPr sz="1000" spc="10"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problem-</a:t>
            </a:r>
            <a:r>
              <a:rPr sz="1000" spc="-10" dirty="0">
                <a:solidFill>
                  <a:srgbClr val="231F20"/>
                </a:solidFill>
                <a:latin typeface="Arial"/>
                <a:cs typeface="Arial"/>
              </a:rPr>
              <a:t>solving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Breakout</a:t>
            </a:r>
            <a:r>
              <a:rPr sz="1000" spc="-5" dirty="0">
                <a:solidFill>
                  <a:srgbClr val="231F20"/>
                </a:solidFill>
                <a:latin typeface="Arial"/>
                <a:cs typeface="Arial"/>
              </a:rPr>
              <a:t> </a:t>
            </a:r>
            <a:r>
              <a:rPr sz="1000" spc="-25" dirty="0">
                <a:solidFill>
                  <a:srgbClr val="231F20"/>
                </a:solidFill>
                <a:latin typeface="Arial"/>
                <a:cs typeface="Arial"/>
              </a:rPr>
              <a:t>Games</a:t>
            </a:r>
            <a:r>
              <a:rPr sz="1000" spc="-10" dirty="0">
                <a:solidFill>
                  <a:srgbClr val="231F20"/>
                </a:solidFill>
                <a:latin typeface="Arial"/>
                <a:cs typeface="Arial"/>
              </a:rPr>
              <a:t> </a:t>
            </a:r>
            <a:r>
              <a:rPr sz="1000" spc="-20" dirty="0">
                <a:solidFill>
                  <a:srgbClr val="231F20"/>
                </a:solidFill>
                <a:latin typeface="Arial"/>
                <a:cs typeface="Arial"/>
              </a:rPr>
              <a:t>Escape</a:t>
            </a:r>
            <a:r>
              <a:rPr sz="1000" spc="-5" dirty="0">
                <a:solidFill>
                  <a:srgbClr val="231F20"/>
                </a:solidFill>
                <a:latin typeface="Arial"/>
                <a:cs typeface="Arial"/>
              </a:rPr>
              <a:t> </a:t>
            </a:r>
            <a:r>
              <a:rPr sz="1000" spc="-20" dirty="0">
                <a:solidFill>
                  <a:srgbClr val="231F20"/>
                </a:solidFill>
                <a:latin typeface="Arial"/>
                <a:cs typeface="Arial"/>
              </a:rPr>
              <a:t>Room</a:t>
            </a:r>
            <a:r>
              <a:rPr sz="1000" spc="-5"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American</a:t>
            </a:r>
            <a:r>
              <a:rPr sz="1000" spc="-5" dirty="0">
                <a:solidFill>
                  <a:srgbClr val="231F20"/>
                </a:solidFill>
                <a:latin typeface="Arial"/>
                <a:cs typeface="Arial"/>
              </a:rPr>
              <a:t> </a:t>
            </a:r>
            <a:r>
              <a:rPr sz="1000" spc="-30" dirty="0">
                <a:solidFill>
                  <a:srgbClr val="231F20"/>
                </a:solidFill>
                <a:latin typeface="Arial"/>
                <a:cs typeface="Arial"/>
              </a:rPr>
              <a:t>DC</a:t>
            </a:r>
            <a:r>
              <a:rPr sz="1000" spc="-10"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touring</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Anacostia</a:t>
            </a:r>
            <a:r>
              <a:rPr sz="1000" spc="10" dirty="0">
                <a:solidFill>
                  <a:srgbClr val="231F20"/>
                </a:solidFill>
                <a:latin typeface="Arial"/>
                <a:cs typeface="Arial"/>
              </a:rPr>
              <a:t> </a:t>
            </a:r>
            <a:r>
              <a:rPr sz="1000" spc="-1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snow</a:t>
            </a:r>
            <a:r>
              <a:rPr sz="1000" spc="5" dirty="0">
                <a:solidFill>
                  <a:srgbClr val="231F20"/>
                </a:solidFill>
                <a:latin typeface="Arial"/>
                <a:cs typeface="Arial"/>
              </a:rPr>
              <a:t> </a:t>
            </a:r>
            <a:r>
              <a:rPr sz="1000" dirty="0">
                <a:solidFill>
                  <a:srgbClr val="231F20"/>
                </a:solidFill>
                <a:latin typeface="Arial"/>
                <a:cs typeface="Arial"/>
              </a:rPr>
              <a:t>tubing</a:t>
            </a:r>
            <a:r>
              <a:rPr sz="1000" spc="10" dirty="0">
                <a:solidFill>
                  <a:srgbClr val="231F20"/>
                </a:solidFill>
                <a:latin typeface="Arial"/>
                <a:cs typeface="Arial"/>
              </a:rPr>
              <a:t> </a:t>
            </a:r>
            <a:r>
              <a:rPr sz="1000" spc="-10" dirty="0">
                <a:solidFill>
                  <a:srgbClr val="231F20"/>
                </a:solidFill>
                <a:latin typeface="Arial"/>
                <a:cs typeface="Arial"/>
              </a:rPr>
              <a:t>together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about</a:t>
            </a:r>
            <a:r>
              <a:rPr sz="1000" spc="30" dirty="0">
                <a:solidFill>
                  <a:srgbClr val="231F20"/>
                </a:solidFill>
                <a:latin typeface="Arial"/>
                <a:cs typeface="Arial"/>
              </a:rPr>
              <a:t> </a:t>
            </a:r>
            <a:r>
              <a:rPr sz="1000" dirty="0">
                <a:solidFill>
                  <a:srgbClr val="231F20"/>
                </a:solidFill>
                <a:latin typeface="Arial"/>
                <a:cs typeface="Arial"/>
              </a:rPr>
              <a:t>technology</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credit</a:t>
            </a:r>
            <a:r>
              <a:rPr sz="1000" spc="30" dirty="0">
                <a:solidFill>
                  <a:srgbClr val="231F20"/>
                </a:solidFill>
                <a:latin typeface="Arial"/>
                <a:cs typeface="Arial"/>
              </a:rPr>
              <a:t> </a:t>
            </a:r>
            <a:r>
              <a:rPr sz="1000" spc="-10" dirty="0">
                <a:solidFill>
                  <a:srgbClr val="231F20"/>
                </a:solidFill>
                <a:latin typeface="Arial"/>
                <a:cs typeface="Arial"/>
              </a:rPr>
              <a:t>management</a:t>
            </a:r>
            <a:r>
              <a:rPr sz="1000" spc="50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Visa</a:t>
            </a:r>
            <a:r>
              <a:rPr sz="1000" spc="-10" dirty="0">
                <a:solidFill>
                  <a:srgbClr val="231F20"/>
                </a:solidFill>
                <a:latin typeface="Arial"/>
                <a:cs typeface="Arial"/>
              </a:rPr>
              <a:t> Financial</a:t>
            </a:r>
            <a:r>
              <a:rPr sz="1000" spc="-15" dirty="0">
                <a:solidFill>
                  <a:srgbClr val="231F20"/>
                </a:solidFill>
                <a:latin typeface="Arial"/>
                <a:cs typeface="Arial"/>
              </a:rPr>
              <a:t> </a:t>
            </a:r>
            <a:r>
              <a:rPr sz="1000" dirty="0">
                <a:solidFill>
                  <a:srgbClr val="231F20"/>
                </a:solidFill>
                <a:latin typeface="Arial"/>
                <a:cs typeface="Arial"/>
              </a:rPr>
              <a:t>Center</a:t>
            </a:r>
            <a:r>
              <a:rPr sz="1000" spc="-10" dirty="0">
                <a:solidFill>
                  <a:srgbClr val="231F20"/>
                </a:solidFill>
                <a:latin typeface="Arial"/>
                <a:cs typeface="Arial"/>
              </a:rPr>
              <a:t> </a:t>
            </a:r>
            <a:r>
              <a:rPr sz="1000" dirty="0">
                <a:solidFill>
                  <a:srgbClr val="231F20"/>
                </a:solidFill>
                <a:latin typeface="Arial"/>
                <a:cs typeface="Arial"/>
              </a:rPr>
              <a:t>getting</a:t>
            </a:r>
            <a:r>
              <a:rPr sz="1000" spc="-10"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exclusive</a:t>
            </a:r>
            <a:r>
              <a:rPr sz="1000" spc="-15" dirty="0">
                <a:solidFill>
                  <a:srgbClr val="231F20"/>
                </a:solidFill>
                <a:latin typeface="Arial"/>
                <a:cs typeface="Arial"/>
              </a:rPr>
              <a:t> </a:t>
            </a:r>
            <a:r>
              <a:rPr sz="1000" dirty="0">
                <a:solidFill>
                  <a:srgbClr val="231F20"/>
                </a:solidFill>
                <a:latin typeface="Arial"/>
                <a:cs typeface="Arial"/>
              </a:rPr>
              <a:t>view</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facility.</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toured</a:t>
            </a:r>
            <a:r>
              <a:rPr sz="1000" spc="-10" dirty="0">
                <a:solidFill>
                  <a:srgbClr val="231F20"/>
                </a:solidFill>
                <a:latin typeface="Arial"/>
                <a:cs typeface="Arial"/>
              </a:rPr>
              <a:t> </a:t>
            </a:r>
            <a:r>
              <a:rPr sz="1000" dirty="0">
                <a:solidFill>
                  <a:srgbClr val="231F20"/>
                </a:solidFill>
                <a:latin typeface="Arial"/>
                <a:cs typeface="Arial"/>
              </a:rPr>
              <a:t>local</a:t>
            </a:r>
            <a:r>
              <a:rPr sz="1000" spc="-15" dirty="0">
                <a:solidFill>
                  <a:srgbClr val="231F20"/>
                </a:solidFill>
                <a:latin typeface="Arial"/>
                <a:cs typeface="Arial"/>
              </a:rPr>
              <a:t> </a:t>
            </a:r>
            <a:r>
              <a:rPr sz="1000" dirty="0">
                <a:solidFill>
                  <a:srgbClr val="231F20"/>
                </a:solidFill>
                <a:latin typeface="Arial"/>
                <a:cs typeface="Arial"/>
              </a:rPr>
              <a:t>George</a:t>
            </a:r>
            <a:r>
              <a:rPr sz="1000" spc="-15" dirty="0">
                <a:solidFill>
                  <a:srgbClr val="231F20"/>
                </a:solidFill>
                <a:latin typeface="Arial"/>
                <a:cs typeface="Arial"/>
              </a:rPr>
              <a:t> </a:t>
            </a:r>
            <a:r>
              <a:rPr sz="1000" spc="-10" dirty="0">
                <a:solidFill>
                  <a:srgbClr val="231F20"/>
                </a:solidFill>
                <a:latin typeface="Arial"/>
                <a:cs typeface="Arial"/>
              </a:rPr>
              <a:t>Washington</a:t>
            </a:r>
            <a:endParaRPr sz="1000">
              <a:latin typeface="Arial"/>
              <a:cs typeface="Arial"/>
            </a:endParaRPr>
          </a:p>
          <a:p>
            <a:pPr marL="12700" marR="64769">
              <a:lnSpc>
                <a:spcPct val="100000"/>
              </a:lnSpc>
            </a:pPr>
            <a:r>
              <a:rPr sz="1000" dirty="0">
                <a:solidFill>
                  <a:srgbClr val="231F20"/>
                </a:solidFill>
                <a:latin typeface="Arial"/>
                <a:cs typeface="Arial"/>
              </a:rPr>
              <a:t>University</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learn</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college</a:t>
            </a:r>
            <a:r>
              <a:rPr sz="1000" spc="20" dirty="0">
                <a:solidFill>
                  <a:srgbClr val="231F20"/>
                </a:solidFill>
                <a:latin typeface="Arial"/>
                <a:cs typeface="Arial"/>
              </a:rPr>
              <a:t>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25" dirty="0">
                <a:solidFill>
                  <a:srgbClr val="231F20"/>
                </a:solidFill>
                <a:latin typeface="Arial"/>
                <a:cs typeface="Arial"/>
              </a:rPr>
              <a:t>how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be</a:t>
            </a:r>
            <a:r>
              <a:rPr sz="1000" spc="20" dirty="0">
                <a:solidFill>
                  <a:srgbClr val="231F20"/>
                </a:solidFill>
                <a:latin typeface="Arial"/>
                <a:cs typeface="Arial"/>
              </a:rPr>
              <a:t> </a:t>
            </a:r>
            <a:r>
              <a:rPr sz="1000" spc="-10" dirty="0">
                <a:solidFill>
                  <a:srgbClr val="231F20"/>
                </a:solidFill>
                <a:latin typeface="Arial"/>
                <a:cs typeface="Arial"/>
              </a:rPr>
              <a:t>successful.</a:t>
            </a:r>
            <a:endParaRPr sz="1000">
              <a:latin typeface="Arial"/>
              <a:cs typeface="Arial"/>
            </a:endParaRPr>
          </a:p>
        </p:txBody>
      </p:sp>
      <p:sp>
        <p:nvSpPr>
          <p:cNvPr id="3" name="object 3"/>
          <p:cNvSpPr txBox="1"/>
          <p:nvPr/>
        </p:nvSpPr>
        <p:spPr>
          <a:xfrm>
            <a:off x="4058640" y="2313910"/>
            <a:ext cx="3227070" cy="7038340"/>
          </a:xfrm>
          <a:prstGeom prst="rect">
            <a:avLst/>
          </a:prstGeom>
        </p:spPr>
        <p:txBody>
          <a:bodyPr vert="horz" wrap="square" lIns="0" tIns="56515" rIns="0" bIns="0" rtlCol="0">
            <a:spAutoFit/>
          </a:bodyPr>
          <a:lstStyle/>
          <a:p>
            <a:pPr marL="1256030">
              <a:lnSpc>
                <a:spcPct val="100000"/>
              </a:lnSpc>
              <a:spcBef>
                <a:spcPts val="445"/>
              </a:spcBef>
            </a:pPr>
            <a:r>
              <a:rPr sz="1100" spc="-10" dirty="0">
                <a:solidFill>
                  <a:srgbClr val="27AAE1"/>
                </a:solidFill>
                <a:latin typeface="Lucida Sans Unicode"/>
                <a:cs typeface="Lucida Sans Unicode"/>
              </a:rPr>
              <a:t>2018–2019</a:t>
            </a:r>
            <a:endParaRPr sz="1100">
              <a:latin typeface="Lucida Sans Unicode"/>
              <a:cs typeface="Lucida Sans Unicode"/>
            </a:endParaRPr>
          </a:p>
          <a:p>
            <a:pPr marL="343535" marR="335915" indent="635000">
              <a:lnSpc>
                <a:spcPct val="126099"/>
              </a:lnSpc>
              <a:spcBef>
                <a:spcPts val="5"/>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 </a:t>
            </a:r>
            <a:r>
              <a:rPr sz="1100" dirty="0">
                <a:solidFill>
                  <a:srgbClr val="1D5495"/>
                </a:solidFill>
                <a:latin typeface="Lucida Sans Unicode"/>
                <a:cs typeface="Lucida Sans Unicode"/>
              </a:rPr>
              <a:t>President:</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dirty="0">
                <a:solidFill>
                  <a:srgbClr val="1D5495"/>
                </a:solidFill>
                <a:latin typeface="Lucida Sans Unicode"/>
                <a:cs typeface="Lucida Sans Unicode"/>
              </a:rPr>
              <a:t>Vice</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75" dirty="0">
                <a:solidFill>
                  <a:srgbClr val="1D5495"/>
                </a:solidFill>
                <a:latin typeface="Lucida Sans Unicode"/>
                <a:cs typeface="Lucida Sans Unicode"/>
              </a:rPr>
              <a:t> </a:t>
            </a:r>
            <a:r>
              <a:rPr sz="1100" spc="65" dirty="0">
                <a:solidFill>
                  <a:srgbClr val="1D5495"/>
                </a:solidFill>
                <a:latin typeface="Lucida Sans Unicode"/>
                <a:cs typeface="Lucida Sans Unicode"/>
              </a:rPr>
              <a:t>Stacia</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Geiger-</a:t>
            </a:r>
            <a:r>
              <a:rPr sz="1100" spc="-10" dirty="0">
                <a:solidFill>
                  <a:srgbClr val="1D5495"/>
                </a:solidFill>
                <a:latin typeface="Lucida Sans Unicode"/>
                <a:cs typeface="Lucida Sans Unicode"/>
              </a:rPr>
              <a:t>Alston </a:t>
            </a:r>
            <a:r>
              <a:rPr sz="1100" dirty="0">
                <a:solidFill>
                  <a:srgbClr val="1D5495"/>
                </a:solidFill>
                <a:latin typeface="Lucida Sans Unicode"/>
                <a:cs typeface="Lucida Sans Unicode"/>
              </a:rPr>
              <a:t>Program</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75"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endParaRPr sz="1100">
              <a:latin typeface="Lucida Sans Unicode"/>
              <a:cs typeface="Lucida Sans Unicode"/>
            </a:endParaRPr>
          </a:p>
          <a:p>
            <a:pPr marL="184785" marR="177165" algn="ctr">
              <a:lnSpc>
                <a:spcPct val="127299"/>
              </a:lnSpc>
            </a:pPr>
            <a:r>
              <a:rPr sz="1100" spc="20" dirty="0">
                <a:solidFill>
                  <a:srgbClr val="1D5495"/>
                </a:solidFill>
                <a:latin typeface="Lucida Sans Unicode"/>
                <a:cs typeface="Lucida Sans Unicode"/>
              </a:rPr>
              <a:t>Recording</a:t>
            </a:r>
            <a:r>
              <a:rPr sz="1100" spc="9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20" dirty="0">
                <a:solidFill>
                  <a:srgbClr val="1D5495"/>
                </a:solidFill>
                <a:latin typeface="Lucida Sans Unicode"/>
                <a:cs typeface="Lucida Sans Unicode"/>
              </a:rPr>
              <a:t>Stephanie</a:t>
            </a:r>
            <a:r>
              <a:rPr sz="1100" spc="10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spc="10" dirty="0">
                <a:solidFill>
                  <a:srgbClr val="1D5495"/>
                </a:solidFill>
                <a:latin typeface="Lucida Sans Unicode"/>
                <a:cs typeface="Lucida Sans Unicode"/>
              </a:rPr>
              <a:t>Corresponding</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Grimes </a:t>
            </a:r>
            <a:r>
              <a:rPr sz="1100" dirty="0">
                <a:solidFill>
                  <a:srgbClr val="1D5495"/>
                </a:solidFill>
                <a:latin typeface="Lucida Sans Unicode"/>
                <a:cs typeface="Lucida Sans Unicode"/>
              </a:rPr>
              <a:t>Treasurer:</a:t>
            </a:r>
            <a:r>
              <a:rPr sz="1100" spc="-25" dirty="0">
                <a:solidFill>
                  <a:srgbClr val="1D5495"/>
                </a:solidFill>
                <a:latin typeface="Lucida Sans Unicode"/>
                <a:cs typeface="Lucida Sans Unicode"/>
              </a:rPr>
              <a:t> </a:t>
            </a:r>
            <a:r>
              <a:rPr sz="1100" spc="60" dirty="0">
                <a:solidFill>
                  <a:srgbClr val="1D5495"/>
                </a:solidFill>
                <a:latin typeface="Lucida Sans Unicode"/>
                <a:cs typeface="Lucida Sans Unicode"/>
              </a:rPr>
              <a:t>Saudeia</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Martin</a:t>
            </a:r>
            <a:endParaRPr sz="1100">
              <a:latin typeface="Lucida Sans Unicode"/>
              <a:cs typeface="Lucida Sans Unicode"/>
            </a:endParaRPr>
          </a:p>
          <a:p>
            <a:pPr marL="261620" marR="254000" algn="ctr">
              <a:lnSpc>
                <a:spcPct val="127299"/>
              </a:lnSpc>
            </a:pPr>
            <a:r>
              <a:rPr sz="1100" spc="10" dirty="0">
                <a:solidFill>
                  <a:srgbClr val="1D5495"/>
                </a:solidFill>
                <a:latin typeface="Lucida Sans Unicode"/>
                <a:cs typeface="Lucida Sans Unicode"/>
              </a:rPr>
              <a:t>Financial</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70" dirty="0">
                <a:solidFill>
                  <a:srgbClr val="1D5495"/>
                </a:solidFill>
                <a:latin typeface="Lucida Sans Unicode"/>
                <a:cs typeface="Lucida Sans Unicode"/>
              </a:rPr>
              <a:t> </a:t>
            </a:r>
            <a:r>
              <a:rPr sz="1100" spc="10" dirty="0">
                <a:solidFill>
                  <a:srgbClr val="1D5495"/>
                </a:solidFill>
                <a:latin typeface="Lucida Sans Unicode"/>
                <a:cs typeface="Lucida Sans Unicode"/>
              </a:rPr>
              <a:t>Martha</a:t>
            </a:r>
            <a:r>
              <a:rPr sz="1100" spc="170"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spc="-20" dirty="0">
                <a:solidFill>
                  <a:srgbClr val="1D5495"/>
                </a:solidFill>
                <a:latin typeface="Lucida Sans Unicode"/>
                <a:cs typeface="Lucida Sans Unicode"/>
              </a:rPr>
              <a:t>Editor: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Danene</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Smith</a:t>
            </a:r>
            <a:endParaRPr sz="1100">
              <a:latin typeface="Lucida Sans Unicode"/>
              <a:cs typeface="Lucida Sans Unicode"/>
            </a:endParaRPr>
          </a:p>
          <a:p>
            <a:pPr marL="460375" marR="452755" algn="ctr">
              <a:lnSpc>
                <a:spcPct val="127299"/>
              </a:lnSpc>
            </a:pPr>
            <a:r>
              <a:rPr sz="1100" dirty="0">
                <a:solidFill>
                  <a:srgbClr val="1D5495"/>
                </a:solidFill>
                <a:latin typeface="Lucida Sans Unicode"/>
                <a:cs typeface="Lucida Sans Unicode"/>
              </a:rPr>
              <a:t>Parliamentarian:</a:t>
            </a:r>
            <a:r>
              <a:rPr sz="1100" spc="19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Foundation</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Ayo</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Atterberry </a:t>
            </a:r>
            <a:r>
              <a:rPr sz="1100" spc="10" dirty="0">
                <a:solidFill>
                  <a:srgbClr val="1D5495"/>
                </a:solidFill>
                <a:latin typeface="Lucida Sans Unicode"/>
                <a:cs typeface="Lucida Sans Unicode"/>
              </a:rPr>
              <a:t>Chaplain:</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Donné</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Settles</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Allen </a:t>
            </a:r>
            <a:r>
              <a:rPr sz="1100" dirty="0">
                <a:solidFill>
                  <a:srgbClr val="1D5495"/>
                </a:solidFill>
                <a:latin typeface="Lucida Sans Unicode"/>
                <a:cs typeface="Lucida Sans Unicode"/>
              </a:rPr>
              <a:t>Historian:</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Lauren</a:t>
            </a:r>
            <a:r>
              <a:rPr sz="1100" spc="-10" dirty="0">
                <a:solidFill>
                  <a:srgbClr val="1D5495"/>
                </a:solidFill>
                <a:latin typeface="Lucida Sans Unicode"/>
                <a:cs typeface="Lucida Sans Unicode"/>
              </a:rPr>
              <a:t> </a:t>
            </a:r>
            <a:r>
              <a:rPr sz="1100" spc="-20" dirty="0">
                <a:solidFill>
                  <a:srgbClr val="1D5495"/>
                </a:solidFill>
                <a:latin typeface="Lucida Sans Unicode"/>
                <a:cs typeface="Lucida Sans Unicode"/>
              </a:rPr>
              <a:t>Laws</a:t>
            </a:r>
            <a:endParaRPr sz="1100">
              <a:latin typeface="Lucida Sans Unicode"/>
              <a:cs typeface="Lucida Sans Unicode"/>
            </a:endParaRPr>
          </a:p>
          <a:p>
            <a:pPr marL="27940" marR="20320" algn="ctr">
              <a:lnSpc>
                <a:spcPct val="100000"/>
              </a:lnSpc>
              <a:spcBef>
                <a:spcPts val="360"/>
              </a:spcBef>
            </a:pPr>
            <a:r>
              <a:rPr sz="1100" dirty="0">
                <a:solidFill>
                  <a:srgbClr val="1D5495"/>
                </a:solidFill>
                <a:latin typeface="Lucida Sans Unicode"/>
                <a:cs typeface="Lucida Sans Unicode"/>
              </a:rPr>
              <a:t>Teen</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Advisors:</a:t>
            </a:r>
            <a:r>
              <a:rPr sz="1100" spc="105" dirty="0">
                <a:solidFill>
                  <a:srgbClr val="1D5495"/>
                </a:solidFill>
                <a:latin typeface="Lucida Sans Unicode"/>
                <a:cs typeface="Lucida Sans Unicode"/>
              </a:rPr>
              <a:t> </a:t>
            </a:r>
            <a:r>
              <a:rPr sz="1100" spc="60" dirty="0">
                <a:solidFill>
                  <a:srgbClr val="1D5495"/>
                </a:solidFill>
                <a:latin typeface="Lucida Sans Unicode"/>
                <a:cs typeface="Lucida Sans Unicode"/>
              </a:rPr>
              <a:t>Schonay</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Barnett-Jones,</a:t>
            </a:r>
            <a:r>
              <a:rPr sz="1100" spc="105" dirty="0">
                <a:solidFill>
                  <a:srgbClr val="1D5495"/>
                </a:solidFill>
                <a:latin typeface="Lucida Sans Unicode"/>
                <a:cs typeface="Lucida Sans Unicode"/>
              </a:rPr>
              <a:t> </a:t>
            </a:r>
            <a:r>
              <a:rPr sz="1100" spc="30" dirty="0">
                <a:solidFill>
                  <a:srgbClr val="1D5495"/>
                </a:solidFill>
                <a:latin typeface="Lucida Sans Unicode"/>
                <a:cs typeface="Lucida Sans Unicode"/>
              </a:rPr>
              <a:t>Kay </a:t>
            </a:r>
            <a:r>
              <a:rPr sz="1100" dirty="0">
                <a:solidFill>
                  <a:srgbClr val="1D5495"/>
                </a:solidFill>
                <a:latin typeface="Lucida Sans Unicode"/>
                <a:cs typeface="Lucida Sans Unicode"/>
              </a:rPr>
              <a:t>Hairston,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Eve-Lyn</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Johnson,</a:t>
            </a:r>
            <a:r>
              <a:rPr sz="1100" dirty="0">
                <a:solidFill>
                  <a:srgbClr val="1D5495"/>
                </a:solidFill>
                <a:latin typeface="Lucida Sans Unicode"/>
                <a:cs typeface="Lucida Sans Unicode"/>
              </a:rPr>
              <a:t> </a:t>
            </a:r>
            <a:r>
              <a:rPr sz="1100" spc="55" dirty="0">
                <a:solidFill>
                  <a:srgbClr val="1D5495"/>
                </a:solidFill>
                <a:latin typeface="Lucida Sans Unicode"/>
                <a:cs typeface="Lucida Sans Unicode"/>
              </a:rPr>
              <a:t>Zana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Marks</a:t>
            </a:r>
            <a:r>
              <a:rPr sz="1100" dirty="0">
                <a:solidFill>
                  <a:srgbClr val="1D5495"/>
                </a:solidFill>
                <a:latin typeface="Lucida Sans Unicode"/>
                <a:cs typeface="Lucida Sans Unicode"/>
              </a:rPr>
              <a:t> </a:t>
            </a:r>
            <a:r>
              <a:rPr sz="1100" spc="40" dirty="0">
                <a:solidFill>
                  <a:srgbClr val="1D5495"/>
                </a:solidFill>
                <a:latin typeface="Lucida Sans Unicode"/>
                <a:cs typeface="Lucida Sans Unicode"/>
              </a:rPr>
              <a:t>and </a:t>
            </a:r>
            <a:r>
              <a:rPr sz="1100" spc="10" dirty="0">
                <a:solidFill>
                  <a:srgbClr val="1D5495"/>
                </a:solidFill>
                <a:latin typeface="Lucida Sans Unicode"/>
                <a:cs typeface="Lucida Sans Unicode"/>
              </a:rPr>
              <a:t>Michelle</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Mitchell</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Associates</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Chair:</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Stephanie </a:t>
            </a:r>
            <a:r>
              <a:rPr sz="1100" dirty="0">
                <a:solidFill>
                  <a:srgbClr val="1D5495"/>
                </a:solidFill>
                <a:latin typeface="Lucida Sans Unicode"/>
                <a:cs typeface="Lucida Sans Unicode"/>
              </a:rPr>
              <a:t>Matlock</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Maynor</a:t>
            </a:r>
            <a:endParaRPr sz="1100">
              <a:latin typeface="Lucida Sans Unicode"/>
              <a:cs typeface="Lucida Sans Unicode"/>
            </a:endParaRPr>
          </a:p>
          <a:p>
            <a:pPr algn="ctr">
              <a:lnSpc>
                <a:spcPct val="100000"/>
              </a:lnSpc>
              <a:spcBef>
                <a:spcPts val="360"/>
              </a:spcBef>
            </a:pPr>
            <a:r>
              <a:rPr sz="1100" dirty="0">
                <a:solidFill>
                  <a:srgbClr val="1D5495"/>
                </a:solidFill>
                <a:latin typeface="Lucida Sans Unicode"/>
                <a:cs typeface="Lucida Sans Unicode"/>
              </a:rPr>
              <a:t>Sergeant-At-Arms:</a:t>
            </a:r>
            <a:r>
              <a:rPr sz="1100" spc="185" dirty="0">
                <a:solidFill>
                  <a:srgbClr val="1D5495"/>
                </a:solidFill>
                <a:latin typeface="Lucida Sans Unicode"/>
                <a:cs typeface="Lucida Sans Unicode"/>
              </a:rPr>
              <a:t> </a:t>
            </a:r>
            <a:r>
              <a:rPr sz="1100" spc="50" dirty="0">
                <a:solidFill>
                  <a:srgbClr val="1D5495"/>
                </a:solidFill>
                <a:latin typeface="Lucida Sans Unicode"/>
                <a:cs typeface="Lucida Sans Unicode"/>
              </a:rPr>
              <a:t>Abena</a:t>
            </a:r>
            <a:r>
              <a:rPr sz="1100" spc="185" dirty="0">
                <a:solidFill>
                  <a:srgbClr val="1D5495"/>
                </a:solidFill>
                <a:latin typeface="Lucida Sans Unicode"/>
                <a:cs typeface="Lucida Sans Unicode"/>
              </a:rPr>
              <a:t> </a:t>
            </a:r>
            <a:r>
              <a:rPr sz="1100" dirty="0">
                <a:solidFill>
                  <a:srgbClr val="1D5495"/>
                </a:solidFill>
                <a:latin typeface="Lucida Sans Unicode"/>
                <a:cs typeface="Lucida Sans Unicode"/>
              </a:rPr>
              <a:t>Lewis-</a:t>
            </a:r>
            <a:r>
              <a:rPr sz="1100" spc="-10" dirty="0">
                <a:solidFill>
                  <a:srgbClr val="1D5495"/>
                </a:solidFill>
                <a:latin typeface="Lucida Sans Unicode"/>
                <a:cs typeface="Lucida Sans Unicode"/>
              </a:rPr>
              <a:t>Mhoon</a:t>
            </a:r>
            <a:endParaRPr sz="1100">
              <a:latin typeface="Lucida Sans Unicode"/>
              <a:cs typeface="Lucida Sans Unicode"/>
            </a:endParaRPr>
          </a:p>
          <a:p>
            <a:pPr marL="12700" marR="5080" algn="ctr">
              <a:lnSpc>
                <a:spcPct val="100000"/>
              </a:lnSpc>
              <a:spcBef>
                <a:spcPts val="360"/>
              </a:spcBef>
            </a:pPr>
            <a:r>
              <a:rPr sz="1100" dirty="0">
                <a:solidFill>
                  <a:srgbClr val="1D5495"/>
                </a:solidFill>
                <a:latin typeface="Lucida Sans Unicode"/>
                <a:cs typeface="Lucida Sans Unicode"/>
              </a:rPr>
              <a:t>Father’s</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45" dirty="0">
                <a:solidFill>
                  <a:srgbClr val="1D5495"/>
                </a:solidFill>
                <a:latin typeface="Lucida Sans Unicode"/>
                <a:cs typeface="Lucida Sans Unicode"/>
              </a:rPr>
              <a:t> </a:t>
            </a:r>
            <a:r>
              <a:rPr sz="1100" spc="75" dirty="0">
                <a:solidFill>
                  <a:srgbClr val="1D5495"/>
                </a:solidFill>
                <a:latin typeface="Lucida Sans Unicode"/>
                <a:cs typeface="Lucida Sans Unicode"/>
              </a:rPr>
              <a:t>Jonathan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Montgomery</a:t>
            </a:r>
            <a:r>
              <a:rPr sz="1100" spc="40" dirty="0">
                <a:solidFill>
                  <a:srgbClr val="1D5495"/>
                </a:solidFill>
                <a:latin typeface="Lucida Sans Unicode"/>
                <a:cs typeface="Lucida Sans Unicode"/>
              </a:rPr>
              <a:t> and </a:t>
            </a:r>
            <a:r>
              <a:rPr sz="1100" spc="85" dirty="0">
                <a:solidFill>
                  <a:srgbClr val="1D5495"/>
                </a:solidFill>
                <a:latin typeface="Lucida Sans Unicode"/>
                <a:cs typeface="Lucida Sans Unicode"/>
              </a:rPr>
              <a:t>Wayne</a:t>
            </a:r>
            <a:r>
              <a:rPr sz="1100" spc="-15" dirty="0">
                <a:solidFill>
                  <a:srgbClr val="1D5495"/>
                </a:solidFill>
                <a:latin typeface="Lucida Sans Unicode"/>
                <a:cs typeface="Lucida Sans Unicode"/>
              </a:rPr>
              <a:t> </a:t>
            </a:r>
            <a:r>
              <a:rPr sz="1100" spc="60" dirty="0">
                <a:solidFill>
                  <a:srgbClr val="1D5495"/>
                </a:solidFill>
                <a:latin typeface="Lucida Sans Unicode"/>
                <a:cs typeface="Lucida Sans Unicode"/>
              </a:rPr>
              <a:t>Jacas—</a:t>
            </a:r>
            <a:r>
              <a:rPr sz="1100" spc="65" dirty="0">
                <a:solidFill>
                  <a:srgbClr val="1D5495"/>
                </a:solidFill>
                <a:latin typeface="Lucida Sans Unicode"/>
                <a:cs typeface="Lucida Sans Unicode"/>
              </a:rPr>
              <a:t>Co-</a:t>
            </a:r>
            <a:r>
              <a:rPr sz="1100" spc="45" dirty="0">
                <a:solidFill>
                  <a:srgbClr val="1D5495"/>
                </a:solidFill>
                <a:latin typeface="Lucida Sans Unicode"/>
                <a:cs typeface="Lucida Sans Unicode"/>
              </a:rPr>
              <a:t>Chairs</a:t>
            </a:r>
            <a:endParaRPr sz="110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55930" marR="448309" algn="ctr">
              <a:lnSpc>
                <a:spcPct val="127299"/>
              </a:lnSpc>
              <a:spcBef>
                <a:spcPts val="70"/>
              </a:spcBef>
            </a:pPr>
            <a:r>
              <a:rPr sz="1100" dirty="0">
                <a:solidFill>
                  <a:srgbClr val="1D5495"/>
                </a:solidFill>
                <a:latin typeface="Lucida Sans Unicode"/>
                <a:cs typeface="Lucida Sans Unicode"/>
              </a:rPr>
              <a:t>Teen President: </a:t>
            </a:r>
            <a:r>
              <a:rPr sz="1100" spc="85" dirty="0">
                <a:solidFill>
                  <a:srgbClr val="1D5495"/>
                </a:solidFill>
                <a:latin typeface="Lucida Sans Unicode"/>
                <a:cs typeface="Lucida Sans Unicode"/>
              </a:rPr>
              <a:t>Jessica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Holloway </a:t>
            </a:r>
            <a:r>
              <a:rPr sz="1100" dirty="0">
                <a:solidFill>
                  <a:srgbClr val="1D5495"/>
                </a:solidFill>
                <a:latin typeface="Lucida Sans Unicode"/>
                <a:cs typeface="Lucida Sans Unicode"/>
              </a:rPr>
              <a:t>Vice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5" dirty="0">
                <a:solidFill>
                  <a:srgbClr val="1D5495"/>
                </a:solidFill>
                <a:latin typeface="Lucida Sans Unicode"/>
                <a:cs typeface="Lucida Sans Unicode"/>
              </a:rPr>
              <a:t> </a:t>
            </a:r>
            <a:r>
              <a:rPr sz="1100" spc="50" dirty="0">
                <a:solidFill>
                  <a:srgbClr val="1D5495"/>
                </a:solidFill>
                <a:latin typeface="Lucida Sans Unicode"/>
                <a:cs typeface="Lucida Sans Unicode"/>
              </a:rPr>
              <a:t>Nya</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Loman</a:t>
            </a:r>
            <a:endParaRPr sz="1100">
              <a:latin typeface="Lucida Sans Unicode"/>
              <a:cs typeface="Lucida Sans Unicode"/>
            </a:endParaRPr>
          </a:p>
          <a:p>
            <a:pPr marL="167640" marR="160020" algn="ctr">
              <a:lnSpc>
                <a:spcPct val="127299"/>
              </a:lnSpc>
            </a:pPr>
            <a:r>
              <a:rPr sz="1100" spc="10" dirty="0">
                <a:solidFill>
                  <a:srgbClr val="1D5495"/>
                </a:solidFill>
                <a:latin typeface="Lucida Sans Unicode"/>
                <a:cs typeface="Lucida Sans Unicode"/>
              </a:rPr>
              <a:t>Recording</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20" dirty="0">
                <a:solidFill>
                  <a:srgbClr val="1D5495"/>
                </a:solidFill>
                <a:latin typeface="Lucida Sans Unicode"/>
                <a:cs typeface="Lucida Sans Unicode"/>
              </a:rPr>
              <a:t> </a:t>
            </a:r>
            <a:r>
              <a:rPr sz="1100" spc="10" dirty="0">
                <a:solidFill>
                  <a:srgbClr val="1D5495"/>
                </a:solidFill>
                <a:latin typeface="Lucida Sans Unicode"/>
                <a:cs typeface="Lucida Sans Unicode"/>
              </a:rPr>
              <a:t>Ninsiima</a:t>
            </a:r>
            <a:r>
              <a:rPr sz="1100" spc="120"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spc="10" dirty="0">
                <a:solidFill>
                  <a:srgbClr val="1D5495"/>
                </a:solidFill>
                <a:latin typeface="Lucida Sans Unicode"/>
                <a:cs typeface="Lucida Sans Unicode"/>
              </a:rPr>
              <a:t>Corresponding</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Carter</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Rodia </a:t>
            </a:r>
            <a:r>
              <a:rPr sz="1100" dirty="0">
                <a:solidFill>
                  <a:srgbClr val="1D5495"/>
                </a:solidFill>
                <a:latin typeface="Lucida Sans Unicode"/>
                <a:cs typeface="Lucida Sans Unicode"/>
              </a:rPr>
              <a:t>Treasurer:</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Lanelle</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a:latin typeface="Lucida Sans Unicode"/>
              <a:cs typeface="Lucida Sans Unicode"/>
            </a:endParaRPr>
          </a:p>
          <a:p>
            <a:pPr marL="368935" marR="361950" algn="ctr">
              <a:lnSpc>
                <a:spcPct val="127299"/>
              </a:lnSpc>
            </a:pPr>
            <a:r>
              <a:rPr sz="1100" spc="10" dirty="0">
                <a:solidFill>
                  <a:srgbClr val="1D5495"/>
                </a:solidFill>
                <a:latin typeface="Lucida Sans Unicode"/>
                <a:cs typeface="Lucida Sans Unicode"/>
              </a:rPr>
              <a:t>Financial</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Brielle</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Loman </a:t>
            </a:r>
            <a:r>
              <a:rPr sz="1100" spc="-20" dirty="0">
                <a:solidFill>
                  <a:srgbClr val="1D5495"/>
                </a:solidFill>
                <a:latin typeface="Lucida Sans Unicode"/>
                <a:cs typeface="Lucida Sans Unicode"/>
              </a:rPr>
              <a:t>Editor:</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Skylar</a:t>
            </a:r>
            <a:r>
              <a:rPr sz="1100" spc="50" dirty="0">
                <a:solidFill>
                  <a:srgbClr val="1D5495"/>
                </a:solidFill>
                <a:latin typeface="Lucida Sans Unicode"/>
                <a:cs typeface="Lucida Sans Unicode"/>
              </a:rPr>
              <a:t> Johnson </a:t>
            </a:r>
            <a:r>
              <a:rPr sz="1100" spc="20" dirty="0">
                <a:solidFill>
                  <a:srgbClr val="1D5495"/>
                </a:solidFill>
                <a:latin typeface="Lucida Sans Unicode"/>
                <a:cs typeface="Lucida Sans Unicode"/>
              </a:rPr>
              <a:t>Parliamentarian:</a:t>
            </a:r>
            <a:r>
              <a:rPr sz="1100" spc="35" dirty="0">
                <a:solidFill>
                  <a:srgbClr val="1D5495"/>
                </a:solidFill>
                <a:latin typeface="Lucida Sans Unicode"/>
                <a:cs typeface="Lucida Sans Unicode"/>
              </a:rPr>
              <a:t> </a:t>
            </a:r>
            <a:r>
              <a:rPr sz="1100" spc="105" dirty="0">
                <a:solidFill>
                  <a:srgbClr val="1D5495"/>
                </a:solidFill>
                <a:latin typeface="Lucida Sans Unicode"/>
                <a:cs typeface="Lucida Sans Unicode"/>
              </a:rPr>
              <a:t>Jayden</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Martin </a:t>
            </a:r>
            <a:r>
              <a:rPr sz="1100" dirty="0">
                <a:solidFill>
                  <a:srgbClr val="1D5495"/>
                </a:solidFill>
                <a:latin typeface="Lucida Sans Unicode"/>
                <a:cs typeface="Lucida Sans Unicode"/>
              </a:rPr>
              <a:t>Foundation</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5" dirty="0">
                <a:solidFill>
                  <a:srgbClr val="1D5495"/>
                </a:solidFill>
                <a:latin typeface="Lucida Sans Unicode"/>
                <a:cs typeface="Lucida Sans Unicode"/>
              </a:rPr>
              <a:t> </a:t>
            </a:r>
            <a:r>
              <a:rPr sz="1100" spc="80" dirty="0">
                <a:solidFill>
                  <a:srgbClr val="1D5495"/>
                </a:solidFill>
                <a:latin typeface="Lucida Sans Unicode"/>
                <a:cs typeface="Lucida Sans Unicode"/>
              </a:rPr>
              <a:t>Joshua</a:t>
            </a:r>
            <a:r>
              <a:rPr sz="1100" spc="55" dirty="0">
                <a:solidFill>
                  <a:srgbClr val="1D5495"/>
                </a:solidFill>
                <a:latin typeface="Lucida Sans Unicode"/>
                <a:cs typeface="Lucida Sans Unicode"/>
              </a:rPr>
              <a:t> </a:t>
            </a:r>
            <a:r>
              <a:rPr sz="1100" spc="-10" dirty="0">
                <a:solidFill>
                  <a:srgbClr val="1D5495"/>
                </a:solidFill>
                <a:latin typeface="Lucida Sans Unicode"/>
                <a:cs typeface="Lucida Sans Unicode"/>
              </a:rPr>
              <a:t>Holloway </a:t>
            </a:r>
            <a:r>
              <a:rPr sz="1100" spc="10" dirty="0">
                <a:solidFill>
                  <a:srgbClr val="1D5495"/>
                </a:solidFill>
                <a:latin typeface="Lucida Sans Unicode"/>
                <a:cs typeface="Lucida Sans Unicode"/>
              </a:rPr>
              <a:t>Chaplain:</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Langston</a:t>
            </a:r>
            <a:r>
              <a:rPr sz="1100" spc="75" dirty="0">
                <a:solidFill>
                  <a:srgbClr val="1D5495"/>
                </a:solidFill>
                <a:latin typeface="Lucida Sans Unicode"/>
                <a:cs typeface="Lucida Sans Unicode"/>
              </a:rPr>
              <a:t> </a:t>
            </a:r>
            <a:r>
              <a:rPr sz="1100" spc="-20" dirty="0">
                <a:solidFill>
                  <a:srgbClr val="1D5495"/>
                </a:solidFill>
                <a:latin typeface="Lucida Sans Unicode"/>
                <a:cs typeface="Lucida Sans Unicode"/>
              </a:rPr>
              <a:t>Posey</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Historian:</a:t>
            </a:r>
            <a:r>
              <a:rPr sz="1100" spc="-60" dirty="0">
                <a:solidFill>
                  <a:srgbClr val="1D5495"/>
                </a:solidFill>
                <a:latin typeface="Lucida Sans Unicode"/>
                <a:cs typeface="Lucida Sans Unicode"/>
              </a:rPr>
              <a:t> </a:t>
            </a:r>
            <a:r>
              <a:rPr sz="1100" spc="50" dirty="0">
                <a:solidFill>
                  <a:srgbClr val="1D5495"/>
                </a:solidFill>
                <a:latin typeface="Lucida Sans Unicode"/>
                <a:cs typeface="Lucida Sans Unicode"/>
              </a:rPr>
              <a:t>Alana</a:t>
            </a:r>
            <a:r>
              <a:rPr sz="1100" spc="-55" dirty="0">
                <a:solidFill>
                  <a:srgbClr val="1D5495"/>
                </a:solidFill>
                <a:latin typeface="Lucida Sans Unicode"/>
                <a:cs typeface="Lucida Sans Unicode"/>
              </a:rPr>
              <a:t> </a:t>
            </a:r>
            <a:r>
              <a:rPr sz="1100" spc="45" dirty="0">
                <a:solidFill>
                  <a:srgbClr val="1D5495"/>
                </a:solidFill>
                <a:latin typeface="Lucida Sans Unicode"/>
                <a:cs typeface="Lucida Sans Unicode"/>
              </a:rPr>
              <a:t>Campbell</a:t>
            </a:r>
            <a:endParaRPr sz="1100">
              <a:latin typeface="Lucida Sans Unicode"/>
              <a:cs typeface="Lucida Sans Unicode"/>
            </a:endParaRPr>
          </a:p>
        </p:txBody>
      </p:sp>
      <p:sp>
        <p:nvSpPr>
          <p:cNvPr id="4" name="object 4"/>
          <p:cNvSpPr/>
          <p:nvPr/>
        </p:nvSpPr>
        <p:spPr>
          <a:xfrm>
            <a:off x="4047871" y="2219198"/>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object 6"/>
          <p:cNvSpPr txBox="1">
            <a:spLocks noGrp="1"/>
          </p:cNvSpPr>
          <p:nvPr>
            <p:ph type="sldNum" sz="quarter" idx="7"/>
          </p:nvPr>
        </p:nvSpPr>
        <p:spPr>
          <a:xfrm>
            <a:off x="7067294" y="9529590"/>
            <a:ext cx="3241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2</a:t>
            </a:r>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5753" y="2000110"/>
            <a:ext cx="2449195" cy="665480"/>
          </a:xfrm>
          <a:prstGeom prst="rect">
            <a:avLst/>
          </a:prstGeom>
        </p:spPr>
        <p:txBody>
          <a:bodyPr vert="horz" wrap="square" lIns="0" tIns="12700" rIns="0" bIns="0" rtlCol="0">
            <a:spAutoFit/>
          </a:bodyPr>
          <a:lstStyle/>
          <a:p>
            <a:pPr marL="12700" marR="5080" algn="ctr">
              <a:lnSpc>
                <a:spcPct val="127299"/>
              </a:lnSpc>
              <a:spcBef>
                <a:spcPts val="100"/>
              </a:spcBef>
            </a:pPr>
            <a:r>
              <a:rPr sz="1100" dirty="0">
                <a:solidFill>
                  <a:srgbClr val="1D5495"/>
                </a:solidFill>
                <a:latin typeface="Lucida Sans Unicode"/>
                <a:cs typeface="Lucida Sans Unicode"/>
              </a:rPr>
              <a:t>Legislative</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Zende</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Wells </a:t>
            </a:r>
            <a:r>
              <a:rPr sz="1100" dirty="0">
                <a:solidFill>
                  <a:srgbClr val="1D5495"/>
                </a:solidFill>
                <a:latin typeface="Lucida Sans Unicode"/>
                <a:cs typeface="Lucida Sans Unicode"/>
              </a:rPr>
              <a:t>Protocol</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0" dirty="0">
                <a:solidFill>
                  <a:srgbClr val="1D5495"/>
                </a:solidFill>
                <a:latin typeface="Lucida Sans Unicode"/>
                <a:cs typeface="Lucida Sans Unicode"/>
              </a:rPr>
              <a:t> </a:t>
            </a:r>
            <a:r>
              <a:rPr sz="1100" spc="55" dirty="0">
                <a:solidFill>
                  <a:srgbClr val="1D5495"/>
                </a:solidFill>
                <a:latin typeface="Lucida Sans Unicode"/>
                <a:cs typeface="Lucida Sans Unicode"/>
              </a:rPr>
              <a:t>Sydney</a:t>
            </a:r>
            <a:r>
              <a:rPr sz="1100" spc="1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Sergeant-at-Arms:</a:t>
            </a:r>
            <a:r>
              <a:rPr sz="1100" spc="190" dirty="0">
                <a:solidFill>
                  <a:srgbClr val="1D5495"/>
                </a:solidFill>
                <a:latin typeface="Lucida Sans Unicode"/>
                <a:cs typeface="Lucida Sans Unicode"/>
              </a:rPr>
              <a:t> </a:t>
            </a:r>
            <a:r>
              <a:rPr sz="1100" spc="75" dirty="0">
                <a:solidFill>
                  <a:srgbClr val="1D5495"/>
                </a:solidFill>
                <a:latin typeface="Lucida Sans Unicode"/>
                <a:cs typeface="Lucida Sans Unicode"/>
              </a:rPr>
              <a:t>Jelani</a:t>
            </a:r>
            <a:r>
              <a:rPr sz="1100" spc="195" dirty="0">
                <a:solidFill>
                  <a:srgbClr val="1D5495"/>
                </a:solidFill>
                <a:latin typeface="Lucida Sans Unicode"/>
                <a:cs typeface="Lucida Sans Unicode"/>
              </a:rPr>
              <a:t> </a:t>
            </a:r>
            <a:r>
              <a:rPr sz="1100" spc="40" dirty="0">
                <a:solidFill>
                  <a:srgbClr val="1D5495"/>
                </a:solidFill>
                <a:latin typeface="Lucida Sans Unicode"/>
                <a:cs typeface="Lucida Sans Unicode"/>
              </a:rPr>
              <a:t>Machen</a:t>
            </a:r>
            <a:endParaRPr sz="1100">
              <a:latin typeface="Lucida Sans Unicode"/>
              <a:cs typeface="Lucida Sans Unicode"/>
            </a:endParaRPr>
          </a:p>
        </p:txBody>
      </p:sp>
      <p:sp>
        <p:nvSpPr>
          <p:cNvPr id="3" name="object 3"/>
          <p:cNvSpPr txBox="1"/>
          <p:nvPr/>
        </p:nvSpPr>
        <p:spPr>
          <a:xfrm>
            <a:off x="444500" y="2896730"/>
            <a:ext cx="3309620" cy="6197600"/>
          </a:xfrm>
          <a:prstGeom prst="rect">
            <a:avLst/>
          </a:prstGeom>
        </p:spPr>
        <p:txBody>
          <a:bodyPr vert="horz" wrap="square" lIns="0" tIns="12700" rIns="0" bIns="0" rtlCol="0">
            <a:spAutoFit/>
          </a:bodyPr>
          <a:lstStyle/>
          <a:p>
            <a:pPr marL="12700" marR="14604">
              <a:lnSpc>
                <a:spcPct val="100000"/>
              </a:lnSpc>
              <a:spcBef>
                <a:spcPts val="100"/>
              </a:spcBef>
            </a:pPr>
            <a:r>
              <a:rPr sz="1000" spc="-10" dirty="0">
                <a:solidFill>
                  <a:srgbClr val="231F20"/>
                </a:solidFill>
                <a:latin typeface="Arial"/>
                <a:cs typeface="Arial"/>
              </a:rPr>
              <a:t>This</a:t>
            </a:r>
            <a:r>
              <a:rPr sz="1000" spc="-5" dirty="0">
                <a:solidFill>
                  <a:srgbClr val="231F20"/>
                </a:solidFill>
                <a:latin typeface="Arial"/>
                <a:cs typeface="Arial"/>
              </a:rPr>
              <a:t> </a:t>
            </a:r>
            <a:r>
              <a:rPr sz="1000" spc="-25" dirty="0">
                <a:solidFill>
                  <a:srgbClr val="231F20"/>
                </a:solidFill>
                <a:latin typeface="Arial"/>
                <a:cs typeface="Arial"/>
              </a:rPr>
              <a:t>year,</a:t>
            </a:r>
            <a:r>
              <a:rPr sz="1000" dirty="0">
                <a:solidFill>
                  <a:srgbClr val="231F20"/>
                </a:solidFill>
                <a:latin typeface="Arial"/>
                <a:cs typeface="Arial"/>
              </a:rPr>
              <a:t> mothers started off the year with the </a:t>
            </a:r>
            <a:r>
              <a:rPr sz="1000" spc="-10" dirty="0">
                <a:solidFill>
                  <a:srgbClr val="231F20"/>
                </a:solidFill>
                <a:latin typeface="Arial"/>
                <a:cs typeface="Arial"/>
              </a:rPr>
              <a:t>Chapter’s </a:t>
            </a:r>
            <a:r>
              <a:rPr sz="1000" dirty="0">
                <a:solidFill>
                  <a:srgbClr val="231F20"/>
                </a:solidFill>
                <a:latin typeface="Arial"/>
                <a:cs typeface="Arial"/>
              </a:rPr>
              <a:t>fifth</a:t>
            </a:r>
            <a:r>
              <a:rPr sz="1000" spc="5" dirty="0">
                <a:solidFill>
                  <a:srgbClr val="231F20"/>
                </a:solidFill>
                <a:latin typeface="Arial"/>
                <a:cs typeface="Arial"/>
              </a:rPr>
              <a:t> </a:t>
            </a:r>
            <a:r>
              <a:rPr sz="1000" dirty="0">
                <a:solidFill>
                  <a:srgbClr val="231F20"/>
                </a:solidFill>
                <a:latin typeface="Arial"/>
                <a:cs typeface="Arial"/>
              </a:rPr>
              <a:t>overnight</a:t>
            </a:r>
            <a:r>
              <a:rPr sz="1000" spc="5" dirty="0">
                <a:solidFill>
                  <a:srgbClr val="231F20"/>
                </a:solidFill>
                <a:latin typeface="Arial"/>
                <a:cs typeface="Arial"/>
              </a:rPr>
              <a:t> </a:t>
            </a:r>
            <a:r>
              <a:rPr sz="1000" dirty="0">
                <a:solidFill>
                  <a:srgbClr val="231F20"/>
                </a:solidFill>
                <a:latin typeface="Arial"/>
                <a:cs typeface="Arial"/>
              </a:rPr>
              <a:t>retreat!</a:t>
            </a:r>
            <a:r>
              <a:rPr sz="1000" spc="10"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has</a:t>
            </a:r>
            <a:r>
              <a:rPr sz="1000" spc="5" dirty="0">
                <a:solidFill>
                  <a:srgbClr val="231F20"/>
                </a:solidFill>
                <a:latin typeface="Arial"/>
                <a:cs typeface="Arial"/>
              </a:rPr>
              <a:t> </a:t>
            </a:r>
            <a:r>
              <a:rPr sz="1000" dirty="0">
                <a:solidFill>
                  <a:srgbClr val="231F20"/>
                </a:solidFill>
                <a:latin typeface="Arial"/>
                <a:cs typeface="Arial"/>
              </a:rPr>
              <a:t>proven</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spc="-25" dirty="0">
                <a:solidFill>
                  <a:srgbClr val="231F20"/>
                </a:solidFill>
                <a:latin typeface="Arial"/>
                <a:cs typeface="Arial"/>
              </a:rPr>
              <a:t>an</a:t>
            </a:r>
            <a:r>
              <a:rPr sz="1000" spc="500" dirty="0">
                <a:solidFill>
                  <a:srgbClr val="231F20"/>
                </a:solidFill>
                <a:latin typeface="Arial"/>
                <a:cs typeface="Arial"/>
              </a:rPr>
              <a:t> </a:t>
            </a:r>
            <a:r>
              <a:rPr sz="1000" dirty="0">
                <a:solidFill>
                  <a:srgbClr val="231F20"/>
                </a:solidFill>
                <a:latin typeface="Arial"/>
                <a:cs typeface="Arial"/>
              </a:rPr>
              <a:t>exceptional</a:t>
            </a:r>
            <a:r>
              <a:rPr sz="1000" spc="-15" dirty="0">
                <a:solidFill>
                  <a:srgbClr val="231F20"/>
                </a:solidFill>
                <a:latin typeface="Arial"/>
                <a:cs typeface="Arial"/>
              </a:rPr>
              <a:t> </a:t>
            </a:r>
            <a:r>
              <a:rPr sz="1000" dirty="0">
                <a:solidFill>
                  <a:srgbClr val="231F20"/>
                </a:solidFill>
                <a:latin typeface="Arial"/>
                <a:cs typeface="Arial"/>
              </a:rPr>
              <a:t>way</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usher</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spc="-20" dirty="0">
                <a:solidFill>
                  <a:srgbClr val="231F20"/>
                </a:solidFill>
                <a:latin typeface="Arial"/>
                <a:cs typeface="Arial"/>
              </a:rPr>
              <a:t>after</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summer</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proved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renewing</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refreshing</a:t>
            </a:r>
            <a:r>
              <a:rPr sz="1000" spc="-5" dirty="0">
                <a:solidFill>
                  <a:srgbClr val="231F20"/>
                </a:solidFill>
                <a:latin typeface="Arial"/>
                <a:cs typeface="Arial"/>
              </a:rPr>
              <a:t> </a:t>
            </a:r>
            <a:r>
              <a:rPr sz="1000" dirty="0">
                <a:solidFill>
                  <a:srgbClr val="231F20"/>
                </a:solidFill>
                <a:latin typeface="Arial"/>
                <a:cs typeface="Arial"/>
              </a:rPr>
              <a:t>time</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who</a:t>
            </a:r>
            <a:r>
              <a:rPr sz="1000" spc="-5"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year’s</a:t>
            </a:r>
            <a:r>
              <a:rPr sz="1000" spc="-5" dirty="0">
                <a:solidFill>
                  <a:srgbClr val="231F20"/>
                </a:solidFill>
                <a:latin typeface="Arial"/>
                <a:cs typeface="Arial"/>
              </a:rPr>
              <a:t> </a:t>
            </a:r>
            <a:r>
              <a:rPr sz="1000" spc="-20" dirty="0">
                <a:solidFill>
                  <a:srgbClr val="231F20"/>
                </a:solidFill>
                <a:latin typeface="Arial"/>
                <a:cs typeface="Arial"/>
              </a:rPr>
              <a:t>theme</a:t>
            </a:r>
            <a:r>
              <a:rPr sz="1000" spc="500" dirty="0">
                <a:solidFill>
                  <a:srgbClr val="231F20"/>
                </a:solidFill>
                <a:latin typeface="Arial"/>
                <a:cs typeface="Arial"/>
              </a:rPr>
              <a:t> </a:t>
            </a:r>
            <a:r>
              <a:rPr sz="1000" spc="-20" dirty="0">
                <a:solidFill>
                  <a:srgbClr val="231F20"/>
                </a:solidFill>
                <a:latin typeface="Arial"/>
                <a:cs typeface="Arial"/>
              </a:rPr>
              <a:t>was:</a:t>
            </a:r>
            <a:r>
              <a:rPr sz="1000" spc="-35" dirty="0">
                <a:solidFill>
                  <a:srgbClr val="231F20"/>
                </a:solidFill>
                <a:latin typeface="Arial"/>
                <a:cs typeface="Arial"/>
              </a:rPr>
              <a:t> </a:t>
            </a:r>
            <a:r>
              <a:rPr sz="1000" dirty="0">
                <a:solidFill>
                  <a:srgbClr val="231F20"/>
                </a:solidFill>
                <a:latin typeface="Arial"/>
                <a:cs typeface="Arial"/>
              </a:rPr>
              <a:t>“We</a:t>
            </a:r>
            <a:r>
              <a:rPr sz="1000" spc="-35" dirty="0">
                <a:solidFill>
                  <a:srgbClr val="231F20"/>
                </a:solidFill>
                <a:latin typeface="Arial"/>
                <a:cs typeface="Arial"/>
              </a:rPr>
              <a:t> </a:t>
            </a:r>
            <a:r>
              <a:rPr sz="1000" dirty="0">
                <a:solidFill>
                  <a:srgbClr val="231F20"/>
                </a:solidFill>
                <a:latin typeface="Arial"/>
                <a:cs typeface="Arial"/>
              </a:rPr>
              <a:t>Are</a:t>
            </a:r>
            <a:r>
              <a:rPr sz="1000" spc="-35" dirty="0">
                <a:solidFill>
                  <a:srgbClr val="231F20"/>
                </a:solidFill>
                <a:latin typeface="Arial"/>
                <a:cs typeface="Arial"/>
              </a:rPr>
              <a:t> </a:t>
            </a:r>
            <a:r>
              <a:rPr sz="1000" spc="-20" dirty="0">
                <a:solidFill>
                  <a:srgbClr val="231F20"/>
                </a:solidFill>
                <a:latin typeface="Arial"/>
                <a:cs typeface="Arial"/>
              </a:rPr>
              <a:t>Family”.</a:t>
            </a:r>
            <a:r>
              <a:rPr sz="1000" spc="-35" dirty="0">
                <a:solidFill>
                  <a:srgbClr val="231F20"/>
                </a:solidFill>
                <a:latin typeface="Arial"/>
                <a:cs typeface="Arial"/>
              </a:rPr>
              <a:t> </a:t>
            </a:r>
            <a:r>
              <a:rPr sz="1000" dirty="0">
                <a:solidFill>
                  <a:srgbClr val="231F20"/>
                </a:solidFill>
                <a:latin typeface="Arial"/>
                <a:cs typeface="Arial"/>
              </a:rPr>
              <a:t>Our</a:t>
            </a:r>
            <a:r>
              <a:rPr sz="1000" spc="-35" dirty="0">
                <a:solidFill>
                  <a:srgbClr val="231F20"/>
                </a:solidFill>
                <a:latin typeface="Arial"/>
                <a:cs typeface="Arial"/>
              </a:rPr>
              <a:t> </a:t>
            </a:r>
            <a:r>
              <a:rPr sz="1000" dirty="0">
                <a:solidFill>
                  <a:srgbClr val="231F20"/>
                </a:solidFill>
                <a:latin typeface="Arial"/>
                <a:cs typeface="Arial"/>
              </a:rPr>
              <a:t>Chapter</a:t>
            </a:r>
            <a:r>
              <a:rPr sz="1000" spc="-35" dirty="0">
                <a:solidFill>
                  <a:srgbClr val="231F20"/>
                </a:solidFill>
                <a:latin typeface="Arial"/>
                <a:cs typeface="Arial"/>
              </a:rPr>
              <a:t> </a:t>
            </a:r>
            <a:r>
              <a:rPr sz="1000" dirty="0">
                <a:solidFill>
                  <a:srgbClr val="231F20"/>
                </a:solidFill>
                <a:latin typeface="Arial"/>
                <a:cs typeface="Arial"/>
              </a:rPr>
              <a:t>President</a:t>
            </a:r>
            <a:r>
              <a:rPr sz="1000" spc="-35" dirty="0">
                <a:solidFill>
                  <a:srgbClr val="231F20"/>
                </a:solidFill>
                <a:latin typeface="Arial"/>
                <a:cs typeface="Arial"/>
              </a:rPr>
              <a:t> </a:t>
            </a:r>
            <a:r>
              <a:rPr sz="1000" dirty="0">
                <a:solidFill>
                  <a:srgbClr val="231F20"/>
                </a:solidFill>
                <a:latin typeface="Arial"/>
                <a:cs typeface="Arial"/>
              </a:rPr>
              <a:t>shared</a:t>
            </a:r>
            <a:r>
              <a:rPr sz="1000" spc="-30" dirty="0">
                <a:solidFill>
                  <a:srgbClr val="231F20"/>
                </a:solidFill>
                <a:latin typeface="Arial"/>
                <a:cs typeface="Arial"/>
              </a:rPr>
              <a:t> </a:t>
            </a:r>
            <a:r>
              <a:rPr sz="1000" spc="-25" dirty="0">
                <a:solidFill>
                  <a:srgbClr val="231F20"/>
                </a:solidFill>
                <a:latin typeface="Arial"/>
                <a:cs typeface="Arial"/>
              </a:rPr>
              <a:t>her </a:t>
            </a:r>
            <a:r>
              <a:rPr sz="1000" dirty="0">
                <a:solidFill>
                  <a:srgbClr val="231F20"/>
                </a:solidFill>
                <a:latin typeface="Arial"/>
                <a:cs typeface="Arial"/>
              </a:rPr>
              <a:t>vision</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upcoming</a:t>
            </a:r>
            <a:r>
              <a:rPr sz="1000" spc="-5" dirty="0">
                <a:solidFill>
                  <a:srgbClr val="231F20"/>
                </a:solidFill>
                <a:latin typeface="Arial"/>
                <a:cs typeface="Arial"/>
              </a:rPr>
              <a:t> </a:t>
            </a:r>
            <a:r>
              <a:rPr sz="1000" dirty="0">
                <a:solidFill>
                  <a:srgbClr val="231F20"/>
                </a:solidFill>
                <a:latin typeface="Arial"/>
                <a:cs typeface="Arial"/>
              </a:rPr>
              <a:t>program year</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focus on</a:t>
            </a:r>
            <a:r>
              <a:rPr sz="1000" spc="-5" dirty="0">
                <a:solidFill>
                  <a:srgbClr val="231F20"/>
                </a:solidFill>
                <a:latin typeface="Arial"/>
                <a:cs typeface="Arial"/>
              </a:rPr>
              <a:t> </a:t>
            </a:r>
            <a:r>
              <a:rPr sz="1000" spc="-10" dirty="0">
                <a:solidFill>
                  <a:srgbClr val="231F20"/>
                </a:solidFill>
                <a:latin typeface="Arial"/>
                <a:cs typeface="Arial"/>
              </a:rPr>
              <a:t>fostering</a:t>
            </a:r>
            <a:r>
              <a:rPr sz="1000" spc="500" dirty="0">
                <a:solidFill>
                  <a:srgbClr val="231F20"/>
                </a:solidFill>
                <a:latin typeface="Arial"/>
                <a:cs typeface="Arial"/>
              </a:rPr>
              <a:t> </a:t>
            </a:r>
            <a:r>
              <a:rPr sz="1000" dirty="0">
                <a:solidFill>
                  <a:srgbClr val="231F20"/>
                </a:solidFill>
                <a:latin typeface="Arial"/>
                <a:cs typeface="Arial"/>
              </a:rPr>
              <a:t>both</a:t>
            </a:r>
            <a:r>
              <a:rPr sz="1000" spc="-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care</a:t>
            </a:r>
            <a:r>
              <a:rPr sz="1000" spc="-5" dirty="0">
                <a:solidFill>
                  <a:srgbClr val="231F20"/>
                </a:solidFill>
                <a:latin typeface="Arial"/>
                <a:cs typeface="Arial"/>
              </a:rPr>
              <a:t> </a:t>
            </a:r>
            <a:r>
              <a:rPr sz="1000" dirty="0">
                <a:solidFill>
                  <a:srgbClr val="231F20"/>
                </a:solidFill>
                <a:latin typeface="Arial"/>
                <a:cs typeface="Arial"/>
              </a:rPr>
              <a:t>and a</a:t>
            </a:r>
            <a:r>
              <a:rPr sz="1000" spc="-5" dirty="0">
                <a:solidFill>
                  <a:srgbClr val="231F20"/>
                </a:solidFill>
                <a:latin typeface="Arial"/>
                <a:cs typeface="Arial"/>
              </a:rPr>
              <a:t> </a:t>
            </a:r>
            <a:r>
              <a:rPr sz="1000" dirty="0">
                <a:solidFill>
                  <a:srgbClr val="231F20"/>
                </a:solidFill>
                <a:latin typeface="Arial"/>
                <a:cs typeface="Arial"/>
              </a:rPr>
              <a:t>family spirit</a:t>
            </a:r>
            <a:r>
              <a:rPr sz="1000" spc="-5" dirty="0">
                <a:solidFill>
                  <a:srgbClr val="231F20"/>
                </a:solidFill>
                <a:latin typeface="Arial"/>
                <a:cs typeface="Arial"/>
              </a:rPr>
              <a:t> </a:t>
            </a:r>
            <a:r>
              <a:rPr sz="1000" dirty="0">
                <a:solidFill>
                  <a:srgbClr val="231F20"/>
                </a:solidFill>
                <a:latin typeface="Arial"/>
                <a:cs typeface="Arial"/>
              </a:rPr>
              <a:t>amongst one</a:t>
            </a:r>
            <a:r>
              <a:rPr sz="1000" spc="-5" dirty="0">
                <a:solidFill>
                  <a:srgbClr val="231F20"/>
                </a:solidFill>
                <a:latin typeface="Arial"/>
                <a:cs typeface="Arial"/>
              </a:rPr>
              <a:t> </a:t>
            </a:r>
            <a:r>
              <a:rPr sz="1000" dirty="0">
                <a:solidFill>
                  <a:srgbClr val="231F20"/>
                </a:solidFill>
                <a:latin typeface="Arial"/>
                <a:cs typeface="Arial"/>
              </a:rPr>
              <a:t>another </a:t>
            </a:r>
            <a:r>
              <a:rPr sz="1000" spc="-25" dirty="0">
                <a:solidFill>
                  <a:srgbClr val="231F20"/>
                </a:solidFill>
                <a:latin typeface="Arial"/>
                <a:cs typeface="Arial"/>
              </a:rPr>
              <a:t>and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families,</a:t>
            </a:r>
            <a:r>
              <a:rPr sz="1000" spc="15" dirty="0">
                <a:solidFill>
                  <a:srgbClr val="231F20"/>
                </a:solidFill>
                <a:latin typeface="Arial"/>
                <a:cs typeface="Arial"/>
              </a:rPr>
              <a:t> </a:t>
            </a:r>
            <a:r>
              <a:rPr sz="1000" dirty="0">
                <a:solidFill>
                  <a:srgbClr val="231F20"/>
                </a:solidFill>
                <a:latin typeface="Arial"/>
                <a:cs typeface="Arial"/>
              </a:rPr>
              <a:t>truly</a:t>
            </a:r>
            <a:r>
              <a:rPr sz="1000" spc="15" dirty="0">
                <a:solidFill>
                  <a:srgbClr val="231F20"/>
                </a:solidFill>
                <a:latin typeface="Arial"/>
                <a:cs typeface="Arial"/>
              </a:rPr>
              <a:t> </a:t>
            </a:r>
            <a:r>
              <a:rPr sz="1000" dirty="0">
                <a:solidFill>
                  <a:srgbClr val="231F20"/>
                </a:solidFill>
                <a:latin typeface="Arial"/>
                <a:cs typeface="Arial"/>
              </a:rPr>
              <a:t>caring,</a:t>
            </a:r>
            <a:r>
              <a:rPr sz="1000" spc="15" dirty="0">
                <a:solidFill>
                  <a:srgbClr val="231F20"/>
                </a:solidFill>
                <a:latin typeface="Arial"/>
                <a:cs typeface="Arial"/>
              </a:rPr>
              <a:t> </a:t>
            </a:r>
            <a:r>
              <a:rPr sz="1000" dirty="0">
                <a:solidFill>
                  <a:srgbClr val="231F20"/>
                </a:solidFill>
                <a:latin typeface="Arial"/>
                <a:cs typeface="Arial"/>
              </a:rPr>
              <a:t>supporting</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enjoying</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20" dirty="0">
                <a:solidFill>
                  <a:srgbClr val="231F20"/>
                </a:solidFill>
                <a:latin typeface="Arial"/>
                <a:cs typeface="Arial"/>
              </a:rPr>
              <a:t>time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one</a:t>
            </a:r>
            <a:r>
              <a:rPr sz="1000" spc="15" dirty="0">
                <a:solidFill>
                  <a:srgbClr val="231F20"/>
                </a:solidFill>
                <a:latin typeface="Arial"/>
                <a:cs typeface="Arial"/>
              </a:rPr>
              <a:t> </a:t>
            </a:r>
            <a:r>
              <a:rPr sz="1000" spc="-10" dirty="0">
                <a:solidFill>
                  <a:srgbClr val="231F20"/>
                </a:solidFill>
                <a:latin typeface="Arial"/>
                <a:cs typeface="Arial"/>
              </a:rPr>
              <a:t>another.</a:t>
            </a:r>
            <a:r>
              <a:rPr sz="1000" spc="15" dirty="0">
                <a:solidFill>
                  <a:srgbClr val="231F20"/>
                </a:solidFill>
                <a:latin typeface="Arial"/>
                <a:cs typeface="Arial"/>
              </a:rPr>
              <a:t> </a:t>
            </a:r>
            <a:r>
              <a:rPr sz="1000" spc="-45"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kicked</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25" dirty="0">
                <a:solidFill>
                  <a:srgbClr val="231F20"/>
                </a:solidFill>
                <a:latin typeface="Arial"/>
                <a:cs typeface="Arial"/>
              </a:rPr>
              <a:t>fun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informative</a:t>
            </a:r>
            <a:r>
              <a:rPr sz="1000" spc="-20" dirty="0">
                <a:solidFill>
                  <a:srgbClr val="231F20"/>
                </a:solidFill>
                <a:latin typeface="Arial"/>
                <a:cs typeface="Arial"/>
              </a:rPr>
              <a:t> </a:t>
            </a:r>
            <a:r>
              <a:rPr sz="1000" dirty="0">
                <a:solidFill>
                  <a:srgbClr val="231F20"/>
                </a:solidFill>
                <a:latin typeface="Arial"/>
                <a:cs typeface="Arial"/>
              </a:rPr>
              <a:t>ice</a:t>
            </a:r>
            <a:r>
              <a:rPr sz="1000" spc="-15" dirty="0">
                <a:solidFill>
                  <a:srgbClr val="231F20"/>
                </a:solidFill>
                <a:latin typeface="Arial"/>
                <a:cs typeface="Arial"/>
              </a:rPr>
              <a:t> </a:t>
            </a:r>
            <a:r>
              <a:rPr sz="1000" spc="-10" dirty="0">
                <a:solidFill>
                  <a:srgbClr val="231F20"/>
                </a:solidFill>
                <a:latin typeface="Arial"/>
                <a:cs typeface="Arial"/>
              </a:rPr>
              <a:t>breaker.</a:t>
            </a:r>
            <a:r>
              <a:rPr sz="1000" spc="-2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Mothers</a:t>
            </a:r>
            <a:r>
              <a:rPr sz="1000" spc="-2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spc="-10" dirty="0">
                <a:solidFill>
                  <a:srgbClr val="231F20"/>
                </a:solidFill>
                <a:latin typeface="Arial"/>
                <a:cs typeface="Arial"/>
              </a:rPr>
              <a:t>treated</a:t>
            </a:r>
            <a:endParaRPr sz="1000">
              <a:latin typeface="Arial"/>
              <a:cs typeface="Arial"/>
            </a:endParaRPr>
          </a:p>
          <a:p>
            <a:pPr marL="12700" marR="5080">
              <a:lnSpc>
                <a:spcPct val="100000"/>
              </a:lnSpc>
            </a:pP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informative,</a:t>
            </a:r>
            <a:r>
              <a:rPr sz="1000" spc="25" dirty="0">
                <a:solidFill>
                  <a:srgbClr val="231F20"/>
                </a:solidFill>
                <a:latin typeface="Arial"/>
                <a:cs typeface="Arial"/>
              </a:rPr>
              <a:t> </a:t>
            </a:r>
            <a:r>
              <a:rPr sz="1000" dirty="0">
                <a:solidFill>
                  <a:srgbClr val="231F20"/>
                </a:solidFill>
                <a:latin typeface="Arial"/>
                <a:cs typeface="Arial"/>
              </a:rPr>
              <a:t>engaging</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uplifting</a:t>
            </a:r>
            <a:r>
              <a:rPr sz="1000" spc="25" dirty="0">
                <a:solidFill>
                  <a:srgbClr val="231F20"/>
                </a:solidFill>
                <a:latin typeface="Arial"/>
                <a:cs typeface="Arial"/>
              </a:rPr>
              <a:t> </a:t>
            </a:r>
            <a:r>
              <a:rPr sz="1000" dirty="0">
                <a:solidFill>
                  <a:srgbClr val="231F20"/>
                </a:solidFill>
                <a:latin typeface="Arial"/>
                <a:cs typeface="Arial"/>
              </a:rPr>
              <a:t>presentations</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spc="-25" dirty="0">
                <a:solidFill>
                  <a:srgbClr val="231F20"/>
                </a:solidFill>
                <a:latin typeface="Arial"/>
                <a:cs typeface="Arial"/>
              </a:rPr>
              <a:t>Dr. </a:t>
            </a:r>
            <a:r>
              <a:rPr sz="1000" spc="-30" dirty="0">
                <a:solidFill>
                  <a:srgbClr val="231F20"/>
                </a:solidFill>
                <a:latin typeface="Arial"/>
                <a:cs typeface="Arial"/>
              </a:rPr>
              <a:t>Tanna</a:t>
            </a:r>
            <a:r>
              <a:rPr sz="1000" spc="-10" dirty="0">
                <a:solidFill>
                  <a:srgbClr val="231F20"/>
                </a:solidFill>
                <a:latin typeface="Arial"/>
                <a:cs typeface="Arial"/>
              </a:rPr>
              <a:t> </a:t>
            </a:r>
            <a:r>
              <a:rPr sz="1000" dirty="0">
                <a:solidFill>
                  <a:srgbClr val="231F20"/>
                </a:solidFill>
                <a:latin typeface="Arial"/>
                <a:cs typeface="Arial"/>
              </a:rPr>
              <a:t>Jackson</a:t>
            </a:r>
            <a:r>
              <a:rPr sz="1000" spc="-10" dirty="0">
                <a:solidFill>
                  <a:srgbClr val="231F20"/>
                </a:solidFill>
                <a:latin typeface="Arial"/>
                <a:cs typeface="Arial"/>
              </a:rPr>
              <a:t> </a:t>
            </a:r>
            <a:r>
              <a:rPr sz="1000" dirty="0">
                <a:solidFill>
                  <a:srgbClr val="231F20"/>
                </a:solidFill>
                <a:latin typeface="Arial"/>
                <a:cs typeface="Arial"/>
              </a:rPr>
              <a:t>(“Navigating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70" dirty="0">
                <a:solidFill>
                  <a:srgbClr val="231F20"/>
                </a:solidFill>
                <a:latin typeface="Arial"/>
                <a:cs typeface="Arial"/>
              </a:rPr>
              <a:t>IEP</a:t>
            </a:r>
            <a:r>
              <a:rPr sz="1000" spc="-10" dirty="0">
                <a:solidFill>
                  <a:srgbClr val="231F20"/>
                </a:solidFill>
                <a:latin typeface="Arial"/>
                <a:cs typeface="Arial"/>
              </a:rPr>
              <a:t> </a:t>
            </a:r>
            <a:r>
              <a:rPr sz="1000" spc="-20" dirty="0">
                <a:solidFill>
                  <a:srgbClr val="231F20"/>
                </a:solidFill>
                <a:latin typeface="Arial"/>
                <a:cs typeface="Arial"/>
              </a:rPr>
              <a:t>Process</a:t>
            </a:r>
            <a:r>
              <a:rPr sz="1000" spc="-10" dirty="0">
                <a:solidFill>
                  <a:srgbClr val="231F20"/>
                </a:solidFill>
                <a:latin typeface="Arial"/>
                <a:cs typeface="Arial"/>
              </a:rPr>
              <a:t> </a:t>
            </a:r>
            <a:r>
              <a:rPr sz="1000" dirty="0">
                <a:solidFill>
                  <a:srgbClr val="231F20"/>
                </a:solidFill>
                <a:latin typeface="Arial"/>
                <a:cs typeface="Arial"/>
              </a:rPr>
              <a:t>2.0”)</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5" dirty="0">
                <a:solidFill>
                  <a:srgbClr val="231F20"/>
                </a:solidFill>
                <a:latin typeface="Arial"/>
                <a:cs typeface="Arial"/>
              </a:rPr>
              <a:t>Dr. </a:t>
            </a:r>
            <a:r>
              <a:rPr sz="1000" spc="-10" dirty="0">
                <a:solidFill>
                  <a:srgbClr val="231F20"/>
                </a:solidFill>
                <a:latin typeface="Arial"/>
                <a:cs typeface="Arial"/>
              </a:rPr>
              <a:t>Marcia</a:t>
            </a:r>
            <a:r>
              <a:rPr sz="1000" spc="-40" dirty="0">
                <a:solidFill>
                  <a:srgbClr val="231F20"/>
                </a:solidFill>
                <a:latin typeface="Arial"/>
                <a:cs typeface="Arial"/>
              </a:rPr>
              <a:t> </a:t>
            </a:r>
            <a:r>
              <a:rPr sz="1000" dirty="0">
                <a:solidFill>
                  <a:srgbClr val="231F20"/>
                </a:solidFill>
                <a:latin typeface="Arial"/>
                <a:cs typeface="Arial"/>
              </a:rPr>
              <a:t>Levi</a:t>
            </a:r>
            <a:r>
              <a:rPr sz="1000" spc="-35" dirty="0">
                <a:solidFill>
                  <a:srgbClr val="231F20"/>
                </a:solidFill>
                <a:latin typeface="Arial"/>
                <a:cs typeface="Arial"/>
              </a:rPr>
              <a:t> </a:t>
            </a:r>
            <a:r>
              <a:rPr sz="1000" dirty="0">
                <a:solidFill>
                  <a:srgbClr val="231F20"/>
                </a:solidFill>
                <a:latin typeface="Arial"/>
                <a:cs typeface="Arial"/>
              </a:rPr>
              <a:t>(“Living</a:t>
            </a:r>
            <a:r>
              <a:rPr sz="1000" spc="-40" dirty="0">
                <a:solidFill>
                  <a:srgbClr val="231F20"/>
                </a:solidFill>
                <a:latin typeface="Arial"/>
                <a:cs typeface="Arial"/>
              </a:rPr>
              <a:t> </a:t>
            </a:r>
            <a:r>
              <a:rPr sz="1000" spc="-20" dirty="0">
                <a:solidFill>
                  <a:srgbClr val="231F20"/>
                </a:solidFill>
                <a:latin typeface="Arial"/>
                <a:cs typeface="Arial"/>
              </a:rPr>
              <a:t>Your</a:t>
            </a:r>
            <a:r>
              <a:rPr sz="1000" spc="-35" dirty="0">
                <a:solidFill>
                  <a:srgbClr val="231F20"/>
                </a:solidFill>
                <a:latin typeface="Arial"/>
                <a:cs typeface="Arial"/>
              </a:rPr>
              <a:t> </a:t>
            </a:r>
            <a:r>
              <a:rPr sz="1000" dirty="0">
                <a:solidFill>
                  <a:srgbClr val="231F20"/>
                </a:solidFill>
                <a:latin typeface="Arial"/>
                <a:cs typeface="Arial"/>
              </a:rPr>
              <a:t>Best</a:t>
            </a:r>
            <a:r>
              <a:rPr sz="1000" spc="-35" dirty="0">
                <a:solidFill>
                  <a:srgbClr val="231F20"/>
                </a:solidFill>
                <a:latin typeface="Arial"/>
                <a:cs typeface="Arial"/>
              </a:rPr>
              <a:t> </a:t>
            </a:r>
            <a:r>
              <a:rPr sz="1000" spc="-10" dirty="0">
                <a:solidFill>
                  <a:srgbClr val="231F20"/>
                </a:solidFill>
                <a:latin typeface="Arial"/>
                <a:cs typeface="Arial"/>
              </a:rPr>
              <a:t>Life:</a:t>
            </a:r>
            <a:r>
              <a:rPr sz="1000" spc="-40" dirty="0">
                <a:solidFill>
                  <a:srgbClr val="231F20"/>
                </a:solidFill>
                <a:latin typeface="Arial"/>
                <a:cs typeface="Arial"/>
              </a:rPr>
              <a:t> </a:t>
            </a:r>
            <a:r>
              <a:rPr sz="1000" dirty="0">
                <a:solidFill>
                  <a:srgbClr val="231F20"/>
                </a:solidFill>
                <a:latin typeface="Arial"/>
                <a:cs typeface="Arial"/>
              </a:rPr>
              <a:t>Tips</a:t>
            </a:r>
            <a:r>
              <a:rPr sz="1000" spc="-35" dirty="0">
                <a:solidFill>
                  <a:srgbClr val="231F20"/>
                </a:solidFill>
                <a:latin typeface="Arial"/>
                <a:cs typeface="Arial"/>
              </a:rPr>
              <a:t> </a:t>
            </a:r>
            <a:r>
              <a:rPr sz="1000" dirty="0">
                <a:solidFill>
                  <a:srgbClr val="231F20"/>
                </a:solidFill>
                <a:latin typeface="Arial"/>
                <a:cs typeface="Arial"/>
              </a:rPr>
              <a:t>for</a:t>
            </a:r>
            <a:r>
              <a:rPr sz="1000" spc="-40" dirty="0">
                <a:solidFill>
                  <a:srgbClr val="231F20"/>
                </a:solidFill>
                <a:latin typeface="Arial"/>
                <a:cs typeface="Arial"/>
              </a:rPr>
              <a:t> </a:t>
            </a:r>
            <a:r>
              <a:rPr sz="1000" dirty="0">
                <a:solidFill>
                  <a:srgbClr val="231F20"/>
                </a:solidFill>
                <a:latin typeface="Arial"/>
                <a:cs typeface="Arial"/>
              </a:rPr>
              <a:t>a</a:t>
            </a:r>
            <a:r>
              <a:rPr sz="1000" spc="-35" dirty="0">
                <a:solidFill>
                  <a:srgbClr val="231F20"/>
                </a:solidFill>
                <a:latin typeface="Arial"/>
                <a:cs typeface="Arial"/>
              </a:rPr>
              <a:t> </a:t>
            </a:r>
            <a:r>
              <a:rPr sz="1000" dirty="0">
                <a:solidFill>
                  <a:srgbClr val="231F20"/>
                </a:solidFill>
                <a:latin typeface="Arial"/>
                <a:cs typeface="Arial"/>
              </a:rPr>
              <a:t>Healthy</a:t>
            </a:r>
            <a:r>
              <a:rPr sz="1000" spc="-35" dirty="0">
                <a:solidFill>
                  <a:srgbClr val="231F20"/>
                </a:solidFill>
                <a:latin typeface="Arial"/>
                <a:cs typeface="Arial"/>
              </a:rPr>
              <a:t> </a:t>
            </a:r>
            <a:r>
              <a:rPr sz="1000" spc="-10" dirty="0">
                <a:solidFill>
                  <a:srgbClr val="231F20"/>
                </a:solidFill>
                <a:latin typeface="Arial"/>
                <a:cs typeface="Arial"/>
              </a:rPr>
              <a:t>Mind, </a:t>
            </a:r>
            <a:r>
              <a:rPr sz="1000" dirty="0">
                <a:solidFill>
                  <a:srgbClr val="231F20"/>
                </a:solidFill>
                <a:latin typeface="Arial"/>
                <a:cs typeface="Arial"/>
              </a:rPr>
              <a:t>Body</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Soul”).</a:t>
            </a:r>
            <a:endParaRPr sz="1000">
              <a:latin typeface="Arial"/>
              <a:cs typeface="Arial"/>
            </a:endParaRPr>
          </a:p>
          <a:p>
            <a:pPr marL="12700" marR="43180">
              <a:lnSpc>
                <a:spcPct val="100000"/>
              </a:lnSpc>
              <a:spcBef>
                <a:spcPts val="900"/>
              </a:spcBef>
            </a:pPr>
            <a:r>
              <a:rPr sz="1000" dirty="0">
                <a:solidFill>
                  <a:srgbClr val="231F20"/>
                </a:solidFill>
                <a:latin typeface="Arial"/>
                <a:cs typeface="Arial"/>
              </a:rPr>
              <a:t>Mothers</a:t>
            </a:r>
            <a:r>
              <a:rPr sz="1000" spc="25" dirty="0">
                <a:solidFill>
                  <a:srgbClr val="231F20"/>
                </a:solidFill>
                <a:latin typeface="Arial"/>
                <a:cs typeface="Arial"/>
              </a:rPr>
              <a:t> </a:t>
            </a:r>
            <a:r>
              <a:rPr sz="1000" dirty="0">
                <a:solidFill>
                  <a:srgbClr val="231F20"/>
                </a:solidFill>
                <a:latin typeface="Arial"/>
                <a:cs typeface="Arial"/>
              </a:rPr>
              <a:t>thoroughly</a:t>
            </a:r>
            <a:r>
              <a:rPr sz="1000" spc="30" dirty="0">
                <a:solidFill>
                  <a:srgbClr val="231F20"/>
                </a:solidFill>
                <a:latin typeface="Arial"/>
                <a:cs typeface="Arial"/>
              </a:rPr>
              <a:t> </a:t>
            </a:r>
            <a:r>
              <a:rPr sz="1000" dirty="0">
                <a:solidFill>
                  <a:srgbClr val="231F20"/>
                </a:solidFill>
                <a:latin typeface="Arial"/>
                <a:cs typeface="Arial"/>
              </a:rPr>
              <a:t>enjoyed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sessions</a:t>
            </a:r>
            <a:r>
              <a:rPr sz="1000" spc="3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10" dirty="0">
                <a:solidFill>
                  <a:srgbClr val="231F20"/>
                </a:solidFill>
                <a:latin typeface="Arial"/>
                <a:cs typeface="Arial"/>
              </a:rPr>
              <a:t>makeup </a:t>
            </a:r>
            <a:r>
              <a:rPr sz="1000" dirty="0">
                <a:solidFill>
                  <a:srgbClr val="231F20"/>
                </a:solidFill>
                <a:latin typeface="Arial"/>
                <a:cs typeface="Arial"/>
              </a:rPr>
              <a:t>artist</a:t>
            </a:r>
            <a:r>
              <a:rPr sz="1000" spc="-15" dirty="0">
                <a:solidFill>
                  <a:srgbClr val="231F20"/>
                </a:solidFill>
                <a:latin typeface="Arial"/>
                <a:cs typeface="Arial"/>
              </a:rPr>
              <a:t> </a:t>
            </a:r>
            <a:r>
              <a:rPr sz="1000" spc="-30" dirty="0">
                <a:solidFill>
                  <a:srgbClr val="231F20"/>
                </a:solidFill>
                <a:latin typeface="Arial"/>
                <a:cs typeface="Arial"/>
              </a:rPr>
              <a:t>Tameka</a:t>
            </a:r>
            <a:r>
              <a:rPr sz="1000" spc="-15" dirty="0">
                <a:solidFill>
                  <a:srgbClr val="231F20"/>
                </a:solidFill>
                <a:latin typeface="Arial"/>
                <a:cs typeface="Arial"/>
              </a:rPr>
              <a:t> </a:t>
            </a:r>
            <a:r>
              <a:rPr sz="1000" dirty="0">
                <a:solidFill>
                  <a:srgbClr val="231F20"/>
                </a:solidFill>
                <a:latin typeface="Arial"/>
                <a:cs typeface="Arial"/>
              </a:rPr>
              <a:t>Butler</a:t>
            </a:r>
            <a:r>
              <a:rPr sz="1000" spc="-15" dirty="0">
                <a:solidFill>
                  <a:srgbClr val="231F20"/>
                </a:solidFill>
                <a:latin typeface="Arial"/>
                <a:cs typeface="Arial"/>
              </a:rPr>
              <a:t> </a:t>
            </a:r>
            <a:r>
              <a:rPr sz="1000" spc="-10" dirty="0">
                <a:solidFill>
                  <a:srgbClr val="231F20"/>
                </a:solidFill>
                <a:latin typeface="Arial"/>
                <a:cs typeface="Arial"/>
              </a:rPr>
              <a:t>(“3-</a:t>
            </a:r>
            <a:r>
              <a:rPr sz="1000" dirty="0">
                <a:solidFill>
                  <a:srgbClr val="231F20"/>
                </a:solidFill>
                <a:latin typeface="Arial"/>
                <a:cs typeface="Arial"/>
              </a:rPr>
              <a:t>3-3:</a:t>
            </a:r>
            <a:r>
              <a:rPr sz="1000" spc="-10" dirty="0">
                <a:solidFill>
                  <a:srgbClr val="231F20"/>
                </a:solidFill>
                <a:latin typeface="Arial"/>
                <a:cs typeface="Arial"/>
              </a:rPr>
              <a:t> </a:t>
            </a:r>
            <a:r>
              <a:rPr sz="1000" dirty="0">
                <a:solidFill>
                  <a:srgbClr val="231F20"/>
                </a:solidFill>
                <a:latin typeface="Arial"/>
                <a:cs typeface="Arial"/>
              </a:rPr>
              <a:t>3</a:t>
            </a:r>
            <a:r>
              <a:rPr sz="1000" spc="-15" dirty="0">
                <a:solidFill>
                  <a:srgbClr val="231F20"/>
                </a:solidFill>
                <a:latin typeface="Arial"/>
                <a:cs typeface="Arial"/>
              </a:rPr>
              <a:t> </a:t>
            </a:r>
            <a:r>
              <a:rPr sz="1000" spc="-10" dirty="0">
                <a:solidFill>
                  <a:srgbClr val="231F20"/>
                </a:solidFill>
                <a:latin typeface="Arial"/>
                <a:cs typeface="Arial"/>
              </a:rPr>
              <a:t>Brow,</a:t>
            </a:r>
            <a:r>
              <a:rPr sz="1000" spc="-15" dirty="0">
                <a:solidFill>
                  <a:srgbClr val="231F20"/>
                </a:solidFill>
                <a:latin typeface="Arial"/>
                <a:cs typeface="Arial"/>
              </a:rPr>
              <a:t> </a:t>
            </a:r>
            <a:r>
              <a:rPr sz="1000" dirty="0">
                <a:solidFill>
                  <a:srgbClr val="231F20"/>
                </a:solidFill>
                <a:latin typeface="Arial"/>
                <a:cs typeface="Arial"/>
              </a:rPr>
              <a:t>3</a:t>
            </a:r>
            <a:r>
              <a:rPr sz="1000" spc="-15" dirty="0">
                <a:solidFill>
                  <a:srgbClr val="231F20"/>
                </a:solidFill>
                <a:latin typeface="Arial"/>
                <a:cs typeface="Arial"/>
              </a:rPr>
              <a:t> </a:t>
            </a:r>
            <a:r>
              <a:rPr sz="1000" dirty="0">
                <a:solidFill>
                  <a:srgbClr val="231F20"/>
                </a:solidFill>
                <a:latin typeface="Arial"/>
                <a:cs typeface="Arial"/>
              </a:rPr>
              <a:t>Foundation</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50" dirty="0">
                <a:solidFill>
                  <a:srgbClr val="231F20"/>
                </a:solidFill>
                <a:latin typeface="Arial"/>
                <a:cs typeface="Arial"/>
              </a:rPr>
              <a:t>3 </a:t>
            </a:r>
            <a:r>
              <a:rPr sz="1000" spc="-20" dirty="0">
                <a:solidFill>
                  <a:srgbClr val="231F20"/>
                </a:solidFill>
                <a:latin typeface="Arial"/>
                <a:cs typeface="Arial"/>
              </a:rPr>
              <a:t>Transitions”)</a:t>
            </a:r>
            <a:r>
              <a:rPr sz="1000" spc="-5" dirty="0">
                <a:solidFill>
                  <a:srgbClr val="231F20"/>
                </a:solidFill>
                <a:latin typeface="Arial"/>
                <a:cs typeface="Arial"/>
              </a:rPr>
              <a:t> </a:t>
            </a:r>
            <a:r>
              <a:rPr sz="1000" dirty="0">
                <a:solidFill>
                  <a:srgbClr val="231F20"/>
                </a:solidFill>
                <a:latin typeface="Arial"/>
                <a:cs typeface="Arial"/>
              </a:rPr>
              <a:t>and wine expert </a:t>
            </a:r>
            <a:r>
              <a:rPr sz="1000" spc="-10" dirty="0">
                <a:solidFill>
                  <a:srgbClr val="231F20"/>
                </a:solidFill>
                <a:latin typeface="Arial"/>
                <a:cs typeface="Arial"/>
              </a:rPr>
              <a:t>Carrie</a:t>
            </a:r>
            <a:r>
              <a:rPr sz="1000" dirty="0">
                <a:solidFill>
                  <a:srgbClr val="231F20"/>
                </a:solidFill>
                <a:latin typeface="Arial"/>
                <a:cs typeface="Arial"/>
              </a:rPr>
              <a:t> Elliot (“Wine </a:t>
            </a:r>
            <a:r>
              <a:rPr sz="1000" spc="-10" dirty="0">
                <a:solidFill>
                  <a:srgbClr val="231F20"/>
                </a:solidFill>
                <a:latin typeface="Arial"/>
                <a:cs typeface="Arial"/>
              </a:rPr>
              <a:t>Tasting </a:t>
            </a:r>
            <a:r>
              <a:rPr sz="1000" dirty="0">
                <a:solidFill>
                  <a:srgbClr val="231F20"/>
                </a:solidFill>
                <a:latin typeface="Arial"/>
                <a:cs typeface="Arial"/>
              </a:rPr>
              <a:t>and Dessert </a:t>
            </a:r>
            <a:r>
              <a:rPr sz="1000" spc="-20" dirty="0">
                <a:solidFill>
                  <a:srgbClr val="231F20"/>
                </a:solidFill>
                <a:latin typeface="Arial"/>
                <a:cs typeface="Arial"/>
              </a:rPr>
              <a:t>Pairing”).</a:t>
            </a:r>
            <a:r>
              <a:rPr sz="1000" dirty="0">
                <a:solidFill>
                  <a:srgbClr val="231F20"/>
                </a:solidFill>
                <a:latin typeface="Arial"/>
                <a:cs typeface="Arial"/>
              </a:rPr>
              <a:t> </a:t>
            </a:r>
            <a:r>
              <a:rPr sz="1000" spc="-45" dirty="0">
                <a:solidFill>
                  <a:srgbClr val="231F20"/>
                </a:solidFill>
                <a:latin typeface="Arial"/>
                <a:cs typeface="Arial"/>
              </a:rPr>
              <a:t>We</a:t>
            </a:r>
            <a:r>
              <a:rPr sz="1000" dirty="0">
                <a:solidFill>
                  <a:srgbClr val="231F20"/>
                </a:solidFill>
                <a:latin typeface="Arial"/>
                <a:cs typeface="Arial"/>
              </a:rPr>
              <a:t> felt beautiful and learned a</a:t>
            </a:r>
            <a:r>
              <a:rPr sz="1000" spc="5" dirty="0">
                <a:solidFill>
                  <a:srgbClr val="231F20"/>
                </a:solidFill>
                <a:latin typeface="Arial"/>
                <a:cs typeface="Arial"/>
              </a:rPr>
              <a:t> </a:t>
            </a:r>
            <a:r>
              <a:rPr sz="1000" spc="-25" dirty="0">
                <a:solidFill>
                  <a:srgbClr val="231F20"/>
                </a:solidFill>
                <a:latin typeface="Arial"/>
                <a:cs typeface="Arial"/>
              </a:rPr>
              <a:t>lot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different</a:t>
            </a:r>
            <a:r>
              <a:rPr sz="1000" spc="25" dirty="0">
                <a:solidFill>
                  <a:srgbClr val="231F20"/>
                </a:solidFill>
                <a:latin typeface="Arial"/>
                <a:cs typeface="Arial"/>
              </a:rPr>
              <a:t> </a:t>
            </a:r>
            <a:r>
              <a:rPr sz="1000" dirty="0">
                <a:solidFill>
                  <a:srgbClr val="231F20"/>
                </a:solidFill>
                <a:latin typeface="Arial"/>
                <a:cs typeface="Arial"/>
              </a:rPr>
              <a:t>wines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characteristics.</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highlight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bonding</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“Saturday</a:t>
            </a:r>
            <a:r>
              <a:rPr sz="1000" spc="5" dirty="0">
                <a:solidFill>
                  <a:srgbClr val="231F20"/>
                </a:solidFill>
                <a:latin typeface="Arial"/>
                <a:cs typeface="Arial"/>
              </a:rPr>
              <a:t> </a:t>
            </a:r>
            <a:r>
              <a:rPr sz="1000" spc="-20" dirty="0">
                <a:solidFill>
                  <a:srgbClr val="231F20"/>
                </a:solidFill>
                <a:latin typeface="Arial"/>
                <a:cs typeface="Arial"/>
              </a:rPr>
              <a:t>Night </a:t>
            </a:r>
            <a:r>
              <a:rPr sz="1000" dirty="0">
                <a:solidFill>
                  <a:srgbClr val="231F20"/>
                </a:solidFill>
                <a:latin typeface="Arial"/>
                <a:cs typeface="Arial"/>
              </a:rPr>
              <a:t>Live”</a:t>
            </a:r>
            <a:r>
              <a:rPr sz="1000" spc="-10"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ate, </a:t>
            </a:r>
            <a:r>
              <a:rPr sz="1000" dirty="0">
                <a:solidFill>
                  <a:srgbClr val="231F20"/>
                </a:solidFill>
                <a:latin typeface="Arial"/>
                <a:cs typeface="Arial"/>
              </a:rPr>
              <a:t>played</a:t>
            </a:r>
            <a:r>
              <a:rPr sz="1000" spc="-10" dirty="0">
                <a:solidFill>
                  <a:srgbClr val="231F20"/>
                </a:solidFill>
                <a:latin typeface="Arial"/>
                <a:cs typeface="Arial"/>
              </a:rPr>
              <a:t> </a:t>
            </a:r>
            <a:r>
              <a:rPr sz="1000" dirty="0">
                <a:solidFill>
                  <a:srgbClr val="231F20"/>
                </a:solidFill>
                <a:latin typeface="Arial"/>
                <a:cs typeface="Arial"/>
              </a:rPr>
              <a:t>games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fellowship</a:t>
            </a:r>
            <a:r>
              <a:rPr sz="1000" spc="-10"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morning,</a:t>
            </a:r>
            <a:r>
              <a:rPr sz="1000" spc="-10"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shared</a:t>
            </a:r>
            <a:r>
              <a:rPr sz="1000" spc="-10" dirty="0">
                <a:solidFill>
                  <a:srgbClr val="231F20"/>
                </a:solidFill>
                <a:latin typeface="Arial"/>
                <a:cs typeface="Arial"/>
              </a:rPr>
              <a:t> </a:t>
            </a:r>
            <a:r>
              <a:rPr sz="1000" spc="-25" dirty="0">
                <a:solidFill>
                  <a:srgbClr val="231F20"/>
                </a:solidFill>
                <a:latin typeface="Arial"/>
                <a:cs typeface="Arial"/>
              </a:rPr>
              <a:t>our </a:t>
            </a:r>
            <a:r>
              <a:rPr sz="1000" spc="-10" dirty="0">
                <a:solidFill>
                  <a:srgbClr val="231F20"/>
                </a:solidFill>
                <a:latin typeface="Arial"/>
                <a:cs typeface="Arial"/>
              </a:rPr>
              <a:t>dreams</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one</a:t>
            </a:r>
            <a:r>
              <a:rPr sz="1000" spc="20" dirty="0">
                <a:solidFill>
                  <a:srgbClr val="231F20"/>
                </a:solidFill>
                <a:latin typeface="Arial"/>
                <a:cs typeface="Arial"/>
              </a:rPr>
              <a:t> </a:t>
            </a:r>
            <a:r>
              <a:rPr sz="1000" dirty="0">
                <a:solidFill>
                  <a:srgbClr val="231F20"/>
                </a:solidFill>
                <a:latin typeface="Arial"/>
                <a:cs typeface="Arial"/>
              </a:rPr>
              <a:t>another</a:t>
            </a:r>
            <a:r>
              <a:rPr sz="1000" spc="15" dirty="0">
                <a:solidFill>
                  <a:srgbClr val="231F20"/>
                </a:solidFill>
                <a:latin typeface="Arial"/>
                <a:cs typeface="Arial"/>
              </a:rPr>
              <a:t> </a:t>
            </a:r>
            <a:r>
              <a:rPr sz="1000" dirty="0">
                <a:solidFill>
                  <a:srgbClr val="231F20"/>
                </a:solidFill>
                <a:latin typeface="Arial"/>
                <a:cs typeface="Arial"/>
              </a:rPr>
              <a:t>while</a:t>
            </a:r>
            <a:r>
              <a:rPr sz="1000" spc="20"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50" dirty="0">
                <a:solidFill>
                  <a:srgbClr val="231F20"/>
                </a:solidFill>
                <a:latin typeface="Arial"/>
                <a:cs typeface="Arial"/>
              </a:rPr>
              <a:t>7 </a:t>
            </a:r>
            <a:r>
              <a:rPr sz="1000" spc="-10" dirty="0">
                <a:solidFill>
                  <a:srgbClr val="231F20"/>
                </a:solidFill>
                <a:latin typeface="Arial"/>
                <a:cs typeface="Arial"/>
              </a:rPr>
              <a:t>Steps</a:t>
            </a:r>
            <a:r>
              <a:rPr sz="1000" spc="-5" dirty="0">
                <a:solidFill>
                  <a:srgbClr val="231F20"/>
                </a:solidFill>
                <a:latin typeface="Arial"/>
                <a:cs typeface="Arial"/>
              </a:rPr>
              <a:t> </a:t>
            </a:r>
            <a:r>
              <a:rPr sz="1000" dirty="0">
                <a:solidFill>
                  <a:srgbClr val="231F20"/>
                </a:solidFill>
                <a:latin typeface="Arial"/>
                <a:cs typeface="Arial"/>
              </a:rPr>
              <a:t>to Significant Leadership Development” from </a:t>
            </a:r>
            <a:r>
              <a:rPr sz="1000" spc="-20" dirty="0">
                <a:solidFill>
                  <a:srgbClr val="231F20"/>
                </a:solidFill>
                <a:latin typeface="Arial"/>
                <a:cs typeface="Arial"/>
              </a:rPr>
              <a:t>Andre </a:t>
            </a:r>
            <a:r>
              <a:rPr sz="1000" dirty="0">
                <a:solidFill>
                  <a:srgbClr val="231F20"/>
                </a:solidFill>
                <a:latin typeface="Arial"/>
                <a:cs typeface="Arial"/>
              </a:rPr>
              <a:t>Thornton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made</a:t>
            </a:r>
            <a:r>
              <a:rPr sz="1000" spc="-10" dirty="0">
                <a:solidFill>
                  <a:srgbClr val="231F20"/>
                </a:solidFill>
                <a:latin typeface="Arial"/>
                <a:cs typeface="Arial"/>
              </a:rPr>
              <a:t> </a:t>
            </a:r>
            <a:r>
              <a:rPr sz="1000" dirty="0">
                <a:solidFill>
                  <a:srgbClr val="231F20"/>
                </a:solidFill>
                <a:latin typeface="Arial"/>
                <a:cs typeface="Arial"/>
              </a:rPr>
              <a:t>commitments</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take</a:t>
            </a:r>
            <a:r>
              <a:rPr sz="1000" spc="-10" dirty="0">
                <a:solidFill>
                  <a:srgbClr val="231F20"/>
                </a:solidFill>
                <a:latin typeface="Arial"/>
                <a:cs typeface="Arial"/>
              </a:rPr>
              <a:t> </a:t>
            </a:r>
            <a:r>
              <a:rPr sz="1000" dirty="0">
                <a:solidFill>
                  <a:srgbClr val="231F20"/>
                </a:solidFill>
                <a:latin typeface="Arial"/>
                <a:cs typeface="Arial"/>
              </a:rPr>
              <a:t>active</a:t>
            </a:r>
            <a:r>
              <a:rPr sz="1000" spc="-5" dirty="0">
                <a:solidFill>
                  <a:srgbClr val="231F20"/>
                </a:solidFill>
                <a:latin typeface="Arial"/>
                <a:cs typeface="Arial"/>
              </a:rPr>
              <a:t> </a:t>
            </a:r>
            <a:r>
              <a:rPr sz="1000" dirty="0">
                <a:solidFill>
                  <a:srgbClr val="231F20"/>
                </a:solidFill>
                <a:latin typeface="Arial"/>
                <a:cs typeface="Arial"/>
              </a:rPr>
              <a:t>steps</a:t>
            </a:r>
            <a:r>
              <a:rPr sz="1000" spc="-10" dirty="0">
                <a:solidFill>
                  <a:srgbClr val="231F20"/>
                </a:solidFill>
                <a:latin typeface="Arial"/>
                <a:cs typeface="Arial"/>
              </a:rPr>
              <a:t> </a:t>
            </a:r>
            <a:r>
              <a:rPr sz="1000" spc="-25" dirty="0">
                <a:solidFill>
                  <a:srgbClr val="231F20"/>
                </a:solidFill>
                <a:latin typeface="Arial"/>
                <a:cs typeface="Arial"/>
              </a:rPr>
              <a:t>to </a:t>
            </a:r>
            <a:r>
              <a:rPr sz="1000" spc="-10" dirty="0">
                <a:solidFill>
                  <a:srgbClr val="231F20"/>
                </a:solidFill>
                <a:latin typeface="Arial"/>
                <a:cs typeface="Arial"/>
              </a:rPr>
              <a:t>make</a:t>
            </a:r>
            <a:r>
              <a:rPr sz="1000" spc="-1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dreams </a:t>
            </a:r>
            <a:r>
              <a:rPr sz="1000" dirty="0">
                <a:solidFill>
                  <a:srgbClr val="231F20"/>
                </a:solidFill>
                <a:latin typeface="Arial"/>
                <a:cs typeface="Arial"/>
              </a:rPr>
              <a:t>a</a:t>
            </a:r>
            <a:r>
              <a:rPr sz="1000" spc="-10" dirty="0">
                <a:solidFill>
                  <a:srgbClr val="231F20"/>
                </a:solidFill>
                <a:latin typeface="Arial"/>
                <a:cs typeface="Arial"/>
              </a:rPr>
              <a:t> reality.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good</a:t>
            </a:r>
            <a:r>
              <a:rPr sz="1000" spc="-15" dirty="0">
                <a:solidFill>
                  <a:srgbClr val="231F20"/>
                </a:solidFill>
                <a:latin typeface="Arial"/>
                <a:cs typeface="Arial"/>
              </a:rPr>
              <a:t> </a:t>
            </a:r>
            <a:r>
              <a:rPr sz="1000" dirty="0">
                <a:solidFill>
                  <a:srgbClr val="231F20"/>
                </a:solidFill>
                <a:latin typeface="Arial"/>
                <a:cs typeface="Arial"/>
              </a:rPr>
              <a:t>time</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spc="-20" dirty="0">
                <a:solidFill>
                  <a:srgbClr val="231F20"/>
                </a:solidFill>
                <a:latin typeface="Arial"/>
                <a:cs typeface="Arial"/>
              </a:rPr>
              <a:t>all,</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already</a:t>
            </a:r>
            <a:r>
              <a:rPr sz="1000" spc="10" dirty="0">
                <a:solidFill>
                  <a:srgbClr val="231F20"/>
                </a:solidFill>
                <a:latin typeface="Arial"/>
                <a:cs typeface="Arial"/>
              </a:rPr>
              <a:t> </a:t>
            </a:r>
            <a:r>
              <a:rPr sz="1000" dirty="0">
                <a:solidFill>
                  <a:srgbClr val="231F20"/>
                </a:solidFill>
                <a:latin typeface="Arial"/>
                <a:cs typeface="Arial"/>
              </a:rPr>
              <a:t>looking</a:t>
            </a:r>
            <a:r>
              <a:rPr sz="1000" spc="5" dirty="0">
                <a:solidFill>
                  <a:srgbClr val="231F20"/>
                </a:solidFill>
                <a:latin typeface="Arial"/>
                <a:cs typeface="Arial"/>
              </a:rPr>
              <a:t> </a:t>
            </a:r>
            <a:r>
              <a:rPr sz="1000" dirty="0">
                <a:solidFill>
                  <a:srgbClr val="231F20"/>
                </a:solidFill>
                <a:latin typeface="Arial"/>
                <a:cs typeface="Arial"/>
              </a:rPr>
              <a:t>forward</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spc="-10" dirty="0">
                <a:solidFill>
                  <a:srgbClr val="231F20"/>
                </a:solidFill>
                <a:latin typeface="Arial"/>
                <a:cs typeface="Arial"/>
              </a:rPr>
              <a:t>year’s </a:t>
            </a:r>
            <a:r>
              <a:rPr sz="1000" dirty="0">
                <a:solidFill>
                  <a:srgbClr val="231F20"/>
                </a:solidFill>
                <a:latin typeface="Arial"/>
                <a:cs typeface="Arial"/>
              </a:rPr>
              <a:t>overnight</a:t>
            </a:r>
            <a:r>
              <a:rPr sz="1000" spc="45" dirty="0">
                <a:solidFill>
                  <a:srgbClr val="231F20"/>
                </a:solidFill>
                <a:latin typeface="Arial"/>
                <a:cs typeface="Arial"/>
              </a:rPr>
              <a:t> </a:t>
            </a:r>
            <a:r>
              <a:rPr sz="1000" spc="-10" dirty="0">
                <a:solidFill>
                  <a:srgbClr val="231F20"/>
                </a:solidFill>
                <a:latin typeface="Arial"/>
                <a:cs typeface="Arial"/>
              </a:rPr>
              <a:t>retreat.</a:t>
            </a:r>
            <a:endParaRPr sz="1000">
              <a:latin typeface="Arial"/>
              <a:cs typeface="Arial"/>
            </a:endParaRPr>
          </a:p>
          <a:p>
            <a:pPr marL="12700" marR="351790">
              <a:lnSpc>
                <a:spcPct val="100000"/>
              </a:lnSpc>
              <a:spcBef>
                <a:spcPts val="900"/>
              </a:spcBef>
            </a:pP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enthusiastically</a:t>
            </a:r>
            <a:r>
              <a:rPr sz="1000" spc="-10" dirty="0">
                <a:solidFill>
                  <a:srgbClr val="231F20"/>
                </a:solidFill>
                <a:latin typeface="Arial"/>
                <a:cs typeface="Arial"/>
              </a:rPr>
              <a:t> </a:t>
            </a:r>
            <a:r>
              <a:rPr sz="1000" dirty="0">
                <a:solidFill>
                  <a:srgbClr val="231F20"/>
                </a:solidFill>
                <a:latin typeface="Arial"/>
                <a:cs typeface="Arial"/>
              </a:rPr>
              <a:t>met</a:t>
            </a:r>
            <a:r>
              <a:rPr sz="1000" spc="-5"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annual Jack</a:t>
            </a:r>
            <a:r>
              <a:rPr sz="1000" spc="-5" dirty="0">
                <a:solidFill>
                  <a:srgbClr val="231F20"/>
                </a:solidFill>
                <a:latin typeface="Arial"/>
                <a:cs typeface="Arial"/>
              </a:rPr>
              <a:t> </a:t>
            </a:r>
            <a:r>
              <a:rPr sz="1000" dirty="0">
                <a:solidFill>
                  <a:srgbClr val="231F20"/>
                </a:solidFill>
                <a:latin typeface="Arial"/>
                <a:cs typeface="Arial"/>
              </a:rPr>
              <a:t>and Jill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celebration to</a:t>
            </a:r>
            <a:r>
              <a:rPr sz="1000" spc="-5" dirty="0">
                <a:solidFill>
                  <a:srgbClr val="231F20"/>
                </a:solidFill>
                <a:latin typeface="Arial"/>
                <a:cs typeface="Arial"/>
              </a:rPr>
              <a:t> </a:t>
            </a:r>
            <a:r>
              <a:rPr sz="1000" dirty="0">
                <a:solidFill>
                  <a:srgbClr val="231F20"/>
                </a:solidFill>
                <a:latin typeface="Arial"/>
                <a:cs typeface="Arial"/>
              </a:rPr>
              <a:t>bond </a:t>
            </a:r>
            <a:r>
              <a:rPr sz="1000" spc="-25" dirty="0">
                <a:solidFill>
                  <a:srgbClr val="231F20"/>
                </a:solidFill>
                <a:latin typeface="Arial"/>
                <a:cs typeface="Arial"/>
              </a:rPr>
              <a:t>and</a:t>
            </a:r>
            <a:endParaRPr sz="1000">
              <a:latin typeface="Arial"/>
              <a:cs typeface="Arial"/>
            </a:endParaRPr>
          </a:p>
          <a:p>
            <a:pPr marL="12700" marR="59690">
              <a:lnSpc>
                <a:spcPct val="100000"/>
              </a:lnSpc>
            </a:pPr>
            <a:r>
              <a:rPr sz="1000" dirty="0">
                <a:solidFill>
                  <a:srgbClr val="231F20"/>
                </a:solidFill>
                <a:latin typeface="Arial"/>
                <a:cs typeface="Arial"/>
              </a:rPr>
              <a:t>fellowship</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one</a:t>
            </a:r>
            <a:r>
              <a:rPr sz="1000" spc="5" dirty="0">
                <a:solidFill>
                  <a:srgbClr val="231F20"/>
                </a:solidFill>
                <a:latin typeface="Arial"/>
                <a:cs typeface="Arial"/>
              </a:rPr>
              <a:t> </a:t>
            </a:r>
            <a:r>
              <a:rPr sz="1000" dirty="0">
                <a:solidFill>
                  <a:srgbClr val="231F20"/>
                </a:solidFill>
                <a:latin typeface="Arial"/>
                <a:cs typeface="Arial"/>
              </a:rPr>
              <a:t>another</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began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spc="-10" dirty="0">
                <a:solidFill>
                  <a:srgbClr val="231F20"/>
                </a:solidFill>
                <a:latin typeface="Arial"/>
                <a:cs typeface="Arial"/>
              </a:rPr>
              <a:t>program </a:t>
            </a:r>
            <a:r>
              <a:rPr sz="1000" spc="-20" dirty="0">
                <a:solidFill>
                  <a:srgbClr val="231F20"/>
                </a:solidFill>
                <a:latin typeface="Arial"/>
                <a:cs typeface="Arial"/>
              </a:rPr>
              <a:t>year.</a:t>
            </a:r>
            <a:r>
              <a:rPr sz="1000" spc="-2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Senior</a:t>
            </a:r>
            <a:r>
              <a:rPr sz="1000" spc="-2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presented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moving</a:t>
            </a:r>
            <a:r>
              <a:rPr sz="1000" spc="-25" dirty="0">
                <a:solidFill>
                  <a:srgbClr val="231F20"/>
                </a:solidFill>
                <a:latin typeface="Arial"/>
                <a:cs typeface="Arial"/>
              </a:rPr>
              <a:t> </a:t>
            </a:r>
            <a:r>
              <a:rPr sz="1000" spc="-10" dirty="0">
                <a:solidFill>
                  <a:srgbClr val="231F20"/>
                </a:solidFill>
                <a:latin typeface="Arial"/>
                <a:cs typeface="Arial"/>
              </a:rPr>
              <a:t>memorial </a:t>
            </a:r>
            <a:r>
              <a:rPr sz="1000" dirty="0">
                <a:solidFill>
                  <a:srgbClr val="231F20"/>
                </a:solidFill>
                <a:latin typeface="Arial"/>
                <a:cs typeface="Arial"/>
              </a:rPr>
              <a:t>ceremony</a:t>
            </a:r>
            <a:r>
              <a:rPr sz="1000" spc="-2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honor</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Carole</a:t>
            </a:r>
            <a:r>
              <a:rPr sz="1000" spc="-20" dirty="0">
                <a:solidFill>
                  <a:srgbClr val="231F20"/>
                </a:solidFill>
                <a:latin typeface="Arial"/>
                <a:cs typeface="Arial"/>
              </a:rPr>
              <a:t> </a:t>
            </a:r>
            <a:r>
              <a:rPr sz="1000" dirty="0">
                <a:solidFill>
                  <a:srgbClr val="231F20"/>
                </a:solidFill>
                <a:latin typeface="Arial"/>
                <a:cs typeface="Arial"/>
              </a:rPr>
              <a:t>Robertson,</a:t>
            </a:r>
            <a:r>
              <a:rPr sz="1000" spc="-25" dirty="0">
                <a:solidFill>
                  <a:srgbClr val="231F20"/>
                </a:solidFill>
                <a:latin typeface="Arial"/>
                <a:cs typeface="Arial"/>
              </a:rPr>
              <a:t> </a:t>
            </a:r>
            <a:r>
              <a:rPr sz="1000" dirty="0">
                <a:solidFill>
                  <a:srgbClr val="231F20"/>
                </a:solidFill>
                <a:latin typeface="Arial"/>
                <a:cs typeface="Arial"/>
              </a:rPr>
              <a:t>sharing</a:t>
            </a:r>
            <a:r>
              <a:rPr sz="1000" spc="-20" dirty="0">
                <a:solidFill>
                  <a:srgbClr val="231F20"/>
                </a:solidFill>
                <a:latin typeface="Arial"/>
                <a:cs typeface="Arial"/>
              </a:rPr>
              <a:t> </a:t>
            </a:r>
            <a:r>
              <a:rPr sz="1000" spc="-10" dirty="0">
                <a:solidFill>
                  <a:srgbClr val="231F20"/>
                </a:solidFill>
                <a:latin typeface="Arial"/>
                <a:cs typeface="Arial"/>
              </a:rPr>
              <a:t>powerful </a:t>
            </a:r>
            <a:r>
              <a:rPr sz="1000" dirty="0">
                <a:solidFill>
                  <a:srgbClr val="231F20"/>
                </a:solidFill>
                <a:latin typeface="Arial"/>
                <a:cs typeface="Arial"/>
              </a:rPr>
              <a:t>personal</a:t>
            </a:r>
            <a:r>
              <a:rPr sz="1000" spc="10" dirty="0">
                <a:solidFill>
                  <a:srgbClr val="231F20"/>
                </a:solidFill>
                <a:latin typeface="Arial"/>
                <a:cs typeface="Arial"/>
              </a:rPr>
              <a:t> </a:t>
            </a:r>
            <a:r>
              <a:rPr sz="1000" dirty="0">
                <a:solidFill>
                  <a:srgbClr val="231F20"/>
                </a:solidFill>
                <a:latin typeface="Arial"/>
                <a:cs typeface="Arial"/>
              </a:rPr>
              <a:t>insights</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civil</a:t>
            </a:r>
            <a:r>
              <a:rPr sz="1000" spc="15" dirty="0">
                <a:solidFill>
                  <a:srgbClr val="231F20"/>
                </a:solidFill>
                <a:latin typeface="Arial"/>
                <a:cs typeface="Arial"/>
              </a:rPr>
              <a:t> </a:t>
            </a:r>
            <a:r>
              <a:rPr sz="1000" dirty="0">
                <a:solidFill>
                  <a:srgbClr val="231F20"/>
                </a:solidFill>
                <a:latin typeface="Arial"/>
                <a:cs typeface="Arial"/>
              </a:rPr>
              <a:t>rights</a:t>
            </a:r>
            <a:r>
              <a:rPr sz="1000" spc="10" dirty="0">
                <a:solidFill>
                  <a:srgbClr val="231F20"/>
                </a:solidFill>
                <a:latin typeface="Arial"/>
                <a:cs typeface="Arial"/>
              </a:rPr>
              <a:t> </a:t>
            </a:r>
            <a:r>
              <a:rPr sz="1000" dirty="0">
                <a:solidFill>
                  <a:srgbClr val="231F20"/>
                </a:solidFill>
                <a:latin typeface="Arial"/>
                <a:cs typeface="Arial"/>
              </a:rPr>
              <a:t>struggles</a:t>
            </a:r>
            <a:r>
              <a:rPr sz="1000" spc="10"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160655">
              <a:lnSpc>
                <a:spcPct val="100000"/>
              </a:lnSpc>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past</a:t>
            </a:r>
            <a:r>
              <a:rPr sz="1000" spc="-10" dirty="0">
                <a:solidFill>
                  <a:srgbClr val="231F20"/>
                </a:solidFill>
                <a:latin typeface="Arial"/>
                <a:cs typeface="Arial"/>
              </a:rPr>
              <a:t> </a:t>
            </a:r>
            <a:r>
              <a:rPr sz="1000" dirty="0">
                <a:solidFill>
                  <a:srgbClr val="231F20"/>
                </a:solidFill>
                <a:latin typeface="Arial"/>
                <a:cs typeface="Arial"/>
              </a:rPr>
              <a:t>are</a:t>
            </a:r>
            <a:r>
              <a:rPr sz="1000" spc="-15" dirty="0">
                <a:solidFill>
                  <a:srgbClr val="231F20"/>
                </a:solidFill>
                <a:latin typeface="Arial"/>
                <a:cs typeface="Arial"/>
              </a:rPr>
              <a:t> </a:t>
            </a:r>
            <a:r>
              <a:rPr sz="1000" dirty="0">
                <a:solidFill>
                  <a:srgbClr val="231F20"/>
                </a:solidFill>
                <a:latin typeface="Arial"/>
                <a:cs typeface="Arial"/>
              </a:rPr>
              <a:t>still</a:t>
            </a:r>
            <a:r>
              <a:rPr sz="1000" spc="-10" dirty="0">
                <a:solidFill>
                  <a:srgbClr val="231F20"/>
                </a:solidFill>
                <a:latin typeface="Arial"/>
                <a:cs typeface="Arial"/>
              </a:rPr>
              <a:t> </a:t>
            </a:r>
            <a:r>
              <a:rPr sz="1000" dirty="0">
                <a:solidFill>
                  <a:srgbClr val="231F20"/>
                </a:solidFill>
                <a:latin typeface="Arial"/>
                <a:cs typeface="Arial"/>
              </a:rPr>
              <a:t>very</a:t>
            </a:r>
            <a:r>
              <a:rPr sz="1000" spc="-10" dirty="0">
                <a:solidFill>
                  <a:srgbClr val="231F20"/>
                </a:solidFill>
                <a:latin typeface="Arial"/>
                <a:cs typeface="Arial"/>
              </a:rPr>
              <a:t> </a:t>
            </a:r>
            <a:r>
              <a:rPr sz="1000" dirty="0">
                <a:solidFill>
                  <a:srgbClr val="231F20"/>
                </a:solidFill>
                <a:latin typeface="Arial"/>
                <a:cs typeface="Arial"/>
              </a:rPr>
              <a:t>present</a:t>
            </a:r>
            <a:r>
              <a:rPr sz="1000" spc="-15" dirty="0">
                <a:solidFill>
                  <a:srgbClr val="231F20"/>
                </a:solidFill>
                <a:latin typeface="Arial"/>
                <a:cs typeface="Arial"/>
              </a:rPr>
              <a:t> </a:t>
            </a:r>
            <a:r>
              <a:rPr sz="1000" spc="-10" dirty="0">
                <a:solidFill>
                  <a:srgbClr val="231F20"/>
                </a:solidFill>
                <a:latin typeface="Arial"/>
                <a:cs typeface="Arial"/>
              </a:rPr>
              <a:t>today.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Membership </a:t>
            </a:r>
            <a:r>
              <a:rPr sz="1000" dirty="0">
                <a:solidFill>
                  <a:srgbClr val="231F20"/>
                </a:solidFill>
                <a:latin typeface="Arial"/>
                <a:cs typeface="Arial"/>
              </a:rPr>
              <a:t>Committee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Fathers</a:t>
            </a:r>
            <a:r>
              <a:rPr sz="1000" spc="-5" dirty="0">
                <a:solidFill>
                  <a:srgbClr val="231F20"/>
                </a:solidFill>
                <a:latin typeface="Arial"/>
                <a:cs typeface="Arial"/>
              </a:rPr>
              <a:t> </a:t>
            </a:r>
            <a:r>
              <a:rPr sz="1000" dirty="0">
                <a:solidFill>
                  <a:srgbClr val="231F20"/>
                </a:solidFill>
                <a:latin typeface="Arial"/>
                <a:cs typeface="Arial"/>
              </a:rPr>
              <a:t>Auxiliary</a:t>
            </a:r>
            <a:r>
              <a:rPr sz="1000" spc="-5" dirty="0">
                <a:solidFill>
                  <a:srgbClr val="231F20"/>
                </a:solidFill>
                <a:latin typeface="Arial"/>
                <a:cs typeface="Arial"/>
              </a:rPr>
              <a:t> </a:t>
            </a:r>
            <a:r>
              <a:rPr sz="1000" dirty="0">
                <a:solidFill>
                  <a:srgbClr val="231F20"/>
                </a:solidFill>
                <a:latin typeface="Arial"/>
                <a:cs typeface="Arial"/>
              </a:rPr>
              <a:t>planned</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executed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wonderful</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a:t>
            </a:r>
            <a:r>
              <a:rPr sz="1000" spc="-10" dirty="0">
                <a:solidFill>
                  <a:srgbClr val="231F20"/>
                </a:solidFill>
                <a:latin typeface="Arial"/>
                <a:cs typeface="Arial"/>
              </a:rPr>
              <a:t> </a:t>
            </a:r>
            <a:r>
              <a:rPr sz="1000" spc="-45" dirty="0">
                <a:solidFill>
                  <a:srgbClr val="231F20"/>
                </a:solidFill>
                <a:latin typeface="Arial"/>
                <a:cs typeface="Arial"/>
              </a:rPr>
              <a:t>Day.</a:t>
            </a:r>
            <a:r>
              <a:rPr sz="1000" spc="-5" dirty="0">
                <a:solidFill>
                  <a:srgbClr val="231F20"/>
                </a:solidFill>
                <a:latin typeface="Arial"/>
                <a:cs typeface="Arial"/>
              </a:rPr>
              <a:t> </a:t>
            </a:r>
            <a:r>
              <a:rPr sz="1000" spc="-10" dirty="0">
                <a:solidFill>
                  <a:srgbClr val="231F20"/>
                </a:solidFill>
                <a:latin typeface="Arial"/>
                <a:cs typeface="Arial"/>
              </a:rPr>
              <a:t>Great</a:t>
            </a:r>
            <a:r>
              <a:rPr sz="1000" spc="-5"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fellowship,</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45" dirty="0">
                <a:solidFill>
                  <a:srgbClr val="231F20"/>
                </a:solidFill>
                <a:latin typeface="Arial"/>
                <a:cs typeface="Arial"/>
              </a:rPr>
              <a:t>DJ,</a:t>
            </a:r>
            <a:r>
              <a:rPr sz="1000" spc="-15" dirty="0">
                <a:solidFill>
                  <a:srgbClr val="231F20"/>
                </a:solidFill>
                <a:latin typeface="Arial"/>
                <a:cs typeface="Arial"/>
              </a:rPr>
              <a:t> </a:t>
            </a:r>
            <a:r>
              <a:rPr sz="1000" dirty="0">
                <a:solidFill>
                  <a:srgbClr val="231F20"/>
                </a:solidFill>
                <a:latin typeface="Arial"/>
                <a:cs typeface="Arial"/>
              </a:rPr>
              <a:t>field</a:t>
            </a:r>
            <a:r>
              <a:rPr sz="1000" spc="-15" dirty="0">
                <a:solidFill>
                  <a:srgbClr val="231F20"/>
                </a:solidFill>
                <a:latin typeface="Arial"/>
                <a:cs typeface="Arial"/>
              </a:rPr>
              <a:t> </a:t>
            </a:r>
            <a:r>
              <a:rPr sz="1000" spc="-10" dirty="0">
                <a:solidFill>
                  <a:srgbClr val="231F20"/>
                </a:solidFill>
                <a:latin typeface="Arial"/>
                <a:cs typeface="Arial"/>
              </a:rPr>
              <a:t>games,</a:t>
            </a:r>
            <a:r>
              <a:rPr sz="1000" spc="-15" dirty="0">
                <a:solidFill>
                  <a:srgbClr val="231F20"/>
                </a:solidFill>
                <a:latin typeface="Arial"/>
                <a:cs typeface="Arial"/>
              </a:rPr>
              <a:t> </a:t>
            </a:r>
            <a:r>
              <a:rPr sz="1000" dirty="0">
                <a:solidFill>
                  <a:srgbClr val="231F20"/>
                </a:solidFill>
                <a:latin typeface="Arial"/>
                <a:cs typeface="Arial"/>
              </a:rPr>
              <a:t>basketball</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20" dirty="0">
                <a:solidFill>
                  <a:srgbClr val="231F20"/>
                </a:solidFill>
                <a:latin typeface="Arial"/>
                <a:cs typeface="Arial"/>
              </a:rPr>
              <a:t>yoga</a:t>
            </a:r>
            <a:endParaRPr sz="1000">
              <a:latin typeface="Arial"/>
              <a:cs typeface="Arial"/>
            </a:endParaRPr>
          </a:p>
        </p:txBody>
      </p:sp>
      <p:sp>
        <p:nvSpPr>
          <p:cNvPr id="4" name="object 4"/>
          <p:cNvSpPr txBox="1"/>
          <p:nvPr/>
        </p:nvSpPr>
        <p:spPr>
          <a:xfrm>
            <a:off x="4016375" y="2012175"/>
            <a:ext cx="3304540" cy="7073900"/>
          </a:xfrm>
          <a:prstGeom prst="rect">
            <a:avLst/>
          </a:prstGeom>
        </p:spPr>
        <p:txBody>
          <a:bodyPr vert="horz" wrap="square" lIns="0" tIns="12700" rIns="0" bIns="0" rtlCol="0">
            <a:spAutoFit/>
          </a:bodyPr>
          <a:lstStyle/>
          <a:p>
            <a:pPr marL="12700" marR="56515">
              <a:lnSpc>
                <a:spcPct val="100000"/>
              </a:lnSpc>
              <a:spcBef>
                <a:spcPts val="100"/>
              </a:spcBef>
            </a:pP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made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dirty="0">
                <a:solidFill>
                  <a:srgbClr val="231F20"/>
                </a:solidFill>
                <a:latin typeface="Arial"/>
                <a:cs typeface="Arial"/>
              </a:rPr>
              <a:t>better</a:t>
            </a:r>
            <a:r>
              <a:rPr sz="1000" spc="10" dirty="0">
                <a:solidFill>
                  <a:srgbClr val="231F20"/>
                </a:solidFill>
                <a:latin typeface="Arial"/>
                <a:cs typeface="Arial"/>
              </a:rPr>
              <a:t> </a:t>
            </a:r>
            <a:r>
              <a:rPr sz="1000" dirty="0">
                <a:solidFill>
                  <a:srgbClr val="231F20"/>
                </a:solidFill>
                <a:latin typeface="Arial"/>
                <a:cs typeface="Arial"/>
              </a:rPr>
              <a:t>than</a:t>
            </a:r>
            <a:r>
              <a:rPr sz="1000" spc="10" dirty="0">
                <a:solidFill>
                  <a:srgbClr val="231F20"/>
                </a:solidFill>
                <a:latin typeface="Arial"/>
                <a:cs typeface="Arial"/>
              </a:rPr>
              <a:t> </a:t>
            </a:r>
            <a:r>
              <a:rPr sz="1000" spc="-20" dirty="0">
                <a:solidFill>
                  <a:srgbClr val="231F20"/>
                </a:solidFill>
                <a:latin typeface="Arial"/>
                <a:cs typeface="Arial"/>
              </a:rPr>
              <a:t>ever.</a:t>
            </a:r>
            <a:r>
              <a:rPr sz="1000" spc="10" dirty="0">
                <a:solidFill>
                  <a:srgbClr val="231F20"/>
                </a:solidFill>
                <a:latin typeface="Arial"/>
                <a:cs typeface="Arial"/>
              </a:rPr>
              <a:t> </a:t>
            </a: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over</a:t>
            </a:r>
            <a:r>
              <a:rPr sz="1000" spc="10" dirty="0">
                <a:solidFill>
                  <a:srgbClr val="231F20"/>
                </a:solidFill>
                <a:latin typeface="Arial"/>
                <a:cs typeface="Arial"/>
              </a:rPr>
              <a:t> </a:t>
            </a:r>
            <a:r>
              <a:rPr sz="1000" spc="-25" dirty="0">
                <a:solidFill>
                  <a:srgbClr val="231F20"/>
                </a:solidFill>
                <a:latin typeface="Arial"/>
                <a:cs typeface="Arial"/>
              </a:rPr>
              <a:t>175 </a:t>
            </a:r>
            <a:r>
              <a:rPr sz="1000" dirty="0">
                <a:solidFill>
                  <a:srgbClr val="231F20"/>
                </a:solidFill>
                <a:latin typeface="Arial"/>
                <a:cs typeface="Arial"/>
              </a:rPr>
              <a:t>people</a:t>
            </a:r>
            <a:r>
              <a:rPr sz="1000" spc="45" dirty="0">
                <a:solidFill>
                  <a:srgbClr val="231F20"/>
                </a:solidFill>
                <a:latin typeface="Arial"/>
                <a:cs typeface="Arial"/>
              </a:rPr>
              <a:t> </a:t>
            </a:r>
            <a:r>
              <a:rPr sz="1000" dirty="0">
                <a:solidFill>
                  <a:srgbClr val="231F20"/>
                </a:solidFill>
                <a:latin typeface="Arial"/>
                <a:cs typeface="Arial"/>
              </a:rPr>
              <a:t>attend</a:t>
            </a:r>
            <a:r>
              <a:rPr sz="1000" spc="50" dirty="0">
                <a:solidFill>
                  <a:srgbClr val="231F20"/>
                </a:solidFill>
                <a:latin typeface="Arial"/>
                <a:cs typeface="Arial"/>
              </a:rPr>
              <a:t> </a:t>
            </a:r>
            <a:r>
              <a:rPr sz="1000" dirty="0">
                <a:solidFill>
                  <a:srgbClr val="231F20"/>
                </a:solidFill>
                <a:latin typeface="Arial"/>
                <a:cs typeface="Arial"/>
              </a:rPr>
              <a:t>this</a:t>
            </a:r>
            <a:r>
              <a:rPr sz="1000" spc="45" dirty="0">
                <a:solidFill>
                  <a:srgbClr val="231F20"/>
                </a:solidFill>
                <a:latin typeface="Arial"/>
                <a:cs typeface="Arial"/>
              </a:rPr>
              <a:t> </a:t>
            </a:r>
            <a:r>
              <a:rPr sz="1000" spc="-10" dirty="0">
                <a:solidFill>
                  <a:srgbClr val="231F20"/>
                </a:solidFill>
                <a:latin typeface="Arial"/>
                <a:cs typeface="Arial"/>
              </a:rPr>
              <a:t>event!</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spc="-35" dirty="0">
                <a:solidFill>
                  <a:srgbClr val="231F20"/>
                </a:solidFill>
                <a:latin typeface="Arial"/>
                <a:cs typeface="Arial"/>
              </a:rPr>
              <a:t>16th,</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continued</a:t>
            </a:r>
            <a:r>
              <a:rPr sz="1000" spc="10" dirty="0">
                <a:solidFill>
                  <a:srgbClr val="231F20"/>
                </a:solidFill>
                <a:latin typeface="Arial"/>
                <a:cs typeface="Arial"/>
              </a:rPr>
              <a:t> </a:t>
            </a:r>
            <a:r>
              <a:rPr sz="1000" dirty="0">
                <a:solidFill>
                  <a:srgbClr val="231F20"/>
                </a:solidFill>
                <a:latin typeface="Arial"/>
                <a:cs typeface="Arial"/>
              </a:rPr>
              <a:t>its</a:t>
            </a:r>
            <a:r>
              <a:rPr sz="1000" spc="5" dirty="0">
                <a:solidFill>
                  <a:srgbClr val="231F20"/>
                </a:solidFill>
                <a:latin typeface="Arial"/>
                <a:cs typeface="Arial"/>
              </a:rPr>
              <a:t> </a:t>
            </a:r>
            <a:r>
              <a:rPr sz="1000" spc="-10" dirty="0">
                <a:solidFill>
                  <a:srgbClr val="231F20"/>
                </a:solidFill>
                <a:latin typeface="Arial"/>
                <a:cs typeface="Arial"/>
              </a:rPr>
              <a:t>African</a:t>
            </a:r>
            <a:r>
              <a:rPr sz="1000" spc="500" dirty="0">
                <a:solidFill>
                  <a:srgbClr val="231F20"/>
                </a:solidFill>
                <a:latin typeface="Arial"/>
                <a:cs typeface="Arial"/>
              </a:rPr>
              <a:t> </a:t>
            </a:r>
            <a:r>
              <a:rPr sz="1000" dirty="0">
                <a:solidFill>
                  <a:srgbClr val="231F20"/>
                </a:solidFill>
                <a:latin typeface="Arial"/>
                <a:cs typeface="Arial"/>
              </a:rPr>
              <a:t>family theme</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hosting</a:t>
            </a:r>
            <a:r>
              <a:rPr sz="1000" spc="5" dirty="0">
                <a:solidFill>
                  <a:srgbClr val="231F20"/>
                </a:solidFill>
                <a:latin typeface="Arial"/>
                <a:cs typeface="Arial"/>
              </a:rPr>
              <a:t> </a:t>
            </a:r>
            <a:r>
              <a:rPr sz="1000" dirty="0">
                <a:solidFill>
                  <a:srgbClr val="231F20"/>
                </a:solidFill>
                <a:latin typeface="Arial"/>
                <a:cs typeface="Arial"/>
              </a:rPr>
              <a:t>its fifth</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Holiday</a:t>
            </a:r>
            <a:r>
              <a:rPr sz="1000" spc="5" dirty="0">
                <a:solidFill>
                  <a:srgbClr val="231F20"/>
                </a:solidFill>
                <a:latin typeface="Arial"/>
                <a:cs typeface="Arial"/>
              </a:rPr>
              <a:t> </a:t>
            </a:r>
            <a:r>
              <a:rPr sz="1000" spc="-10" dirty="0">
                <a:solidFill>
                  <a:srgbClr val="231F20"/>
                </a:solidFill>
                <a:latin typeface="Arial"/>
                <a:cs typeface="Arial"/>
              </a:rPr>
              <a:t>Dinner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entitled</a:t>
            </a:r>
            <a:r>
              <a:rPr sz="1000" spc="-10" dirty="0">
                <a:solidFill>
                  <a:srgbClr val="231F20"/>
                </a:solidFill>
                <a:latin typeface="Arial"/>
                <a:cs typeface="Arial"/>
              </a:rPr>
              <a:t> “Wakanda:</a:t>
            </a:r>
            <a:r>
              <a:rPr sz="1000" spc="-5" dirty="0">
                <a:solidFill>
                  <a:srgbClr val="231F20"/>
                </a:solidFill>
                <a:latin typeface="Arial"/>
                <a:cs typeface="Arial"/>
              </a:rPr>
              <a:t> </a:t>
            </a: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Are</a:t>
            </a:r>
            <a:r>
              <a:rPr sz="1000" spc="-10" dirty="0">
                <a:solidFill>
                  <a:srgbClr val="231F20"/>
                </a:solidFill>
                <a:latin typeface="Arial"/>
                <a:cs typeface="Arial"/>
              </a:rPr>
              <a:t> </a:t>
            </a:r>
            <a:r>
              <a:rPr sz="1000" spc="-20" dirty="0">
                <a:solidFill>
                  <a:srgbClr val="231F20"/>
                </a:solidFill>
                <a:latin typeface="Arial"/>
                <a:cs typeface="Arial"/>
              </a:rPr>
              <a:t>Family”.</a:t>
            </a:r>
            <a:r>
              <a:rPr sz="1000" spc="-5" dirty="0">
                <a:solidFill>
                  <a:srgbClr val="231F20"/>
                </a:solidFill>
                <a:latin typeface="Arial"/>
                <a:cs typeface="Arial"/>
              </a:rPr>
              <a:t> </a:t>
            </a:r>
            <a:r>
              <a:rPr sz="1000" spc="-20" dirty="0">
                <a:solidFill>
                  <a:srgbClr val="231F20"/>
                </a:solidFill>
                <a:latin typeface="Arial"/>
                <a:cs typeface="Arial"/>
              </a:rPr>
              <a:t>Moms,</a:t>
            </a:r>
            <a:r>
              <a:rPr sz="1000" spc="-10" dirty="0">
                <a:solidFill>
                  <a:srgbClr val="231F20"/>
                </a:solidFill>
                <a:latin typeface="Arial"/>
                <a:cs typeface="Arial"/>
              </a:rPr>
              <a:t> </a:t>
            </a:r>
            <a:r>
              <a:rPr sz="1000" spc="-20" dirty="0">
                <a:solidFill>
                  <a:srgbClr val="231F20"/>
                </a:solidFill>
                <a:latin typeface="Arial"/>
                <a:cs typeface="Arial"/>
              </a:rPr>
              <a:t>Dads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kids</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dinner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danced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night</a:t>
            </a:r>
            <a:r>
              <a:rPr sz="1000" spc="10" dirty="0">
                <a:solidFill>
                  <a:srgbClr val="231F20"/>
                </a:solidFill>
                <a:latin typeface="Arial"/>
                <a:cs typeface="Arial"/>
              </a:rPr>
              <a:t> </a:t>
            </a:r>
            <a:r>
              <a:rPr sz="1000" spc="-30" dirty="0">
                <a:solidFill>
                  <a:srgbClr val="231F20"/>
                </a:solidFill>
                <a:latin typeface="Arial"/>
                <a:cs typeface="Arial"/>
              </a:rPr>
              <a:t>away.</a:t>
            </a:r>
            <a:r>
              <a:rPr sz="1000" spc="10" dirty="0">
                <a:solidFill>
                  <a:srgbClr val="231F20"/>
                </a:solidFill>
                <a:latin typeface="Arial"/>
                <a:cs typeface="Arial"/>
              </a:rPr>
              <a:t> </a:t>
            </a:r>
            <a:r>
              <a:rPr sz="1000" spc="-20" dirty="0">
                <a:solidFill>
                  <a:srgbClr val="231F20"/>
                </a:solidFill>
                <a:latin typeface="Arial"/>
                <a:cs typeface="Arial"/>
              </a:rPr>
              <a:t>Jack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Jillers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age groups</a:t>
            </a:r>
            <a:r>
              <a:rPr sz="1000" spc="-5" dirty="0">
                <a:solidFill>
                  <a:srgbClr val="231F20"/>
                </a:solidFill>
                <a:latin typeface="Arial"/>
                <a:cs typeface="Arial"/>
              </a:rPr>
              <a:t> </a:t>
            </a:r>
            <a:r>
              <a:rPr sz="1000" dirty="0">
                <a:solidFill>
                  <a:srgbClr val="231F20"/>
                </a:solidFill>
                <a:latin typeface="Arial"/>
                <a:cs typeface="Arial"/>
              </a:rPr>
              <a:t>provided</a:t>
            </a:r>
            <a:r>
              <a:rPr sz="1000" spc="-5" dirty="0">
                <a:solidFill>
                  <a:srgbClr val="231F20"/>
                </a:solidFill>
                <a:latin typeface="Arial"/>
                <a:cs typeface="Arial"/>
              </a:rPr>
              <a:t> </a:t>
            </a:r>
            <a:r>
              <a:rPr sz="1000" spc="-10" dirty="0">
                <a:solidFill>
                  <a:srgbClr val="231F20"/>
                </a:solidFill>
                <a:latin typeface="Arial"/>
                <a:cs typeface="Arial"/>
              </a:rPr>
              <a:t>entertainment </a:t>
            </a:r>
            <a:r>
              <a:rPr sz="1000" dirty="0">
                <a:solidFill>
                  <a:srgbClr val="231F20"/>
                </a:solidFill>
                <a:latin typeface="Arial"/>
                <a:cs typeface="Arial"/>
              </a:rPr>
              <a:t>highlighting</a:t>
            </a:r>
            <a:r>
              <a:rPr sz="1000" spc="25" dirty="0">
                <a:solidFill>
                  <a:srgbClr val="231F20"/>
                </a:solidFill>
                <a:latin typeface="Arial"/>
                <a:cs typeface="Arial"/>
              </a:rPr>
              <a:t> </a:t>
            </a:r>
            <a:r>
              <a:rPr sz="1000" dirty="0">
                <a:solidFill>
                  <a:srgbClr val="231F20"/>
                </a:solidFill>
                <a:latin typeface="Arial"/>
                <a:cs typeface="Arial"/>
              </a:rPr>
              <a:t>each</a:t>
            </a:r>
            <a:r>
              <a:rPr sz="1000" spc="25" dirty="0">
                <a:solidFill>
                  <a:srgbClr val="231F20"/>
                </a:solidFill>
                <a:latin typeface="Arial"/>
                <a:cs typeface="Arial"/>
              </a:rPr>
              <a:t> </a:t>
            </a:r>
            <a:r>
              <a:rPr sz="1000" dirty="0">
                <a:solidFill>
                  <a:srgbClr val="231F20"/>
                </a:solidFill>
                <a:latin typeface="Arial"/>
                <a:cs typeface="Arial"/>
              </a:rPr>
              <a:t>child’s</a:t>
            </a:r>
            <a:r>
              <a:rPr sz="1000" spc="25" dirty="0">
                <a:solidFill>
                  <a:srgbClr val="231F20"/>
                </a:solidFill>
                <a:latin typeface="Arial"/>
                <a:cs typeface="Arial"/>
              </a:rPr>
              <a:t> </a:t>
            </a:r>
            <a:r>
              <a:rPr sz="1000" dirty="0">
                <a:solidFill>
                  <a:srgbClr val="231F20"/>
                </a:solidFill>
                <a:latin typeface="Arial"/>
                <a:cs typeface="Arial"/>
              </a:rPr>
              <a:t>individual</a:t>
            </a:r>
            <a:r>
              <a:rPr sz="1000" spc="30" dirty="0">
                <a:solidFill>
                  <a:srgbClr val="231F20"/>
                </a:solidFill>
                <a:latin typeface="Arial"/>
                <a:cs typeface="Arial"/>
              </a:rPr>
              <a:t> </a:t>
            </a:r>
            <a:r>
              <a:rPr sz="1000" dirty="0">
                <a:solidFill>
                  <a:srgbClr val="231F20"/>
                </a:solidFill>
                <a:latin typeface="Arial"/>
                <a:cs typeface="Arial"/>
              </a:rPr>
              <a:t>talent,</a:t>
            </a:r>
            <a:r>
              <a:rPr sz="1000" spc="25" dirty="0">
                <a:solidFill>
                  <a:srgbClr val="231F20"/>
                </a:solidFill>
                <a:latin typeface="Arial"/>
                <a:cs typeface="Arial"/>
              </a:rPr>
              <a:t> </a:t>
            </a:r>
            <a:r>
              <a:rPr sz="1000" dirty="0">
                <a:solidFill>
                  <a:srgbClr val="231F20"/>
                </a:solidFill>
                <a:latin typeface="Arial"/>
                <a:cs typeface="Arial"/>
              </a:rPr>
              <a:t>including</a:t>
            </a:r>
            <a:r>
              <a:rPr sz="1000" spc="2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special</a:t>
            </a:r>
            <a:r>
              <a:rPr sz="1000" spc="-5"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performance by</a:t>
            </a:r>
            <a:r>
              <a:rPr sz="1000" spc="-5" dirty="0">
                <a:solidFill>
                  <a:srgbClr val="231F20"/>
                </a:solidFill>
                <a:latin typeface="Arial"/>
                <a:cs typeface="Arial"/>
              </a:rPr>
              <a:t> </a:t>
            </a:r>
            <a:r>
              <a:rPr sz="1000" dirty="0">
                <a:solidFill>
                  <a:srgbClr val="231F20"/>
                </a:solidFill>
                <a:latin typeface="Arial"/>
                <a:cs typeface="Arial"/>
              </a:rPr>
              <a:t>our second</a:t>
            </a:r>
            <a:r>
              <a:rPr sz="1000" spc="-5" dirty="0">
                <a:solidFill>
                  <a:srgbClr val="231F20"/>
                </a:solidFill>
                <a:latin typeface="Arial"/>
                <a:cs typeface="Arial"/>
              </a:rPr>
              <a:t> </a:t>
            </a:r>
            <a:r>
              <a:rPr sz="1000" dirty="0">
                <a:solidFill>
                  <a:srgbClr val="231F20"/>
                </a:solidFill>
                <a:latin typeface="Arial"/>
                <a:cs typeface="Arial"/>
              </a:rPr>
              <a:t>and </a:t>
            </a:r>
            <a:r>
              <a:rPr sz="1000" spc="-20" dirty="0">
                <a:solidFill>
                  <a:srgbClr val="231F20"/>
                </a:solidFill>
                <a:latin typeface="Arial"/>
                <a:cs typeface="Arial"/>
              </a:rPr>
              <a:t>third </a:t>
            </a:r>
            <a:r>
              <a:rPr sz="1000" dirty="0">
                <a:solidFill>
                  <a:srgbClr val="231F20"/>
                </a:solidFill>
                <a:latin typeface="Arial"/>
                <a:cs typeface="Arial"/>
              </a:rPr>
              <a:t>graders.</a:t>
            </a:r>
            <a:r>
              <a:rPr sz="1000" spc="-30" dirty="0">
                <a:solidFill>
                  <a:srgbClr val="231F20"/>
                </a:solidFill>
                <a:latin typeface="Arial"/>
                <a:cs typeface="Arial"/>
              </a:rPr>
              <a:t> </a:t>
            </a:r>
            <a:r>
              <a:rPr sz="1000" dirty="0">
                <a:solidFill>
                  <a:srgbClr val="231F20"/>
                </a:solidFill>
                <a:latin typeface="Arial"/>
                <a:cs typeface="Arial"/>
              </a:rPr>
              <a:t>Graduating</a:t>
            </a:r>
            <a:r>
              <a:rPr sz="1000" spc="-25" dirty="0">
                <a:solidFill>
                  <a:srgbClr val="231F20"/>
                </a:solidFill>
                <a:latin typeface="Arial"/>
                <a:cs typeface="Arial"/>
              </a:rPr>
              <a:t> </a:t>
            </a:r>
            <a:r>
              <a:rPr sz="1000" dirty="0">
                <a:solidFill>
                  <a:srgbClr val="231F20"/>
                </a:solidFill>
                <a:latin typeface="Arial"/>
                <a:cs typeface="Arial"/>
              </a:rPr>
              <a:t>Senior</a:t>
            </a:r>
            <a:r>
              <a:rPr sz="1000" spc="-25" dirty="0">
                <a:solidFill>
                  <a:srgbClr val="231F20"/>
                </a:solidFill>
                <a:latin typeface="Arial"/>
                <a:cs typeface="Arial"/>
              </a:rPr>
              <a:t> </a:t>
            </a:r>
            <a:r>
              <a:rPr sz="1000" spc="-20" dirty="0">
                <a:solidFill>
                  <a:srgbClr val="231F20"/>
                </a:solidFill>
                <a:latin typeface="Arial"/>
                <a:cs typeface="Arial"/>
              </a:rPr>
              <a:t>Teens</a:t>
            </a:r>
            <a:r>
              <a:rPr sz="1000" spc="-30" dirty="0">
                <a:solidFill>
                  <a:srgbClr val="231F20"/>
                </a:solidFill>
                <a:latin typeface="Arial"/>
                <a:cs typeface="Arial"/>
              </a:rPr>
              <a:t> </a:t>
            </a:r>
            <a:r>
              <a:rPr sz="1000" dirty="0">
                <a:solidFill>
                  <a:srgbClr val="231F20"/>
                </a:solidFill>
                <a:latin typeface="Arial"/>
                <a:cs typeface="Arial"/>
              </a:rPr>
              <a:t>were</a:t>
            </a:r>
            <a:r>
              <a:rPr sz="1000" spc="-25" dirty="0">
                <a:solidFill>
                  <a:srgbClr val="231F20"/>
                </a:solidFill>
                <a:latin typeface="Arial"/>
                <a:cs typeface="Arial"/>
              </a:rPr>
              <a:t> </a:t>
            </a:r>
            <a:r>
              <a:rPr sz="1000" dirty="0">
                <a:solidFill>
                  <a:srgbClr val="231F20"/>
                </a:solidFill>
                <a:latin typeface="Arial"/>
                <a:cs typeface="Arial"/>
              </a:rPr>
              <a:t>celebrated</a:t>
            </a:r>
            <a:r>
              <a:rPr sz="1000" spc="-25"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parents</a:t>
            </a:r>
            <a:r>
              <a:rPr sz="1000" spc="-10" dirty="0">
                <a:solidFill>
                  <a:srgbClr val="231F20"/>
                </a:solidFill>
                <a:latin typeface="Arial"/>
                <a:cs typeface="Arial"/>
              </a:rPr>
              <a:t> </a:t>
            </a:r>
            <a:r>
              <a:rPr sz="1000" dirty="0">
                <a:solidFill>
                  <a:srgbClr val="231F20"/>
                </a:solidFill>
                <a:latin typeface="Arial"/>
                <a:cs typeface="Arial"/>
              </a:rPr>
              <a:t>came</a:t>
            </a:r>
            <a:r>
              <a:rPr sz="1000" spc="-5" dirty="0">
                <a:solidFill>
                  <a:srgbClr val="231F20"/>
                </a:solidFill>
                <a:latin typeface="Arial"/>
                <a:cs typeface="Arial"/>
              </a:rPr>
              <a:t> </a:t>
            </a:r>
            <a:r>
              <a:rPr sz="1000" dirty="0">
                <a:solidFill>
                  <a:srgbClr val="231F20"/>
                </a:solidFill>
                <a:latin typeface="Arial"/>
                <a:cs typeface="Arial"/>
              </a:rPr>
              <a:t>forward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share</a:t>
            </a:r>
            <a:r>
              <a:rPr sz="1000" spc="-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Jill </a:t>
            </a:r>
            <a:r>
              <a:rPr sz="1000" dirty="0">
                <a:solidFill>
                  <a:srgbClr val="231F20"/>
                </a:solidFill>
                <a:latin typeface="Arial"/>
                <a:cs typeface="Arial"/>
              </a:rPr>
              <a:t>Montgomery</a:t>
            </a:r>
            <a:r>
              <a:rPr sz="1000" spc="15" dirty="0">
                <a:solidFill>
                  <a:srgbClr val="231F20"/>
                </a:solidFill>
                <a:latin typeface="Arial"/>
                <a:cs typeface="Arial"/>
              </a:rPr>
              <a:t> </a:t>
            </a:r>
            <a:r>
              <a:rPr sz="1000" dirty="0">
                <a:solidFill>
                  <a:srgbClr val="231F20"/>
                </a:solidFill>
                <a:latin typeface="Arial"/>
                <a:cs typeface="Arial"/>
              </a:rPr>
              <a:t>County</a:t>
            </a:r>
            <a:r>
              <a:rPr sz="1000" spc="1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shaped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lives.</a:t>
            </a:r>
            <a:endParaRPr sz="1000">
              <a:latin typeface="Arial"/>
              <a:cs typeface="Arial"/>
            </a:endParaRPr>
          </a:p>
          <a:p>
            <a:pPr marL="12700" marR="135890">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filled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members </a:t>
            </a:r>
            <a:r>
              <a:rPr sz="1000" dirty="0">
                <a:solidFill>
                  <a:srgbClr val="231F20"/>
                </a:solidFill>
                <a:latin typeface="Arial"/>
                <a:cs typeface="Arial"/>
              </a:rPr>
              <a:t>shared</a:t>
            </a:r>
            <a:r>
              <a:rPr sz="1000" spc="5" dirty="0">
                <a:solidFill>
                  <a:srgbClr val="231F20"/>
                </a:solidFill>
                <a:latin typeface="Arial"/>
                <a:cs typeface="Arial"/>
              </a:rPr>
              <a:t> </a:t>
            </a:r>
            <a:r>
              <a:rPr sz="1000" dirty="0">
                <a:solidFill>
                  <a:srgbClr val="231F20"/>
                </a:solidFill>
                <a:latin typeface="Arial"/>
                <a:cs typeface="Arial"/>
              </a:rPr>
              <a:t>another</a:t>
            </a:r>
            <a:r>
              <a:rPr sz="1000" spc="10" dirty="0">
                <a:solidFill>
                  <a:srgbClr val="231F20"/>
                </a:solidFill>
                <a:latin typeface="Arial"/>
                <a:cs typeface="Arial"/>
              </a:rPr>
              <a:t> </a:t>
            </a:r>
            <a:r>
              <a:rPr sz="1000" dirty="0">
                <a:solidFill>
                  <a:srgbClr val="231F20"/>
                </a:solidFill>
                <a:latin typeface="Arial"/>
                <a:cs typeface="Arial"/>
              </a:rPr>
              <a:t>outstanding</a:t>
            </a:r>
            <a:r>
              <a:rPr sz="1000" spc="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programming!</a:t>
            </a:r>
            <a:endParaRPr sz="1000">
              <a:latin typeface="Arial"/>
              <a:cs typeface="Arial"/>
            </a:endParaRPr>
          </a:p>
          <a:p>
            <a:pPr marL="12700" marR="7366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helped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organize</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Young</a:t>
            </a:r>
            <a:r>
              <a:rPr sz="1000" spc="-5" dirty="0">
                <a:solidFill>
                  <a:srgbClr val="231F20"/>
                </a:solidFill>
                <a:latin typeface="Arial"/>
                <a:cs typeface="Arial"/>
              </a:rPr>
              <a:t> </a:t>
            </a:r>
            <a:r>
              <a:rPr sz="1000" dirty="0">
                <a:solidFill>
                  <a:srgbClr val="231F20"/>
                </a:solidFill>
                <a:latin typeface="Arial"/>
                <a:cs typeface="Arial"/>
              </a:rPr>
              <a:t>Gifted</a:t>
            </a:r>
            <a:r>
              <a:rPr sz="1000" spc="-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Black selective college </a:t>
            </a:r>
            <a:r>
              <a:rPr sz="1000" spc="-10" dirty="0">
                <a:solidFill>
                  <a:srgbClr val="231F20"/>
                </a:solidFill>
                <a:latin typeface="Arial"/>
                <a:cs typeface="Arial"/>
              </a:rPr>
              <a:t>admission</a:t>
            </a:r>
            <a:r>
              <a:rPr sz="1000" dirty="0">
                <a:solidFill>
                  <a:srgbClr val="231F20"/>
                </a:solidFill>
                <a:latin typeface="Arial"/>
                <a:cs typeface="Arial"/>
              </a:rPr>
              <a:t> fair in October.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fair</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approximately</a:t>
            </a:r>
            <a:r>
              <a:rPr sz="1000" spc="-5" dirty="0">
                <a:solidFill>
                  <a:srgbClr val="231F20"/>
                </a:solidFill>
                <a:latin typeface="Arial"/>
                <a:cs typeface="Arial"/>
              </a:rPr>
              <a:t> </a:t>
            </a:r>
            <a:r>
              <a:rPr sz="1000" spc="50" dirty="0">
                <a:solidFill>
                  <a:srgbClr val="231F20"/>
                </a:solidFill>
                <a:latin typeface="Arial"/>
                <a:cs typeface="Arial"/>
              </a:rPr>
              <a:t>300</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spc="-20" dirty="0">
                <a:solidFill>
                  <a:srgbClr val="231F20"/>
                </a:solidFill>
                <a:latin typeface="Arial"/>
                <a:cs typeface="Arial"/>
              </a:rPr>
              <a:t>moms.</a:t>
            </a:r>
            <a:r>
              <a:rPr sz="1000" spc="-10" dirty="0">
                <a:solidFill>
                  <a:srgbClr val="231F20"/>
                </a:solidFill>
                <a:latin typeface="Arial"/>
                <a:cs typeface="Arial"/>
              </a:rPr>
              <a:t> Admissions </a:t>
            </a:r>
            <a:r>
              <a:rPr sz="1000" dirty="0">
                <a:solidFill>
                  <a:srgbClr val="231F20"/>
                </a:solidFill>
                <a:latin typeface="Arial"/>
                <a:cs typeface="Arial"/>
              </a:rPr>
              <a:t>directors</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Bates </a:t>
            </a:r>
            <a:r>
              <a:rPr sz="1000" dirty="0">
                <a:solidFill>
                  <a:srgbClr val="231F20"/>
                </a:solidFill>
                <a:latin typeface="Arial"/>
                <a:cs typeface="Arial"/>
              </a:rPr>
              <a:t>College,</a:t>
            </a:r>
            <a:r>
              <a:rPr sz="1000" spc="-10" dirty="0">
                <a:solidFill>
                  <a:srgbClr val="231F20"/>
                </a:solidFill>
                <a:latin typeface="Arial"/>
                <a:cs typeface="Arial"/>
              </a:rPr>
              <a:t> </a:t>
            </a:r>
            <a:r>
              <a:rPr sz="1000" spc="-20" dirty="0">
                <a:solidFill>
                  <a:srgbClr val="231F20"/>
                </a:solidFill>
                <a:latin typeface="Arial"/>
                <a:cs typeface="Arial"/>
              </a:rPr>
              <a:t>Emory </a:t>
            </a:r>
            <a:r>
              <a:rPr sz="1000" spc="-10" dirty="0">
                <a:solidFill>
                  <a:srgbClr val="231F20"/>
                </a:solidFill>
                <a:latin typeface="Arial"/>
                <a:cs typeface="Arial"/>
              </a:rPr>
              <a:t>University,</a:t>
            </a:r>
            <a:r>
              <a:rPr sz="1000" spc="-5" dirty="0">
                <a:solidFill>
                  <a:srgbClr val="231F20"/>
                </a:solidFill>
                <a:latin typeface="Arial"/>
                <a:cs typeface="Arial"/>
              </a:rPr>
              <a:t> </a:t>
            </a:r>
            <a:r>
              <a:rPr sz="1000" dirty="0">
                <a:solidFill>
                  <a:srgbClr val="231F20"/>
                </a:solidFill>
                <a:latin typeface="Arial"/>
                <a:cs typeface="Arial"/>
              </a:rPr>
              <a:t>Johns</a:t>
            </a:r>
            <a:r>
              <a:rPr sz="1000" spc="-5" dirty="0">
                <a:solidFill>
                  <a:srgbClr val="231F20"/>
                </a:solidFill>
                <a:latin typeface="Arial"/>
                <a:cs typeface="Arial"/>
              </a:rPr>
              <a:t> </a:t>
            </a:r>
            <a:r>
              <a:rPr sz="1000" dirty="0">
                <a:solidFill>
                  <a:srgbClr val="231F20"/>
                </a:solidFill>
                <a:latin typeface="Arial"/>
                <a:cs typeface="Arial"/>
              </a:rPr>
              <a:t>Hopkins</a:t>
            </a:r>
            <a:r>
              <a:rPr sz="1000" spc="-5" dirty="0">
                <a:solidFill>
                  <a:srgbClr val="231F20"/>
                </a:solidFill>
                <a:latin typeface="Arial"/>
                <a:cs typeface="Arial"/>
              </a:rPr>
              <a:t> </a:t>
            </a:r>
            <a:r>
              <a:rPr sz="1000" spc="-10" dirty="0">
                <a:solidFill>
                  <a:srgbClr val="231F20"/>
                </a:solidFill>
                <a:latin typeface="Arial"/>
                <a:cs typeface="Arial"/>
              </a:rPr>
              <a:t>University,</a:t>
            </a:r>
            <a:r>
              <a:rPr sz="1000" dirty="0">
                <a:solidFill>
                  <a:srgbClr val="231F20"/>
                </a:solidFill>
                <a:latin typeface="Arial"/>
                <a:cs typeface="Arial"/>
              </a:rPr>
              <a:t> </a:t>
            </a:r>
            <a:r>
              <a:rPr sz="1000" spc="-10" dirty="0">
                <a:solidFill>
                  <a:srgbClr val="231F20"/>
                </a:solidFill>
                <a:latin typeface="Arial"/>
                <a:cs typeface="Arial"/>
              </a:rPr>
              <a:t>Pomona</a:t>
            </a:r>
            <a:r>
              <a:rPr sz="1000" spc="-5" dirty="0">
                <a:solidFill>
                  <a:srgbClr val="231F20"/>
                </a:solidFill>
                <a:latin typeface="Arial"/>
                <a:cs typeface="Arial"/>
              </a:rPr>
              <a:t> </a:t>
            </a:r>
            <a:r>
              <a:rPr sz="1000" spc="-10" dirty="0">
                <a:solidFill>
                  <a:srgbClr val="231F20"/>
                </a:solidFill>
                <a:latin typeface="Arial"/>
                <a:cs typeface="Arial"/>
              </a:rPr>
              <a:t>College, </a:t>
            </a:r>
            <a:r>
              <a:rPr sz="1000" dirty="0">
                <a:solidFill>
                  <a:srgbClr val="231F20"/>
                </a:solidFill>
                <a:latin typeface="Arial"/>
                <a:cs typeface="Arial"/>
              </a:rPr>
              <a:t>University of</a:t>
            </a:r>
            <a:r>
              <a:rPr sz="1000" spc="5" dirty="0">
                <a:solidFill>
                  <a:srgbClr val="231F20"/>
                </a:solidFill>
                <a:latin typeface="Arial"/>
                <a:cs typeface="Arial"/>
              </a:rPr>
              <a:t> </a:t>
            </a:r>
            <a:r>
              <a:rPr sz="1000" dirty="0">
                <a:solidFill>
                  <a:srgbClr val="231F20"/>
                </a:solidFill>
                <a:latin typeface="Arial"/>
                <a:cs typeface="Arial"/>
              </a:rPr>
              <a:t>Maryland and</a:t>
            </a:r>
            <a:r>
              <a:rPr sz="1000" spc="5" dirty="0">
                <a:solidFill>
                  <a:srgbClr val="231F20"/>
                </a:solidFill>
                <a:latin typeface="Arial"/>
                <a:cs typeface="Arial"/>
              </a:rPr>
              <a:t> </a:t>
            </a:r>
            <a:r>
              <a:rPr sz="1000" spc="-20" dirty="0">
                <a:solidFill>
                  <a:srgbClr val="231F20"/>
                </a:solidFill>
                <a:latin typeface="Arial"/>
                <a:cs typeface="Arial"/>
              </a:rPr>
              <a:t>Williams</a:t>
            </a:r>
            <a:r>
              <a:rPr sz="1000" dirty="0">
                <a:solidFill>
                  <a:srgbClr val="231F20"/>
                </a:solidFill>
                <a:latin typeface="Arial"/>
                <a:cs typeface="Arial"/>
              </a:rPr>
              <a:t> College</a:t>
            </a:r>
            <a:r>
              <a:rPr sz="1000" spc="5" dirty="0">
                <a:solidFill>
                  <a:srgbClr val="231F20"/>
                </a:solidFill>
                <a:latin typeface="Arial"/>
                <a:cs typeface="Arial"/>
              </a:rPr>
              <a:t> </a:t>
            </a:r>
            <a:r>
              <a:rPr sz="1000" spc="-10" dirty="0">
                <a:solidFill>
                  <a:srgbClr val="231F20"/>
                </a:solidFill>
                <a:latin typeface="Arial"/>
                <a:cs typeface="Arial"/>
              </a:rPr>
              <a:t>participated.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identified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plight</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homeless</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theme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found</a:t>
            </a:r>
            <a:r>
              <a:rPr sz="1000" spc="-10" dirty="0">
                <a:solidFill>
                  <a:srgbClr val="231F20"/>
                </a:solidFill>
                <a:latin typeface="Arial"/>
                <a:cs typeface="Arial"/>
              </a:rPr>
              <a:t> </a:t>
            </a:r>
            <a:r>
              <a:rPr sz="1000" dirty="0">
                <a:solidFill>
                  <a:srgbClr val="231F20"/>
                </a:solidFill>
                <a:latin typeface="Arial"/>
                <a:cs typeface="Arial"/>
              </a:rPr>
              <a:t>various</a:t>
            </a:r>
            <a:r>
              <a:rPr sz="1000" spc="-10" dirty="0">
                <a:solidFill>
                  <a:srgbClr val="231F20"/>
                </a:solidFill>
                <a:latin typeface="Arial"/>
                <a:cs typeface="Arial"/>
              </a:rPr>
              <a:t> ways </a:t>
            </a:r>
            <a:r>
              <a:rPr sz="1000" spc="-25" dirty="0">
                <a:solidFill>
                  <a:srgbClr val="231F20"/>
                </a:solidFill>
                <a:latin typeface="Arial"/>
                <a:cs typeface="Arial"/>
              </a:rPr>
              <a:t>to </a:t>
            </a:r>
            <a:r>
              <a:rPr sz="1000" dirty="0">
                <a:solidFill>
                  <a:srgbClr val="231F20"/>
                </a:solidFill>
                <a:latin typeface="Arial"/>
                <a:cs typeface="Arial"/>
              </a:rPr>
              <a:t>do so</a:t>
            </a:r>
            <a:r>
              <a:rPr sz="1000" spc="5" dirty="0">
                <a:solidFill>
                  <a:srgbClr val="231F20"/>
                </a:solidFill>
                <a:latin typeface="Arial"/>
                <a:cs typeface="Arial"/>
              </a:rPr>
              <a:t> </a:t>
            </a:r>
            <a:r>
              <a:rPr sz="1000" dirty="0">
                <a:solidFill>
                  <a:srgbClr val="231F20"/>
                </a:solidFill>
                <a:latin typeface="Arial"/>
                <a:cs typeface="Arial"/>
              </a:rPr>
              <a:t>ranging</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its work</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Stepping</a:t>
            </a:r>
            <a:r>
              <a:rPr sz="1000" spc="5" dirty="0">
                <a:solidFill>
                  <a:srgbClr val="231F20"/>
                </a:solidFill>
                <a:latin typeface="Arial"/>
                <a:cs typeface="Arial"/>
              </a:rPr>
              <a:t> </a:t>
            </a:r>
            <a:r>
              <a:rPr sz="1000" spc="-10" dirty="0">
                <a:solidFill>
                  <a:srgbClr val="231F20"/>
                </a:solidFill>
                <a:latin typeface="Arial"/>
                <a:cs typeface="Arial"/>
              </a:rPr>
              <a:t>Stones</a:t>
            </a:r>
            <a:r>
              <a:rPr sz="1000" dirty="0">
                <a:solidFill>
                  <a:srgbClr val="231F20"/>
                </a:solidFill>
                <a:latin typeface="Arial"/>
                <a:cs typeface="Arial"/>
              </a:rPr>
              <a:t> </a:t>
            </a:r>
            <a:r>
              <a:rPr sz="1000" spc="-10" dirty="0">
                <a:solidFill>
                  <a:srgbClr val="231F20"/>
                </a:solidFill>
                <a:latin typeface="Arial"/>
                <a:cs typeface="Arial"/>
              </a:rPr>
              <a:t>Shelter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grade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a:p>
            <a:pPr marL="12700" marR="26670">
              <a:lnSpc>
                <a:spcPct val="100000"/>
              </a:lnSpc>
            </a:pPr>
            <a:r>
              <a:rPr sz="100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continued</a:t>
            </a:r>
            <a:r>
              <a:rPr sz="1000" spc="25" dirty="0">
                <a:solidFill>
                  <a:srgbClr val="231F20"/>
                </a:solidFill>
                <a:latin typeface="Arial"/>
                <a:cs typeface="Arial"/>
              </a:rPr>
              <a:t> </a:t>
            </a:r>
            <a:r>
              <a:rPr sz="1000" dirty="0">
                <a:solidFill>
                  <a:srgbClr val="231F20"/>
                </a:solidFill>
                <a:latin typeface="Arial"/>
                <a:cs typeface="Arial"/>
              </a:rPr>
              <a:t>its</a:t>
            </a:r>
            <a:r>
              <a:rPr sz="1000" spc="20" dirty="0">
                <a:solidFill>
                  <a:srgbClr val="231F20"/>
                </a:solidFill>
                <a:latin typeface="Arial"/>
                <a:cs typeface="Arial"/>
              </a:rPr>
              <a:t> </a:t>
            </a:r>
            <a:r>
              <a:rPr sz="1000" dirty="0">
                <a:solidFill>
                  <a:srgbClr val="231F20"/>
                </a:solidFill>
                <a:latin typeface="Arial"/>
                <a:cs typeface="Arial"/>
              </a:rPr>
              <a:t>partnership</a:t>
            </a:r>
            <a:r>
              <a:rPr sz="1000" spc="2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March</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spc="-20" dirty="0">
                <a:solidFill>
                  <a:srgbClr val="231F20"/>
                </a:solidFill>
                <a:latin typeface="Arial"/>
                <a:cs typeface="Arial"/>
              </a:rPr>
              <a:t>Dimes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both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Kendra</a:t>
            </a:r>
            <a:r>
              <a:rPr sz="1000" spc="15" dirty="0">
                <a:solidFill>
                  <a:srgbClr val="231F20"/>
                </a:solidFill>
                <a:latin typeface="Arial"/>
                <a:cs typeface="Arial"/>
              </a:rPr>
              <a:t> </a:t>
            </a:r>
            <a:r>
              <a:rPr sz="1000" dirty="0">
                <a:solidFill>
                  <a:srgbClr val="231F20"/>
                </a:solidFill>
                <a:latin typeface="Arial"/>
                <a:cs typeface="Arial"/>
              </a:rPr>
              <a:t>Scott</a:t>
            </a:r>
            <a:r>
              <a:rPr sz="1000" spc="15" dirty="0">
                <a:solidFill>
                  <a:srgbClr val="231F20"/>
                </a:solidFill>
                <a:latin typeface="Arial"/>
                <a:cs typeface="Arial"/>
              </a:rPr>
              <a:t> </a:t>
            </a:r>
            <a:r>
              <a:rPr sz="1000" dirty="0">
                <a:solidFill>
                  <a:srgbClr val="231F20"/>
                </a:solidFill>
                <a:latin typeface="Arial"/>
                <a:cs typeface="Arial"/>
              </a:rPr>
              <a:t>benefit</a:t>
            </a:r>
            <a:r>
              <a:rPr sz="1000" spc="10" dirty="0">
                <a:solidFill>
                  <a:srgbClr val="231F20"/>
                </a:solidFill>
                <a:latin typeface="Arial"/>
                <a:cs typeface="Arial"/>
              </a:rPr>
              <a:t> </a:t>
            </a:r>
            <a:r>
              <a:rPr sz="1000" spc="-10" dirty="0">
                <a:solidFill>
                  <a:srgbClr val="231F20"/>
                </a:solidFill>
                <a:latin typeface="Arial"/>
                <a:cs typeface="Arial"/>
              </a:rPr>
              <a:t>fundraiser</a:t>
            </a:r>
            <a:r>
              <a:rPr sz="1000" spc="50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December</a:t>
            </a:r>
            <a:r>
              <a:rPr sz="1000" spc="-2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well</a:t>
            </a:r>
            <a:r>
              <a:rPr sz="1000" spc="-25"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annual</a:t>
            </a:r>
            <a:r>
              <a:rPr sz="1000" spc="-25" dirty="0">
                <a:solidFill>
                  <a:srgbClr val="231F20"/>
                </a:solidFill>
                <a:latin typeface="Arial"/>
                <a:cs typeface="Arial"/>
              </a:rPr>
              <a:t> </a:t>
            </a:r>
            <a:r>
              <a:rPr sz="1000" spc="-20" dirty="0">
                <a:solidFill>
                  <a:srgbClr val="231F20"/>
                </a:solidFill>
                <a:latin typeface="Arial"/>
                <a:cs typeface="Arial"/>
              </a:rPr>
              <a:t>Walk </a:t>
            </a:r>
            <a:r>
              <a:rPr sz="1000" dirty="0">
                <a:solidFill>
                  <a:srgbClr val="231F20"/>
                </a:solidFill>
                <a:latin typeface="Arial"/>
                <a:cs typeface="Arial"/>
              </a:rPr>
              <a:t>for</a:t>
            </a:r>
            <a:r>
              <a:rPr sz="1000" spc="-25" dirty="0">
                <a:solidFill>
                  <a:srgbClr val="231F20"/>
                </a:solidFill>
                <a:latin typeface="Arial"/>
                <a:cs typeface="Arial"/>
              </a:rPr>
              <a:t> </a:t>
            </a:r>
            <a:r>
              <a:rPr sz="1000" spc="-10" dirty="0">
                <a:solidFill>
                  <a:srgbClr val="231F20"/>
                </a:solidFill>
                <a:latin typeface="Arial"/>
                <a:cs typeface="Arial"/>
              </a:rPr>
              <a:t>Babies</a:t>
            </a:r>
            <a:endParaRPr sz="1000">
              <a:latin typeface="Arial"/>
              <a:cs typeface="Arial"/>
            </a:endParaRPr>
          </a:p>
          <a:p>
            <a:pPr marL="12700" marR="137160">
              <a:lnSpc>
                <a:spcPct val="100000"/>
              </a:lnSpc>
            </a:pPr>
            <a:r>
              <a:rPr sz="1000" dirty="0">
                <a:solidFill>
                  <a:srgbClr val="231F20"/>
                </a:solidFill>
                <a:latin typeface="Arial"/>
                <a:cs typeface="Arial"/>
              </a:rPr>
              <a:t>event</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April.</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December</a:t>
            </a:r>
            <a:r>
              <a:rPr sz="1000" spc="-15" dirty="0">
                <a:solidFill>
                  <a:srgbClr val="231F20"/>
                </a:solidFill>
                <a:latin typeface="Arial"/>
                <a:cs typeface="Arial"/>
              </a:rPr>
              <a:t> </a:t>
            </a:r>
            <a:r>
              <a:rPr sz="1000" spc="-20" dirty="0">
                <a:solidFill>
                  <a:srgbClr val="231F20"/>
                </a:solidFill>
                <a:latin typeface="Arial"/>
                <a:cs typeface="Arial"/>
              </a:rPr>
              <a:t>2018,</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adopted </a:t>
            </a:r>
            <a:r>
              <a:rPr sz="1000" dirty="0">
                <a:solidFill>
                  <a:srgbClr val="231F20"/>
                </a:solidFill>
                <a:latin typeface="Arial"/>
                <a:cs typeface="Arial"/>
              </a:rPr>
              <a:t>families for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holidays</a:t>
            </a:r>
            <a:r>
              <a:rPr sz="1000" spc="5" dirty="0">
                <a:solidFill>
                  <a:srgbClr val="231F20"/>
                </a:solidFill>
                <a:latin typeface="Arial"/>
                <a:cs typeface="Arial"/>
              </a:rPr>
              <a:t> </a:t>
            </a:r>
            <a:r>
              <a:rPr sz="1000" dirty="0">
                <a:solidFill>
                  <a:srgbClr val="231F20"/>
                </a:solidFill>
                <a:latin typeface="Arial"/>
                <a:cs typeface="Arial"/>
              </a:rPr>
              <a:t>in partnership</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Stepping Stones</a:t>
            </a:r>
            <a:r>
              <a:rPr sz="1000" spc="5" dirty="0">
                <a:solidFill>
                  <a:srgbClr val="231F20"/>
                </a:solidFill>
                <a:latin typeface="Arial"/>
                <a:cs typeface="Arial"/>
              </a:rPr>
              <a:t> </a:t>
            </a:r>
            <a:r>
              <a:rPr sz="1000" dirty="0">
                <a:solidFill>
                  <a:srgbClr val="231F20"/>
                </a:solidFill>
                <a:latin typeface="Arial"/>
                <a:cs typeface="Arial"/>
              </a:rPr>
              <a:t>shelter</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address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impact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poverty</a:t>
            </a:r>
            <a:r>
              <a:rPr sz="1000" spc="10" dirty="0">
                <a:solidFill>
                  <a:srgbClr val="231F20"/>
                </a:solidFill>
                <a:latin typeface="Arial"/>
                <a:cs typeface="Arial"/>
              </a:rPr>
              <a:t> </a:t>
            </a:r>
            <a:r>
              <a:rPr sz="1000" spc="-20" dirty="0">
                <a:solidFill>
                  <a:srgbClr val="231F20"/>
                </a:solidFill>
                <a:latin typeface="Arial"/>
                <a:cs typeface="Arial"/>
              </a:rPr>
              <a:t>among </a:t>
            </a:r>
            <a:r>
              <a:rPr sz="1000" dirty="0">
                <a:solidFill>
                  <a:srgbClr val="231F20"/>
                </a:solidFill>
                <a:latin typeface="Arial"/>
                <a:cs typeface="Arial"/>
              </a:rPr>
              <a:t>children and </a:t>
            </a:r>
            <a:r>
              <a:rPr sz="1000" spc="-10" dirty="0">
                <a:solidFill>
                  <a:srgbClr val="231F20"/>
                </a:solidFill>
                <a:latin typeface="Arial"/>
                <a:cs typeface="Arial"/>
              </a:rPr>
              <a:t>families.</a:t>
            </a:r>
            <a:r>
              <a:rPr sz="1000" dirty="0">
                <a:solidFill>
                  <a:srgbClr val="231F20"/>
                </a:solidFill>
                <a:latin typeface="Arial"/>
                <a:cs typeface="Arial"/>
              </a:rPr>
              <a:t> The chapter celebrated its</a:t>
            </a:r>
            <a:r>
              <a:rPr sz="1000" spc="5" dirty="0">
                <a:solidFill>
                  <a:srgbClr val="231F20"/>
                </a:solidFill>
                <a:latin typeface="Arial"/>
                <a:cs typeface="Arial"/>
              </a:rPr>
              <a:t> </a:t>
            </a:r>
            <a:r>
              <a:rPr sz="1000" spc="-10" dirty="0">
                <a:solidFill>
                  <a:srgbClr val="231F20"/>
                </a:solidFill>
                <a:latin typeface="Arial"/>
                <a:cs typeface="Arial"/>
              </a:rPr>
              <a:t>hosting </a:t>
            </a:r>
            <a:r>
              <a:rPr sz="1000" dirty="0">
                <a:solidFill>
                  <a:srgbClr val="231F20"/>
                </a:solidFill>
                <a:latin typeface="Arial"/>
                <a:cs typeface="Arial"/>
              </a:rPr>
              <a:t>the</a:t>
            </a:r>
            <a:r>
              <a:rPr sz="1000" spc="-15" dirty="0">
                <a:solidFill>
                  <a:srgbClr val="231F20"/>
                </a:solidFill>
                <a:latin typeface="Arial"/>
                <a:cs typeface="Arial"/>
              </a:rPr>
              <a:t> </a:t>
            </a:r>
            <a:r>
              <a:rPr sz="1000" spc="-20" dirty="0">
                <a:solidFill>
                  <a:srgbClr val="231F20"/>
                </a:solidFill>
                <a:latin typeface="Arial"/>
                <a:cs typeface="Arial"/>
              </a:rPr>
              <a:t>10th</a:t>
            </a:r>
            <a:r>
              <a:rPr sz="1000" spc="-15" dirty="0">
                <a:solidFill>
                  <a:srgbClr val="231F20"/>
                </a:solidFill>
                <a:latin typeface="Arial"/>
                <a:cs typeface="Arial"/>
              </a:rPr>
              <a:t> </a:t>
            </a:r>
            <a:r>
              <a:rPr sz="1000" dirty="0">
                <a:solidFill>
                  <a:srgbClr val="231F20"/>
                </a:solidFill>
                <a:latin typeface="Arial"/>
                <a:cs typeface="Arial"/>
              </a:rPr>
              <a:t>Annual</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Spelling</a:t>
            </a:r>
            <a:r>
              <a:rPr sz="1000" spc="-15" dirty="0">
                <a:solidFill>
                  <a:srgbClr val="231F20"/>
                </a:solidFill>
                <a:latin typeface="Arial"/>
                <a:cs typeface="Arial"/>
              </a:rPr>
              <a:t> </a:t>
            </a:r>
            <a:r>
              <a:rPr sz="1000" dirty="0">
                <a:solidFill>
                  <a:srgbClr val="231F20"/>
                </a:solidFill>
                <a:latin typeface="Arial"/>
                <a:cs typeface="Arial"/>
              </a:rPr>
              <a:t>Bee</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Oratorical </a:t>
            </a:r>
            <a:r>
              <a:rPr sz="1000" dirty="0">
                <a:solidFill>
                  <a:srgbClr val="231F20"/>
                </a:solidFill>
                <a:latin typeface="Arial"/>
                <a:cs typeface="Arial"/>
              </a:rPr>
              <a:t>Competition</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event</a:t>
            </a:r>
            <a:r>
              <a:rPr sz="1000" spc="15"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spc="-10" dirty="0">
                <a:solidFill>
                  <a:srgbClr val="231F20"/>
                </a:solidFill>
                <a:latin typeface="Arial"/>
                <a:cs typeface="Arial"/>
              </a:rPr>
              <a:t>February</a:t>
            </a:r>
            <a:endParaRPr sz="1000">
              <a:latin typeface="Arial"/>
              <a:cs typeface="Arial"/>
            </a:endParaRPr>
          </a:p>
          <a:p>
            <a:pPr marL="12700" marR="124460">
              <a:lnSpc>
                <a:spcPct val="100000"/>
              </a:lnSpc>
            </a:pPr>
            <a:r>
              <a:rPr sz="1000" dirty="0">
                <a:solidFill>
                  <a:srgbClr val="231F20"/>
                </a:solidFill>
                <a:latin typeface="Arial"/>
                <a:cs typeface="Arial"/>
              </a:rPr>
              <a:t>23,</a:t>
            </a:r>
            <a:r>
              <a:rPr sz="1000" spc="-10" dirty="0">
                <a:solidFill>
                  <a:srgbClr val="231F20"/>
                </a:solidFill>
                <a:latin typeface="Arial"/>
                <a:cs typeface="Arial"/>
              </a:rPr>
              <a:t> </a:t>
            </a:r>
            <a:r>
              <a:rPr sz="1000" spc="-25" dirty="0">
                <a:solidFill>
                  <a:srgbClr val="231F20"/>
                </a:solidFill>
                <a:latin typeface="Arial"/>
                <a:cs typeface="Arial"/>
              </a:rPr>
              <a:t>2019.</a:t>
            </a:r>
            <a:r>
              <a:rPr sz="1000" spc="-5" dirty="0">
                <a:solidFill>
                  <a:srgbClr val="231F20"/>
                </a:solidFill>
                <a:latin typeface="Arial"/>
                <a:cs typeface="Arial"/>
              </a:rPr>
              <a:t> </a:t>
            </a:r>
            <a:r>
              <a:rPr sz="1000" spc="-10" dirty="0">
                <a:solidFill>
                  <a:srgbClr val="231F20"/>
                </a:solidFill>
                <a:latin typeface="Arial"/>
                <a:cs typeface="Arial"/>
              </a:rPr>
              <a:t>This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well</a:t>
            </a:r>
            <a:r>
              <a:rPr sz="1000" spc="-5" dirty="0">
                <a:solidFill>
                  <a:srgbClr val="231F20"/>
                </a:solidFill>
                <a:latin typeface="Arial"/>
                <a:cs typeface="Arial"/>
              </a:rPr>
              <a:t> </a:t>
            </a:r>
            <a:r>
              <a:rPr sz="1000" dirty="0">
                <a:solidFill>
                  <a:srgbClr val="231F20"/>
                </a:solidFill>
                <a:latin typeface="Arial"/>
                <a:cs typeface="Arial"/>
              </a:rPr>
              <a:t>attended</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showcased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impact</a:t>
            </a:r>
            <a:r>
              <a:rPr sz="1000" spc="-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is</a:t>
            </a:r>
            <a:r>
              <a:rPr sz="1000" spc="-5" dirty="0">
                <a:solidFill>
                  <a:srgbClr val="231F20"/>
                </a:solidFill>
                <a:latin typeface="Arial"/>
                <a:cs typeface="Arial"/>
              </a:rPr>
              <a:t> </a:t>
            </a:r>
            <a:r>
              <a:rPr sz="1000" dirty="0">
                <a:solidFill>
                  <a:srgbClr val="231F20"/>
                </a:solidFill>
                <a:latin typeface="Arial"/>
                <a:cs typeface="Arial"/>
              </a:rPr>
              <a:t>making</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uplift</a:t>
            </a:r>
            <a:r>
              <a:rPr sz="1000" spc="500" dirty="0">
                <a:solidFill>
                  <a:srgbClr val="231F20"/>
                </a:solidFill>
                <a:latin typeface="Arial"/>
                <a:cs typeface="Arial"/>
              </a:rPr>
              <a:t> </a:t>
            </a:r>
            <a:r>
              <a:rPr sz="1000" dirty="0">
                <a:solidFill>
                  <a:srgbClr val="231F20"/>
                </a:solidFill>
                <a:latin typeface="Arial"/>
                <a:cs typeface="Arial"/>
              </a:rPr>
              <a:t>the value of literacy and education</a:t>
            </a:r>
            <a:r>
              <a:rPr sz="1000" spc="5" dirty="0">
                <a:solidFill>
                  <a:srgbClr val="231F20"/>
                </a:solidFill>
                <a:latin typeface="Arial"/>
                <a:cs typeface="Arial"/>
              </a:rPr>
              <a:t> </a:t>
            </a:r>
            <a:r>
              <a:rPr sz="1000" dirty="0">
                <a:solidFill>
                  <a:srgbClr val="231F20"/>
                </a:solidFill>
                <a:latin typeface="Arial"/>
                <a:cs typeface="Arial"/>
              </a:rPr>
              <a:t>for all children. </a:t>
            </a:r>
            <a:r>
              <a:rPr sz="1000" spc="-25" dirty="0">
                <a:solidFill>
                  <a:srgbClr val="231F20"/>
                </a:solidFill>
                <a:latin typeface="Arial"/>
                <a:cs typeface="Arial"/>
              </a:rPr>
              <a:t>We </a:t>
            </a:r>
            <a:r>
              <a:rPr sz="1000" dirty="0">
                <a:solidFill>
                  <a:srgbClr val="231F20"/>
                </a:solidFill>
                <a:latin typeface="Arial"/>
                <a:cs typeface="Arial"/>
              </a:rPr>
              <a:t>showcased</a:t>
            </a:r>
            <a:r>
              <a:rPr sz="1000" spc="-5" dirty="0">
                <a:solidFill>
                  <a:srgbClr val="231F20"/>
                </a:solidFill>
                <a:latin typeface="Arial"/>
                <a:cs typeface="Arial"/>
              </a:rPr>
              <a:t> </a:t>
            </a:r>
            <a:r>
              <a:rPr sz="1000" dirty="0">
                <a:solidFill>
                  <a:srgbClr val="231F20"/>
                </a:solidFill>
                <a:latin typeface="Arial"/>
                <a:cs typeface="Arial"/>
              </a:rPr>
              <a:t>the importance of water safety </a:t>
            </a:r>
            <a:r>
              <a:rPr sz="1000" spc="-10" dirty="0">
                <a:solidFill>
                  <a:srgbClr val="231F20"/>
                </a:solidFill>
                <a:latin typeface="Arial"/>
                <a:cs typeface="Arial"/>
              </a:rPr>
              <a:t>as</a:t>
            </a:r>
            <a:r>
              <a:rPr sz="1000" dirty="0">
                <a:solidFill>
                  <a:srgbClr val="231F20"/>
                </a:solidFill>
                <a:latin typeface="Arial"/>
                <a:cs typeface="Arial"/>
              </a:rPr>
              <a:t> part</a:t>
            </a:r>
            <a:r>
              <a:rPr sz="1000" spc="-5" dirty="0">
                <a:solidFill>
                  <a:srgbClr val="231F20"/>
                </a:solidFill>
                <a:latin typeface="Arial"/>
                <a:cs typeface="Arial"/>
              </a:rPr>
              <a:t> </a:t>
            </a:r>
            <a:r>
              <a:rPr sz="1000" dirty="0">
                <a:solidFill>
                  <a:srgbClr val="231F20"/>
                </a:solidFill>
                <a:latin typeface="Arial"/>
                <a:cs typeface="Arial"/>
              </a:rPr>
              <a:t>of </a:t>
            </a:r>
            <a:r>
              <a:rPr sz="1000" spc="-25" dirty="0">
                <a:solidFill>
                  <a:srgbClr val="231F20"/>
                </a:solidFill>
                <a:latin typeface="Arial"/>
                <a:cs typeface="Arial"/>
              </a:rPr>
              <a:t>our </a:t>
            </a:r>
            <a:r>
              <a:rPr sz="1000" dirty="0">
                <a:solidFill>
                  <a:srgbClr val="231F20"/>
                </a:solidFill>
                <a:latin typeface="Arial"/>
                <a:cs typeface="Arial"/>
              </a:rPr>
              <a:t>annual</a:t>
            </a:r>
            <a:r>
              <a:rPr sz="1000" spc="-45" dirty="0">
                <a:solidFill>
                  <a:srgbClr val="231F20"/>
                </a:solidFill>
                <a:latin typeface="Arial"/>
                <a:cs typeface="Arial"/>
              </a:rPr>
              <a:t> </a:t>
            </a:r>
            <a:r>
              <a:rPr sz="1000" spc="-10" dirty="0">
                <a:solidFill>
                  <a:srgbClr val="231F20"/>
                </a:solidFill>
                <a:latin typeface="Arial"/>
                <a:cs typeface="Arial"/>
              </a:rPr>
              <a:t>Ski</a:t>
            </a:r>
            <a:r>
              <a:rPr sz="1000" spc="-35" dirty="0">
                <a:solidFill>
                  <a:srgbClr val="231F20"/>
                </a:solidFill>
                <a:latin typeface="Arial"/>
                <a:cs typeface="Arial"/>
              </a:rPr>
              <a:t> </a:t>
            </a:r>
            <a:r>
              <a:rPr sz="1000" spc="-20" dirty="0">
                <a:solidFill>
                  <a:srgbClr val="231F20"/>
                </a:solidFill>
                <a:latin typeface="Arial"/>
                <a:cs typeface="Arial"/>
              </a:rPr>
              <a:t>Trip</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Black</a:t>
            </a:r>
            <a:r>
              <a:rPr sz="1000" spc="-30" dirty="0">
                <a:solidFill>
                  <a:srgbClr val="231F20"/>
                </a:solidFill>
                <a:latin typeface="Arial"/>
                <a:cs typeface="Arial"/>
              </a:rPr>
              <a:t> </a:t>
            </a:r>
            <a:r>
              <a:rPr sz="1000" spc="-20" dirty="0">
                <a:solidFill>
                  <a:srgbClr val="231F20"/>
                </a:solidFill>
                <a:latin typeface="Arial"/>
                <a:cs typeface="Arial"/>
              </a:rPr>
              <a:t>Family</a:t>
            </a:r>
            <a:r>
              <a:rPr sz="1000" spc="-35" dirty="0">
                <a:solidFill>
                  <a:srgbClr val="231F20"/>
                </a:solidFill>
                <a:latin typeface="Arial"/>
                <a:cs typeface="Arial"/>
              </a:rPr>
              <a:t> </a:t>
            </a:r>
            <a:r>
              <a:rPr sz="1000" spc="-45" dirty="0">
                <a:solidFill>
                  <a:srgbClr val="231F20"/>
                </a:solidFill>
                <a:latin typeface="Arial"/>
                <a:cs typeface="Arial"/>
              </a:rPr>
              <a:t>Day.</a:t>
            </a:r>
            <a:r>
              <a:rPr sz="1000" spc="-25" dirty="0">
                <a:solidFill>
                  <a:srgbClr val="231F20"/>
                </a:solidFill>
                <a:latin typeface="Arial"/>
                <a:cs typeface="Arial"/>
              </a:rPr>
              <a:t> </a:t>
            </a:r>
            <a:r>
              <a:rPr sz="1000" dirty="0">
                <a:solidFill>
                  <a:srgbClr val="231F20"/>
                </a:solidFill>
                <a:latin typeface="Arial"/>
                <a:cs typeface="Arial"/>
              </a:rPr>
              <a:t>Everyone</a:t>
            </a:r>
            <a:r>
              <a:rPr sz="1000" spc="-35" dirty="0">
                <a:solidFill>
                  <a:srgbClr val="231F20"/>
                </a:solidFill>
                <a:latin typeface="Arial"/>
                <a:cs typeface="Arial"/>
              </a:rPr>
              <a:t> </a:t>
            </a:r>
            <a:r>
              <a:rPr sz="1000" spc="-10" dirty="0">
                <a:solidFill>
                  <a:srgbClr val="231F20"/>
                </a:solidFill>
                <a:latin typeface="Arial"/>
                <a:cs typeface="Arial"/>
              </a:rPr>
              <a:t>enjoyed</a:t>
            </a:r>
            <a:endParaRPr sz="1000">
              <a:latin typeface="Arial"/>
              <a:cs typeface="Arial"/>
            </a:endParaRPr>
          </a:p>
          <a:p>
            <a:pPr marL="12700" marR="17145">
              <a:lnSpc>
                <a:spcPct val="100000"/>
              </a:lnSpc>
            </a:pP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fellowship</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Black</a:t>
            </a:r>
            <a:r>
              <a:rPr sz="1000" spc="-5" dirty="0">
                <a:solidFill>
                  <a:srgbClr val="231F20"/>
                </a:solidFill>
                <a:latin typeface="Arial"/>
                <a:cs typeface="Arial"/>
              </a:rPr>
              <a:t> </a:t>
            </a:r>
            <a:r>
              <a:rPr sz="1000" spc="-20" dirty="0">
                <a:solidFill>
                  <a:srgbClr val="231F20"/>
                </a:solidFill>
                <a:latin typeface="Arial"/>
                <a:cs typeface="Arial"/>
              </a:rPr>
              <a:t>Family</a:t>
            </a:r>
            <a:r>
              <a:rPr sz="1000" spc="-5" dirty="0">
                <a:solidFill>
                  <a:srgbClr val="231F20"/>
                </a:solidFill>
                <a:latin typeface="Arial"/>
                <a:cs typeface="Arial"/>
              </a:rPr>
              <a:t> </a:t>
            </a:r>
            <a:r>
              <a:rPr sz="1000" spc="-2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10" dirty="0">
                <a:solidFill>
                  <a:srgbClr val="231F20"/>
                </a:solidFill>
                <a:latin typeface="Arial"/>
                <a:cs typeface="Arial"/>
              </a:rPr>
              <a:t>May</a:t>
            </a:r>
            <a:r>
              <a:rPr sz="1000" spc="-5" dirty="0">
                <a:solidFill>
                  <a:srgbClr val="231F20"/>
                </a:solidFill>
                <a:latin typeface="Arial"/>
                <a:cs typeface="Arial"/>
              </a:rPr>
              <a:t> </a:t>
            </a:r>
            <a:r>
              <a:rPr sz="1000" spc="-25" dirty="0">
                <a:solidFill>
                  <a:srgbClr val="231F20"/>
                </a:solidFill>
                <a:latin typeface="Arial"/>
                <a:cs typeface="Arial"/>
              </a:rPr>
              <a:t>5, </a:t>
            </a:r>
            <a:r>
              <a:rPr sz="1000" spc="-20" dirty="0">
                <a:solidFill>
                  <a:srgbClr val="231F20"/>
                </a:solidFill>
                <a:latin typeface="Arial"/>
                <a:cs typeface="Arial"/>
              </a:rPr>
              <a:t>2019.</a:t>
            </a:r>
            <a:endParaRPr sz="1000">
              <a:latin typeface="Arial"/>
              <a:cs typeface="Arial"/>
            </a:endParaRPr>
          </a:p>
          <a:p>
            <a:pPr marL="12700" marR="4572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wonderful </a:t>
            </a:r>
            <a:r>
              <a:rPr sz="1000" dirty="0">
                <a:solidFill>
                  <a:srgbClr val="231F20"/>
                </a:solidFill>
                <a:latin typeface="Arial"/>
                <a:cs typeface="Arial"/>
              </a:rPr>
              <a:t>Apple</a:t>
            </a:r>
            <a:r>
              <a:rPr sz="1000" spc="-5" dirty="0">
                <a:solidFill>
                  <a:srgbClr val="231F20"/>
                </a:solidFill>
                <a:latin typeface="Arial"/>
                <a:cs typeface="Arial"/>
              </a:rPr>
              <a:t> </a:t>
            </a:r>
            <a:r>
              <a:rPr sz="1000" dirty="0">
                <a:solidFill>
                  <a:srgbClr val="231F20"/>
                </a:solidFill>
                <a:latin typeface="Arial"/>
                <a:cs typeface="Arial"/>
              </a:rPr>
              <a:t>Picking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Fall</a:t>
            </a:r>
            <a:r>
              <a:rPr sz="1000" dirty="0">
                <a:solidFill>
                  <a:srgbClr val="231F20"/>
                </a:solidFill>
                <a:latin typeface="Arial"/>
                <a:cs typeface="Arial"/>
              </a:rPr>
              <a:t> Harvest</a:t>
            </a:r>
            <a:r>
              <a:rPr sz="1000" spc="-5" dirty="0">
                <a:solidFill>
                  <a:srgbClr val="231F20"/>
                </a:solidFill>
                <a:latin typeface="Arial"/>
                <a:cs typeface="Arial"/>
              </a:rPr>
              <a:t> </a:t>
            </a:r>
            <a:r>
              <a:rPr sz="1000" dirty="0">
                <a:solidFill>
                  <a:srgbClr val="231F20"/>
                </a:solidFill>
                <a:latin typeface="Arial"/>
                <a:cs typeface="Arial"/>
              </a:rPr>
              <a:t>Festival</a:t>
            </a:r>
            <a:r>
              <a:rPr sz="1000" spc="-5" dirty="0">
                <a:solidFill>
                  <a:srgbClr val="231F20"/>
                </a:solidFill>
                <a:latin typeface="Arial"/>
                <a:cs typeface="Arial"/>
              </a:rPr>
              <a:t> </a:t>
            </a:r>
            <a:r>
              <a:rPr sz="1000" dirty="0">
                <a:solidFill>
                  <a:srgbClr val="231F20"/>
                </a:solidFill>
                <a:latin typeface="Arial"/>
                <a:cs typeface="Arial"/>
              </a:rPr>
              <a:t>outing where</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local</a:t>
            </a:r>
            <a:r>
              <a:rPr sz="1000" spc="-10" dirty="0">
                <a:solidFill>
                  <a:srgbClr val="231F20"/>
                </a:solidFill>
                <a:latin typeface="Arial"/>
                <a:cs typeface="Arial"/>
              </a:rPr>
              <a:t> farm </a:t>
            </a:r>
            <a:r>
              <a:rPr sz="1000" dirty="0">
                <a:solidFill>
                  <a:srgbClr val="231F20"/>
                </a:solidFill>
                <a:latin typeface="Arial"/>
                <a:cs typeface="Arial"/>
              </a:rPr>
              <a:t>picking</a:t>
            </a:r>
            <a:r>
              <a:rPr sz="1000" spc="-10" dirty="0">
                <a:solidFill>
                  <a:srgbClr val="231F20"/>
                </a:solidFill>
                <a:latin typeface="Arial"/>
                <a:cs typeface="Arial"/>
              </a:rPr>
              <a:t> </a:t>
            </a:r>
            <a:r>
              <a:rPr sz="1000" dirty="0">
                <a:solidFill>
                  <a:srgbClr val="231F20"/>
                </a:solidFill>
                <a:latin typeface="Arial"/>
                <a:cs typeface="Arial"/>
              </a:rPr>
              <a:t>apples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learning </a:t>
            </a:r>
            <a:r>
              <a:rPr sz="1000" dirty="0">
                <a:solidFill>
                  <a:srgbClr val="231F20"/>
                </a:solidFill>
                <a:latin typeface="Arial"/>
                <a:cs typeface="Arial"/>
              </a:rPr>
              <a:t>about farming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healthy</a:t>
            </a:r>
            <a:r>
              <a:rPr sz="1000" spc="5" dirty="0">
                <a:solidFill>
                  <a:srgbClr val="231F20"/>
                </a:solidFill>
                <a:latin typeface="Arial"/>
                <a:cs typeface="Arial"/>
              </a:rPr>
              <a:t> </a:t>
            </a:r>
            <a:r>
              <a:rPr sz="1000" dirty="0">
                <a:solidFill>
                  <a:srgbClr val="231F20"/>
                </a:solidFill>
                <a:latin typeface="Arial"/>
                <a:cs typeface="Arial"/>
              </a:rPr>
              <a:t>foods</a:t>
            </a:r>
            <a:r>
              <a:rPr sz="1000" spc="5" dirty="0">
                <a:solidFill>
                  <a:srgbClr val="231F20"/>
                </a:solidFill>
                <a:latin typeface="Arial"/>
                <a:cs typeface="Arial"/>
              </a:rPr>
              <a:t> </a:t>
            </a:r>
            <a:r>
              <a:rPr sz="1000" dirty="0">
                <a:solidFill>
                  <a:srgbClr val="231F20"/>
                </a:solidFill>
                <a:latin typeface="Arial"/>
                <a:cs typeface="Arial"/>
              </a:rPr>
              <a:t>come</a:t>
            </a:r>
            <a:r>
              <a:rPr sz="1000" spc="5" dirty="0">
                <a:solidFill>
                  <a:srgbClr val="231F20"/>
                </a:solidFill>
                <a:latin typeface="Arial"/>
                <a:cs typeface="Arial"/>
              </a:rPr>
              <a:t> </a:t>
            </a:r>
            <a:r>
              <a:rPr sz="1000" spc="-20" dirty="0">
                <a:solidFill>
                  <a:srgbClr val="231F20"/>
                </a:solidFill>
                <a:latin typeface="Arial"/>
                <a:cs typeface="Arial"/>
              </a:rPr>
              <a:t>from.</a:t>
            </a:r>
            <a:endParaRPr sz="1000">
              <a:latin typeface="Arial"/>
              <a:cs typeface="Arial"/>
            </a:endParaRPr>
          </a:p>
        </p:txBody>
      </p:sp>
      <p:sp>
        <p:nvSpPr>
          <p:cNvPr id="5" name="object 5"/>
          <p:cNvSpPr/>
          <p:nvPr/>
        </p:nvSpPr>
        <p:spPr>
          <a:xfrm>
            <a:off x="457200" y="2776473"/>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3241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3</a:t>
            </a:r>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303904" cy="71120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Next,</a:t>
            </a:r>
            <a:r>
              <a:rPr sz="1000" spc="-5" dirty="0">
                <a:solidFill>
                  <a:srgbClr val="231F20"/>
                </a:solidFill>
                <a:latin typeface="Arial"/>
                <a:cs typeface="Arial"/>
              </a:rPr>
              <a:t> </a:t>
            </a:r>
            <a:r>
              <a:rPr sz="1000" dirty="0">
                <a:solidFill>
                  <a:srgbClr val="231F20"/>
                </a:solidFill>
                <a:latin typeface="Arial"/>
                <a:cs typeface="Arial"/>
              </a:rPr>
              <a:t>they enjoyed a private yoga </a:t>
            </a:r>
            <a:r>
              <a:rPr sz="1000" spc="-10" dirty="0">
                <a:solidFill>
                  <a:srgbClr val="231F20"/>
                </a:solidFill>
                <a:latin typeface="Arial"/>
                <a:cs typeface="Arial"/>
              </a:rPr>
              <a:t>class</a:t>
            </a:r>
            <a:r>
              <a:rPr sz="1000" dirty="0">
                <a:solidFill>
                  <a:srgbClr val="231F20"/>
                </a:solidFill>
                <a:latin typeface="Arial"/>
                <a:cs typeface="Arial"/>
              </a:rPr>
              <a:t> which included </a:t>
            </a:r>
            <a:r>
              <a:rPr sz="1000" spc="-50" dirty="0">
                <a:solidFill>
                  <a:srgbClr val="231F20"/>
                </a:solidFill>
                <a:latin typeface="Arial"/>
                <a:cs typeface="Arial"/>
              </a:rPr>
              <a:t>a </a:t>
            </a:r>
            <a:r>
              <a:rPr sz="1000" dirty="0">
                <a:solidFill>
                  <a:srgbClr val="231F20"/>
                </a:solidFill>
                <a:latin typeface="Arial"/>
                <a:cs typeface="Arial"/>
              </a:rPr>
              <a:t>mental</a:t>
            </a:r>
            <a:r>
              <a:rPr sz="1000" spc="5" dirty="0">
                <a:solidFill>
                  <a:srgbClr val="231F20"/>
                </a:solidFill>
                <a:latin typeface="Arial"/>
                <a:cs typeface="Arial"/>
              </a:rPr>
              <a:t> </a:t>
            </a:r>
            <a:r>
              <a:rPr sz="1000" dirty="0">
                <a:solidFill>
                  <a:srgbClr val="231F20"/>
                </a:solidFill>
                <a:latin typeface="Arial"/>
                <a:cs typeface="Arial"/>
              </a:rPr>
              <a:t>health</a:t>
            </a:r>
            <a:r>
              <a:rPr sz="1000" spc="10" dirty="0">
                <a:solidFill>
                  <a:srgbClr val="231F20"/>
                </a:solidFill>
                <a:latin typeface="Arial"/>
                <a:cs typeface="Arial"/>
              </a:rPr>
              <a:t> </a:t>
            </a:r>
            <a:r>
              <a:rPr sz="1000" dirty="0">
                <a:solidFill>
                  <a:srgbClr val="231F20"/>
                </a:solidFill>
                <a:latin typeface="Arial"/>
                <a:cs typeface="Arial"/>
              </a:rPr>
              <a:t>component</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encourage</a:t>
            </a:r>
            <a:r>
              <a:rPr sz="1000" spc="10" dirty="0">
                <a:solidFill>
                  <a:srgbClr val="231F20"/>
                </a:solidFill>
                <a:latin typeface="Arial"/>
                <a:cs typeface="Arial"/>
              </a:rPr>
              <a:t> </a:t>
            </a:r>
            <a:r>
              <a:rPr sz="1000" dirty="0">
                <a:solidFill>
                  <a:srgbClr val="231F20"/>
                </a:solidFill>
                <a:latin typeface="Arial"/>
                <a:cs typeface="Arial"/>
              </a:rPr>
              <a:t>healthy</a:t>
            </a:r>
            <a:r>
              <a:rPr sz="1000" spc="10" dirty="0">
                <a:solidFill>
                  <a:srgbClr val="231F20"/>
                </a:solidFill>
                <a:latin typeface="Arial"/>
                <a:cs typeface="Arial"/>
              </a:rPr>
              <a:t> </a:t>
            </a:r>
            <a:r>
              <a:rPr sz="1000" dirty="0">
                <a:solidFill>
                  <a:srgbClr val="231F20"/>
                </a:solidFill>
                <a:latin typeface="Arial"/>
                <a:cs typeface="Arial"/>
              </a:rPr>
              <a:t>minds</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bodies. During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election</a:t>
            </a:r>
            <a:r>
              <a:rPr sz="1000" spc="5" dirty="0">
                <a:solidFill>
                  <a:srgbClr val="231F20"/>
                </a:solidFill>
                <a:latin typeface="Arial"/>
                <a:cs typeface="Arial"/>
              </a:rPr>
              <a:t> </a:t>
            </a:r>
            <a:r>
              <a:rPr sz="1000" spc="-10" dirty="0">
                <a:solidFill>
                  <a:srgbClr val="231F20"/>
                </a:solidFill>
                <a:latin typeface="Arial"/>
                <a:cs typeface="Arial"/>
              </a:rPr>
              <a:t>season,</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spc="-10" dirty="0">
                <a:solidFill>
                  <a:srgbClr val="231F20"/>
                </a:solidFill>
                <a:latin typeface="Arial"/>
                <a:cs typeface="Arial"/>
              </a:rPr>
              <a:t>Poohs</a:t>
            </a:r>
            <a:r>
              <a:rPr sz="1000" spc="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 civic</a:t>
            </a:r>
            <a:r>
              <a:rPr sz="1000" spc="5" dirty="0">
                <a:solidFill>
                  <a:srgbClr val="231F20"/>
                </a:solidFill>
                <a:latin typeface="Arial"/>
                <a:cs typeface="Arial"/>
              </a:rPr>
              <a:t> </a:t>
            </a:r>
            <a:r>
              <a:rPr sz="1000" dirty="0">
                <a:solidFill>
                  <a:srgbClr val="231F20"/>
                </a:solidFill>
                <a:latin typeface="Arial"/>
                <a:cs typeface="Arial"/>
              </a:rPr>
              <a:t>leadership,</a:t>
            </a:r>
            <a:r>
              <a:rPr sz="1000" spc="5" dirty="0">
                <a:solidFill>
                  <a:srgbClr val="231F20"/>
                </a:solidFill>
                <a:latin typeface="Arial"/>
                <a:cs typeface="Arial"/>
              </a:rPr>
              <a:t> </a:t>
            </a:r>
            <a:r>
              <a:rPr sz="1000" dirty="0">
                <a:solidFill>
                  <a:srgbClr val="231F20"/>
                </a:solidFill>
                <a:latin typeface="Arial"/>
                <a:cs typeface="Arial"/>
              </a:rPr>
              <a:t>democracy and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legislative </a:t>
            </a:r>
            <a:r>
              <a:rPr sz="1000" dirty="0">
                <a:solidFill>
                  <a:srgbClr val="231F20"/>
                </a:solidFill>
                <a:latin typeface="Arial"/>
                <a:cs typeface="Arial"/>
              </a:rPr>
              <a:t>process</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50" dirty="0">
                <a:solidFill>
                  <a:srgbClr val="231F20"/>
                </a:solidFill>
                <a:latin typeface="Arial"/>
                <a:cs typeface="Arial"/>
              </a:rPr>
              <a:t>U.S.</a:t>
            </a:r>
            <a:r>
              <a:rPr sz="1000" spc="-15" dirty="0">
                <a:solidFill>
                  <a:srgbClr val="231F20"/>
                </a:solidFill>
                <a:latin typeface="Arial"/>
                <a:cs typeface="Arial"/>
              </a:rPr>
              <a:t> </a:t>
            </a:r>
            <a:r>
              <a:rPr sz="1000" dirty="0">
                <a:solidFill>
                  <a:srgbClr val="231F20"/>
                </a:solidFill>
                <a:latin typeface="Arial"/>
                <a:cs typeface="Arial"/>
              </a:rPr>
              <a:t>Capitol</a:t>
            </a:r>
            <a:r>
              <a:rPr sz="1000" spc="-15" dirty="0">
                <a:solidFill>
                  <a:srgbClr val="231F20"/>
                </a:solidFill>
                <a:latin typeface="Arial"/>
                <a:cs typeface="Arial"/>
              </a:rPr>
              <a:t> </a:t>
            </a:r>
            <a:r>
              <a:rPr sz="1000" spc="-10" dirty="0">
                <a:solidFill>
                  <a:srgbClr val="231F20"/>
                </a:solidFill>
                <a:latin typeface="Arial"/>
                <a:cs typeface="Arial"/>
              </a:rPr>
              <a:t>tour.</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5" dirty="0">
                <a:solidFill>
                  <a:srgbClr val="231F20"/>
                </a:solidFill>
                <a:latin typeface="Arial"/>
                <a:cs typeface="Arial"/>
              </a:rPr>
              <a:t>art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storytelling</a:t>
            </a:r>
            <a:r>
              <a:rPr sz="1000" spc="30" dirty="0">
                <a:solidFill>
                  <a:srgbClr val="231F20"/>
                </a:solidFill>
                <a:latin typeface="Arial"/>
                <a:cs typeface="Arial"/>
              </a:rPr>
              <a:t> </a:t>
            </a:r>
            <a:r>
              <a:rPr sz="1000" dirty="0">
                <a:solidFill>
                  <a:srgbClr val="231F20"/>
                </a:solidFill>
                <a:latin typeface="Arial"/>
                <a:cs typeface="Arial"/>
              </a:rPr>
              <a:t>through</a:t>
            </a:r>
            <a:r>
              <a:rPr sz="1000" spc="30" dirty="0">
                <a:solidFill>
                  <a:srgbClr val="231F20"/>
                </a:solidFill>
                <a:latin typeface="Arial"/>
                <a:cs typeface="Arial"/>
              </a:rPr>
              <a:t> </a:t>
            </a:r>
            <a:r>
              <a:rPr sz="1000" dirty="0">
                <a:solidFill>
                  <a:srgbClr val="231F20"/>
                </a:solidFill>
                <a:latin typeface="Arial"/>
                <a:cs typeface="Arial"/>
              </a:rPr>
              <a:t>puppetry</a:t>
            </a:r>
            <a:r>
              <a:rPr sz="1000" spc="30" dirty="0">
                <a:solidFill>
                  <a:srgbClr val="231F20"/>
                </a:solidFill>
                <a:latin typeface="Arial"/>
                <a:cs typeface="Arial"/>
              </a:rPr>
              <a:t> </a:t>
            </a:r>
            <a:r>
              <a:rPr sz="1000" dirty="0">
                <a:solidFill>
                  <a:srgbClr val="231F20"/>
                </a:solidFill>
                <a:latin typeface="Arial"/>
                <a:cs typeface="Arial"/>
              </a:rPr>
              <a:t>at</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Glen</a:t>
            </a:r>
            <a:r>
              <a:rPr sz="1000" spc="30" dirty="0">
                <a:solidFill>
                  <a:srgbClr val="231F20"/>
                </a:solidFill>
                <a:latin typeface="Arial"/>
                <a:cs typeface="Arial"/>
              </a:rPr>
              <a:t> </a:t>
            </a:r>
            <a:r>
              <a:rPr sz="1000" spc="-10" dirty="0">
                <a:solidFill>
                  <a:srgbClr val="231F20"/>
                </a:solidFill>
                <a:latin typeface="Arial"/>
                <a:cs typeface="Arial"/>
              </a:rPr>
              <a:t>Echo</a:t>
            </a:r>
            <a:r>
              <a:rPr sz="1000" spc="30" dirty="0">
                <a:solidFill>
                  <a:srgbClr val="231F20"/>
                </a:solidFill>
                <a:latin typeface="Arial"/>
                <a:cs typeface="Arial"/>
              </a:rPr>
              <a:t> </a:t>
            </a:r>
            <a:r>
              <a:rPr sz="1000" spc="-20" dirty="0">
                <a:solidFill>
                  <a:srgbClr val="231F20"/>
                </a:solidFill>
                <a:latin typeface="Arial"/>
                <a:cs typeface="Arial"/>
              </a:rPr>
              <a:t>Park </a:t>
            </a:r>
            <a:r>
              <a:rPr sz="1000" dirty="0">
                <a:solidFill>
                  <a:srgbClr val="231F20"/>
                </a:solidFill>
                <a:latin typeface="Arial"/>
                <a:cs typeface="Arial"/>
              </a:rPr>
              <a:t>Puppet </a:t>
            </a:r>
            <a:r>
              <a:rPr sz="1000" spc="-20" dirty="0">
                <a:solidFill>
                  <a:srgbClr val="231F20"/>
                </a:solidFill>
                <a:latin typeface="Arial"/>
                <a:cs typeface="Arial"/>
              </a:rPr>
              <a:t>Company.</a:t>
            </a:r>
            <a:r>
              <a:rPr sz="1000" dirty="0">
                <a:solidFill>
                  <a:srgbClr val="231F20"/>
                </a:solidFill>
                <a:latin typeface="Arial"/>
                <a:cs typeface="Arial"/>
              </a:rPr>
              <a:t> Our </a:t>
            </a:r>
            <a:r>
              <a:rPr sz="1000" spc="-10" dirty="0">
                <a:solidFill>
                  <a:srgbClr val="231F20"/>
                </a:solidFill>
                <a:latin typeface="Arial"/>
                <a:cs typeface="Arial"/>
              </a:rPr>
              <a:t>Poohs</a:t>
            </a:r>
            <a:r>
              <a:rPr sz="1000" dirty="0">
                <a:solidFill>
                  <a:srgbClr val="231F20"/>
                </a:solidFill>
                <a:latin typeface="Arial"/>
                <a:cs typeface="Arial"/>
              </a:rPr>
              <a:t> used</a:t>
            </a:r>
            <a:r>
              <a:rPr sz="1000" spc="5" dirty="0">
                <a:solidFill>
                  <a:srgbClr val="231F20"/>
                </a:solidFill>
                <a:latin typeface="Arial"/>
                <a:cs typeface="Arial"/>
              </a:rPr>
              <a:t> </a:t>
            </a:r>
            <a:r>
              <a:rPr sz="1000" dirty="0">
                <a:solidFill>
                  <a:srgbClr val="231F20"/>
                </a:solidFill>
                <a:latin typeface="Arial"/>
                <a:cs typeface="Arial"/>
              </a:rPr>
              <a:t>their creativity </a:t>
            </a:r>
            <a:r>
              <a:rPr sz="1000" spc="-20" dirty="0">
                <a:solidFill>
                  <a:srgbClr val="231F20"/>
                </a:solidFill>
                <a:latin typeface="Arial"/>
                <a:cs typeface="Arial"/>
              </a:rPr>
              <a:t>with </a:t>
            </a:r>
            <a:r>
              <a:rPr sz="1000" dirty="0">
                <a:solidFill>
                  <a:srgbClr val="231F20"/>
                </a:solidFill>
                <a:latin typeface="Arial"/>
                <a:cs typeface="Arial"/>
              </a:rPr>
              <a:t>blocks</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budgeting</a:t>
            </a:r>
            <a:r>
              <a:rPr sz="1000" spc="30" dirty="0">
                <a:solidFill>
                  <a:srgbClr val="231F20"/>
                </a:solidFill>
                <a:latin typeface="Arial"/>
                <a:cs typeface="Arial"/>
              </a:rPr>
              <a:t> </a:t>
            </a:r>
            <a:r>
              <a:rPr sz="1000" dirty="0">
                <a:solidFill>
                  <a:srgbClr val="231F20"/>
                </a:solidFill>
                <a:latin typeface="Arial"/>
                <a:cs typeface="Arial"/>
              </a:rPr>
              <a:t>skills</a:t>
            </a:r>
            <a:r>
              <a:rPr sz="1000" spc="30" dirty="0">
                <a:solidFill>
                  <a:srgbClr val="231F20"/>
                </a:solidFill>
                <a:latin typeface="Arial"/>
                <a:cs typeface="Arial"/>
              </a:rPr>
              <a:t> </a:t>
            </a:r>
            <a:r>
              <a:rPr sz="1000" dirty="0">
                <a:solidFill>
                  <a:srgbClr val="231F20"/>
                </a:solidFill>
                <a:latin typeface="Arial"/>
                <a:cs typeface="Arial"/>
              </a:rPr>
              <a:t>while</a:t>
            </a:r>
            <a:r>
              <a:rPr sz="1000" spc="30" dirty="0">
                <a:solidFill>
                  <a:srgbClr val="231F20"/>
                </a:solidFill>
                <a:latin typeface="Arial"/>
                <a:cs typeface="Arial"/>
              </a:rPr>
              <a:t> </a:t>
            </a:r>
            <a:r>
              <a:rPr sz="1000" dirty="0">
                <a:solidFill>
                  <a:srgbClr val="231F20"/>
                </a:solidFill>
                <a:latin typeface="Arial"/>
                <a:cs typeface="Arial"/>
              </a:rPr>
              <a:t>pretend</a:t>
            </a:r>
            <a:r>
              <a:rPr sz="1000" spc="30" dirty="0">
                <a:solidFill>
                  <a:srgbClr val="231F20"/>
                </a:solidFill>
                <a:latin typeface="Arial"/>
                <a:cs typeface="Arial"/>
              </a:rPr>
              <a:t> </a:t>
            </a:r>
            <a:r>
              <a:rPr sz="1000" spc="-10" dirty="0">
                <a:solidFill>
                  <a:srgbClr val="231F20"/>
                </a:solidFill>
                <a:latin typeface="Arial"/>
                <a:cs typeface="Arial"/>
              </a:rPr>
              <a:t>grocery </a:t>
            </a:r>
            <a:r>
              <a:rPr sz="1000" dirty="0">
                <a:solidFill>
                  <a:srgbClr val="231F20"/>
                </a:solidFill>
                <a:latin typeface="Arial"/>
                <a:cs typeface="Arial"/>
              </a:rPr>
              <a:t>shopping 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Playseum.</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20" dirty="0">
                <a:solidFill>
                  <a:srgbClr val="231F20"/>
                </a:solidFill>
                <a:latin typeface="Arial"/>
                <a:cs typeface="Arial"/>
              </a:rPr>
              <a:t>West </a:t>
            </a:r>
            <a:r>
              <a:rPr sz="1000" dirty="0">
                <a:solidFill>
                  <a:srgbClr val="231F20"/>
                </a:solidFill>
                <a:latin typeface="Arial"/>
                <a:cs typeface="Arial"/>
              </a:rPr>
              <a:t>African</a:t>
            </a:r>
            <a:r>
              <a:rPr sz="1000" spc="-15" dirty="0">
                <a:solidFill>
                  <a:srgbClr val="231F20"/>
                </a:solidFill>
                <a:latin typeface="Arial"/>
                <a:cs typeface="Arial"/>
              </a:rPr>
              <a:t> </a:t>
            </a:r>
            <a:r>
              <a:rPr sz="1000" dirty="0">
                <a:solidFill>
                  <a:srgbClr val="231F20"/>
                </a:solidFill>
                <a:latin typeface="Arial"/>
                <a:cs typeface="Arial"/>
              </a:rPr>
              <a:t>culture,</a:t>
            </a:r>
            <a:r>
              <a:rPr sz="1000" spc="-10" dirty="0">
                <a:solidFill>
                  <a:srgbClr val="231F20"/>
                </a:solidFill>
                <a:latin typeface="Arial"/>
                <a:cs typeface="Arial"/>
              </a:rPr>
              <a:t> music</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participating</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20" dirty="0">
                <a:solidFill>
                  <a:srgbClr val="231F20"/>
                </a:solidFill>
                <a:latin typeface="Arial"/>
                <a:cs typeface="Arial"/>
              </a:rPr>
              <a:t>class </a:t>
            </a:r>
            <a:r>
              <a:rPr sz="1000" dirty="0">
                <a:solidFill>
                  <a:srgbClr val="231F20"/>
                </a:solidFill>
                <a:latin typeface="Arial"/>
                <a:cs typeface="Arial"/>
              </a:rPr>
              <a:t>taught</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members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KanKouran</a:t>
            </a:r>
            <a:r>
              <a:rPr sz="1000" spc="-10" dirty="0">
                <a:solidFill>
                  <a:srgbClr val="231F20"/>
                </a:solidFill>
                <a:latin typeface="Arial"/>
                <a:cs typeface="Arial"/>
              </a:rPr>
              <a:t> </a:t>
            </a:r>
            <a:r>
              <a:rPr sz="1000" spc="-20" dirty="0">
                <a:solidFill>
                  <a:srgbClr val="231F20"/>
                </a:solidFill>
                <a:latin typeface="Arial"/>
                <a:cs typeface="Arial"/>
              </a:rPr>
              <a:t>West</a:t>
            </a:r>
            <a:r>
              <a:rPr sz="1000" spc="-10"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spc="-20" dirty="0">
                <a:solidFill>
                  <a:srgbClr val="231F20"/>
                </a:solidFill>
                <a:latin typeface="Arial"/>
                <a:cs typeface="Arial"/>
              </a:rPr>
              <a:t>Dance Company,</a:t>
            </a:r>
            <a:r>
              <a:rPr sz="1000" spc="15"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introduced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basketball</a:t>
            </a:r>
            <a:r>
              <a:rPr sz="1000" spc="15" dirty="0">
                <a:solidFill>
                  <a:srgbClr val="231F20"/>
                </a:solidFill>
                <a:latin typeface="Arial"/>
                <a:cs typeface="Arial"/>
              </a:rPr>
              <a:t> </a:t>
            </a:r>
            <a:r>
              <a:rPr sz="1000" dirty="0">
                <a:solidFill>
                  <a:srgbClr val="231F20"/>
                </a:solidFill>
                <a:latin typeface="Arial"/>
                <a:cs typeface="Arial"/>
              </a:rPr>
              <a:t>play</a:t>
            </a:r>
            <a:r>
              <a:rPr sz="1000" spc="20" dirty="0">
                <a:solidFill>
                  <a:srgbClr val="231F20"/>
                </a:solidFill>
                <a:latin typeface="Arial"/>
                <a:cs typeface="Arial"/>
              </a:rPr>
              <a:t> </a:t>
            </a:r>
            <a:r>
              <a:rPr sz="1000" dirty="0">
                <a:solidFill>
                  <a:srgbClr val="231F20"/>
                </a:solidFill>
                <a:latin typeface="Arial"/>
                <a:cs typeface="Arial"/>
              </a:rPr>
              <a:t>through</a:t>
            </a:r>
            <a:r>
              <a:rPr sz="1000" spc="2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Baby</a:t>
            </a:r>
            <a:r>
              <a:rPr sz="1000" spc="-25" dirty="0">
                <a:solidFill>
                  <a:srgbClr val="231F20"/>
                </a:solidFill>
                <a:latin typeface="Arial"/>
                <a:cs typeface="Arial"/>
              </a:rPr>
              <a:t> </a:t>
            </a:r>
            <a:r>
              <a:rPr sz="1000" spc="-10" dirty="0">
                <a:solidFill>
                  <a:srgbClr val="231F20"/>
                </a:solidFill>
                <a:latin typeface="Arial"/>
                <a:cs typeface="Arial"/>
              </a:rPr>
              <a:t>Ballers</a:t>
            </a:r>
            <a:r>
              <a:rPr sz="1000" spc="-25" dirty="0">
                <a:solidFill>
                  <a:srgbClr val="231F20"/>
                </a:solidFill>
                <a:latin typeface="Arial"/>
                <a:cs typeface="Arial"/>
              </a:rPr>
              <a:t> </a:t>
            </a:r>
            <a:r>
              <a:rPr sz="1000" spc="-10" dirty="0">
                <a:solidFill>
                  <a:srgbClr val="231F20"/>
                </a:solidFill>
                <a:latin typeface="Arial"/>
                <a:cs typeface="Arial"/>
              </a:rPr>
              <a:t>class</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20" dirty="0">
                <a:solidFill>
                  <a:srgbClr val="231F20"/>
                </a:solidFill>
                <a:latin typeface="Arial"/>
                <a:cs typeface="Arial"/>
              </a:rPr>
              <a:t>Pat</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35" dirty="0">
                <a:solidFill>
                  <a:srgbClr val="231F20"/>
                </a:solidFill>
                <a:latin typeface="Arial"/>
                <a:cs typeface="Arial"/>
              </a:rPr>
              <a:t>Roc</a:t>
            </a:r>
            <a:r>
              <a:rPr sz="1000" spc="-25" dirty="0">
                <a:solidFill>
                  <a:srgbClr val="231F20"/>
                </a:solidFill>
                <a:latin typeface="Arial"/>
                <a:cs typeface="Arial"/>
              </a:rPr>
              <a:t> </a:t>
            </a:r>
            <a:r>
              <a:rPr sz="1000" dirty="0">
                <a:solidFill>
                  <a:srgbClr val="231F20"/>
                </a:solidFill>
                <a:latin typeface="Arial"/>
                <a:cs typeface="Arial"/>
              </a:rPr>
              <a:t>Basketball</a:t>
            </a:r>
            <a:r>
              <a:rPr sz="1000" spc="-25" dirty="0">
                <a:solidFill>
                  <a:srgbClr val="231F20"/>
                </a:solidFill>
                <a:latin typeface="Arial"/>
                <a:cs typeface="Arial"/>
              </a:rPr>
              <a:t> </a:t>
            </a:r>
            <a:r>
              <a:rPr sz="1000" spc="-10" dirty="0">
                <a:solidFill>
                  <a:srgbClr val="231F20"/>
                </a:solidFill>
                <a:latin typeface="Arial"/>
                <a:cs typeface="Arial"/>
              </a:rPr>
              <a:t>Academy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art</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building</a:t>
            </a:r>
            <a:r>
              <a:rPr sz="1000" spc="15" dirty="0">
                <a:solidFill>
                  <a:srgbClr val="231F20"/>
                </a:solidFill>
                <a:latin typeface="Arial"/>
                <a:cs typeface="Arial"/>
              </a:rPr>
              <a:t> </a:t>
            </a:r>
            <a:r>
              <a:rPr sz="1000" dirty="0">
                <a:solidFill>
                  <a:srgbClr val="231F20"/>
                </a:solidFill>
                <a:latin typeface="Arial"/>
                <a:cs typeface="Arial"/>
              </a:rPr>
              <a:t>structures</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National Building</a:t>
            </a:r>
            <a:r>
              <a:rPr sz="1000" spc="5" dirty="0">
                <a:solidFill>
                  <a:srgbClr val="231F20"/>
                </a:solidFill>
                <a:latin typeface="Arial"/>
                <a:cs typeface="Arial"/>
              </a:rPr>
              <a:t> </a:t>
            </a:r>
            <a:r>
              <a:rPr sz="1000" spc="-10" dirty="0">
                <a:solidFill>
                  <a:srgbClr val="231F20"/>
                </a:solidFill>
                <a:latin typeface="Arial"/>
                <a:cs typeface="Arial"/>
              </a:rPr>
              <a:t>Museum.</a:t>
            </a:r>
            <a:endParaRPr sz="1000">
              <a:latin typeface="Arial"/>
              <a:cs typeface="Arial"/>
            </a:endParaRPr>
          </a:p>
          <a:p>
            <a:pPr marL="12700" marR="40005">
              <a:lnSpc>
                <a:spcPct val="100000"/>
              </a:lnSpc>
              <a:spcBef>
                <a:spcPts val="900"/>
              </a:spcBef>
            </a:pP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kindergarten</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first</a:t>
            </a:r>
            <a:r>
              <a:rPr sz="1000" spc="20" dirty="0">
                <a:solidFill>
                  <a:srgbClr val="231F20"/>
                </a:solidFill>
                <a:latin typeface="Arial"/>
                <a:cs typeface="Arial"/>
              </a:rPr>
              <a:t> </a:t>
            </a:r>
            <a:r>
              <a:rPr sz="1000" dirty="0">
                <a:solidFill>
                  <a:srgbClr val="231F20"/>
                </a:solidFill>
                <a:latin typeface="Arial"/>
                <a:cs typeface="Arial"/>
              </a:rPr>
              <a:t>graders</a:t>
            </a:r>
            <a:r>
              <a:rPr sz="1000" spc="20" dirty="0">
                <a:solidFill>
                  <a:srgbClr val="231F20"/>
                </a:solidFill>
                <a:latin typeface="Arial"/>
                <a:cs typeface="Arial"/>
              </a:rPr>
              <a:t> </a:t>
            </a:r>
            <a:r>
              <a:rPr sz="1000" dirty="0">
                <a:solidFill>
                  <a:srgbClr val="231F20"/>
                </a:solidFill>
                <a:latin typeface="Arial"/>
                <a:cs typeface="Arial"/>
              </a:rPr>
              <a:t>kicked-off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year</a:t>
            </a:r>
            <a:r>
              <a:rPr sz="1000" spc="500" dirty="0">
                <a:solidFill>
                  <a:srgbClr val="231F20"/>
                </a:solidFill>
                <a:latin typeface="Arial"/>
                <a:cs typeface="Arial"/>
              </a:rPr>
              <a:t> </a:t>
            </a:r>
            <a:r>
              <a:rPr sz="1000" dirty="0">
                <a:solidFill>
                  <a:srgbClr val="231F20"/>
                </a:solidFill>
                <a:latin typeface="Arial"/>
                <a:cs typeface="Arial"/>
              </a:rPr>
              <a:t>with an</a:t>
            </a:r>
            <a:r>
              <a:rPr sz="1000" spc="5" dirty="0">
                <a:solidFill>
                  <a:srgbClr val="231F20"/>
                </a:solidFill>
                <a:latin typeface="Arial"/>
                <a:cs typeface="Arial"/>
              </a:rPr>
              <a:t> </a:t>
            </a:r>
            <a:r>
              <a:rPr sz="1000" dirty="0">
                <a:solidFill>
                  <a:srgbClr val="231F20"/>
                </a:solidFill>
                <a:latin typeface="Arial"/>
                <a:cs typeface="Arial"/>
              </a:rPr>
              <a:t>Industrial Bank</a:t>
            </a:r>
            <a:r>
              <a:rPr sz="1000" spc="5" dirty="0">
                <a:solidFill>
                  <a:srgbClr val="231F20"/>
                </a:solidFill>
                <a:latin typeface="Arial"/>
                <a:cs typeface="Arial"/>
              </a:rPr>
              <a:t> </a:t>
            </a:r>
            <a:r>
              <a:rPr sz="1000" dirty="0">
                <a:solidFill>
                  <a:srgbClr val="231F20"/>
                </a:solidFill>
                <a:latin typeface="Arial"/>
                <a:cs typeface="Arial"/>
              </a:rPr>
              <a:t>tour focused</a:t>
            </a:r>
            <a:r>
              <a:rPr sz="1000" spc="5" dirty="0">
                <a:solidFill>
                  <a:srgbClr val="231F20"/>
                </a:solidFill>
                <a:latin typeface="Arial"/>
                <a:cs typeface="Arial"/>
              </a:rPr>
              <a:t> </a:t>
            </a:r>
            <a:r>
              <a:rPr sz="1000" dirty="0">
                <a:solidFill>
                  <a:srgbClr val="231F20"/>
                </a:solidFill>
                <a:latin typeface="Arial"/>
                <a:cs typeface="Arial"/>
              </a:rPr>
              <a:t>on building</a:t>
            </a:r>
            <a:r>
              <a:rPr sz="1000" spc="5" dirty="0">
                <a:solidFill>
                  <a:srgbClr val="231F20"/>
                </a:solidFill>
                <a:latin typeface="Arial"/>
                <a:cs typeface="Arial"/>
              </a:rPr>
              <a:t> </a:t>
            </a:r>
            <a:r>
              <a:rPr sz="1000" spc="-10" dirty="0">
                <a:solidFill>
                  <a:srgbClr val="231F20"/>
                </a:solidFill>
                <a:latin typeface="Arial"/>
                <a:cs typeface="Arial"/>
              </a:rPr>
              <a:t>financial </a:t>
            </a:r>
            <a:r>
              <a:rPr sz="1000" dirty="0">
                <a:solidFill>
                  <a:srgbClr val="231F20"/>
                </a:solidFill>
                <a:latin typeface="Arial"/>
                <a:cs typeface="Arial"/>
              </a:rPr>
              <a:t>and educational</a:t>
            </a:r>
            <a:r>
              <a:rPr sz="1000" spc="5" dirty="0">
                <a:solidFill>
                  <a:srgbClr val="231F20"/>
                </a:solidFill>
                <a:latin typeface="Arial"/>
                <a:cs typeface="Arial"/>
              </a:rPr>
              <a:t> </a:t>
            </a:r>
            <a:r>
              <a:rPr sz="1000" dirty="0">
                <a:solidFill>
                  <a:srgbClr val="231F20"/>
                </a:solidFill>
                <a:latin typeface="Arial"/>
                <a:cs typeface="Arial"/>
              </a:rPr>
              <a:t>wealth.</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building </a:t>
            </a:r>
            <a:r>
              <a:rPr sz="1000" dirty="0">
                <a:solidFill>
                  <a:srgbClr val="231F20"/>
                </a:solidFill>
                <a:latin typeface="Arial"/>
                <a:cs typeface="Arial"/>
              </a:rPr>
              <a:t>blocks</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saving</a:t>
            </a:r>
            <a:r>
              <a:rPr sz="1000" spc="-20" dirty="0">
                <a:solidFill>
                  <a:srgbClr val="231F20"/>
                </a:solidFill>
                <a:latin typeface="Arial"/>
                <a:cs typeface="Arial"/>
              </a:rPr>
              <a:t> </a:t>
            </a:r>
            <a:r>
              <a:rPr sz="1000" dirty="0">
                <a:solidFill>
                  <a:srgbClr val="231F20"/>
                </a:solidFill>
                <a:latin typeface="Arial"/>
                <a:cs typeface="Arial"/>
              </a:rPr>
              <a:t>money</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investing.</a:t>
            </a:r>
            <a:r>
              <a:rPr sz="1000" spc="-2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enjoyed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stellar</a:t>
            </a:r>
            <a:r>
              <a:rPr sz="1000" spc="-5"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NASA</a:t>
            </a:r>
            <a:r>
              <a:rPr sz="1000" spc="-10" dirty="0">
                <a:solidFill>
                  <a:srgbClr val="231F20"/>
                </a:solidFill>
                <a:latin typeface="Arial"/>
                <a:cs typeface="Arial"/>
              </a:rPr>
              <a:t> </a:t>
            </a:r>
            <a:r>
              <a:rPr sz="1000" dirty="0">
                <a:solidFill>
                  <a:srgbClr val="231F20"/>
                </a:solidFill>
                <a:latin typeface="Arial"/>
                <a:cs typeface="Arial"/>
              </a:rPr>
              <a:t>Goddard</a:t>
            </a:r>
            <a:r>
              <a:rPr sz="1000" spc="-5" dirty="0">
                <a:solidFill>
                  <a:srgbClr val="231F20"/>
                </a:solidFill>
                <a:latin typeface="Arial"/>
                <a:cs typeface="Arial"/>
              </a:rPr>
              <a:t> </a:t>
            </a:r>
            <a:r>
              <a:rPr sz="1000" dirty="0">
                <a:solidFill>
                  <a:srgbClr val="231F20"/>
                </a:solidFill>
                <a:latin typeface="Arial"/>
                <a:cs typeface="Arial"/>
              </a:rPr>
              <a:t>Visitor</a:t>
            </a:r>
            <a:r>
              <a:rPr sz="1000" spc="-5" dirty="0">
                <a:solidFill>
                  <a:srgbClr val="231F20"/>
                </a:solidFill>
                <a:latin typeface="Arial"/>
                <a:cs typeface="Arial"/>
              </a:rPr>
              <a:t> </a:t>
            </a:r>
            <a:r>
              <a:rPr sz="1000" spc="-10" dirty="0">
                <a:solidFill>
                  <a:srgbClr val="231F20"/>
                </a:solidFill>
                <a:latin typeface="Arial"/>
                <a:cs typeface="Arial"/>
              </a:rPr>
              <a:t>Center </a:t>
            </a:r>
            <a:r>
              <a:rPr sz="1000" dirty="0">
                <a:solidFill>
                  <a:srgbClr val="231F20"/>
                </a:solidFill>
                <a:latin typeface="Arial"/>
                <a:cs typeface="Arial"/>
              </a:rPr>
              <a:t>participating</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International</a:t>
            </a:r>
            <a:r>
              <a:rPr sz="1000" spc="15" dirty="0">
                <a:solidFill>
                  <a:srgbClr val="231F20"/>
                </a:solidFill>
                <a:latin typeface="Arial"/>
                <a:cs typeface="Arial"/>
              </a:rPr>
              <a:t> </a:t>
            </a:r>
            <a:r>
              <a:rPr sz="1000" dirty="0">
                <a:solidFill>
                  <a:srgbClr val="231F20"/>
                </a:solidFill>
                <a:latin typeface="Arial"/>
                <a:cs typeface="Arial"/>
              </a:rPr>
              <a:t>Observe</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Moon</a:t>
            </a:r>
            <a:r>
              <a:rPr sz="1000" spc="20" dirty="0">
                <a:solidFill>
                  <a:srgbClr val="231F20"/>
                </a:solidFill>
                <a:latin typeface="Arial"/>
                <a:cs typeface="Arial"/>
              </a:rPr>
              <a:t> </a:t>
            </a:r>
            <a:r>
              <a:rPr sz="1000" spc="-10" dirty="0">
                <a:solidFill>
                  <a:srgbClr val="231F20"/>
                </a:solidFill>
                <a:latin typeface="Arial"/>
                <a:cs typeface="Arial"/>
              </a:rPr>
              <a:t>Night,</a:t>
            </a:r>
            <a:endParaRPr sz="1000">
              <a:latin typeface="Arial"/>
              <a:cs typeface="Arial"/>
            </a:endParaRPr>
          </a:p>
          <a:p>
            <a:pPr marL="12700" marR="262255">
              <a:lnSpc>
                <a:spcPct val="100000"/>
              </a:lnSpc>
            </a:pP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global</a:t>
            </a:r>
            <a:r>
              <a:rPr sz="1000" spc="5" dirty="0">
                <a:solidFill>
                  <a:srgbClr val="231F20"/>
                </a:solidFill>
                <a:latin typeface="Arial"/>
                <a:cs typeface="Arial"/>
              </a:rPr>
              <a:t> </a:t>
            </a:r>
            <a:r>
              <a:rPr sz="1000" dirty="0">
                <a:solidFill>
                  <a:srgbClr val="231F20"/>
                </a:solidFill>
                <a:latin typeface="Arial"/>
                <a:cs typeface="Arial"/>
              </a:rPr>
              <a:t>celebration</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lunar</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planetary</a:t>
            </a:r>
            <a:r>
              <a:rPr sz="1000" spc="5" dirty="0">
                <a:solidFill>
                  <a:srgbClr val="231F20"/>
                </a:solidFill>
                <a:latin typeface="Arial"/>
                <a:cs typeface="Arial"/>
              </a:rPr>
              <a:t> </a:t>
            </a:r>
            <a:r>
              <a:rPr sz="1000" spc="-10" dirty="0">
                <a:solidFill>
                  <a:srgbClr val="231F20"/>
                </a:solidFill>
                <a:latin typeface="Arial"/>
                <a:cs typeface="Arial"/>
              </a:rPr>
              <a:t>science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exploration,</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well</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personal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cultural </a:t>
            </a:r>
            <a:r>
              <a:rPr sz="1000" dirty="0">
                <a:solidFill>
                  <a:srgbClr val="231F20"/>
                </a:solidFill>
                <a:latin typeface="Arial"/>
                <a:cs typeface="Arial"/>
              </a:rPr>
              <a:t>connections to the</a:t>
            </a:r>
            <a:r>
              <a:rPr sz="1000" spc="5" dirty="0">
                <a:solidFill>
                  <a:srgbClr val="231F20"/>
                </a:solidFill>
                <a:latin typeface="Arial"/>
                <a:cs typeface="Arial"/>
              </a:rPr>
              <a:t> </a:t>
            </a:r>
            <a:r>
              <a:rPr sz="1000" dirty="0">
                <a:solidFill>
                  <a:srgbClr val="231F20"/>
                </a:solidFill>
                <a:latin typeface="Arial"/>
                <a:cs typeface="Arial"/>
              </a:rPr>
              <a:t>Moon. The</a:t>
            </a:r>
            <a:r>
              <a:rPr sz="1000" spc="5" dirty="0">
                <a:solidFill>
                  <a:srgbClr val="231F20"/>
                </a:solidFill>
                <a:latin typeface="Arial"/>
                <a:cs typeface="Arial"/>
              </a:rPr>
              <a:t> </a:t>
            </a:r>
            <a:r>
              <a:rPr sz="1000" dirty="0">
                <a:solidFill>
                  <a:srgbClr val="231F20"/>
                </a:solidFill>
                <a:latin typeface="Arial"/>
                <a:cs typeface="Arial"/>
              </a:rPr>
              <a:t>event marked</a:t>
            </a:r>
            <a:r>
              <a:rPr sz="1000" spc="5" dirty="0">
                <a:solidFill>
                  <a:srgbClr val="231F20"/>
                </a:solidFill>
                <a:latin typeface="Arial"/>
                <a:cs typeface="Arial"/>
              </a:rPr>
              <a:t> </a:t>
            </a:r>
            <a:r>
              <a:rPr sz="1000" dirty="0">
                <a:solidFill>
                  <a:srgbClr val="231F20"/>
                </a:solidFill>
                <a:latin typeface="Arial"/>
                <a:cs typeface="Arial"/>
              </a:rPr>
              <a:t>the </a:t>
            </a:r>
            <a:r>
              <a:rPr sz="1000" spc="-20" dirty="0">
                <a:solidFill>
                  <a:srgbClr val="231F20"/>
                </a:solidFill>
                <a:latin typeface="Arial"/>
                <a:cs typeface="Arial"/>
              </a:rPr>
              <a:t>50th </a:t>
            </a:r>
            <a:r>
              <a:rPr sz="1000" dirty="0">
                <a:solidFill>
                  <a:srgbClr val="231F20"/>
                </a:solidFill>
                <a:latin typeface="Arial"/>
                <a:cs typeface="Arial"/>
              </a:rPr>
              <a:t>anniversary</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Apollo</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nation’s</a:t>
            </a:r>
            <a:endParaRPr sz="1000">
              <a:latin typeface="Arial"/>
              <a:cs typeface="Arial"/>
            </a:endParaRPr>
          </a:p>
          <a:p>
            <a:pPr marL="12700" marR="36830">
              <a:lnSpc>
                <a:spcPct val="100000"/>
              </a:lnSpc>
            </a:pPr>
            <a:r>
              <a:rPr sz="1000" dirty="0">
                <a:solidFill>
                  <a:srgbClr val="231F20"/>
                </a:solidFill>
                <a:latin typeface="Arial"/>
                <a:cs typeface="Arial"/>
              </a:rPr>
              <a:t>earliest</a:t>
            </a:r>
            <a:r>
              <a:rPr sz="1000" spc="-20" dirty="0">
                <a:solidFill>
                  <a:srgbClr val="231F20"/>
                </a:solidFill>
                <a:latin typeface="Arial"/>
                <a:cs typeface="Arial"/>
              </a:rPr>
              <a:t> </a:t>
            </a:r>
            <a:r>
              <a:rPr sz="1000" dirty="0">
                <a:solidFill>
                  <a:srgbClr val="231F20"/>
                </a:solidFill>
                <a:latin typeface="Arial"/>
                <a:cs typeface="Arial"/>
              </a:rPr>
              <a:t>human</a:t>
            </a:r>
            <a:r>
              <a:rPr sz="1000" spc="-20" dirty="0">
                <a:solidFill>
                  <a:srgbClr val="231F20"/>
                </a:solidFill>
                <a:latin typeface="Arial"/>
                <a:cs typeface="Arial"/>
              </a:rPr>
              <a:t> </a:t>
            </a:r>
            <a:r>
              <a:rPr sz="1000" dirty="0">
                <a:solidFill>
                  <a:srgbClr val="231F20"/>
                </a:solidFill>
                <a:latin typeface="Arial"/>
                <a:cs typeface="Arial"/>
              </a:rPr>
              <a:t>spaceflight</a:t>
            </a:r>
            <a:r>
              <a:rPr sz="1000" spc="-25" dirty="0">
                <a:solidFill>
                  <a:srgbClr val="231F20"/>
                </a:solidFill>
                <a:latin typeface="Arial"/>
                <a:cs typeface="Arial"/>
              </a:rPr>
              <a:t> </a:t>
            </a:r>
            <a:r>
              <a:rPr sz="1000" spc="-10" dirty="0">
                <a:solidFill>
                  <a:srgbClr val="231F20"/>
                </a:solidFill>
                <a:latin typeface="Arial"/>
                <a:cs typeface="Arial"/>
              </a:rPr>
              <a:t>programs.</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experienced hands-</a:t>
            </a:r>
            <a:r>
              <a:rPr sz="1000" dirty="0">
                <a:solidFill>
                  <a:srgbClr val="231F20"/>
                </a:solidFill>
                <a:latin typeface="Arial"/>
                <a:cs typeface="Arial"/>
              </a:rPr>
              <a:t>on activities,</a:t>
            </a:r>
            <a:r>
              <a:rPr sz="1000" spc="5" dirty="0">
                <a:solidFill>
                  <a:srgbClr val="231F20"/>
                </a:solidFill>
                <a:latin typeface="Arial"/>
                <a:cs typeface="Arial"/>
              </a:rPr>
              <a:t> </a:t>
            </a:r>
            <a:r>
              <a:rPr sz="1000" dirty="0">
                <a:solidFill>
                  <a:srgbClr val="231F20"/>
                </a:solidFill>
                <a:latin typeface="Arial"/>
                <a:cs typeface="Arial"/>
              </a:rPr>
              <a:t>lunar</a:t>
            </a:r>
            <a:r>
              <a:rPr sz="1000" spc="5"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telescope </a:t>
            </a:r>
            <a:r>
              <a:rPr sz="1000" spc="-10" dirty="0">
                <a:solidFill>
                  <a:srgbClr val="231F20"/>
                </a:solidFill>
                <a:latin typeface="Arial"/>
                <a:cs typeface="Arial"/>
              </a:rPr>
              <a:t>observations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Moon</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night</a:t>
            </a:r>
            <a:r>
              <a:rPr sz="1000" spc="-10" dirty="0">
                <a:solidFill>
                  <a:srgbClr val="231F20"/>
                </a:solidFill>
                <a:latin typeface="Arial"/>
                <a:cs typeface="Arial"/>
              </a:rPr>
              <a:t> </a:t>
            </a:r>
            <a:r>
              <a:rPr sz="1000" dirty="0">
                <a:solidFill>
                  <a:srgbClr val="231F20"/>
                </a:solidFill>
                <a:latin typeface="Arial"/>
                <a:cs typeface="Arial"/>
              </a:rPr>
              <a:t>sky</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well</a:t>
            </a:r>
            <a:r>
              <a:rPr sz="1000" spc="-10" dirty="0">
                <a:solidFill>
                  <a:srgbClr val="231F20"/>
                </a:solidFill>
                <a:latin typeface="Arial"/>
                <a:cs typeface="Arial"/>
              </a:rPr>
              <a:t> as</a:t>
            </a:r>
            <a:r>
              <a:rPr sz="1000" spc="-15" dirty="0">
                <a:solidFill>
                  <a:srgbClr val="231F20"/>
                </a:solidFill>
                <a:latin typeface="Arial"/>
                <a:cs typeface="Arial"/>
              </a:rPr>
              <a:t> </a:t>
            </a:r>
            <a:r>
              <a:rPr sz="1000" dirty="0">
                <a:solidFill>
                  <a:srgbClr val="231F20"/>
                </a:solidFill>
                <a:latin typeface="Arial"/>
                <a:cs typeface="Arial"/>
              </a:rPr>
              <a:t>speakers</a:t>
            </a:r>
            <a:r>
              <a:rPr sz="1000" spc="-10" dirty="0">
                <a:solidFill>
                  <a:srgbClr val="231F20"/>
                </a:solidFill>
                <a:latin typeface="Arial"/>
                <a:cs typeface="Arial"/>
              </a:rPr>
              <a:t> </a:t>
            </a:r>
            <a:r>
              <a:rPr sz="1000" dirty="0">
                <a:solidFill>
                  <a:srgbClr val="231F20"/>
                </a:solidFill>
                <a:latin typeface="Arial"/>
                <a:cs typeface="Arial"/>
              </a:rPr>
              <a:t>sharing</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impact</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Apollo</a:t>
            </a:r>
            <a:r>
              <a:rPr sz="1000" spc="1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lives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Americans. </a:t>
            </a:r>
            <a:r>
              <a:rPr sz="1000" dirty="0">
                <a:solidFill>
                  <a:srgbClr val="231F20"/>
                </a:solidFill>
                <a:latin typeface="Arial"/>
                <a:cs typeface="Arial"/>
              </a:rPr>
              <a:t>During</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election</a:t>
            </a:r>
            <a:r>
              <a:rPr sz="1000" spc="15" dirty="0">
                <a:solidFill>
                  <a:srgbClr val="231F20"/>
                </a:solidFill>
                <a:latin typeface="Arial"/>
                <a:cs typeface="Arial"/>
              </a:rPr>
              <a:t> </a:t>
            </a:r>
            <a:r>
              <a:rPr sz="1000" spc="-10" dirty="0">
                <a:solidFill>
                  <a:srgbClr val="231F20"/>
                </a:solidFill>
                <a:latin typeface="Arial"/>
                <a:cs typeface="Arial"/>
              </a:rPr>
              <a:t>season,</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spc="-20" dirty="0">
                <a:solidFill>
                  <a:srgbClr val="231F20"/>
                </a:solidFill>
                <a:latin typeface="Arial"/>
                <a:cs typeface="Arial"/>
              </a:rPr>
              <a:t>civic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democracy</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legislative</a:t>
            </a:r>
            <a:r>
              <a:rPr sz="1000" spc="-10" dirty="0">
                <a:solidFill>
                  <a:srgbClr val="231F20"/>
                </a:solidFill>
                <a:latin typeface="Arial"/>
                <a:cs typeface="Arial"/>
              </a:rPr>
              <a:t> </a:t>
            </a:r>
            <a:r>
              <a:rPr sz="1000" dirty="0">
                <a:solidFill>
                  <a:srgbClr val="231F20"/>
                </a:solidFill>
                <a:latin typeface="Arial"/>
                <a:cs typeface="Arial"/>
              </a:rPr>
              <a:t>process</a:t>
            </a:r>
            <a:r>
              <a:rPr sz="1000" spc="-5"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411480">
              <a:lnSpc>
                <a:spcPct val="100000"/>
              </a:lnSpc>
            </a:pPr>
            <a:r>
              <a:rPr sz="1000" dirty="0">
                <a:solidFill>
                  <a:srgbClr val="231F20"/>
                </a:solidFill>
                <a:latin typeface="Arial"/>
                <a:cs typeface="Arial"/>
              </a:rPr>
              <a:t>a</a:t>
            </a:r>
            <a:r>
              <a:rPr sz="1000" spc="-15" dirty="0">
                <a:solidFill>
                  <a:srgbClr val="231F20"/>
                </a:solidFill>
                <a:latin typeface="Arial"/>
                <a:cs typeface="Arial"/>
              </a:rPr>
              <a:t> </a:t>
            </a:r>
            <a:r>
              <a:rPr sz="1000" spc="-50" dirty="0">
                <a:solidFill>
                  <a:srgbClr val="231F20"/>
                </a:solidFill>
                <a:latin typeface="Arial"/>
                <a:cs typeface="Arial"/>
              </a:rPr>
              <a:t>U.S.</a:t>
            </a:r>
            <a:r>
              <a:rPr sz="1000" spc="-15" dirty="0">
                <a:solidFill>
                  <a:srgbClr val="231F20"/>
                </a:solidFill>
                <a:latin typeface="Arial"/>
                <a:cs typeface="Arial"/>
              </a:rPr>
              <a:t> </a:t>
            </a:r>
            <a:r>
              <a:rPr sz="1000" dirty="0">
                <a:solidFill>
                  <a:srgbClr val="231F20"/>
                </a:solidFill>
                <a:latin typeface="Arial"/>
                <a:cs typeface="Arial"/>
              </a:rPr>
              <a:t>Capitol</a:t>
            </a:r>
            <a:r>
              <a:rPr sz="1000" spc="-15" dirty="0">
                <a:solidFill>
                  <a:srgbClr val="231F20"/>
                </a:solidFill>
                <a:latin typeface="Arial"/>
                <a:cs typeface="Arial"/>
              </a:rPr>
              <a:t> </a:t>
            </a:r>
            <a:r>
              <a:rPr sz="1000" spc="-10" dirty="0">
                <a:solidFill>
                  <a:srgbClr val="231F20"/>
                </a:solidFill>
                <a:latin typeface="Arial"/>
                <a:cs typeface="Arial"/>
              </a:rPr>
              <a:t>tour.</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served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assembling</a:t>
            </a:r>
            <a:r>
              <a:rPr sz="1000" spc="-5" dirty="0">
                <a:solidFill>
                  <a:srgbClr val="231F20"/>
                </a:solidFill>
                <a:latin typeface="Arial"/>
                <a:cs typeface="Arial"/>
              </a:rPr>
              <a:t> </a:t>
            </a:r>
            <a:r>
              <a:rPr sz="1000" dirty="0">
                <a:solidFill>
                  <a:srgbClr val="231F20"/>
                </a:solidFill>
                <a:latin typeface="Arial"/>
                <a:cs typeface="Arial"/>
              </a:rPr>
              <a:t>comfort</a:t>
            </a:r>
            <a:r>
              <a:rPr sz="1000" spc="-5" dirty="0">
                <a:solidFill>
                  <a:srgbClr val="231F20"/>
                </a:solidFill>
                <a:latin typeface="Arial"/>
                <a:cs typeface="Arial"/>
              </a:rPr>
              <a:t> </a:t>
            </a:r>
            <a:r>
              <a:rPr sz="1000" spc="-20" dirty="0">
                <a:solidFill>
                  <a:srgbClr val="231F20"/>
                </a:solidFill>
                <a:latin typeface="Arial"/>
                <a:cs typeface="Arial"/>
              </a:rPr>
              <a:t>cases</a:t>
            </a:r>
            <a:endParaRPr sz="1000">
              <a:latin typeface="Arial"/>
              <a:cs typeface="Arial"/>
            </a:endParaRPr>
          </a:p>
          <a:p>
            <a:pPr marL="12700" marR="132715">
              <a:lnSpc>
                <a:spcPct val="100000"/>
              </a:lnSpc>
              <a:spcBef>
                <a:spcPts val="900"/>
              </a:spcBef>
            </a:pPr>
            <a:r>
              <a:rPr sz="1000" spc="-10" dirty="0">
                <a:solidFill>
                  <a:srgbClr val="231F20"/>
                </a:solidFill>
                <a:latin typeface="Arial"/>
                <a:cs typeface="Arial"/>
              </a:rPr>
              <a:t>(backpacks</a:t>
            </a:r>
            <a:r>
              <a:rPr sz="1000" spc="-20" dirty="0">
                <a:solidFill>
                  <a:srgbClr val="231F20"/>
                </a:solidFill>
                <a:latin typeface="Arial"/>
                <a:cs typeface="Arial"/>
              </a:rPr>
              <a:t> </a:t>
            </a:r>
            <a:r>
              <a:rPr sz="1000" dirty="0">
                <a:solidFill>
                  <a:srgbClr val="231F20"/>
                </a:solidFill>
                <a:latin typeface="Arial"/>
                <a:cs typeface="Arial"/>
              </a:rPr>
              <a:t>containing</a:t>
            </a:r>
            <a:r>
              <a:rPr sz="1000" spc="-20" dirty="0">
                <a:solidFill>
                  <a:srgbClr val="231F20"/>
                </a:solidFill>
                <a:latin typeface="Arial"/>
                <a:cs typeface="Arial"/>
              </a:rPr>
              <a:t> </a:t>
            </a:r>
            <a:r>
              <a:rPr sz="1000" dirty="0">
                <a:solidFill>
                  <a:srgbClr val="231F20"/>
                </a:solidFill>
                <a:latin typeface="Arial"/>
                <a:cs typeface="Arial"/>
              </a:rPr>
              <a:t>necessities</a:t>
            </a:r>
            <a:r>
              <a:rPr sz="1000" spc="-20" dirty="0">
                <a:solidFill>
                  <a:srgbClr val="231F20"/>
                </a:solidFill>
                <a:latin typeface="Arial"/>
                <a:cs typeface="Arial"/>
              </a:rPr>
              <a:t> </a:t>
            </a:r>
            <a:r>
              <a:rPr sz="1000" dirty="0">
                <a:solidFill>
                  <a:srgbClr val="231F20"/>
                </a:solidFill>
                <a:latin typeface="Arial"/>
                <a:cs typeface="Arial"/>
              </a:rPr>
              <a:t>such</a:t>
            </a:r>
            <a:r>
              <a:rPr sz="1000" spc="-20"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spc="-10" dirty="0">
                <a:solidFill>
                  <a:srgbClr val="231F20"/>
                </a:solidFill>
                <a:latin typeface="Arial"/>
                <a:cs typeface="Arial"/>
              </a:rPr>
              <a:t>toiletries, pajamas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coloring</a:t>
            </a:r>
            <a:r>
              <a:rPr sz="1000" spc="-15" dirty="0">
                <a:solidFill>
                  <a:srgbClr val="231F20"/>
                </a:solidFill>
                <a:latin typeface="Arial"/>
                <a:cs typeface="Arial"/>
              </a:rPr>
              <a:t> </a:t>
            </a:r>
            <a:r>
              <a:rPr sz="1000" dirty="0">
                <a:solidFill>
                  <a:srgbClr val="231F20"/>
                </a:solidFill>
                <a:latin typeface="Arial"/>
                <a:cs typeface="Arial"/>
              </a:rPr>
              <a:t>books/crayons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nice</a:t>
            </a:r>
            <a:r>
              <a:rPr sz="1000" spc="-15" dirty="0">
                <a:solidFill>
                  <a:srgbClr val="231F20"/>
                </a:solidFill>
                <a:latin typeface="Arial"/>
                <a:cs typeface="Arial"/>
              </a:rPr>
              <a:t> </a:t>
            </a:r>
            <a:r>
              <a:rPr sz="1000" spc="-20" dirty="0">
                <a:solidFill>
                  <a:srgbClr val="231F20"/>
                </a:solidFill>
                <a:latin typeface="Arial"/>
                <a:cs typeface="Arial"/>
              </a:rPr>
              <a:t>note)</a:t>
            </a:r>
            <a:r>
              <a:rPr sz="1000" spc="50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left</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child</a:t>
            </a:r>
            <a:r>
              <a:rPr sz="1000" spc="20" dirty="0">
                <a:solidFill>
                  <a:srgbClr val="231F20"/>
                </a:solidFill>
                <a:latin typeface="Arial"/>
                <a:cs typeface="Arial"/>
              </a:rPr>
              <a:t> </a:t>
            </a:r>
            <a:r>
              <a:rPr sz="1000" dirty="0">
                <a:solidFill>
                  <a:srgbClr val="231F20"/>
                </a:solidFill>
                <a:latin typeface="Arial"/>
                <a:cs typeface="Arial"/>
              </a:rPr>
              <a:t>protective</a:t>
            </a:r>
            <a:r>
              <a:rPr sz="1000" spc="15" dirty="0">
                <a:solidFill>
                  <a:srgbClr val="231F20"/>
                </a:solidFill>
                <a:latin typeface="Arial"/>
                <a:cs typeface="Arial"/>
              </a:rPr>
              <a:t> </a:t>
            </a:r>
            <a:r>
              <a:rPr sz="1000" dirty="0">
                <a:solidFill>
                  <a:srgbClr val="231F20"/>
                </a:solidFill>
                <a:latin typeface="Arial"/>
                <a:cs typeface="Arial"/>
              </a:rPr>
              <a:t>services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making maple</a:t>
            </a:r>
            <a:r>
              <a:rPr sz="1000" spc="-5" dirty="0">
                <a:solidFill>
                  <a:srgbClr val="231F20"/>
                </a:solidFill>
                <a:latin typeface="Arial"/>
                <a:cs typeface="Arial"/>
              </a:rPr>
              <a:t> </a:t>
            </a:r>
            <a:r>
              <a:rPr sz="1000" dirty="0">
                <a:solidFill>
                  <a:srgbClr val="231F20"/>
                </a:solidFill>
                <a:latin typeface="Arial"/>
                <a:cs typeface="Arial"/>
              </a:rPr>
              <a:t>syrup at</a:t>
            </a:r>
            <a:r>
              <a:rPr sz="1000" spc="-5" dirty="0">
                <a:solidFill>
                  <a:srgbClr val="231F20"/>
                </a:solidFill>
                <a:latin typeface="Arial"/>
                <a:cs typeface="Arial"/>
              </a:rPr>
              <a:t> </a:t>
            </a:r>
            <a:r>
              <a:rPr sz="1000" dirty="0">
                <a:solidFill>
                  <a:srgbClr val="231F20"/>
                </a:solidFill>
                <a:latin typeface="Arial"/>
                <a:cs typeface="Arial"/>
              </a:rPr>
              <a:t>the Brookside</a:t>
            </a:r>
            <a:r>
              <a:rPr sz="1000" spc="-5" dirty="0">
                <a:solidFill>
                  <a:srgbClr val="231F20"/>
                </a:solidFill>
                <a:latin typeface="Arial"/>
                <a:cs typeface="Arial"/>
              </a:rPr>
              <a:t> </a:t>
            </a:r>
            <a:r>
              <a:rPr sz="1000" spc="-10" dirty="0">
                <a:solidFill>
                  <a:srgbClr val="231F20"/>
                </a:solidFill>
                <a:latin typeface="Arial"/>
                <a:cs typeface="Arial"/>
              </a:rPr>
              <a:t>Gardens, </a:t>
            </a:r>
            <a:r>
              <a:rPr sz="1000" dirty="0">
                <a:solidFill>
                  <a:srgbClr val="231F20"/>
                </a:solidFill>
                <a:latin typeface="Arial"/>
                <a:cs typeface="Arial"/>
              </a:rPr>
              <a:t>including</a:t>
            </a:r>
            <a:r>
              <a:rPr sz="1000" spc="30" dirty="0">
                <a:solidFill>
                  <a:srgbClr val="231F20"/>
                </a:solidFill>
                <a:latin typeface="Arial"/>
                <a:cs typeface="Arial"/>
              </a:rPr>
              <a:t> </a:t>
            </a:r>
            <a:r>
              <a:rPr sz="1000" dirty="0">
                <a:solidFill>
                  <a:srgbClr val="231F20"/>
                </a:solidFill>
                <a:latin typeface="Arial"/>
                <a:cs typeface="Arial"/>
              </a:rPr>
              <a:t>identifying</a:t>
            </a:r>
            <a:r>
              <a:rPr sz="1000" spc="30" dirty="0">
                <a:solidFill>
                  <a:srgbClr val="231F20"/>
                </a:solidFill>
                <a:latin typeface="Arial"/>
                <a:cs typeface="Arial"/>
              </a:rPr>
              <a:t> </a:t>
            </a:r>
            <a:r>
              <a:rPr sz="1000" dirty="0">
                <a:solidFill>
                  <a:srgbClr val="231F20"/>
                </a:solidFill>
                <a:latin typeface="Arial"/>
                <a:cs typeface="Arial"/>
              </a:rPr>
              <a:t>maple</a:t>
            </a:r>
            <a:r>
              <a:rPr sz="1000" spc="30" dirty="0">
                <a:solidFill>
                  <a:srgbClr val="231F20"/>
                </a:solidFill>
                <a:latin typeface="Arial"/>
                <a:cs typeface="Arial"/>
              </a:rPr>
              <a:t> </a:t>
            </a:r>
            <a:r>
              <a:rPr sz="1000" dirty="0">
                <a:solidFill>
                  <a:srgbClr val="231F20"/>
                </a:solidFill>
                <a:latin typeface="Arial"/>
                <a:cs typeface="Arial"/>
              </a:rPr>
              <a:t>trees,</a:t>
            </a:r>
            <a:r>
              <a:rPr sz="1000" spc="30" dirty="0">
                <a:solidFill>
                  <a:srgbClr val="231F20"/>
                </a:solidFill>
                <a:latin typeface="Arial"/>
                <a:cs typeface="Arial"/>
              </a:rPr>
              <a:t> </a:t>
            </a:r>
            <a:r>
              <a:rPr sz="1000" dirty="0">
                <a:solidFill>
                  <a:srgbClr val="231F20"/>
                </a:solidFill>
                <a:latin typeface="Arial"/>
                <a:cs typeface="Arial"/>
              </a:rPr>
              <a:t>drilling</a:t>
            </a:r>
            <a:r>
              <a:rPr sz="1000" spc="30" dirty="0">
                <a:solidFill>
                  <a:srgbClr val="231F20"/>
                </a:solidFill>
                <a:latin typeface="Arial"/>
                <a:cs typeface="Arial"/>
              </a:rPr>
              <a:t> </a:t>
            </a:r>
            <a:r>
              <a:rPr sz="1000" dirty="0">
                <a:solidFill>
                  <a:srgbClr val="231F20"/>
                </a:solidFill>
                <a:latin typeface="Arial"/>
                <a:cs typeface="Arial"/>
              </a:rPr>
              <a:t>holes</a:t>
            </a:r>
            <a:r>
              <a:rPr sz="1000" spc="30" dirty="0">
                <a:solidFill>
                  <a:srgbClr val="231F20"/>
                </a:solidFill>
                <a:latin typeface="Arial"/>
                <a:cs typeface="Arial"/>
              </a:rPr>
              <a:t> </a:t>
            </a:r>
            <a:r>
              <a:rPr sz="1000" spc="-25" dirty="0">
                <a:solidFill>
                  <a:srgbClr val="231F20"/>
                </a:solidFill>
                <a:latin typeface="Arial"/>
                <a:cs typeface="Arial"/>
              </a:rPr>
              <a:t>and</a:t>
            </a:r>
            <a:endParaRPr sz="1000">
              <a:latin typeface="Arial"/>
              <a:cs typeface="Arial"/>
            </a:endParaRPr>
          </a:p>
          <a:p>
            <a:pPr marL="12700" marR="48895">
              <a:lnSpc>
                <a:spcPct val="100000"/>
              </a:lnSpc>
            </a:pPr>
            <a:r>
              <a:rPr sz="1000" dirty="0">
                <a:solidFill>
                  <a:srgbClr val="231F20"/>
                </a:solidFill>
                <a:latin typeface="Arial"/>
                <a:cs typeface="Arial"/>
              </a:rPr>
              <a:t>setting</a:t>
            </a:r>
            <a:r>
              <a:rPr sz="1000" spc="15" dirty="0">
                <a:solidFill>
                  <a:srgbClr val="231F20"/>
                </a:solidFill>
                <a:latin typeface="Arial"/>
                <a:cs typeface="Arial"/>
              </a:rPr>
              <a:t> </a:t>
            </a:r>
            <a:r>
              <a:rPr sz="1000" dirty="0">
                <a:solidFill>
                  <a:srgbClr val="231F20"/>
                </a:solidFill>
                <a:latin typeface="Arial"/>
                <a:cs typeface="Arial"/>
              </a:rPr>
              <a:t>up</a:t>
            </a:r>
            <a:r>
              <a:rPr sz="1000" spc="15" dirty="0">
                <a:solidFill>
                  <a:srgbClr val="231F20"/>
                </a:solidFill>
                <a:latin typeface="Arial"/>
                <a:cs typeface="Arial"/>
              </a:rPr>
              <a:t> </a:t>
            </a:r>
            <a:r>
              <a:rPr sz="1000" dirty="0">
                <a:solidFill>
                  <a:srgbClr val="231F20"/>
                </a:solidFill>
                <a:latin typeface="Arial"/>
                <a:cs typeface="Arial"/>
              </a:rPr>
              <a:t>buckets</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collect</a:t>
            </a:r>
            <a:r>
              <a:rPr sz="1000" spc="15" dirty="0">
                <a:solidFill>
                  <a:srgbClr val="231F20"/>
                </a:solidFill>
                <a:latin typeface="Arial"/>
                <a:cs typeface="Arial"/>
              </a:rPr>
              <a:t> </a:t>
            </a:r>
            <a:r>
              <a:rPr sz="1000" spc="-20" dirty="0">
                <a:solidFill>
                  <a:srgbClr val="231F20"/>
                </a:solidFill>
                <a:latin typeface="Arial"/>
                <a:cs typeface="Arial"/>
              </a:rPr>
              <a:t>sap.</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African </a:t>
            </a:r>
            <a:r>
              <a:rPr sz="1000" spc="-10" dirty="0">
                <a:solidFill>
                  <a:srgbClr val="231F20"/>
                </a:solidFill>
                <a:latin typeface="Arial"/>
                <a:cs typeface="Arial"/>
              </a:rPr>
              <a:t>Americans</a:t>
            </a:r>
            <a:r>
              <a:rPr sz="1000" spc="-5" dirty="0">
                <a:solidFill>
                  <a:srgbClr val="231F20"/>
                </a:solidFill>
                <a:latin typeface="Arial"/>
                <a:cs typeface="Arial"/>
              </a:rPr>
              <a:t> </a:t>
            </a:r>
            <a:r>
              <a:rPr sz="1000" dirty="0">
                <a:solidFill>
                  <a:srgbClr val="231F20"/>
                </a:solidFill>
                <a:latin typeface="Arial"/>
                <a:cs typeface="Arial"/>
              </a:rPr>
              <a:t>in Aviation</a:t>
            </a:r>
            <a:r>
              <a:rPr sz="1000" spc="-5" dirty="0">
                <a:solidFill>
                  <a:srgbClr val="231F20"/>
                </a:solidFill>
                <a:latin typeface="Arial"/>
                <a:cs typeface="Arial"/>
              </a:rPr>
              <a:t> </a:t>
            </a:r>
            <a:r>
              <a:rPr sz="1000" dirty="0">
                <a:solidFill>
                  <a:srgbClr val="231F20"/>
                </a:solidFill>
                <a:latin typeface="Arial"/>
                <a:cs typeface="Arial"/>
              </a:rPr>
              <a:t>at the</a:t>
            </a:r>
            <a:r>
              <a:rPr sz="1000" spc="-5" dirty="0">
                <a:solidFill>
                  <a:srgbClr val="231F20"/>
                </a:solidFill>
                <a:latin typeface="Arial"/>
                <a:cs typeface="Arial"/>
              </a:rPr>
              <a:t> </a:t>
            </a:r>
            <a:r>
              <a:rPr sz="1000" spc="-10" dirty="0">
                <a:solidFill>
                  <a:srgbClr val="231F20"/>
                </a:solidFill>
                <a:latin typeface="Arial"/>
                <a:cs typeface="Arial"/>
              </a:rPr>
              <a:t>College </a:t>
            </a:r>
            <a:r>
              <a:rPr sz="1000" spc="-20"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Aviation</a:t>
            </a:r>
            <a:r>
              <a:rPr sz="1000" spc="-5" dirty="0">
                <a:solidFill>
                  <a:srgbClr val="231F20"/>
                </a:solidFill>
                <a:latin typeface="Arial"/>
                <a:cs typeface="Arial"/>
              </a:rPr>
              <a:t> </a:t>
            </a:r>
            <a:r>
              <a:rPr sz="1000" spc="-10" dirty="0">
                <a:solidFill>
                  <a:srgbClr val="231F20"/>
                </a:solidFill>
                <a:latin typeface="Arial"/>
                <a:cs typeface="Arial"/>
              </a:rPr>
              <a:t>Museum, </a:t>
            </a:r>
            <a:r>
              <a:rPr sz="1000" dirty="0">
                <a:solidFill>
                  <a:srgbClr val="231F20"/>
                </a:solidFill>
                <a:latin typeface="Arial"/>
                <a:cs typeface="Arial"/>
              </a:rPr>
              <a:t>used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creativity</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painting </a:t>
            </a:r>
            <a:r>
              <a:rPr sz="1000" dirty="0">
                <a:solidFill>
                  <a:srgbClr val="231F20"/>
                </a:solidFill>
                <a:latin typeface="Arial"/>
                <a:cs typeface="Arial"/>
              </a:rPr>
              <a:t>stories</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heard</a:t>
            </a:r>
            <a:r>
              <a:rPr sz="1000" spc="5"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literacy</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African cultural</a:t>
            </a:r>
            <a:r>
              <a:rPr sz="1000" spc="5" dirty="0">
                <a:solidFill>
                  <a:srgbClr val="231F20"/>
                </a:solidFill>
                <a:latin typeface="Arial"/>
                <a:cs typeface="Arial"/>
              </a:rPr>
              <a:t> </a:t>
            </a:r>
            <a:r>
              <a:rPr sz="1000" spc="-10" dirty="0">
                <a:solidFill>
                  <a:srgbClr val="231F20"/>
                </a:solidFill>
                <a:latin typeface="Arial"/>
                <a:cs typeface="Arial"/>
              </a:rPr>
              <a:t>awareness</a:t>
            </a:r>
            <a:r>
              <a:rPr sz="1000" dirty="0">
                <a:solidFill>
                  <a:srgbClr val="231F20"/>
                </a:solidFill>
                <a:latin typeface="Arial"/>
                <a:cs typeface="Arial"/>
              </a:rPr>
              <a:t> through</a:t>
            </a:r>
            <a:r>
              <a:rPr sz="1000" spc="5" dirty="0">
                <a:solidFill>
                  <a:srgbClr val="231F20"/>
                </a:solidFill>
                <a:latin typeface="Arial"/>
                <a:cs typeface="Arial"/>
              </a:rPr>
              <a:t> </a:t>
            </a:r>
            <a:r>
              <a:rPr sz="1000" spc="-25" dirty="0">
                <a:solidFill>
                  <a:srgbClr val="231F20"/>
                </a:solidFill>
                <a:latin typeface="Arial"/>
                <a:cs typeface="Arial"/>
              </a:rPr>
              <a:t>Tutu’s</a:t>
            </a:r>
            <a:r>
              <a:rPr sz="1000" spc="5" dirty="0">
                <a:solidFill>
                  <a:srgbClr val="231F20"/>
                </a:solidFill>
                <a:latin typeface="Arial"/>
                <a:cs typeface="Arial"/>
              </a:rPr>
              <a:t> </a:t>
            </a:r>
            <a:r>
              <a:rPr sz="1000" dirty="0">
                <a:solidFill>
                  <a:srgbClr val="231F20"/>
                </a:solidFill>
                <a:latin typeface="Arial"/>
                <a:cs typeface="Arial"/>
              </a:rPr>
              <a:t>Storybooks </a:t>
            </a:r>
            <a:r>
              <a:rPr sz="1000" spc="-25" dirty="0">
                <a:solidFill>
                  <a:srgbClr val="231F20"/>
                </a:solidFill>
                <a:latin typeface="Arial"/>
                <a:cs typeface="Arial"/>
              </a:rPr>
              <a:t>and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Books</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Brushes</a:t>
            </a:r>
            <a:r>
              <a:rPr sz="1000" spc="-15"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about </a:t>
            </a:r>
            <a:r>
              <a:rPr sz="1000" dirty="0">
                <a:solidFill>
                  <a:srgbClr val="231F20"/>
                </a:solidFill>
                <a:latin typeface="Arial"/>
                <a:cs typeface="Arial"/>
              </a:rPr>
              <a:t>science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human</a:t>
            </a:r>
            <a:r>
              <a:rPr sz="1000" spc="-5" dirty="0">
                <a:solidFill>
                  <a:srgbClr val="231F20"/>
                </a:solidFill>
                <a:latin typeface="Arial"/>
                <a:cs typeface="Arial"/>
              </a:rPr>
              <a:t> </a:t>
            </a:r>
            <a:r>
              <a:rPr sz="1000" dirty="0">
                <a:solidFill>
                  <a:srgbClr val="231F20"/>
                </a:solidFill>
                <a:latin typeface="Arial"/>
                <a:cs typeface="Arial"/>
              </a:rPr>
              <a:t>body</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Medical</a:t>
            </a:r>
            <a:r>
              <a:rPr sz="1000" spc="-5" dirty="0">
                <a:solidFill>
                  <a:srgbClr val="231F20"/>
                </a:solidFill>
                <a:latin typeface="Arial"/>
                <a:cs typeface="Arial"/>
              </a:rPr>
              <a:t> </a:t>
            </a:r>
            <a:r>
              <a:rPr sz="1000" spc="-10" dirty="0">
                <a:solidFill>
                  <a:srgbClr val="231F20"/>
                </a:solidFill>
                <a:latin typeface="Arial"/>
                <a:cs typeface="Arial"/>
              </a:rPr>
              <a:t>Museum.</a:t>
            </a:r>
            <a:endParaRPr sz="1000">
              <a:latin typeface="Arial"/>
              <a:cs typeface="Arial"/>
            </a:endParaRPr>
          </a:p>
        </p:txBody>
      </p:sp>
      <p:sp>
        <p:nvSpPr>
          <p:cNvPr id="5" name="object 5"/>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4</a:t>
            </a:r>
            <a:endParaRPr spc="-25" dirty="0"/>
          </a:p>
        </p:txBody>
      </p:sp>
      <p:sp>
        <p:nvSpPr>
          <p:cNvPr id="3" name="object 3"/>
          <p:cNvSpPr txBox="1"/>
          <p:nvPr/>
        </p:nvSpPr>
        <p:spPr>
          <a:xfrm>
            <a:off x="4016375" y="2022665"/>
            <a:ext cx="3312160" cy="7112000"/>
          </a:xfrm>
          <a:prstGeom prst="rect">
            <a:avLst/>
          </a:prstGeom>
        </p:spPr>
        <p:txBody>
          <a:bodyPr vert="horz" wrap="square" lIns="0" tIns="12700" rIns="0" bIns="0" rtlCol="0">
            <a:spAutoFit/>
          </a:bodyPr>
          <a:lstStyle/>
          <a:p>
            <a:pPr marL="12700" marR="66040">
              <a:lnSpc>
                <a:spcPct val="100000"/>
              </a:lnSpc>
              <a:spcBef>
                <a:spcPts val="100"/>
              </a:spcBef>
            </a:pP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second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third</a:t>
            </a:r>
            <a:r>
              <a:rPr sz="1000" spc="15" dirty="0">
                <a:solidFill>
                  <a:srgbClr val="231F20"/>
                </a:solidFill>
                <a:latin typeface="Arial"/>
                <a:cs typeface="Arial"/>
              </a:rPr>
              <a:t> </a:t>
            </a:r>
            <a:r>
              <a:rPr sz="1000" dirty="0">
                <a:solidFill>
                  <a:srgbClr val="231F20"/>
                </a:solidFill>
                <a:latin typeface="Arial"/>
                <a:cs typeface="Arial"/>
              </a:rPr>
              <a:t>graders</a:t>
            </a:r>
            <a:r>
              <a:rPr sz="1000" spc="20"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participating</a:t>
            </a:r>
            <a:r>
              <a:rPr sz="1000" spc="15" dirty="0">
                <a:solidFill>
                  <a:srgbClr val="231F20"/>
                </a:solidFill>
                <a:latin typeface="Arial"/>
                <a:cs typeface="Arial"/>
              </a:rPr>
              <a:t> </a:t>
            </a:r>
            <a:r>
              <a:rPr sz="1000" spc="-25" dirty="0">
                <a:solidFill>
                  <a:srgbClr val="231F20"/>
                </a:solidFill>
                <a:latin typeface="Arial"/>
                <a:cs typeface="Arial"/>
              </a:rPr>
              <a:t>in</a:t>
            </a:r>
            <a:r>
              <a:rPr sz="1000" spc="50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30" dirty="0">
                <a:solidFill>
                  <a:srgbClr val="231F20"/>
                </a:solidFill>
                <a:latin typeface="Arial"/>
                <a:cs typeface="Arial"/>
              </a:rPr>
              <a:t>DC</a:t>
            </a:r>
            <a:r>
              <a:rPr sz="1000" spc="-5" dirty="0">
                <a:solidFill>
                  <a:srgbClr val="231F20"/>
                </a:solidFill>
                <a:latin typeface="Arial"/>
                <a:cs typeface="Arial"/>
              </a:rPr>
              <a:t> </a:t>
            </a:r>
            <a:r>
              <a:rPr sz="1000" spc="-10" dirty="0">
                <a:solidFill>
                  <a:srgbClr val="231F20"/>
                </a:solidFill>
                <a:latin typeface="Arial"/>
                <a:cs typeface="Arial"/>
              </a:rPr>
              <a:t>area Bus</a:t>
            </a:r>
            <a:r>
              <a:rPr sz="1000" spc="-5" dirty="0">
                <a:solidFill>
                  <a:srgbClr val="231F20"/>
                </a:solidFill>
                <a:latin typeface="Arial"/>
                <a:cs typeface="Arial"/>
              </a:rPr>
              <a:t> </a:t>
            </a:r>
            <a:r>
              <a:rPr sz="1000" spc="-2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little</a:t>
            </a:r>
            <a:r>
              <a:rPr sz="1000" spc="-10" dirty="0">
                <a:solidFill>
                  <a:srgbClr val="231F20"/>
                </a:solidFill>
                <a:latin typeface="Arial"/>
                <a:cs typeface="Arial"/>
              </a:rPr>
              <a:t> </a:t>
            </a:r>
            <a:r>
              <a:rPr sz="1000" dirty="0">
                <a:solidFill>
                  <a:srgbClr val="231F20"/>
                </a:solidFill>
                <a:latin typeface="Arial"/>
                <a:cs typeface="Arial"/>
              </a:rPr>
              <a:t>known</a:t>
            </a:r>
            <a:r>
              <a:rPr sz="1000" spc="-5" dirty="0">
                <a:solidFill>
                  <a:srgbClr val="231F20"/>
                </a:solidFill>
                <a:latin typeface="Arial"/>
                <a:cs typeface="Arial"/>
              </a:rPr>
              <a:t> </a:t>
            </a:r>
            <a:r>
              <a:rPr sz="1000" dirty="0">
                <a:solidFill>
                  <a:srgbClr val="231F20"/>
                </a:solidFill>
                <a:latin typeface="Arial"/>
                <a:cs typeface="Arial"/>
              </a:rPr>
              <a:t>facts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significance for African </a:t>
            </a:r>
            <a:r>
              <a:rPr sz="1000" spc="-10" dirty="0">
                <a:solidFill>
                  <a:srgbClr val="231F20"/>
                </a:solidFill>
                <a:latin typeface="Arial"/>
                <a:cs typeface="Arial"/>
              </a:rPr>
              <a:t>Americans</a:t>
            </a:r>
            <a:r>
              <a:rPr sz="1000" dirty="0">
                <a:solidFill>
                  <a:srgbClr val="231F20"/>
                </a:solidFill>
                <a:latin typeface="Arial"/>
                <a:cs typeface="Arial"/>
              </a:rPr>
              <a:t> at</a:t>
            </a:r>
            <a:r>
              <a:rPr sz="1000" spc="5" dirty="0">
                <a:solidFill>
                  <a:srgbClr val="231F20"/>
                </a:solidFill>
                <a:latin typeface="Arial"/>
                <a:cs typeface="Arial"/>
              </a:rPr>
              <a:t> </a:t>
            </a:r>
            <a:r>
              <a:rPr sz="1000" dirty="0">
                <a:solidFill>
                  <a:srgbClr val="231F20"/>
                </a:solidFill>
                <a:latin typeface="Arial"/>
                <a:cs typeface="Arial"/>
              </a:rPr>
              <a:t>Arlington </a:t>
            </a:r>
            <a:r>
              <a:rPr sz="1000" spc="-10" dirty="0">
                <a:solidFill>
                  <a:srgbClr val="231F20"/>
                </a:solidFill>
                <a:latin typeface="Arial"/>
                <a:cs typeface="Arial"/>
              </a:rPr>
              <a:t>National Cemetery,</a:t>
            </a:r>
            <a:r>
              <a:rPr sz="1000" dirty="0">
                <a:solidFill>
                  <a:srgbClr val="231F20"/>
                </a:solidFill>
                <a:latin typeface="Arial"/>
                <a:cs typeface="Arial"/>
              </a:rPr>
              <a:t> the </a:t>
            </a:r>
            <a:r>
              <a:rPr sz="1000" spc="-20" dirty="0">
                <a:solidFill>
                  <a:srgbClr val="231F20"/>
                </a:solidFill>
                <a:latin typeface="Arial"/>
                <a:cs typeface="Arial"/>
              </a:rPr>
              <a:t>Tomb</a:t>
            </a:r>
            <a:r>
              <a:rPr sz="1000" dirty="0">
                <a:solidFill>
                  <a:srgbClr val="231F20"/>
                </a:solidFill>
                <a:latin typeface="Arial"/>
                <a:cs typeface="Arial"/>
              </a:rPr>
              <a:t> of</a:t>
            </a:r>
            <a:r>
              <a:rPr sz="1000" spc="5" dirty="0">
                <a:solidFill>
                  <a:srgbClr val="231F20"/>
                </a:solidFill>
                <a:latin typeface="Arial"/>
                <a:cs typeface="Arial"/>
              </a:rPr>
              <a:t> </a:t>
            </a:r>
            <a:r>
              <a:rPr sz="1000" dirty="0">
                <a:solidFill>
                  <a:srgbClr val="231F20"/>
                </a:solidFill>
                <a:latin typeface="Arial"/>
                <a:cs typeface="Arial"/>
              </a:rPr>
              <a:t>the Unknown </a:t>
            </a:r>
            <a:r>
              <a:rPr sz="1000" spc="-10" dirty="0">
                <a:solidFill>
                  <a:srgbClr val="231F20"/>
                </a:solidFill>
                <a:latin typeface="Arial"/>
                <a:cs typeface="Arial"/>
              </a:rPr>
              <a:t>Soldier,</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Lincoln </a:t>
            </a:r>
            <a:r>
              <a:rPr sz="1000" dirty="0">
                <a:solidFill>
                  <a:srgbClr val="231F20"/>
                </a:solidFill>
                <a:latin typeface="Arial"/>
                <a:cs typeface="Arial"/>
              </a:rPr>
              <a:t>Memorial</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Martin</a:t>
            </a:r>
            <a:r>
              <a:rPr sz="1000" spc="-20" dirty="0">
                <a:solidFill>
                  <a:srgbClr val="231F20"/>
                </a:solidFill>
                <a:latin typeface="Arial"/>
                <a:cs typeface="Arial"/>
              </a:rPr>
              <a:t> </a:t>
            </a:r>
            <a:r>
              <a:rPr sz="1000" dirty="0">
                <a:solidFill>
                  <a:srgbClr val="231F20"/>
                </a:solidFill>
                <a:latin typeface="Arial"/>
                <a:cs typeface="Arial"/>
              </a:rPr>
              <a:t>Luther</a:t>
            </a:r>
            <a:r>
              <a:rPr sz="1000" spc="-20" dirty="0">
                <a:solidFill>
                  <a:srgbClr val="231F20"/>
                </a:solidFill>
                <a:latin typeface="Arial"/>
                <a:cs typeface="Arial"/>
              </a:rPr>
              <a:t> </a:t>
            </a:r>
            <a:r>
              <a:rPr sz="1000" dirty="0">
                <a:solidFill>
                  <a:srgbClr val="231F20"/>
                </a:solidFill>
                <a:latin typeface="Arial"/>
                <a:cs typeface="Arial"/>
              </a:rPr>
              <a:t>King</a:t>
            </a:r>
            <a:r>
              <a:rPr sz="1000" spc="-20" dirty="0">
                <a:solidFill>
                  <a:srgbClr val="231F20"/>
                </a:solidFill>
                <a:latin typeface="Arial"/>
                <a:cs typeface="Arial"/>
              </a:rPr>
              <a:t> </a:t>
            </a:r>
            <a:r>
              <a:rPr sz="1000" spc="-40" dirty="0">
                <a:solidFill>
                  <a:srgbClr val="231F20"/>
                </a:solidFill>
                <a:latin typeface="Arial"/>
                <a:cs typeface="Arial"/>
              </a:rPr>
              <a:t>Jr.</a:t>
            </a:r>
            <a:r>
              <a:rPr sz="1000" spc="-20" dirty="0">
                <a:solidFill>
                  <a:srgbClr val="231F20"/>
                </a:solidFill>
                <a:latin typeface="Arial"/>
                <a:cs typeface="Arial"/>
              </a:rPr>
              <a:t> </a:t>
            </a:r>
            <a:r>
              <a:rPr sz="1000" spc="-10" dirty="0">
                <a:solidFill>
                  <a:srgbClr val="231F20"/>
                </a:solidFill>
                <a:latin typeface="Arial"/>
                <a:cs typeface="Arial"/>
              </a:rPr>
              <a:t>Memorial.</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did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lot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walking</a:t>
            </a:r>
            <a:r>
              <a:rPr sz="1000" spc="5" dirty="0">
                <a:solidFill>
                  <a:srgbClr val="231F20"/>
                </a:solidFill>
                <a:latin typeface="Arial"/>
                <a:cs typeface="Arial"/>
              </a:rPr>
              <a:t> </a:t>
            </a:r>
            <a:r>
              <a:rPr sz="1000" dirty="0">
                <a:solidFill>
                  <a:srgbClr val="231F20"/>
                </a:solidFill>
                <a:latin typeface="Arial"/>
                <a:cs typeface="Arial"/>
              </a:rPr>
              <a:t>even</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windy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rainy </a:t>
            </a:r>
            <a:r>
              <a:rPr sz="1000" dirty="0">
                <a:solidFill>
                  <a:srgbClr val="231F20"/>
                </a:solidFill>
                <a:latin typeface="Arial"/>
                <a:cs typeface="Arial"/>
              </a:rPr>
              <a:t>weather!</a:t>
            </a:r>
            <a:r>
              <a:rPr sz="1000" spc="-5"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tour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National</a:t>
            </a:r>
            <a:r>
              <a:rPr sz="1000" spc="-5" dirty="0">
                <a:solidFill>
                  <a:srgbClr val="231F20"/>
                </a:solidFill>
                <a:latin typeface="Arial"/>
                <a:cs typeface="Arial"/>
              </a:rPr>
              <a:t> </a:t>
            </a:r>
            <a:r>
              <a:rPr sz="1000" spc="-10" dirty="0">
                <a:solidFill>
                  <a:srgbClr val="231F20"/>
                </a:solidFill>
                <a:latin typeface="Arial"/>
                <a:cs typeface="Arial"/>
              </a:rPr>
              <a:t>Portrait</a:t>
            </a:r>
            <a:endParaRPr sz="1000">
              <a:latin typeface="Arial"/>
              <a:cs typeface="Arial"/>
            </a:endParaRPr>
          </a:p>
          <a:p>
            <a:pPr marL="12700" marR="6985">
              <a:lnSpc>
                <a:spcPct val="100000"/>
              </a:lnSpc>
            </a:pPr>
            <a:r>
              <a:rPr sz="1000" spc="-10" dirty="0">
                <a:solidFill>
                  <a:srgbClr val="231F20"/>
                </a:solidFill>
                <a:latin typeface="Arial"/>
                <a:cs typeface="Arial"/>
              </a:rPr>
              <a:t>Gallery,</a:t>
            </a:r>
            <a:r>
              <a:rPr sz="1000" spc="15" dirty="0">
                <a:solidFill>
                  <a:srgbClr val="231F20"/>
                </a:solidFill>
                <a:latin typeface="Arial"/>
                <a:cs typeface="Arial"/>
              </a:rPr>
              <a:t> </a:t>
            </a:r>
            <a:r>
              <a:rPr sz="1000" dirty="0">
                <a:solidFill>
                  <a:srgbClr val="231F20"/>
                </a:solidFill>
                <a:latin typeface="Arial"/>
                <a:cs typeface="Arial"/>
              </a:rPr>
              <a:t>including</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stunning</a:t>
            </a:r>
            <a:r>
              <a:rPr sz="1000" spc="20" dirty="0">
                <a:solidFill>
                  <a:srgbClr val="231F20"/>
                </a:solidFill>
                <a:latin typeface="Arial"/>
                <a:cs typeface="Arial"/>
              </a:rPr>
              <a:t> </a:t>
            </a:r>
            <a:r>
              <a:rPr sz="1000" dirty="0">
                <a:solidFill>
                  <a:srgbClr val="231F20"/>
                </a:solidFill>
                <a:latin typeface="Arial"/>
                <a:cs typeface="Arial"/>
              </a:rPr>
              <a:t>portrait</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former</a:t>
            </a:r>
            <a:r>
              <a:rPr sz="1000" spc="20" dirty="0">
                <a:solidFill>
                  <a:srgbClr val="231F20"/>
                </a:solidFill>
                <a:latin typeface="Arial"/>
                <a:cs typeface="Arial"/>
              </a:rPr>
              <a:t> </a:t>
            </a:r>
            <a:r>
              <a:rPr sz="1000" spc="-10" dirty="0">
                <a:solidFill>
                  <a:srgbClr val="231F20"/>
                </a:solidFill>
                <a:latin typeface="Arial"/>
                <a:cs typeface="Arial"/>
              </a:rPr>
              <a:t>President Barack</a:t>
            </a:r>
            <a:r>
              <a:rPr sz="1000" spc="-15" dirty="0">
                <a:solidFill>
                  <a:srgbClr val="231F20"/>
                </a:solidFill>
                <a:latin typeface="Arial"/>
                <a:cs typeface="Arial"/>
              </a:rPr>
              <a:t> </a:t>
            </a:r>
            <a:r>
              <a:rPr sz="1000" spc="-10" dirty="0">
                <a:solidFill>
                  <a:srgbClr val="231F20"/>
                </a:solidFill>
                <a:latin typeface="Arial"/>
                <a:cs typeface="Arial"/>
              </a:rPr>
              <a:t>Obama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Mrs.</a:t>
            </a:r>
            <a:r>
              <a:rPr sz="1000" spc="-15" dirty="0">
                <a:solidFill>
                  <a:srgbClr val="231F20"/>
                </a:solidFill>
                <a:latin typeface="Arial"/>
                <a:cs typeface="Arial"/>
              </a:rPr>
              <a:t> </a:t>
            </a:r>
            <a:r>
              <a:rPr sz="1000" dirty="0">
                <a:solidFill>
                  <a:srgbClr val="231F20"/>
                </a:solidFill>
                <a:latin typeface="Arial"/>
                <a:cs typeface="Arial"/>
              </a:rPr>
              <a:t>Michelle</a:t>
            </a:r>
            <a:r>
              <a:rPr sz="1000" spc="-10" dirty="0">
                <a:solidFill>
                  <a:srgbClr val="231F20"/>
                </a:solidFill>
                <a:latin typeface="Arial"/>
                <a:cs typeface="Arial"/>
              </a:rPr>
              <a:t> Obama </a:t>
            </a:r>
            <a:r>
              <a:rPr sz="1000" dirty="0">
                <a:solidFill>
                  <a:srgbClr val="231F20"/>
                </a:solidFill>
                <a:latin typeface="Arial"/>
                <a:cs typeface="Arial"/>
              </a:rPr>
              <a:t>painted</a:t>
            </a:r>
            <a:r>
              <a:rPr sz="1000" spc="-15"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African</a:t>
            </a:r>
            <a:r>
              <a:rPr sz="1000" spc="-35" dirty="0">
                <a:solidFill>
                  <a:srgbClr val="231F20"/>
                </a:solidFill>
                <a:latin typeface="Arial"/>
                <a:cs typeface="Arial"/>
              </a:rPr>
              <a:t> </a:t>
            </a:r>
            <a:r>
              <a:rPr sz="1000" dirty="0">
                <a:solidFill>
                  <a:srgbClr val="231F20"/>
                </a:solidFill>
                <a:latin typeface="Arial"/>
                <a:cs typeface="Arial"/>
              </a:rPr>
              <a:t>American</a:t>
            </a:r>
            <a:r>
              <a:rPr sz="1000" spc="-30" dirty="0">
                <a:solidFill>
                  <a:srgbClr val="231F20"/>
                </a:solidFill>
                <a:latin typeface="Arial"/>
                <a:cs typeface="Arial"/>
              </a:rPr>
              <a:t> </a:t>
            </a:r>
            <a:r>
              <a:rPr sz="1000" dirty="0">
                <a:solidFill>
                  <a:srgbClr val="231F20"/>
                </a:solidFill>
                <a:latin typeface="Arial"/>
                <a:cs typeface="Arial"/>
              </a:rPr>
              <a:t>artists</a:t>
            </a:r>
            <a:r>
              <a:rPr sz="1000" spc="-30" dirty="0">
                <a:solidFill>
                  <a:srgbClr val="231F20"/>
                </a:solidFill>
                <a:latin typeface="Arial"/>
                <a:cs typeface="Arial"/>
              </a:rPr>
              <a:t> </a:t>
            </a:r>
            <a:r>
              <a:rPr sz="1000" dirty="0">
                <a:solidFill>
                  <a:srgbClr val="231F20"/>
                </a:solidFill>
                <a:latin typeface="Arial"/>
                <a:cs typeface="Arial"/>
              </a:rPr>
              <a:t>Kehinde</a:t>
            </a:r>
            <a:r>
              <a:rPr sz="1000" spc="-35" dirty="0">
                <a:solidFill>
                  <a:srgbClr val="231F20"/>
                </a:solidFill>
                <a:latin typeface="Arial"/>
                <a:cs typeface="Arial"/>
              </a:rPr>
              <a:t> </a:t>
            </a:r>
            <a:r>
              <a:rPr sz="1000" spc="-10" dirty="0">
                <a:solidFill>
                  <a:srgbClr val="231F20"/>
                </a:solidFill>
                <a:latin typeface="Arial"/>
                <a:cs typeface="Arial"/>
              </a:rPr>
              <a:t>Wiley</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Amy</a:t>
            </a:r>
            <a:r>
              <a:rPr sz="1000" spc="-30" dirty="0">
                <a:solidFill>
                  <a:srgbClr val="231F20"/>
                </a:solidFill>
                <a:latin typeface="Arial"/>
                <a:cs typeface="Arial"/>
              </a:rPr>
              <a:t> </a:t>
            </a:r>
            <a:r>
              <a:rPr sz="1000" spc="-10" dirty="0">
                <a:solidFill>
                  <a:srgbClr val="231F20"/>
                </a:solidFill>
                <a:latin typeface="Arial"/>
                <a:cs typeface="Arial"/>
              </a:rPr>
              <a:t>Sherald, </a:t>
            </a:r>
            <a:r>
              <a:rPr sz="1000" dirty="0">
                <a:solidFill>
                  <a:srgbClr val="231F20"/>
                </a:solidFill>
                <a:latin typeface="Arial"/>
                <a:cs typeface="Arial"/>
              </a:rPr>
              <a:t>respectively.</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served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collecting </a:t>
            </a:r>
            <a:r>
              <a:rPr sz="1000" dirty="0">
                <a:solidFill>
                  <a:srgbClr val="231F20"/>
                </a:solidFill>
                <a:latin typeface="Arial"/>
                <a:cs typeface="Arial"/>
              </a:rPr>
              <a:t>necessary</a:t>
            </a:r>
            <a:r>
              <a:rPr sz="1000" spc="10" dirty="0">
                <a:solidFill>
                  <a:srgbClr val="231F20"/>
                </a:solidFill>
                <a:latin typeface="Arial"/>
                <a:cs typeface="Arial"/>
              </a:rPr>
              <a:t> </a:t>
            </a:r>
            <a:r>
              <a:rPr sz="1000" dirty="0">
                <a:solidFill>
                  <a:srgbClr val="231F20"/>
                </a:solidFill>
                <a:latin typeface="Arial"/>
                <a:cs typeface="Arial"/>
              </a:rPr>
              <a:t>clothing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other</a:t>
            </a:r>
            <a:r>
              <a:rPr sz="1000" spc="10" dirty="0">
                <a:solidFill>
                  <a:srgbClr val="231F20"/>
                </a:solidFill>
                <a:latin typeface="Arial"/>
                <a:cs typeface="Arial"/>
              </a:rPr>
              <a:t> </a:t>
            </a:r>
            <a:r>
              <a:rPr sz="1000" dirty="0">
                <a:solidFill>
                  <a:srgbClr val="231F20"/>
                </a:solidFill>
                <a:latin typeface="Arial"/>
                <a:cs typeface="Arial"/>
              </a:rPr>
              <a:t>items</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benefit</a:t>
            </a:r>
            <a:r>
              <a:rPr sz="1000" spc="15" dirty="0">
                <a:solidFill>
                  <a:srgbClr val="231F20"/>
                </a:solidFill>
                <a:latin typeface="Arial"/>
                <a:cs typeface="Arial"/>
              </a:rPr>
              <a:t> </a:t>
            </a:r>
            <a:r>
              <a:rPr sz="1000" spc="-10" dirty="0">
                <a:solidFill>
                  <a:srgbClr val="231F20"/>
                </a:solidFill>
                <a:latin typeface="Arial"/>
                <a:cs typeface="Arial"/>
              </a:rPr>
              <a:t>homeless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They dazzled the crowd with a wonderful</a:t>
            </a:r>
            <a:r>
              <a:rPr sz="1000" spc="-5" dirty="0">
                <a:solidFill>
                  <a:srgbClr val="231F20"/>
                </a:solidFill>
                <a:latin typeface="Arial"/>
                <a:cs typeface="Arial"/>
              </a:rPr>
              <a:t> </a:t>
            </a:r>
            <a:r>
              <a:rPr sz="1000" spc="-20" dirty="0">
                <a:solidFill>
                  <a:srgbClr val="231F20"/>
                </a:solidFill>
                <a:latin typeface="Arial"/>
                <a:cs typeface="Arial"/>
              </a:rPr>
              <a:t>dance </a:t>
            </a:r>
            <a:r>
              <a:rPr sz="1000" dirty="0">
                <a:solidFill>
                  <a:srgbClr val="231F20"/>
                </a:solidFill>
                <a:latin typeface="Arial"/>
                <a:cs typeface="Arial"/>
              </a:rPr>
              <a:t>performance</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part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Holiday</a:t>
            </a:r>
            <a:r>
              <a:rPr sz="1000" spc="-5" dirty="0">
                <a:solidFill>
                  <a:srgbClr val="231F20"/>
                </a:solidFill>
                <a:latin typeface="Arial"/>
                <a:cs typeface="Arial"/>
              </a:rPr>
              <a:t> </a:t>
            </a:r>
            <a:r>
              <a:rPr sz="1000" dirty="0">
                <a:solidFill>
                  <a:srgbClr val="231F20"/>
                </a:solidFill>
                <a:latin typeface="Arial"/>
                <a:cs typeface="Arial"/>
              </a:rPr>
              <a:t>Dinner</a:t>
            </a:r>
            <a:r>
              <a:rPr sz="1000" spc="-5"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spc="-10" dirty="0">
                <a:solidFill>
                  <a:srgbClr val="231F20"/>
                </a:solidFill>
                <a:latin typeface="Arial"/>
                <a:cs typeface="Arial"/>
              </a:rPr>
              <a:t>event, </a:t>
            </a:r>
            <a:r>
              <a:rPr sz="1000" dirty="0">
                <a:solidFill>
                  <a:srgbClr val="231F20"/>
                </a:solidFill>
                <a:latin typeface="Arial"/>
                <a:cs typeface="Arial"/>
              </a:rPr>
              <a:t>enjoyed</a:t>
            </a:r>
            <a:r>
              <a:rPr sz="1000" spc="-30" dirty="0">
                <a:solidFill>
                  <a:srgbClr val="231F20"/>
                </a:solidFill>
                <a:latin typeface="Arial"/>
                <a:cs typeface="Arial"/>
              </a:rPr>
              <a:t> </a:t>
            </a:r>
            <a:r>
              <a:rPr sz="1000" dirty="0">
                <a:solidFill>
                  <a:srgbClr val="231F20"/>
                </a:solidFill>
                <a:latin typeface="Arial"/>
                <a:cs typeface="Arial"/>
              </a:rPr>
              <a:t>fun,</a:t>
            </a:r>
            <a:r>
              <a:rPr sz="1000" spc="-25" dirty="0">
                <a:solidFill>
                  <a:srgbClr val="231F20"/>
                </a:solidFill>
                <a:latin typeface="Arial"/>
                <a:cs typeface="Arial"/>
              </a:rPr>
              <a:t> </a:t>
            </a:r>
            <a:r>
              <a:rPr sz="1000" dirty="0">
                <a:solidFill>
                  <a:srgbClr val="231F20"/>
                </a:solidFill>
                <a:latin typeface="Arial"/>
                <a:cs typeface="Arial"/>
              </a:rPr>
              <a:t>games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social</a:t>
            </a:r>
            <a:r>
              <a:rPr sz="1000" spc="-25" dirty="0">
                <a:solidFill>
                  <a:srgbClr val="231F20"/>
                </a:solidFill>
                <a:latin typeface="Arial"/>
                <a:cs typeface="Arial"/>
              </a:rPr>
              <a:t> </a:t>
            </a:r>
            <a:r>
              <a:rPr sz="1000" dirty="0">
                <a:solidFill>
                  <a:srgbClr val="231F20"/>
                </a:solidFill>
                <a:latin typeface="Arial"/>
                <a:cs typeface="Arial"/>
              </a:rPr>
              <a:t>time</a:t>
            </a:r>
            <a:r>
              <a:rPr sz="1000" spc="-25" dirty="0">
                <a:solidFill>
                  <a:srgbClr val="231F20"/>
                </a:solidFill>
                <a:latin typeface="Arial"/>
                <a:cs typeface="Arial"/>
              </a:rPr>
              <a:t> </a:t>
            </a:r>
            <a:r>
              <a:rPr sz="1000" dirty="0">
                <a:solidFill>
                  <a:srgbClr val="231F20"/>
                </a:solidFill>
                <a:latin typeface="Arial"/>
                <a:cs typeface="Arial"/>
              </a:rPr>
              <a:t>at</a:t>
            </a:r>
            <a:r>
              <a:rPr sz="1000" spc="-30" dirty="0">
                <a:solidFill>
                  <a:srgbClr val="231F20"/>
                </a:solidFill>
                <a:latin typeface="Arial"/>
                <a:cs typeface="Arial"/>
              </a:rPr>
              <a:t> </a:t>
            </a:r>
            <a:r>
              <a:rPr sz="1000" spc="-10" dirty="0">
                <a:solidFill>
                  <a:srgbClr val="231F20"/>
                </a:solidFill>
                <a:latin typeface="Arial"/>
                <a:cs typeface="Arial"/>
              </a:rPr>
              <a:t>Dave</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Busters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60" dirty="0">
                <a:solidFill>
                  <a:srgbClr val="231F20"/>
                </a:solidFill>
                <a:latin typeface="Arial"/>
                <a:cs typeface="Arial"/>
              </a:rPr>
              <a:t>STEM,</a:t>
            </a:r>
            <a:r>
              <a:rPr sz="1000" spc="5"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culture</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Kid </a:t>
            </a:r>
            <a:r>
              <a:rPr sz="1000" spc="-10" dirty="0">
                <a:solidFill>
                  <a:srgbClr val="231F20"/>
                </a:solidFill>
                <a:latin typeface="Arial"/>
                <a:cs typeface="Arial"/>
              </a:rPr>
              <a:t>Museum.</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movement,</a:t>
            </a:r>
            <a:r>
              <a:rPr sz="1000" spc="-10" dirty="0">
                <a:solidFill>
                  <a:srgbClr val="231F20"/>
                </a:solidFill>
                <a:latin typeface="Arial"/>
                <a:cs typeface="Arial"/>
              </a:rPr>
              <a:t> </a:t>
            </a:r>
            <a:r>
              <a:rPr sz="1000" dirty="0">
                <a:solidFill>
                  <a:srgbClr val="231F20"/>
                </a:solidFill>
                <a:latin typeface="Arial"/>
                <a:cs typeface="Arial"/>
              </a:rPr>
              <a:t>freedom</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spc="-35" dirty="0">
                <a:solidFill>
                  <a:srgbClr val="231F20"/>
                </a:solidFill>
                <a:latin typeface="Arial"/>
                <a:cs typeface="Arial"/>
              </a:rPr>
              <a:t>of </a:t>
            </a:r>
            <a:r>
              <a:rPr sz="1000" spc="-10" dirty="0">
                <a:solidFill>
                  <a:srgbClr val="231F20"/>
                </a:solidFill>
                <a:latin typeface="Arial"/>
                <a:cs typeface="Arial"/>
              </a:rPr>
              <a:t>Parkour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Climbed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Labyrinth</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Adventure</a:t>
            </a:r>
            <a:r>
              <a:rPr sz="1000" spc="-10" dirty="0">
                <a:solidFill>
                  <a:srgbClr val="231F20"/>
                </a:solidFill>
                <a:latin typeface="Arial"/>
                <a:cs typeface="Arial"/>
              </a:rPr>
              <a:t> </a:t>
            </a:r>
            <a:r>
              <a:rPr sz="1000" spc="-20" dirty="0">
                <a:solidFill>
                  <a:srgbClr val="231F20"/>
                </a:solidFill>
                <a:latin typeface="Arial"/>
                <a:cs typeface="Arial"/>
              </a:rPr>
              <a:t>Park.</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fourth</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fifth</a:t>
            </a:r>
            <a:r>
              <a:rPr sz="1000" spc="15"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Brookside</a:t>
            </a:r>
            <a:r>
              <a:rPr sz="1000" spc="15" dirty="0">
                <a:solidFill>
                  <a:srgbClr val="231F20"/>
                </a:solidFill>
                <a:latin typeface="Arial"/>
                <a:cs typeface="Arial"/>
              </a:rPr>
              <a:t> </a:t>
            </a:r>
            <a:r>
              <a:rPr sz="1000" spc="-10" dirty="0">
                <a:solidFill>
                  <a:srgbClr val="231F20"/>
                </a:solidFill>
                <a:latin typeface="Arial"/>
                <a:cs typeface="Arial"/>
              </a:rPr>
              <a:t>Gardens</a:t>
            </a:r>
            <a:r>
              <a:rPr sz="1000" spc="15" dirty="0">
                <a:solidFill>
                  <a:srgbClr val="231F20"/>
                </a:solidFill>
                <a:latin typeface="Arial"/>
                <a:cs typeface="Arial"/>
              </a:rPr>
              <a:t> </a:t>
            </a:r>
            <a:r>
              <a:rPr sz="1000" dirty="0">
                <a:solidFill>
                  <a:srgbClr val="231F20"/>
                </a:solidFill>
                <a:latin typeface="Arial"/>
                <a:cs typeface="Arial"/>
              </a:rPr>
              <a:t>exploring</a:t>
            </a:r>
            <a:r>
              <a:rPr sz="1000" spc="15" dirty="0">
                <a:solidFill>
                  <a:srgbClr val="231F20"/>
                </a:solidFill>
                <a:latin typeface="Arial"/>
                <a:cs typeface="Arial"/>
              </a:rPr>
              <a:t> </a:t>
            </a:r>
            <a:r>
              <a:rPr sz="1000" dirty="0">
                <a:solidFill>
                  <a:srgbClr val="231F20"/>
                </a:solidFill>
                <a:latin typeface="Arial"/>
                <a:cs typeface="Arial"/>
              </a:rPr>
              <a:t>hundreds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brilliant</a:t>
            </a:r>
            <a:r>
              <a:rPr sz="1000" spc="15" dirty="0">
                <a:solidFill>
                  <a:srgbClr val="231F20"/>
                </a:solidFill>
                <a:latin typeface="Arial"/>
                <a:cs typeface="Arial"/>
              </a:rPr>
              <a:t> </a:t>
            </a:r>
            <a:r>
              <a:rPr sz="1000" spc="-20" dirty="0">
                <a:solidFill>
                  <a:srgbClr val="231F20"/>
                </a:solidFill>
                <a:latin typeface="Arial"/>
                <a:cs typeface="Arial"/>
              </a:rPr>
              <a:t>live </a:t>
            </a:r>
            <a:r>
              <a:rPr sz="1000" dirty="0">
                <a:solidFill>
                  <a:srgbClr val="231F20"/>
                </a:solidFill>
                <a:latin typeface="Arial"/>
                <a:cs typeface="Arial"/>
              </a:rPr>
              <a:t>butterflies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North</a:t>
            </a:r>
            <a:r>
              <a:rPr sz="1000" spc="-5" dirty="0">
                <a:solidFill>
                  <a:srgbClr val="231F20"/>
                </a:solidFill>
                <a:latin typeface="Arial"/>
                <a:cs typeface="Arial"/>
              </a:rPr>
              <a:t> </a:t>
            </a:r>
            <a:r>
              <a:rPr sz="1000" spc="-10" dirty="0">
                <a:solidFill>
                  <a:srgbClr val="231F20"/>
                </a:solidFill>
                <a:latin typeface="Arial"/>
                <a:cs typeface="Arial"/>
              </a:rPr>
              <a:t>America,</a:t>
            </a:r>
            <a:r>
              <a:rPr sz="1000" spc="-5" dirty="0">
                <a:solidFill>
                  <a:srgbClr val="231F20"/>
                </a:solidFill>
                <a:latin typeface="Arial"/>
                <a:cs typeface="Arial"/>
              </a:rPr>
              <a:t> </a:t>
            </a:r>
            <a:r>
              <a:rPr sz="1000" dirty="0">
                <a:solidFill>
                  <a:srgbClr val="231F20"/>
                </a:solidFill>
                <a:latin typeface="Arial"/>
                <a:cs typeface="Arial"/>
              </a:rPr>
              <a:t>Costa</a:t>
            </a:r>
            <a:r>
              <a:rPr sz="1000" spc="-5" dirty="0">
                <a:solidFill>
                  <a:srgbClr val="231F20"/>
                </a:solidFill>
                <a:latin typeface="Arial"/>
                <a:cs typeface="Arial"/>
              </a:rPr>
              <a:t> </a:t>
            </a:r>
            <a:r>
              <a:rPr sz="1000" spc="-35" dirty="0">
                <a:solidFill>
                  <a:srgbClr val="231F20"/>
                </a:solidFill>
                <a:latin typeface="Arial"/>
                <a:cs typeface="Arial"/>
              </a:rPr>
              <a:t>Rica,</a:t>
            </a:r>
            <a:r>
              <a:rPr sz="1000" dirty="0">
                <a:solidFill>
                  <a:srgbClr val="231F20"/>
                </a:solidFill>
                <a:latin typeface="Arial"/>
                <a:cs typeface="Arial"/>
              </a:rPr>
              <a:t> Africa</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Asia </a:t>
            </a:r>
            <a:r>
              <a:rPr sz="1000" spc="-10" dirty="0">
                <a:solidFill>
                  <a:srgbClr val="231F20"/>
                </a:solidFill>
                <a:latin typeface="Arial"/>
                <a:cs typeface="Arial"/>
              </a:rPr>
              <a:t>as </a:t>
            </a:r>
            <a:r>
              <a:rPr sz="1000" dirty="0">
                <a:solidFill>
                  <a:srgbClr val="231F20"/>
                </a:solidFill>
                <a:latin typeface="Arial"/>
                <a:cs typeface="Arial"/>
              </a:rPr>
              <a:t>well</a:t>
            </a:r>
            <a:r>
              <a:rPr sz="1000" spc="-10" dirty="0">
                <a:solidFill>
                  <a:srgbClr val="231F20"/>
                </a:solidFill>
                <a:latin typeface="Arial"/>
                <a:cs typeface="Arial"/>
              </a:rPr>
              <a:t> as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process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metamorphosis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important</a:t>
            </a:r>
            <a:r>
              <a:rPr sz="1000" spc="25" dirty="0">
                <a:solidFill>
                  <a:srgbClr val="231F20"/>
                </a:solidFill>
                <a:latin typeface="Arial"/>
                <a:cs typeface="Arial"/>
              </a:rPr>
              <a:t> </a:t>
            </a:r>
            <a:r>
              <a:rPr sz="1000" dirty="0">
                <a:solidFill>
                  <a:srgbClr val="231F20"/>
                </a:solidFill>
                <a:latin typeface="Arial"/>
                <a:cs typeface="Arial"/>
              </a:rPr>
              <a:t>role</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butterflies</a:t>
            </a:r>
            <a:r>
              <a:rPr sz="1000" spc="2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healthy</a:t>
            </a:r>
            <a:r>
              <a:rPr sz="1000" spc="35" dirty="0">
                <a:solidFill>
                  <a:srgbClr val="231F20"/>
                </a:solidFill>
                <a:latin typeface="Arial"/>
                <a:cs typeface="Arial"/>
              </a:rPr>
              <a:t> </a:t>
            </a:r>
            <a:r>
              <a:rPr sz="1000" spc="-10" dirty="0">
                <a:solidFill>
                  <a:srgbClr val="231F20"/>
                </a:solidFill>
                <a:latin typeface="Arial"/>
                <a:cs typeface="Arial"/>
              </a:rPr>
              <a:t>ecosystems.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 soccer</a:t>
            </a:r>
            <a:r>
              <a:rPr sz="1000" spc="-5" dirty="0">
                <a:solidFill>
                  <a:srgbClr val="231F20"/>
                </a:solidFill>
                <a:latin typeface="Arial"/>
                <a:cs typeface="Arial"/>
              </a:rPr>
              <a:t> </a:t>
            </a:r>
            <a:r>
              <a:rPr sz="1000" dirty="0">
                <a:solidFill>
                  <a:srgbClr val="231F20"/>
                </a:solidFill>
                <a:latin typeface="Arial"/>
                <a:cs typeface="Arial"/>
              </a:rPr>
              <a:t>fever</a:t>
            </a:r>
            <a:r>
              <a:rPr sz="1000" spc="-5" dirty="0">
                <a:solidFill>
                  <a:srgbClr val="231F20"/>
                </a:solidFill>
                <a:latin typeface="Arial"/>
                <a:cs typeface="Arial"/>
              </a:rPr>
              <a:t> </a:t>
            </a:r>
            <a:r>
              <a:rPr sz="1000" dirty="0">
                <a:solidFill>
                  <a:srgbClr val="231F20"/>
                </a:solidFill>
                <a:latin typeface="Arial"/>
                <a:cs typeface="Arial"/>
              </a:rPr>
              <a:t>with the</a:t>
            </a:r>
            <a:r>
              <a:rPr sz="1000" spc="-5" dirty="0">
                <a:solidFill>
                  <a:srgbClr val="231F20"/>
                </a:solidFill>
                <a:latin typeface="Arial"/>
                <a:cs typeface="Arial"/>
              </a:rPr>
              <a:t> </a:t>
            </a:r>
            <a:r>
              <a:rPr sz="1000" spc="-30" dirty="0">
                <a:solidFill>
                  <a:srgbClr val="231F20"/>
                </a:solidFill>
                <a:latin typeface="Arial"/>
                <a:cs typeface="Arial"/>
              </a:rPr>
              <a:t>DC</a:t>
            </a:r>
            <a:r>
              <a:rPr sz="1000" spc="-5" dirty="0">
                <a:solidFill>
                  <a:srgbClr val="231F20"/>
                </a:solidFill>
                <a:latin typeface="Arial"/>
                <a:cs typeface="Arial"/>
              </a:rPr>
              <a:t> </a:t>
            </a:r>
            <a:r>
              <a:rPr sz="1000" spc="-10" dirty="0">
                <a:solidFill>
                  <a:srgbClr val="231F20"/>
                </a:solidFill>
                <a:latin typeface="Arial"/>
                <a:cs typeface="Arial"/>
              </a:rPr>
              <a:t>United Soccer</a:t>
            </a:r>
            <a:r>
              <a:rPr sz="1000" spc="-15" dirty="0">
                <a:solidFill>
                  <a:srgbClr val="231F20"/>
                </a:solidFill>
                <a:latin typeface="Arial"/>
                <a:cs typeface="Arial"/>
              </a:rPr>
              <a:t> </a:t>
            </a:r>
            <a:r>
              <a:rPr sz="1000" spc="-45" dirty="0">
                <a:solidFill>
                  <a:srgbClr val="231F20"/>
                </a:solidFill>
                <a:latin typeface="Arial"/>
                <a:cs typeface="Arial"/>
              </a:rPr>
              <a:t>Team</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game</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5" dirty="0">
                <a:solidFill>
                  <a:srgbClr val="231F20"/>
                </a:solidFill>
                <a:latin typeface="Arial"/>
                <a:cs typeface="Arial"/>
              </a:rPr>
              <a:t>VIP</a:t>
            </a:r>
            <a:r>
              <a:rPr sz="1000" spc="-15" dirty="0">
                <a:solidFill>
                  <a:srgbClr val="231F20"/>
                </a:solidFill>
                <a:latin typeface="Arial"/>
                <a:cs typeface="Arial"/>
              </a:rPr>
              <a:t> </a:t>
            </a:r>
            <a:r>
              <a:rPr sz="1000" dirty="0">
                <a:solidFill>
                  <a:srgbClr val="231F20"/>
                </a:solidFill>
                <a:latin typeface="Arial"/>
                <a:cs typeface="Arial"/>
              </a:rPr>
              <a:t>seating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 an </a:t>
            </a:r>
            <a:r>
              <a:rPr sz="1000" spc="-10" dirty="0">
                <a:solidFill>
                  <a:srgbClr val="231F20"/>
                </a:solidFill>
                <a:latin typeface="Arial"/>
                <a:cs typeface="Arial"/>
              </a:rPr>
              <a:t>amazing</a:t>
            </a:r>
            <a:r>
              <a:rPr sz="1000" dirty="0">
                <a:solidFill>
                  <a:srgbClr val="231F20"/>
                </a:solidFill>
                <a:latin typeface="Arial"/>
                <a:cs typeface="Arial"/>
              </a:rPr>
              <a:t> mock trial experience </a:t>
            </a:r>
            <a:r>
              <a:rPr sz="1000" spc="-20" dirty="0">
                <a:solidFill>
                  <a:srgbClr val="231F20"/>
                </a:solidFill>
                <a:latin typeface="Arial"/>
                <a:cs typeface="Arial"/>
              </a:rPr>
              <a:t>which </a:t>
            </a:r>
            <a:r>
              <a:rPr sz="1000" dirty="0">
                <a:solidFill>
                  <a:srgbClr val="231F20"/>
                </a:solidFill>
                <a:latin typeface="Arial"/>
                <a:cs typeface="Arial"/>
              </a:rPr>
              <a:t>incorporated</a:t>
            </a:r>
            <a:r>
              <a:rPr sz="1000" spc="35" dirty="0">
                <a:solidFill>
                  <a:srgbClr val="231F20"/>
                </a:solidFill>
                <a:latin typeface="Arial"/>
                <a:cs typeface="Arial"/>
              </a:rPr>
              <a:t> </a:t>
            </a:r>
            <a:r>
              <a:rPr sz="1000" dirty="0">
                <a:solidFill>
                  <a:srgbClr val="231F20"/>
                </a:solidFill>
                <a:latin typeface="Arial"/>
                <a:cs typeface="Arial"/>
              </a:rPr>
              <a:t>public</a:t>
            </a:r>
            <a:r>
              <a:rPr sz="1000" spc="35" dirty="0">
                <a:solidFill>
                  <a:srgbClr val="231F20"/>
                </a:solidFill>
                <a:latin typeface="Arial"/>
                <a:cs typeface="Arial"/>
              </a:rPr>
              <a:t> </a:t>
            </a:r>
            <a:r>
              <a:rPr sz="1000" dirty="0">
                <a:solidFill>
                  <a:srgbClr val="231F20"/>
                </a:solidFill>
                <a:latin typeface="Arial"/>
                <a:cs typeface="Arial"/>
              </a:rPr>
              <a:t>speaking,</a:t>
            </a:r>
            <a:r>
              <a:rPr sz="1000" spc="35" dirty="0">
                <a:solidFill>
                  <a:srgbClr val="231F20"/>
                </a:solidFill>
                <a:latin typeface="Arial"/>
                <a:cs typeface="Arial"/>
              </a:rPr>
              <a:t> </a:t>
            </a:r>
            <a:r>
              <a:rPr sz="1000" dirty="0">
                <a:solidFill>
                  <a:srgbClr val="231F20"/>
                </a:solidFill>
                <a:latin typeface="Arial"/>
                <a:cs typeface="Arial"/>
              </a:rPr>
              <a:t>problem-solving</a:t>
            </a:r>
            <a:r>
              <a:rPr sz="1000" spc="40"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spc="-20" dirty="0">
                <a:solidFill>
                  <a:srgbClr val="231F20"/>
                </a:solidFill>
                <a:latin typeface="Arial"/>
                <a:cs typeface="Arial"/>
              </a:rPr>
              <a:t>role </a:t>
            </a:r>
            <a:r>
              <a:rPr sz="1000" dirty="0">
                <a:solidFill>
                  <a:srgbClr val="231F20"/>
                </a:solidFill>
                <a:latin typeface="Arial"/>
                <a:cs typeface="Arial"/>
              </a:rPr>
              <a:t>play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leadership</a:t>
            </a:r>
            <a:r>
              <a:rPr sz="1000" spc="-5" dirty="0">
                <a:solidFill>
                  <a:srgbClr val="231F20"/>
                </a:solidFill>
                <a:latin typeface="Arial"/>
                <a:cs typeface="Arial"/>
              </a:rPr>
              <a:t> </a:t>
            </a:r>
            <a:r>
              <a:rPr sz="1000" dirty="0">
                <a:solidFill>
                  <a:srgbClr val="231F20"/>
                </a:solidFill>
                <a:latin typeface="Arial"/>
                <a:cs typeface="Arial"/>
              </a:rPr>
              <a:t>skill</a:t>
            </a:r>
            <a:r>
              <a:rPr sz="1000" spc="-10" dirty="0">
                <a:solidFill>
                  <a:srgbClr val="231F20"/>
                </a:solidFill>
                <a:latin typeface="Arial"/>
                <a:cs typeface="Arial"/>
              </a:rPr>
              <a:t> </a:t>
            </a:r>
            <a:r>
              <a:rPr sz="1000" dirty="0">
                <a:solidFill>
                  <a:srgbClr val="231F20"/>
                </a:solidFill>
                <a:latin typeface="Arial"/>
                <a:cs typeface="Arial"/>
              </a:rPr>
              <a:t>building.</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gave</a:t>
            </a:r>
            <a:r>
              <a:rPr sz="1000" spc="-10" dirty="0">
                <a:solidFill>
                  <a:srgbClr val="231F20"/>
                </a:solidFill>
                <a:latin typeface="Arial"/>
                <a:cs typeface="Arial"/>
              </a:rPr>
              <a:t> </a:t>
            </a:r>
            <a:r>
              <a:rPr sz="1000" dirty="0">
                <a:solidFill>
                  <a:srgbClr val="231F20"/>
                </a:solidFill>
                <a:latin typeface="Arial"/>
                <a:cs typeface="Arial"/>
              </a:rPr>
              <a:t>back</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local</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serving</a:t>
            </a:r>
            <a:r>
              <a:rPr sz="1000" spc="-10" dirty="0">
                <a:solidFill>
                  <a:srgbClr val="231F20"/>
                </a:solidFill>
                <a:latin typeface="Arial"/>
                <a:cs typeface="Arial"/>
              </a:rPr>
              <a:t> </a:t>
            </a:r>
            <a:r>
              <a:rPr sz="1000" dirty="0">
                <a:solidFill>
                  <a:srgbClr val="231F20"/>
                </a:solidFill>
                <a:latin typeface="Arial"/>
                <a:cs typeface="Arial"/>
              </a:rPr>
              <a:t>homeless</a:t>
            </a:r>
            <a:r>
              <a:rPr sz="1000" spc="-5"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spc="-25" dirty="0">
                <a:solidFill>
                  <a:srgbClr val="231F20"/>
                </a:solidFill>
                <a:latin typeface="Arial"/>
                <a:cs typeface="Arial"/>
              </a:rPr>
              <a:t>the </a:t>
            </a:r>
            <a:r>
              <a:rPr sz="1000" spc="-45" dirty="0">
                <a:solidFill>
                  <a:srgbClr val="231F20"/>
                </a:solidFill>
                <a:latin typeface="Arial"/>
                <a:cs typeface="Arial"/>
              </a:rPr>
              <a:t>We</a:t>
            </a:r>
            <a:r>
              <a:rPr sz="1000" spc="-15" dirty="0">
                <a:solidFill>
                  <a:srgbClr val="231F20"/>
                </a:solidFill>
                <a:latin typeface="Arial"/>
                <a:cs typeface="Arial"/>
              </a:rPr>
              <a:t> </a:t>
            </a:r>
            <a:r>
              <a:rPr sz="1000" spc="-10" dirty="0">
                <a:solidFill>
                  <a:srgbClr val="231F20"/>
                </a:solidFill>
                <a:latin typeface="Arial"/>
                <a:cs typeface="Arial"/>
              </a:rPr>
              <a:t>Care</a:t>
            </a:r>
            <a:r>
              <a:rPr sz="1000" spc="-15" dirty="0">
                <a:solidFill>
                  <a:srgbClr val="231F20"/>
                </a:solidFill>
                <a:latin typeface="Arial"/>
                <a:cs typeface="Arial"/>
              </a:rPr>
              <a:t> </a:t>
            </a:r>
            <a:r>
              <a:rPr sz="1000" dirty="0">
                <a:solidFill>
                  <a:srgbClr val="231F20"/>
                </a:solidFill>
                <a:latin typeface="Arial"/>
                <a:cs typeface="Arial"/>
              </a:rPr>
              <a:t>Shoebox/Warm</a:t>
            </a:r>
            <a:r>
              <a:rPr sz="1000" spc="-15" dirty="0">
                <a:solidFill>
                  <a:srgbClr val="231F20"/>
                </a:solidFill>
                <a:latin typeface="Arial"/>
                <a:cs typeface="Arial"/>
              </a:rPr>
              <a:t> </a:t>
            </a:r>
            <a:r>
              <a:rPr sz="1000" dirty="0">
                <a:solidFill>
                  <a:srgbClr val="231F20"/>
                </a:solidFill>
                <a:latin typeface="Arial"/>
                <a:cs typeface="Arial"/>
              </a:rPr>
              <a:t>Hearts</a:t>
            </a:r>
            <a:r>
              <a:rPr sz="1000" spc="-15"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providing</a:t>
            </a:r>
            <a:r>
              <a:rPr sz="1000" spc="-15"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personal </a:t>
            </a:r>
            <a:r>
              <a:rPr sz="1000" spc="-10" dirty="0">
                <a:solidFill>
                  <a:srgbClr val="231F20"/>
                </a:solidFill>
                <a:latin typeface="Arial"/>
                <a:cs typeface="Arial"/>
              </a:rPr>
              <a:t>items,</a:t>
            </a:r>
            <a:r>
              <a:rPr sz="1000" spc="5" dirty="0">
                <a:solidFill>
                  <a:srgbClr val="231F20"/>
                </a:solidFill>
                <a:latin typeface="Arial"/>
                <a:cs typeface="Arial"/>
              </a:rPr>
              <a:t> </a:t>
            </a:r>
            <a:r>
              <a:rPr sz="1000" spc="-10" dirty="0">
                <a:solidFill>
                  <a:srgbClr val="231F20"/>
                </a:solidFill>
                <a:latin typeface="Arial"/>
                <a:cs typeface="Arial"/>
              </a:rPr>
              <a:t>warm</a:t>
            </a:r>
            <a:r>
              <a:rPr sz="1000" spc="5" dirty="0">
                <a:solidFill>
                  <a:srgbClr val="231F20"/>
                </a:solidFill>
                <a:latin typeface="Arial"/>
                <a:cs typeface="Arial"/>
              </a:rPr>
              <a:t> </a:t>
            </a:r>
            <a:r>
              <a:rPr sz="1000" dirty="0">
                <a:solidFill>
                  <a:srgbClr val="231F20"/>
                </a:solidFill>
                <a:latin typeface="Arial"/>
                <a:cs typeface="Arial"/>
              </a:rPr>
              <a:t>blankets</a:t>
            </a:r>
            <a:r>
              <a:rPr sz="1000" spc="5" dirty="0">
                <a:solidFill>
                  <a:srgbClr val="231F20"/>
                </a:solidFill>
                <a:latin typeface="Arial"/>
                <a:cs typeface="Arial"/>
              </a:rPr>
              <a:t> </a:t>
            </a:r>
            <a:r>
              <a:rPr sz="1000" dirty="0">
                <a:solidFill>
                  <a:srgbClr val="231F20"/>
                </a:solidFill>
                <a:latin typeface="Arial"/>
                <a:cs typeface="Arial"/>
              </a:rPr>
              <a:t>and clothing</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meet</a:t>
            </a:r>
            <a:r>
              <a:rPr sz="1000" spc="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needs.</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budgeting,</a:t>
            </a:r>
            <a:r>
              <a:rPr sz="1000" spc="15" dirty="0">
                <a:solidFill>
                  <a:srgbClr val="231F20"/>
                </a:solidFill>
                <a:latin typeface="Arial"/>
                <a:cs typeface="Arial"/>
              </a:rPr>
              <a:t> </a:t>
            </a:r>
            <a:r>
              <a:rPr sz="1000" spc="-10" dirty="0">
                <a:solidFill>
                  <a:srgbClr val="231F20"/>
                </a:solidFill>
                <a:latin typeface="Arial"/>
                <a:cs typeface="Arial"/>
              </a:rPr>
              <a:t>investing</a:t>
            </a:r>
            <a:r>
              <a:rPr sz="1000" dirty="0">
                <a:solidFill>
                  <a:srgbClr val="231F20"/>
                </a:solidFill>
                <a:latin typeface="Arial"/>
                <a:cs typeface="Arial"/>
              </a:rPr>
              <a:t> and</a:t>
            </a:r>
            <a:r>
              <a:rPr sz="1000" spc="-10" dirty="0">
                <a:solidFill>
                  <a:srgbClr val="231F20"/>
                </a:solidFill>
                <a:latin typeface="Arial"/>
                <a:cs typeface="Arial"/>
              </a:rPr>
              <a:t> </a:t>
            </a:r>
            <a:r>
              <a:rPr sz="1000" dirty="0">
                <a:solidFill>
                  <a:srgbClr val="231F20"/>
                </a:solidFill>
                <a:latin typeface="Arial"/>
                <a:cs typeface="Arial"/>
              </a:rPr>
              <a:t>saving</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trip</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bank</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 and</a:t>
            </a:r>
            <a:r>
              <a:rPr sz="1000" spc="5" dirty="0">
                <a:solidFill>
                  <a:srgbClr val="231F20"/>
                </a:solidFill>
                <a:latin typeface="Arial"/>
                <a:cs typeface="Arial"/>
              </a:rPr>
              <a:t> </a:t>
            </a:r>
            <a:r>
              <a:rPr sz="1000" dirty="0">
                <a:solidFill>
                  <a:srgbClr val="231F20"/>
                </a:solidFill>
                <a:latin typeface="Arial"/>
                <a:cs typeface="Arial"/>
              </a:rPr>
              <a:t>tried</a:t>
            </a:r>
            <a:r>
              <a:rPr sz="1000" spc="5" dirty="0">
                <a:solidFill>
                  <a:srgbClr val="231F20"/>
                </a:solidFill>
                <a:latin typeface="Arial"/>
                <a:cs typeface="Arial"/>
              </a:rPr>
              <a:t> </a:t>
            </a:r>
            <a:r>
              <a:rPr sz="1000" spc="-10" dirty="0">
                <a:solidFill>
                  <a:srgbClr val="231F20"/>
                </a:solidFill>
                <a:latin typeface="Arial"/>
                <a:cs typeface="Arial"/>
              </a:rPr>
              <a:t>Capoeira,</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exciting</a:t>
            </a:r>
            <a:r>
              <a:rPr sz="1000" spc="5" dirty="0">
                <a:solidFill>
                  <a:srgbClr val="231F20"/>
                </a:solidFill>
                <a:latin typeface="Arial"/>
                <a:cs typeface="Arial"/>
              </a:rPr>
              <a:t> </a:t>
            </a:r>
            <a:r>
              <a:rPr sz="1000" spc="-10" dirty="0">
                <a:solidFill>
                  <a:srgbClr val="231F20"/>
                </a:solidFill>
                <a:latin typeface="Arial"/>
                <a:cs typeface="Arial"/>
              </a:rPr>
              <a:t>Brazilian</a:t>
            </a:r>
            <a:r>
              <a:rPr sz="1000" spc="5" dirty="0">
                <a:solidFill>
                  <a:srgbClr val="231F20"/>
                </a:solidFill>
                <a:latin typeface="Arial"/>
                <a:cs typeface="Arial"/>
              </a:rPr>
              <a:t> </a:t>
            </a:r>
            <a:r>
              <a:rPr sz="1000" dirty="0">
                <a:solidFill>
                  <a:srgbClr val="231F20"/>
                </a:solidFill>
                <a:latin typeface="Arial"/>
                <a:cs typeface="Arial"/>
              </a:rPr>
              <a:t>martial </a:t>
            </a:r>
            <a:r>
              <a:rPr sz="1000" spc="-25" dirty="0">
                <a:solidFill>
                  <a:srgbClr val="231F20"/>
                </a:solidFill>
                <a:latin typeface="Arial"/>
                <a:cs typeface="Arial"/>
              </a:rPr>
              <a:t>art </a:t>
            </a:r>
            <a:r>
              <a:rPr sz="1000" dirty="0">
                <a:solidFill>
                  <a:srgbClr val="231F20"/>
                </a:solidFill>
                <a:latin typeface="Arial"/>
                <a:cs typeface="Arial"/>
              </a:rPr>
              <a:t>combining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elements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self-</a:t>
            </a:r>
            <a:r>
              <a:rPr sz="1000" dirty="0">
                <a:solidFill>
                  <a:srgbClr val="231F20"/>
                </a:solidFill>
                <a:latin typeface="Arial"/>
                <a:cs typeface="Arial"/>
              </a:rPr>
              <a:t>defense,</a:t>
            </a:r>
            <a:r>
              <a:rPr sz="1000" spc="-5" dirty="0">
                <a:solidFill>
                  <a:srgbClr val="231F20"/>
                </a:solidFill>
                <a:latin typeface="Arial"/>
                <a:cs typeface="Arial"/>
              </a:rPr>
              <a:t> </a:t>
            </a:r>
            <a:r>
              <a:rPr sz="1000" dirty="0">
                <a:solidFill>
                  <a:srgbClr val="231F20"/>
                </a:solidFill>
                <a:latin typeface="Arial"/>
                <a:cs typeface="Arial"/>
              </a:rPr>
              <a:t>acrobatics,</a:t>
            </a:r>
            <a:r>
              <a:rPr sz="1000" spc="-10" dirty="0">
                <a:solidFill>
                  <a:srgbClr val="231F20"/>
                </a:solidFill>
                <a:latin typeface="Arial"/>
                <a:cs typeface="Arial"/>
              </a:rPr>
              <a:t> music,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rituals.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pursuing </a:t>
            </a:r>
            <a:r>
              <a:rPr sz="1000" dirty="0">
                <a:solidFill>
                  <a:srgbClr val="231F20"/>
                </a:solidFill>
                <a:latin typeface="Arial"/>
                <a:cs typeface="Arial"/>
              </a:rPr>
              <a:t>careers</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medicine,</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fun</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cultural</a:t>
            </a:r>
            <a:r>
              <a:rPr sz="1000" spc="-15" dirty="0">
                <a:solidFill>
                  <a:srgbClr val="231F20"/>
                </a:solidFill>
                <a:latin typeface="Arial"/>
                <a:cs typeface="Arial"/>
              </a:rPr>
              <a:t> </a:t>
            </a:r>
            <a:r>
              <a:rPr sz="1000" dirty="0">
                <a:solidFill>
                  <a:srgbClr val="231F20"/>
                </a:solidFill>
                <a:latin typeface="Arial"/>
                <a:cs typeface="Arial"/>
              </a:rPr>
              <a:t>significance</a:t>
            </a:r>
            <a:r>
              <a:rPr sz="1000" spc="-1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African</a:t>
            </a:r>
            <a:r>
              <a:rPr sz="1000" spc="5" dirty="0">
                <a:solidFill>
                  <a:srgbClr val="231F20"/>
                </a:solidFill>
                <a:latin typeface="Arial"/>
                <a:cs typeface="Arial"/>
              </a:rPr>
              <a:t>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traced</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genealogical</a:t>
            </a:r>
            <a:r>
              <a:rPr sz="1000" spc="10" dirty="0">
                <a:solidFill>
                  <a:srgbClr val="231F20"/>
                </a:solidFill>
                <a:latin typeface="Arial"/>
                <a:cs typeface="Arial"/>
              </a:rPr>
              <a:t> </a:t>
            </a:r>
            <a:r>
              <a:rPr sz="1000" dirty="0">
                <a:solidFill>
                  <a:srgbClr val="231F20"/>
                </a:solidFill>
                <a:latin typeface="Arial"/>
                <a:cs typeface="Arial"/>
              </a:rPr>
              <a:t>roots</a:t>
            </a:r>
            <a:r>
              <a:rPr sz="1000" spc="10"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118110">
              <a:lnSpc>
                <a:spcPct val="100000"/>
              </a:lnSpc>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“Where</a:t>
            </a:r>
            <a:r>
              <a:rPr sz="1000" spc="-15" dirty="0">
                <a:solidFill>
                  <a:srgbClr val="231F20"/>
                </a:solidFill>
                <a:latin typeface="Arial"/>
                <a:cs typeface="Arial"/>
              </a:rPr>
              <a:t> </a:t>
            </a:r>
            <a:r>
              <a:rPr sz="1000" dirty="0">
                <a:solidFill>
                  <a:srgbClr val="231F20"/>
                </a:solidFill>
                <a:latin typeface="Arial"/>
                <a:cs typeface="Arial"/>
              </a:rPr>
              <a:t>I</a:t>
            </a:r>
            <a:r>
              <a:rPr sz="1000" spc="-15" dirty="0">
                <a:solidFill>
                  <a:srgbClr val="231F20"/>
                </a:solidFill>
                <a:latin typeface="Arial"/>
                <a:cs typeface="Arial"/>
              </a:rPr>
              <a:t> </a:t>
            </a:r>
            <a:r>
              <a:rPr sz="1000" dirty="0">
                <a:solidFill>
                  <a:srgbClr val="231F20"/>
                </a:solidFill>
                <a:latin typeface="Arial"/>
                <a:cs typeface="Arial"/>
              </a:rPr>
              <a:t>Come</a:t>
            </a:r>
            <a:r>
              <a:rPr sz="1000" spc="-15" dirty="0">
                <a:solidFill>
                  <a:srgbClr val="231F20"/>
                </a:solidFill>
                <a:latin typeface="Arial"/>
                <a:cs typeface="Arial"/>
              </a:rPr>
              <a:t> </a:t>
            </a:r>
            <a:r>
              <a:rPr sz="1000" spc="-20" dirty="0">
                <a:solidFill>
                  <a:srgbClr val="231F20"/>
                </a:solidFill>
                <a:latin typeface="Arial"/>
                <a:cs typeface="Arial"/>
              </a:rPr>
              <a:t>From</a:t>
            </a:r>
            <a:r>
              <a:rPr sz="1000" spc="-15" dirty="0">
                <a:solidFill>
                  <a:srgbClr val="231F20"/>
                </a:solidFill>
                <a:latin typeface="Arial"/>
                <a:cs typeface="Arial"/>
              </a:rPr>
              <a:t> </a:t>
            </a:r>
            <a:r>
              <a:rPr sz="1000" spc="-20" dirty="0">
                <a:solidFill>
                  <a:srgbClr val="231F20"/>
                </a:solidFill>
                <a:latin typeface="Arial"/>
                <a:cs typeface="Arial"/>
              </a:rPr>
              <a:t>Family</a:t>
            </a:r>
            <a:r>
              <a:rPr sz="1000" spc="-15" dirty="0">
                <a:solidFill>
                  <a:srgbClr val="231F20"/>
                </a:solidFill>
                <a:latin typeface="Arial"/>
                <a:cs typeface="Arial"/>
              </a:rPr>
              <a:t> </a:t>
            </a:r>
            <a:r>
              <a:rPr sz="1000" spc="-20" dirty="0">
                <a:solidFill>
                  <a:srgbClr val="231F20"/>
                </a:solidFill>
                <a:latin typeface="Arial"/>
                <a:cs typeface="Arial"/>
              </a:rPr>
              <a:t>Tree</a:t>
            </a:r>
            <a:r>
              <a:rPr sz="1000" spc="-15" dirty="0">
                <a:solidFill>
                  <a:srgbClr val="231F20"/>
                </a:solidFill>
                <a:latin typeface="Arial"/>
                <a:cs typeface="Arial"/>
              </a:rPr>
              <a:t> </a:t>
            </a:r>
            <a:r>
              <a:rPr sz="1000" dirty="0">
                <a:solidFill>
                  <a:srgbClr val="231F20"/>
                </a:solidFill>
                <a:latin typeface="Arial"/>
                <a:cs typeface="Arial"/>
              </a:rPr>
              <a:t>Project”</a:t>
            </a:r>
            <a:r>
              <a:rPr sz="1000" spc="-15"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culminated</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sharing</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family</a:t>
            </a:r>
            <a:r>
              <a:rPr sz="1000" spc="-15" dirty="0">
                <a:solidFill>
                  <a:srgbClr val="231F20"/>
                </a:solidFill>
                <a:latin typeface="Arial"/>
                <a:cs typeface="Arial"/>
              </a:rPr>
              <a:t> </a:t>
            </a:r>
            <a:r>
              <a:rPr sz="1000" dirty="0">
                <a:solidFill>
                  <a:srgbClr val="231F20"/>
                </a:solidFill>
                <a:latin typeface="Arial"/>
                <a:cs typeface="Arial"/>
              </a:rPr>
              <a:t>histories</a:t>
            </a:r>
            <a:r>
              <a:rPr sz="1000" spc="-1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chapter </a:t>
            </a:r>
            <a:r>
              <a:rPr sz="1000" dirty="0">
                <a:solidFill>
                  <a:srgbClr val="231F20"/>
                </a:solidFill>
                <a:latin typeface="Arial"/>
                <a:cs typeface="Arial"/>
              </a:rPr>
              <a:t>Black</a:t>
            </a:r>
            <a:r>
              <a:rPr sz="1000" spc="-40" dirty="0">
                <a:solidFill>
                  <a:srgbClr val="231F20"/>
                </a:solidFill>
                <a:latin typeface="Arial"/>
                <a:cs typeface="Arial"/>
              </a:rPr>
              <a:t> </a:t>
            </a:r>
            <a:r>
              <a:rPr sz="1000" spc="-20" dirty="0">
                <a:solidFill>
                  <a:srgbClr val="231F20"/>
                </a:solidFill>
                <a:latin typeface="Arial"/>
                <a:cs typeface="Arial"/>
              </a:rPr>
              <a:t>Family</a:t>
            </a:r>
            <a:r>
              <a:rPr sz="1000" spc="-35" dirty="0">
                <a:solidFill>
                  <a:srgbClr val="231F20"/>
                </a:solidFill>
                <a:latin typeface="Arial"/>
                <a:cs typeface="Arial"/>
              </a:rPr>
              <a:t> </a:t>
            </a:r>
            <a:r>
              <a:rPr sz="1000" spc="-20" dirty="0">
                <a:solidFill>
                  <a:srgbClr val="231F20"/>
                </a:solidFill>
                <a:latin typeface="Arial"/>
                <a:cs typeface="Arial"/>
              </a:rPr>
              <a:t>Day</a:t>
            </a:r>
            <a:r>
              <a:rPr sz="1000" spc="-40" dirty="0">
                <a:solidFill>
                  <a:srgbClr val="231F20"/>
                </a:solidFill>
                <a:latin typeface="Arial"/>
                <a:cs typeface="Arial"/>
              </a:rPr>
              <a:t> </a:t>
            </a:r>
            <a:r>
              <a:rPr sz="1000" spc="-10" dirty="0">
                <a:solidFill>
                  <a:srgbClr val="231F20"/>
                </a:solidFill>
                <a:latin typeface="Arial"/>
                <a:cs typeface="Arial"/>
              </a:rPr>
              <a:t>event.</a:t>
            </a:r>
            <a:endParaRPr sz="1000">
              <a:latin typeface="Arial"/>
              <a:cs typeface="Arial"/>
            </a:endParaRPr>
          </a:p>
          <a:p>
            <a:pPr marL="12700" marR="14287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sixth,</a:t>
            </a:r>
            <a:r>
              <a:rPr sz="1000" spc="-5" dirty="0">
                <a:solidFill>
                  <a:srgbClr val="231F20"/>
                </a:solidFill>
                <a:latin typeface="Arial"/>
                <a:cs typeface="Arial"/>
              </a:rPr>
              <a:t> </a:t>
            </a:r>
            <a:r>
              <a:rPr sz="1000" dirty="0">
                <a:solidFill>
                  <a:srgbClr val="231F20"/>
                </a:solidFill>
                <a:latin typeface="Arial"/>
                <a:cs typeface="Arial"/>
              </a:rPr>
              <a:t>seventh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eighth</a:t>
            </a:r>
            <a:r>
              <a:rPr sz="1000" spc="-5" dirty="0">
                <a:solidFill>
                  <a:srgbClr val="231F20"/>
                </a:solidFill>
                <a:latin typeface="Arial"/>
                <a:cs typeface="Arial"/>
              </a:rPr>
              <a:t> </a:t>
            </a:r>
            <a:r>
              <a:rPr sz="1000" dirty="0">
                <a:solidFill>
                  <a:srgbClr val="231F20"/>
                </a:solidFill>
                <a:latin typeface="Arial"/>
                <a:cs typeface="Arial"/>
              </a:rPr>
              <a:t>graders started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programming</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4th</a:t>
            </a:r>
            <a:r>
              <a:rPr sz="1000" spc="-10"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50" dirty="0">
                <a:solidFill>
                  <a:srgbClr val="231F20"/>
                </a:solidFill>
                <a:latin typeface="Arial"/>
                <a:cs typeface="Arial"/>
              </a:rPr>
              <a:t>5 </a:t>
            </a:r>
            <a:r>
              <a:rPr sz="1000" dirty="0">
                <a:solidFill>
                  <a:srgbClr val="231F20"/>
                </a:solidFill>
                <a:latin typeface="Arial"/>
                <a:cs typeface="Arial"/>
              </a:rPr>
              <a:t>Overnight</a:t>
            </a:r>
            <a:r>
              <a:rPr sz="1000" spc="5" dirty="0">
                <a:solidFill>
                  <a:srgbClr val="231F20"/>
                </a:solidFill>
                <a:latin typeface="Arial"/>
                <a:cs typeface="Arial"/>
              </a:rPr>
              <a:t> </a:t>
            </a:r>
            <a:r>
              <a:rPr sz="1000" spc="-2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held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September</a:t>
            </a:r>
            <a:r>
              <a:rPr sz="1000" spc="5" dirty="0">
                <a:solidFill>
                  <a:srgbClr val="231F20"/>
                </a:solidFill>
                <a:latin typeface="Arial"/>
                <a:cs typeface="Arial"/>
              </a:rPr>
              <a:t> </a:t>
            </a:r>
            <a:r>
              <a:rPr sz="1000" spc="-20" dirty="0">
                <a:solidFill>
                  <a:srgbClr val="231F20"/>
                </a:solidFill>
                <a:latin typeface="Arial"/>
                <a:cs typeface="Arial"/>
              </a:rPr>
              <a:t>22-</a:t>
            </a:r>
            <a:r>
              <a:rPr sz="1000" spc="-25" dirty="0">
                <a:solidFill>
                  <a:srgbClr val="231F20"/>
                </a:solidFill>
                <a:latin typeface="Arial"/>
                <a:cs typeface="Arial"/>
              </a:rPr>
              <a:t>23, </a:t>
            </a:r>
            <a:r>
              <a:rPr sz="1000" spc="-20" dirty="0">
                <a:solidFill>
                  <a:srgbClr val="231F20"/>
                </a:solidFill>
                <a:latin typeface="Arial"/>
                <a:cs typeface="Arial"/>
              </a:rPr>
              <a:t>2018</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Skycroft</a:t>
            </a:r>
            <a:r>
              <a:rPr sz="1000" spc="-10" dirty="0">
                <a:solidFill>
                  <a:srgbClr val="231F20"/>
                </a:solidFill>
                <a:latin typeface="Arial"/>
                <a:cs typeface="Arial"/>
              </a:rPr>
              <a:t> </a:t>
            </a:r>
            <a:r>
              <a:rPr sz="1000" dirty="0">
                <a:solidFill>
                  <a:srgbClr val="231F20"/>
                </a:solidFill>
                <a:latin typeface="Arial"/>
                <a:cs typeface="Arial"/>
              </a:rPr>
              <a:t>Conference</a:t>
            </a:r>
            <a:r>
              <a:rPr sz="1000" spc="-5" dirty="0">
                <a:solidFill>
                  <a:srgbClr val="231F20"/>
                </a:solidFill>
                <a:latin typeface="Arial"/>
                <a:cs typeface="Arial"/>
              </a:rPr>
              <a:t> </a:t>
            </a:r>
            <a:r>
              <a:rPr sz="100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Middleton,</a:t>
            </a:r>
            <a:endParaRPr sz="100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9147"/>
            <a:ext cx="3311525" cy="7150100"/>
          </a:xfrm>
          <a:prstGeom prst="rect">
            <a:avLst/>
          </a:prstGeom>
        </p:spPr>
        <p:txBody>
          <a:bodyPr vert="horz" wrap="square" lIns="0" tIns="12700" rIns="0" bIns="0" rtlCol="0">
            <a:spAutoFit/>
          </a:bodyPr>
          <a:lstStyle/>
          <a:p>
            <a:pPr marL="12700" marR="50165">
              <a:lnSpc>
                <a:spcPct val="100000"/>
              </a:lnSpc>
              <a:spcBef>
                <a:spcPts val="100"/>
              </a:spcBef>
            </a:pPr>
            <a:r>
              <a:rPr sz="1000" spc="-40" dirty="0">
                <a:solidFill>
                  <a:srgbClr val="231F20"/>
                </a:solidFill>
                <a:latin typeface="Arial"/>
                <a:cs typeface="Arial"/>
              </a:rPr>
              <a:t>MD.</a:t>
            </a:r>
            <a:r>
              <a:rPr sz="1000" spc="-15" dirty="0">
                <a:solidFill>
                  <a:srgbClr val="231F20"/>
                </a:solidFill>
                <a:latin typeface="Arial"/>
                <a:cs typeface="Arial"/>
              </a:rPr>
              <a:t> </a:t>
            </a:r>
            <a:r>
              <a:rPr sz="1000" dirty="0">
                <a:solidFill>
                  <a:srgbClr val="231F20"/>
                </a:solidFill>
                <a:latin typeface="Arial"/>
                <a:cs typeface="Arial"/>
              </a:rPr>
              <a:t>Both</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spc="-10" dirty="0">
                <a:solidFill>
                  <a:srgbClr val="231F20"/>
                </a:solidFill>
                <a:latin typeface="Arial"/>
                <a:cs typeface="Arial"/>
              </a:rPr>
              <a:t>amazing </a:t>
            </a:r>
            <a:r>
              <a:rPr sz="1000" spc="-20" dirty="0">
                <a:solidFill>
                  <a:srgbClr val="231F20"/>
                </a:solidFill>
                <a:latin typeface="Arial"/>
                <a:cs typeface="Arial"/>
              </a:rPr>
              <a:t>time.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Seventh</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Eighth</a:t>
            </a:r>
            <a:r>
              <a:rPr sz="1000" spc="-25" dirty="0">
                <a:solidFill>
                  <a:srgbClr val="231F20"/>
                </a:solidFill>
                <a:latin typeface="Arial"/>
                <a:cs typeface="Arial"/>
              </a:rPr>
              <a:t> </a:t>
            </a:r>
            <a:r>
              <a:rPr sz="1000" dirty="0">
                <a:solidFill>
                  <a:srgbClr val="231F20"/>
                </a:solidFill>
                <a:latin typeface="Arial"/>
                <a:cs typeface="Arial"/>
              </a:rPr>
              <a:t>graders</a:t>
            </a:r>
            <a:r>
              <a:rPr sz="1000" spc="-30" dirty="0">
                <a:solidFill>
                  <a:srgbClr val="231F20"/>
                </a:solidFill>
                <a:latin typeface="Arial"/>
                <a:cs typeface="Arial"/>
              </a:rPr>
              <a:t> </a:t>
            </a:r>
            <a:r>
              <a:rPr sz="1000" dirty="0">
                <a:solidFill>
                  <a:srgbClr val="231F20"/>
                </a:solidFill>
                <a:latin typeface="Arial"/>
                <a:cs typeface="Arial"/>
              </a:rPr>
              <a:t>really</a:t>
            </a:r>
            <a:r>
              <a:rPr sz="1000" spc="-25" dirty="0">
                <a:solidFill>
                  <a:srgbClr val="231F20"/>
                </a:solidFill>
                <a:latin typeface="Arial"/>
                <a:cs typeface="Arial"/>
              </a:rPr>
              <a:t> </a:t>
            </a:r>
            <a:r>
              <a:rPr sz="1000" dirty="0">
                <a:solidFill>
                  <a:srgbClr val="231F20"/>
                </a:solidFill>
                <a:latin typeface="Arial"/>
                <a:cs typeface="Arial"/>
              </a:rPr>
              <a:t>did</a:t>
            </a:r>
            <a:r>
              <a:rPr sz="1000" spc="-25" dirty="0">
                <a:solidFill>
                  <a:srgbClr val="231F20"/>
                </a:solidFill>
                <a:latin typeface="Arial"/>
                <a:cs typeface="Arial"/>
              </a:rPr>
              <a:t> </a:t>
            </a:r>
            <a:r>
              <a:rPr sz="1000" dirty="0">
                <a:solidFill>
                  <a:srgbClr val="231F20"/>
                </a:solidFill>
                <a:latin typeface="Arial"/>
                <a:cs typeface="Arial"/>
              </a:rPr>
              <a:t>an</a:t>
            </a:r>
            <a:r>
              <a:rPr sz="1000" spc="-30" dirty="0">
                <a:solidFill>
                  <a:srgbClr val="231F20"/>
                </a:solidFill>
                <a:latin typeface="Arial"/>
                <a:cs typeface="Arial"/>
              </a:rPr>
              <a:t> </a:t>
            </a:r>
            <a:r>
              <a:rPr sz="1000" spc="-10" dirty="0">
                <a:solidFill>
                  <a:srgbClr val="231F20"/>
                </a:solidFill>
                <a:latin typeface="Arial"/>
                <a:cs typeface="Arial"/>
              </a:rPr>
              <a:t>excellent</a:t>
            </a:r>
            <a:r>
              <a:rPr sz="1000" spc="500" dirty="0">
                <a:solidFill>
                  <a:srgbClr val="231F20"/>
                </a:solidFill>
                <a:latin typeface="Arial"/>
                <a:cs typeface="Arial"/>
              </a:rPr>
              <a:t> </a:t>
            </a:r>
            <a:r>
              <a:rPr sz="1000" dirty="0">
                <a:solidFill>
                  <a:srgbClr val="231F20"/>
                </a:solidFill>
                <a:latin typeface="Arial"/>
                <a:cs typeface="Arial"/>
              </a:rPr>
              <a:t>job</a:t>
            </a:r>
            <a:r>
              <a:rPr sz="1000" spc="-5" dirty="0">
                <a:solidFill>
                  <a:srgbClr val="231F20"/>
                </a:solidFill>
                <a:latin typeface="Arial"/>
                <a:cs typeface="Arial"/>
              </a:rPr>
              <a:t> </a:t>
            </a:r>
            <a:r>
              <a:rPr sz="1000" dirty="0">
                <a:solidFill>
                  <a:srgbClr val="231F20"/>
                </a:solidFill>
                <a:latin typeface="Arial"/>
                <a:cs typeface="Arial"/>
              </a:rPr>
              <a:t>of mentoring the Sixth </a:t>
            </a:r>
            <a:r>
              <a:rPr sz="1000" spc="-10" dirty="0">
                <a:solidFill>
                  <a:srgbClr val="231F20"/>
                </a:solidFill>
                <a:latin typeface="Arial"/>
                <a:cs typeface="Arial"/>
              </a:rPr>
              <a:t>Graders</a:t>
            </a:r>
            <a:r>
              <a:rPr sz="1000" dirty="0">
                <a:solidFill>
                  <a:srgbClr val="231F20"/>
                </a:solidFill>
                <a:latin typeface="Arial"/>
                <a:cs typeface="Arial"/>
              </a:rPr>
              <a:t> and most </a:t>
            </a:r>
            <a:r>
              <a:rPr sz="1000" spc="-10" dirty="0">
                <a:solidFill>
                  <a:srgbClr val="231F20"/>
                </a:solidFill>
                <a:latin typeface="Arial"/>
                <a:cs typeface="Arial"/>
              </a:rPr>
              <a:t>importantly </a:t>
            </a:r>
            <a:r>
              <a:rPr sz="1000" dirty="0">
                <a:solidFill>
                  <a:srgbClr val="231F20"/>
                </a:solidFill>
                <a:latin typeface="Arial"/>
                <a:cs typeface="Arial"/>
              </a:rPr>
              <a:t>welcoming them into</a:t>
            </a:r>
            <a:r>
              <a:rPr sz="1000" spc="5" dirty="0">
                <a:solidFill>
                  <a:srgbClr val="231F20"/>
                </a:solidFill>
                <a:latin typeface="Arial"/>
                <a:cs typeface="Arial"/>
              </a:rPr>
              <a:t> </a:t>
            </a:r>
            <a:r>
              <a:rPr sz="1000" dirty="0">
                <a:solidFill>
                  <a:srgbClr val="231F20"/>
                </a:solidFill>
                <a:latin typeface="Arial"/>
                <a:cs typeface="Arial"/>
              </a:rPr>
              <a:t>Group 5.</a:t>
            </a:r>
            <a:r>
              <a:rPr sz="1000" spc="5" dirty="0">
                <a:solidFill>
                  <a:srgbClr val="231F20"/>
                </a:solidFill>
                <a:latin typeface="Arial"/>
                <a:cs typeface="Arial"/>
              </a:rPr>
              <a:t> </a:t>
            </a:r>
            <a:r>
              <a:rPr sz="1000" dirty="0">
                <a:solidFill>
                  <a:srgbClr val="231F20"/>
                </a:solidFill>
                <a:latin typeface="Arial"/>
                <a:cs typeface="Arial"/>
              </a:rPr>
              <a:t>They participated</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unstructured </a:t>
            </a:r>
            <a:r>
              <a:rPr sz="1000" spc="-20" dirty="0">
                <a:solidFill>
                  <a:srgbClr val="231F20"/>
                </a:solidFill>
                <a:latin typeface="Arial"/>
                <a:cs typeface="Arial"/>
              </a:rPr>
              <a:t>play,</a:t>
            </a:r>
            <a:r>
              <a:rPr sz="1000" dirty="0">
                <a:solidFill>
                  <a:srgbClr val="231F20"/>
                </a:solidFill>
                <a:latin typeface="Arial"/>
                <a:cs typeface="Arial"/>
              </a:rPr>
              <a:t> campfire activities and a </a:t>
            </a:r>
            <a:r>
              <a:rPr sz="1000" spc="-10" dirty="0">
                <a:solidFill>
                  <a:srgbClr val="231F20"/>
                </a:solidFill>
                <a:latin typeface="Arial"/>
                <a:cs typeface="Arial"/>
              </a:rPr>
              <a:t>public </a:t>
            </a:r>
            <a:r>
              <a:rPr sz="1000" dirty="0">
                <a:solidFill>
                  <a:srgbClr val="231F20"/>
                </a:solidFill>
                <a:latin typeface="Arial"/>
                <a:cs typeface="Arial"/>
              </a:rPr>
              <a:t>speaking</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literacy</a:t>
            </a:r>
            <a:r>
              <a:rPr sz="1000" spc="-25" dirty="0">
                <a:solidFill>
                  <a:srgbClr val="231F20"/>
                </a:solidFill>
                <a:latin typeface="Arial"/>
                <a:cs typeface="Arial"/>
              </a:rPr>
              <a:t> </a:t>
            </a:r>
            <a:r>
              <a:rPr sz="1000" dirty="0">
                <a:solidFill>
                  <a:srgbClr val="231F20"/>
                </a:solidFill>
                <a:latin typeface="Arial"/>
                <a:cs typeface="Arial"/>
              </a:rPr>
              <a:t>module.</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learned</a:t>
            </a:r>
            <a:r>
              <a:rPr sz="1000" spc="50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chemistry</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10" dirty="0">
                <a:solidFill>
                  <a:srgbClr val="231F20"/>
                </a:solidFill>
                <a:latin typeface="Arial"/>
                <a:cs typeface="Arial"/>
              </a:rPr>
              <a:t>cosmetics,</a:t>
            </a:r>
            <a:r>
              <a:rPr sz="1000" spc="20" dirty="0">
                <a:solidFill>
                  <a:srgbClr val="231F20"/>
                </a:solidFill>
                <a:latin typeface="Arial"/>
                <a:cs typeface="Arial"/>
              </a:rPr>
              <a:t> </a:t>
            </a:r>
            <a:r>
              <a:rPr sz="1000" dirty="0">
                <a:solidFill>
                  <a:srgbClr val="231F20"/>
                </a:solidFill>
                <a:latin typeface="Arial"/>
                <a:cs typeface="Arial"/>
              </a:rPr>
              <a:t>creating</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spc="-25" dirty="0">
                <a:solidFill>
                  <a:srgbClr val="231F20"/>
                </a:solidFill>
                <a:latin typeface="Arial"/>
                <a:cs typeface="Arial"/>
              </a:rPr>
              <a:t>own </a:t>
            </a:r>
            <a:r>
              <a:rPr sz="1000" dirty="0">
                <a:solidFill>
                  <a:srgbClr val="231F20"/>
                </a:solidFill>
                <a:latin typeface="Arial"/>
                <a:cs typeface="Arial"/>
              </a:rPr>
              <a:t>special</a:t>
            </a:r>
            <a:r>
              <a:rPr sz="1000" spc="15" dirty="0">
                <a:solidFill>
                  <a:srgbClr val="231F20"/>
                </a:solidFill>
                <a:latin typeface="Arial"/>
                <a:cs typeface="Arial"/>
              </a:rPr>
              <a:t> </a:t>
            </a:r>
            <a:r>
              <a:rPr sz="1000" dirty="0">
                <a:solidFill>
                  <a:srgbClr val="231F20"/>
                </a:solidFill>
                <a:latin typeface="Arial"/>
                <a:cs typeface="Arial"/>
              </a:rPr>
              <a:t>effects</a:t>
            </a:r>
            <a:r>
              <a:rPr sz="1000" spc="15" dirty="0">
                <a:solidFill>
                  <a:srgbClr val="231F20"/>
                </a:solidFill>
                <a:latin typeface="Arial"/>
                <a:cs typeface="Arial"/>
              </a:rPr>
              <a:t> </a:t>
            </a:r>
            <a:r>
              <a:rPr sz="1000" dirty="0">
                <a:solidFill>
                  <a:srgbClr val="231F20"/>
                </a:solidFill>
                <a:latin typeface="Arial"/>
                <a:cs typeface="Arial"/>
              </a:rPr>
              <a:t>products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time</a:t>
            </a:r>
            <a:r>
              <a:rPr sz="1000" spc="2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Halloween</a:t>
            </a:r>
            <a:r>
              <a:rPr sz="1000" spc="15" dirty="0">
                <a:solidFill>
                  <a:srgbClr val="231F20"/>
                </a:solidFill>
                <a:latin typeface="Arial"/>
                <a:cs typeface="Arial"/>
              </a:rPr>
              <a:t> </a:t>
            </a:r>
            <a:r>
              <a:rPr sz="1000" spc="-20" dirty="0">
                <a:solidFill>
                  <a:srgbClr val="231F20"/>
                </a:solidFill>
                <a:latin typeface="Arial"/>
                <a:cs typeface="Arial"/>
              </a:rPr>
              <a:t>using </a:t>
            </a:r>
            <a:r>
              <a:rPr sz="1000" dirty="0">
                <a:solidFill>
                  <a:srgbClr val="231F20"/>
                </a:solidFill>
                <a:latin typeface="Arial"/>
                <a:cs typeface="Arial"/>
              </a:rPr>
              <a:t>principles of chemistry</a:t>
            </a:r>
            <a:r>
              <a:rPr sz="1000" spc="5" dirty="0">
                <a:solidFill>
                  <a:srgbClr val="231F20"/>
                </a:solidFill>
                <a:latin typeface="Arial"/>
                <a:cs typeface="Arial"/>
              </a:rPr>
              <a:t> </a:t>
            </a:r>
            <a:r>
              <a:rPr sz="1000" spc="-10" dirty="0">
                <a:solidFill>
                  <a:srgbClr val="231F20"/>
                </a:solidFill>
                <a:latin typeface="Arial"/>
                <a:cs typeface="Arial"/>
              </a:rPr>
              <a:t>science.</a:t>
            </a:r>
            <a:r>
              <a:rPr sz="1000" dirty="0">
                <a:solidFill>
                  <a:srgbClr val="231F20"/>
                </a:solidFill>
                <a:latin typeface="Arial"/>
                <a:cs typeface="Arial"/>
              </a:rPr>
              <a:t> They</a:t>
            </a:r>
            <a:r>
              <a:rPr sz="1000" spc="5" dirty="0">
                <a:solidFill>
                  <a:srgbClr val="231F20"/>
                </a:solidFill>
                <a:latin typeface="Arial"/>
                <a:cs typeface="Arial"/>
              </a:rPr>
              <a:t> </a:t>
            </a:r>
            <a:r>
              <a:rPr sz="1000" dirty="0">
                <a:solidFill>
                  <a:srgbClr val="231F20"/>
                </a:solidFill>
                <a:latin typeface="Arial"/>
                <a:cs typeface="Arial"/>
              </a:rPr>
              <a:t>learned about </a:t>
            </a:r>
            <a:r>
              <a:rPr sz="1000" spc="-25" dirty="0">
                <a:solidFill>
                  <a:srgbClr val="231F20"/>
                </a:solidFill>
                <a:latin typeface="Arial"/>
                <a:cs typeface="Arial"/>
              </a:rPr>
              <a:t>the </a:t>
            </a:r>
            <a:r>
              <a:rPr sz="1000" dirty="0">
                <a:solidFill>
                  <a:srgbClr val="231F20"/>
                </a:solidFill>
                <a:latin typeface="Arial"/>
                <a:cs typeface="Arial"/>
              </a:rPr>
              <a:t>election</a:t>
            </a:r>
            <a:r>
              <a:rPr sz="1000" spc="10" dirty="0">
                <a:solidFill>
                  <a:srgbClr val="231F20"/>
                </a:solidFill>
                <a:latin typeface="Arial"/>
                <a:cs typeface="Arial"/>
              </a:rPr>
              <a:t> </a:t>
            </a:r>
            <a:r>
              <a:rPr sz="1000" dirty="0">
                <a:solidFill>
                  <a:srgbClr val="231F20"/>
                </a:solidFill>
                <a:latin typeface="Arial"/>
                <a:cs typeface="Arial"/>
              </a:rPr>
              <a:t>process</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mock</a:t>
            </a:r>
            <a:r>
              <a:rPr sz="1000" spc="10" dirty="0">
                <a:solidFill>
                  <a:srgbClr val="231F20"/>
                </a:solidFill>
                <a:latin typeface="Arial"/>
                <a:cs typeface="Arial"/>
              </a:rPr>
              <a:t> </a:t>
            </a:r>
            <a:r>
              <a:rPr sz="1000" dirty="0">
                <a:solidFill>
                  <a:srgbClr val="231F20"/>
                </a:solidFill>
                <a:latin typeface="Arial"/>
                <a:cs typeface="Arial"/>
              </a:rPr>
              <a:t>election.</a:t>
            </a:r>
            <a:r>
              <a:rPr sz="1000" spc="1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sponsored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Middle</a:t>
            </a:r>
            <a:r>
              <a:rPr sz="1000" spc="-10" dirty="0">
                <a:solidFill>
                  <a:srgbClr val="231F20"/>
                </a:solidFill>
                <a:latin typeface="Arial"/>
                <a:cs typeface="Arial"/>
              </a:rPr>
              <a:t> </a:t>
            </a:r>
            <a:r>
              <a:rPr sz="1000" dirty="0">
                <a:solidFill>
                  <a:srgbClr val="231F20"/>
                </a:solidFill>
                <a:latin typeface="Arial"/>
                <a:cs typeface="Arial"/>
              </a:rPr>
              <a:t>School</a:t>
            </a:r>
            <a:r>
              <a:rPr sz="1000" spc="-10" dirty="0">
                <a:solidFill>
                  <a:srgbClr val="231F20"/>
                </a:solidFill>
                <a:latin typeface="Arial"/>
                <a:cs typeface="Arial"/>
              </a:rPr>
              <a:t> </a:t>
            </a:r>
            <a:r>
              <a:rPr sz="1000" dirty="0">
                <a:solidFill>
                  <a:srgbClr val="231F20"/>
                </a:solidFill>
                <a:latin typeface="Arial"/>
                <a:cs typeface="Arial"/>
              </a:rPr>
              <a:t>Mixer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Fundraiser</a:t>
            </a:r>
            <a:r>
              <a:rPr sz="1000" spc="-1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support the homeless children and families of</a:t>
            </a:r>
            <a:r>
              <a:rPr sz="1000" spc="5" dirty="0">
                <a:solidFill>
                  <a:srgbClr val="231F20"/>
                </a:solidFill>
                <a:latin typeface="Arial"/>
                <a:cs typeface="Arial"/>
              </a:rPr>
              <a:t> </a:t>
            </a:r>
            <a:r>
              <a:rPr sz="1000" spc="-10" dirty="0">
                <a:solidFill>
                  <a:srgbClr val="231F20"/>
                </a:solidFill>
                <a:latin typeface="Arial"/>
                <a:cs typeface="Arial"/>
              </a:rPr>
              <a:t>Stepping Stones</a:t>
            </a:r>
            <a:r>
              <a:rPr sz="1000" spc="-30" dirty="0">
                <a:solidFill>
                  <a:srgbClr val="231F20"/>
                </a:solidFill>
                <a:latin typeface="Arial"/>
                <a:cs typeface="Arial"/>
              </a:rPr>
              <a:t> </a:t>
            </a:r>
            <a:r>
              <a:rPr sz="1000" dirty="0">
                <a:solidFill>
                  <a:srgbClr val="231F20"/>
                </a:solidFill>
                <a:latin typeface="Arial"/>
                <a:cs typeface="Arial"/>
              </a:rPr>
              <a:t>Shelter</a:t>
            </a:r>
            <a:r>
              <a:rPr sz="1000" spc="-30"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well</a:t>
            </a:r>
            <a:r>
              <a:rPr sz="1000" spc="-30" dirty="0">
                <a:solidFill>
                  <a:srgbClr val="231F20"/>
                </a:solidFill>
                <a:latin typeface="Arial"/>
                <a:cs typeface="Arial"/>
              </a:rPr>
              <a:t> </a:t>
            </a:r>
            <a:r>
              <a:rPr sz="1000" spc="-10" dirty="0">
                <a:solidFill>
                  <a:srgbClr val="231F20"/>
                </a:solidFill>
                <a:latin typeface="Arial"/>
                <a:cs typeface="Arial"/>
              </a:rPr>
              <a:t>as</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Jack</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Jill</a:t>
            </a:r>
            <a:r>
              <a:rPr sz="1000" spc="-25" dirty="0">
                <a:solidFill>
                  <a:srgbClr val="231F20"/>
                </a:solidFill>
                <a:latin typeface="Arial"/>
                <a:cs typeface="Arial"/>
              </a:rPr>
              <a:t> </a:t>
            </a:r>
            <a:r>
              <a:rPr sz="1000" spc="-10" dirty="0">
                <a:solidFill>
                  <a:srgbClr val="231F20"/>
                </a:solidFill>
                <a:latin typeface="Arial"/>
                <a:cs typeface="Arial"/>
              </a:rPr>
              <a:t>Foundation.</a:t>
            </a:r>
            <a:endParaRPr sz="1000">
              <a:latin typeface="Arial"/>
              <a:cs typeface="Arial"/>
            </a:endParaRPr>
          </a:p>
          <a:p>
            <a:pPr marL="12700" marR="5080">
              <a:lnSpc>
                <a:spcPct val="100000"/>
              </a:lnSpc>
            </a:pP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Forensics</a:t>
            </a:r>
            <a:r>
              <a:rPr sz="1000" spc="-5" dirty="0">
                <a:solidFill>
                  <a:srgbClr val="231F20"/>
                </a:solidFill>
                <a:latin typeface="Arial"/>
                <a:cs typeface="Arial"/>
              </a:rPr>
              <a:t> </a:t>
            </a:r>
            <a:r>
              <a:rPr sz="1000" dirty="0">
                <a:solidFill>
                  <a:srgbClr val="231F20"/>
                </a:solidFill>
                <a:latin typeface="Arial"/>
                <a:cs typeface="Arial"/>
              </a:rPr>
              <a:t>Mystery</a:t>
            </a:r>
            <a:r>
              <a:rPr sz="1000" spc="-10"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National</a:t>
            </a:r>
            <a:r>
              <a:rPr sz="1000" spc="-25" dirty="0">
                <a:solidFill>
                  <a:srgbClr val="231F20"/>
                </a:solidFill>
                <a:latin typeface="Arial"/>
                <a:cs typeface="Arial"/>
              </a:rPr>
              <a:t> </a:t>
            </a:r>
            <a:r>
              <a:rPr sz="1000" spc="-10" dirty="0">
                <a:solidFill>
                  <a:srgbClr val="231F20"/>
                </a:solidFill>
                <a:latin typeface="Arial"/>
                <a:cs typeface="Arial"/>
              </a:rPr>
              <a:t>Museum</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Health</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Medicine.</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highlight</a:t>
            </a:r>
            <a:endParaRPr sz="1000">
              <a:latin typeface="Arial"/>
              <a:cs typeface="Arial"/>
            </a:endParaRPr>
          </a:p>
          <a:p>
            <a:pPr marL="12700" marR="5080">
              <a:lnSpc>
                <a:spcPct val="100000"/>
              </a:lnSpc>
            </a:pP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organized</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civil</a:t>
            </a:r>
            <a:r>
              <a:rPr sz="1000" spc="-10" dirty="0">
                <a:solidFill>
                  <a:srgbClr val="231F20"/>
                </a:solidFill>
                <a:latin typeface="Arial"/>
                <a:cs typeface="Arial"/>
              </a:rPr>
              <a:t> rights </a:t>
            </a:r>
            <a:r>
              <a:rPr sz="1000" dirty="0">
                <a:solidFill>
                  <a:srgbClr val="231F20"/>
                </a:solidFill>
                <a:latin typeface="Arial"/>
                <a:cs typeface="Arial"/>
              </a:rPr>
              <a:t>tour</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Tennessee</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Arkansas.</a:t>
            </a:r>
            <a:r>
              <a:rPr sz="1000" spc="-15" dirty="0">
                <a:solidFill>
                  <a:srgbClr val="231F20"/>
                </a:solidFill>
                <a:latin typeface="Arial"/>
                <a:cs typeface="Arial"/>
              </a:rPr>
              <a:t> </a:t>
            </a:r>
            <a:r>
              <a:rPr sz="1000" dirty="0">
                <a:solidFill>
                  <a:srgbClr val="231F20"/>
                </a:solidFill>
                <a:latin typeface="Arial"/>
                <a:cs typeface="Arial"/>
              </a:rPr>
              <a:t>While</a:t>
            </a:r>
            <a:r>
              <a:rPr sz="1000" spc="-15" dirty="0">
                <a:solidFill>
                  <a:srgbClr val="231F20"/>
                </a:solidFill>
                <a:latin typeface="Arial"/>
                <a:cs typeface="Arial"/>
              </a:rPr>
              <a:t> </a:t>
            </a:r>
            <a:r>
              <a:rPr sz="1000" dirty="0">
                <a:solidFill>
                  <a:srgbClr val="231F20"/>
                </a:solidFill>
                <a:latin typeface="Arial"/>
                <a:cs typeface="Arial"/>
              </a:rPr>
              <a:t>there,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10" dirty="0">
                <a:solidFill>
                  <a:srgbClr val="231F20"/>
                </a:solidFill>
                <a:latin typeface="Arial"/>
                <a:cs typeface="Arial"/>
              </a:rPr>
              <a:t>toured </a:t>
            </a:r>
            <a:r>
              <a:rPr sz="1000" dirty="0">
                <a:solidFill>
                  <a:srgbClr val="231F20"/>
                </a:solidFill>
                <a:latin typeface="Arial"/>
                <a:cs typeface="Arial"/>
              </a:rPr>
              <a:t>historic</a:t>
            </a:r>
            <a:r>
              <a:rPr sz="1000" spc="5" dirty="0">
                <a:solidFill>
                  <a:srgbClr val="231F20"/>
                </a:solidFill>
                <a:latin typeface="Arial"/>
                <a:cs typeface="Arial"/>
              </a:rPr>
              <a:t> </a:t>
            </a:r>
            <a:r>
              <a:rPr sz="1000" spc="-10" dirty="0">
                <a:solidFill>
                  <a:srgbClr val="231F20"/>
                </a:solidFill>
                <a:latin typeface="Arial"/>
                <a:cs typeface="Arial"/>
              </a:rPr>
              <a:t>sites,</a:t>
            </a:r>
            <a:r>
              <a:rPr sz="1000" spc="5" dirty="0">
                <a:solidFill>
                  <a:srgbClr val="231F20"/>
                </a:solidFill>
                <a:latin typeface="Arial"/>
                <a:cs typeface="Arial"/>
              </a:rPr>
              <a:t> </a:t>
            </a:r>
            <a:r>
              <a:rPr sz="1000" dirty="0">
                <a:solidFill>
                  <a:srgbClr val="231F20"/>
                </a:solidFill>
                <a:latin typeface="Arial"/>
                <a:cs typeface="Arial"/>
              </a:rPr>
              <a:t>performed</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spc="-20" dirty="0">
                <a:solidFill>
                  <a:srgbClr val="231F20"/>
                </a:solidFill>
                <a:latin typeface="Arial"/>
                <a:cs typeface="Arial"/>
              </a:rPr>
              <a:t>bank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Jack</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5"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great</a:t>
            </a:r>
            <a:r>
              <a:rPr sz="1000" spc="-10"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fellowship!</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honed</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public</a:t>
            </a:r>
            <a:r>
              <a:rPr sz="1000" spc="15" dirty="0">
                <a:solidFill>
                  <a:srgbClr val="231F20"/>
                </a:solidFill>
                <a:latin typeface="Arial"/>
                <a:cs typeface="Arial"/>
              </a:rPr>
              <a:t> </a:t>
            </a:r>
            <a:r>
              <a:rPr sz="1000" dirty="0">
                <a:solidFill>
                  <a:srgbClr val="231F20"/>
                </a:solidFill>
                <a:latin typeface="Arial"/>
                <a:cs typeface="Arial"/>
              </a:rPr>
              <a:t>speaking</a:t>
            </a:r>
            <a:r>
              <a:rPr sz="1000" spc="10"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184785">
              <a:lnSpc>
                <a:spcPct val="100000"/>
              </a:lnSpc>
            </a:pP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part</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Great </a:t>
            </a:r>
            <a:r>
              <a:rPr sz="1000" dirty="0">
                <a:solidFill>
                  <a:srgbClr val="231F20"/>
                </a:solidFill>
                <a:latin typeface="Arial"/>
                <a:cs typeface="Arial"/>
              </a:rPr>
              <a:t>Debate</a:t>
            </a:r>
            <a:r>
              <a:rPr sz="1000" spc="-10"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tried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art</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strategy</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fencing</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developed </a:t>
            </a:r>
            <a:r>
              <a:rPr sz="1000" dirty="0">
                <a:solidFill>
                  <a:srgbClr val="231F20"/>
                </a:solidFill>
                <a:latin typeface="Arial"/>
                <a:cs typeface="Arial"/>
              </a:rPr>
              <a:t>teamwork,</a:t>
            </a:r>
            <a:r>
              <a:rPr sz="1000" spc="20" dirty="0">
                <a:solidFill>
                  <a:srgbClr val="231F20"/>
                </a:solidFill>
                <a:latin typeface="Arial"/>
                <a:cs typeface="Arial"/>
              </a:rPr>
              <a:t> </a:t>
            </a:r>
            <a:r>
              <a:rPr sz="1000" dirty="0">
                <a:solidFill>
                  <a:srgbClr val="231F20"/>
                </a:solidFill>
                <a:latin typeface="Arial"/>
                <a:cs typeface="Arial"/>
              </a:rPr>
              <a:t>collaboration</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problem-solving</a:t>
            </a:r>
            <a:r>
              <a:rPr sz="1000" spc="25" dirty="0">
                <a:solidFill>
                  <a:srgbClr val="231F20"/>
                </a:solidFill>
                <a:latin typeface="Arial"/>
                <a:cs typeface="Arial"/>
              </a:rPr>
              <a:t> </a:t>
            </a:r>
            <a:r>
              <a:rPr sz="1000" spc="-10" dirty="0">
                <a:solidFill>
                  <a:srgbClr val="231F20"/>
                </a:solidFill>
                <a:latin typeface="Arial"/>
                <a:cs typeface="Arial"/>
              </a:rPr>
              <a:t>skills </a:t>
            </a:r>
            <a:r>
              <a:rPr sz="1000" dirty="0">
                <a:solidFill>
                  <a:srgbClr val="231F20"/>
                </a:solidFill>
                <a:latin typeface="Arial"/>
                <a:cs typeface="Arial"/>
              </a:rPr>
              <a:t>through the</a:t>
            </a:r>
            <a:r>
              <a:rPr sz="1000" spc="5" dirty="0">
                <a:solidFill>
                  <a:srgbClr val="231F20"/>
                </a:solidFill>
                <a:latin typeface="Arial"/>
                <a:cs typeface="Arial"/>
              </a:rPr>
              <a:t> </a:t>
            </a:r>
            <a:r>
              <a:rPr sz="1000" spc="-45" dirty="0">
                <a:solidFill>
                  <a:srgbClr val="231F20"/>
                </a:solidFill>
                <a:latin typeface="Arial"/>
                <a:cs typeface="Arial"/>
              </a:rPr>
              <a:t>Texas</a:t>
            </a:r>
            <a:r>
              <a:rPr sz="1000" dirty="0">
                <a:solidFill>
                  <a:srgbClr val="231F20"/>
                </a:solidFill>
                <a:latin typeface="Arial"/>
                <a:cs typeface="Arial"/>
              </a:rPr>
              <a:t> </a:t>
            </a:r>
            <a:r>
              <a:rPr sz="1000" spc="-20" dirty="0">
                <a:solidFill>
                  <a:srgbClr val="231F20"/>
                </a:solidFill>
                <a:latin typeface="Arial"/>
                <a:cs typeface="Arial"/>
              </a:rPr>
              <a:t>Panic</a:t>
            </a:r>
            <a:r>
              <a:rPr sz="1000" spc="5" dirty="0">
                <a:solidFill>
                  <a:srgbClr val="231F20"/>
                </a:solidFill>
                <a:latin typeface="Arial"/>
                <a:cs typeface="Arial"/>
              </a:rPr>
              <a:t> </a:t>
            </a:r>
            <a:r>
              <a:rPr sz="1000" spc="-20" dirty="0">
                <a:solidFill>
                  <a:srgbClr val="231F20"/>
                </a:solidFill>
                <a:latin typeface="Arial"/>
                <a:cs typeface="Arial"/>
              </a:rPr>
              <a:t>Room</a:t>
            </a:r>
            <a:r>
              <a:rPr sz="1000"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8064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Senior </a:t>
            </a:r>
            <a:r>
              <a:rPr sz="1000" spc="-20" dirty="0">
                <a:solidFill>
                  <a:srgbClr val="231F20"/>
                </a:solidFill>
                <a:latin typeface="Arial"/>
                <a:cs typeface="Arial"/>
              </a:rPr>
              <a:t>Teens</a:t>
            </a:r>
            <a:r>
              <a:rPr sz="1000" dirty="0">
                <a:solidFill>
                  <a:srgbClr val="231F20"/>
                </a:solidFill>
                <a:latin typeface="Arial"/>
                <a:cs typeface="Arial"/>
              </a:rPr>
              <a:t> started</a:t>
            </a:r>
            <a:r>
              <a:rPr sz="1000" spc="-5" dirty="0">
                <a:solidFill>
                  <a:srgbClr val="231F20"/>
                </a:solidFill>
                <a:latin typeface="Arial"/>
                <a:cs typeface="Arial"/>
              </a:rPr>
              <a:t> </a:t>
            </a:r>
            <a:r>
              <a:rPr sz="1000" dirty="0">
                <a:solidFill>
                  <a:srgbClr val="231F20"/>
                </a:solidFill>
                <a:latin typeface="Arial"/>
                <a:cs typeface="Arial"/>
              </a:rPr>
              <a:t>the year off</a:t>
            </a:r>
            <a:r>
              <a:rPr sz="1000" spc="-5" dirty="0">
                <a:solidFill>
                  <a:srgbClr val="231F20"/>
                </a:solidFill>
                <a:latin typeface="Arial"/>
                <a:cs typeface="Arial"/>
              </a:rPr>
              <a:t> </a:t>
            </a:r>
            <a:r>
              <a:rPr sz="1000" dirty="0">
                <a:solidFill>
                  <a:srgbClr val="231F20"/>
                </a:solidFill>
                <a:latin typeface="Arial"/>
                <a:cs typeface="Arial"/>
              </a:rPr>
              <a:t>bonding </a:t>
            </a:r>
            <a:r>
              <a:rPr sz="1000" spc="-10" dirty="0">
                <a:solidFill>
                  <a:srgbClr val="231F20"/>
                </a:solidFill>
                <a:latin typeface="Arial"/>
                <a:cs typeface="Arial"/>
              </a:rPr>
              <a:t>through</a:t>
            </a:r>
            <a:r>
              <a:rPr sz="1000" spc="500" dirty="0">
                <a:solidFill>
                  <a:srgbClr val="231F20"/>
                </a:solidFill>
                <a:latin typeface="Arial"/>
                <a:cs typeface="Arial"/>
              </a:rPr>
              <a:t> </a:t>
            </a:r>
            <a:r>
              <a:rPr sz="1000" dirty="0">
                <a:solidFill>
                  <a:srgbClr val="231F20"/>
                </a:solidFill>
                <a:latin typeface="Arial"/>
                <a:cs typeface="Arial"/>
              </a:rPr>
              <a:t>ice</a:t>
            </a:r>
            <a:r>
              <a:rPr sz="1000" spc="5" dirty="0">
                <a:solidFill>
                  <a:srgbClr val="231F20"/>
                </a:solidFill>
                <a:latin typeface="Arial"/>
                <a:cs typeface="Arial"/>
              </a:rPr>
              <a:t> </a:t>
            </a:r>
            <a:r>
              <a:rPr sz="1000" spc="-10" dirty="0">
                <a:solidFill>
                  <a:srgbClr val="231F20"/>
                </a:solidFill>
                <a:latin typeface="Arial"/>
                <a:cs typeface="Arial"/>
              </a:rPr>
              <a:t>breakers,</a:t>
            </a:r>
            <a:r>
              <a:rPr sz="1000" spc="10" dirty="0">
                <a:solidFill>
                  <a:srgbClr val="231F20"/>
                </a:solidFill>
                <a:latin typeface="Arial"/>
                <a:cs typeface="Arial"/>
              </a:rPr>
              <a:t> </a:t>
            </a:r>
            <a:r>
              <a:rPr sz="1000" dirty="0">
                <a:solidFill>
                  <a:srgbClr val="231F20"/>
                </a:solidFill>
                <a:latin typeface="Arial"/>
                <a:cs typeface="Arial"/>
              </a:rPr>
              <a:t>playing</a:t>
            </a:r>
            <a:r>
              <a:rPr sz="1000" spc="5" dirty="0">
                <a:solidFill>
                  <a:srgbClr val="231F20"/>
                </a:solidFill>
                <a:latin typeface="Arial"/>
                <a:cs typeface="Arial"/>
              </a:rPr>
              <a:t> </a:t>
            </a:r>
            <a:r>
              <a:rPr sz="1000" dirty="0">
                <a:solidFill>
                  <a:srgbClr val="231F20"/>
                </a:solidFill>
                <a:latin typeface="Arial"/>
                <a:cs typeface="Arial"/>
              </a:rPr>
              <a:t>games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enjoying</a:t>
            </a:r>
            <a:r>
              <a:rPr sz="1000" spc="10"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fellowship</a:t>
            </a:r>
            <a:r>
              <a:rPr sz="1000" spc="-10"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20" dirty="0">
                <a:solidFill>
                  <a:srgbClr val="231F20"/>
                </a:solidFill>
                <a:latin typeface="Arial"/>
                <a:cs typeface="Arial"/>
              </a:rPr>
              <a:t>Game</a:t>
            </a:r>
            <a:r>
              <a:rPr sz="1000" spc="-10" dirty="0">
                <a:solidFill>
                  <a:srgbClr val="231F20"/>
                </a:solidFill>
                <a:latin typeface="Arial"/>
                <a:cs typeface="Arial"/>
              </a:rPr>
              <a:t> </a:t>
            </a:r>
            <a:r>
              <a:rPr sz="1000" dirty="0">
                <a:solidFill>
                  <a:srgbClr val="231F20"/>
                </a:solidFill>
                <a:latin typeface="Arial"/>
                <a:cs typeface="Arial"/>
              </a:rPr>
              <a:t>Night:</a:t>
            </a:r>
            <a:r>
              <a:rPr sz="1000" spc="-10" dirty="0">
                <a:solidFill>
                  <a:srgbClr val="231F20"/>
                </a:solidFill>
                <a:latin typeface="Arial"/>
                <a:cs typeface="Arial"/>
              </a:rPr>
              <a:t> </a:t>
            </a:r>
            <a:r>
              <a:rPr sz="1000" spc="-35" dirty="0">
                <a:solidFill>
                  <a:srgbClr val="231F20"/>
                </a:solidFill>
                <a:latin typeface="Arial"/>
                <a:cs typeface="Arial"/>
              </a:rPr>
              <a:t>Eat</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5" dirty="0">
                <a:solidFill>
                  <a:srgbClr val="231F20"/>
                </a:solidFill>
                <a:latin typeface="Arial"/>
                <a:cs typeface="Arial"/>
              </a:rPr>
              <a:t>Play</a:t>
            </a:r>
            <a:r>
              <a:rPr sz="1000" spc="-10" dirty="0">
                <a:solidFill>
                  <a:srgbClr val="231F20"/>
                </a:solidFill>
                <a:latin typeface="Arial"/>
                <a:cs typeface="Arial"/>
              </a:rPr>
              <a:t> experience.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had fun</a:t>
            </a:r>
            <a:r>
              <a:rPr sz="1000" spc="-5" dirty="0">
                <a:solidFill>
                  <a:srgbClr val="231F20"/>
                </a:solidFill>
                <a:latin typeface="Arial"/>
                <a:cs typeface="Arial"/>
              </a:rPr>
              <a:t> </a:t>
            </a:r>
            <a:r>
              <a:rPr sz="1000" dirty="0">
                <a:solidFill>
                  <a:srgbClr val="231F20"/>
                </a:solidFill>
                <a:latin typeface="Arial"/>
                <a:cs typeface="Arial"/>
              </a:rPr>
              <a:t>too! Next,</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 about</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contributions</a:t>
            </a:r>
            <a:r>
              <a:rPr sz="1000" spc="-5" dirty="0">
                <a:solidFill>
                  <a:srgbClr val="231F20"/>
                </a:solidFill>
                <a:latin typeface="Arial"/>
                <a:cs typeface="Arial"/>
              </a:rPr>
              <a:t> </a:t>
            </a:r>
            <a:r>
              <a:rPr sz="1000" dirty="0">
                <a:solidFill>
                  <a:srgbClr val="231F20"/>
                </a:solidFill>
                <a:latin typeface="Arial"/>
                <a:cs typeface="Arial"/>
              </a:rPr>
              <a:t>of African</a:t>
            </a:r>
            <a:r>
              <a:rPr sz="1000" spc="-5" dirty="0">
                <a:solidFill>
                  <a:srgbClr val="231F20"/>
                </a:solidFill>
                <a:latin typeface="Arial"/>
                <a:cs typeface="Arial"/>
              </a:rPr>
              <a:t> </a:t>
            </a:r>
            <a:r>
              <a:rPr sz="1000" dirty="0">
                <a:solidFill>
                  <a:srgbClr val="231F20"/>
                </a:solidFill>
                <a:latin typeface="Arial"/>
                <a:cs typeface="Arial"/>
              </a:rPr>
              <a:t>American soldiers</a:t>
            </a:r>
            <a:r>
              <a:rPr sz="1000" spc="-5" dirty="0">
                <a:solidFill>
                  <a:srgbClr val="231F20"/>
                </a:solidFill>
                <a:latin typeface="Arial"/>
                <a:cs typeface="Arial"/>
              </a:rPr>
              <a:t> </a:t>
            </a:r>
            <a:r>
              <a:rPr sz="1000" dirty="0">
                <a:solidFill>
                  <a:srgbClr val="231F20"/>
                </a:solidFill>
                <a:latin typeface="Arial"/>
                <a:cs typeface="Arial"/>
              </a:rPr>
              <a:t>by </a:t>
            </a:r>
            <a:r>
              <a:rPr sz="1000" spc="-10" dirty="0">
                <a:solidFill>
                  <a:srgbClr val="231F20"/>
                </a:solidFill>
                <a:latin typeface="Arial"/>
                <a:cs typeface="Arial"/>
              </a:rPr>
              <a:t>visiting</a:t>
            </a:r>
            <a:endParaRPr sz="1000">
              <a:latin typeface="Arial"/>
              <a:cs typeface="Arial"/>
            </a:endParaRPr>
          </a:p>
          <a:p>
            <a:pPr marL="12700" marR="274320">
              <a:lnSpc>
                <a:spcPct val="100000"/>
              </a:lnSpc>
            </a:pP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African</a:t>
            </a:r>
            <a:r>
              <a:rPr sz="1000" spc="-25" dirty="0">
                <a:solidFill>
                  <a:srgbClr val="231F20"/>
                </a:solidFill>
                <a:latin typeface="Arial"/>
                <a:cs typeface="Arial"/>
              </a:rPr>
              <a:t> </a:t>
            </a:r>
            <a:r>
              <a:rPr sz="1000" dirty="0">
                <a:solidFill>
                  <a:srgbClr val="231F20"/>
                </a:solidFill>
                <a:latin typeface="Arial"/>
                <a:cs typeface="Arial"/>
              </a:rPr>
              <a:t>American</a:t>
            </a:r>
            <a:r>
              <a:rPr sz="1000" spc="-25" dirty="0">
                <a:solidFill>
                  <a:srgbClr val="231F20"/>
                </a:solidFill>
                <a:latin typeface="Arial"/>
                <a:cs typeface="Arial"/>
              </a:rPr>
              <a:t> </a:t>
            </a:r>
            <a:r>
              <a:rPr sz="1000" dirty="0">
                <a:solidFill>
                  <a:srgbClr val="231F20"/>
                </a:solidFill>
                <a:latin typeface="Arial"/>
                <a:cs typeface="Arial"/>
              </a:rPr>
              <a:t>Civil</a:t>
            </a:r>
            <a:r>
              <a:rPr sz="1000" spc="-20" dirty="0">
                <a:solidFill>
                  <a:srgbClr val="231F20"/>
                </a:solidFill>
                <a:latin typeface="Arial"/>
                <a:cs typeface="Arial"/>
              </a:rPr>
              <a:t> </a:t>
            </a:r>
            <a:r>
              <a:rPr sz="1000" spc="-45" dirty="0">
                <a:solidFill>
                  <a:srgbClr val="231F20"/>
                </a:solidFill>
                <a:latin typeface="Arial"/>
                <a:cs typeface="Arial"/>
              </a:rPr>
              <a:t>War</a:t>
            </a:r>
            <a:r>
              <a:rPr sz="1000" spc="-25" dirty="0">
                <a:solidFill>
                  <a:srgbClr val="231F20"/>
                </a:solidFill>
                <a:latin typeface="Arial"/>
                <a:cs typeface="Arial"/>
              </a:rPr>
              <a:t> </a:t>
            </a:r>
            <a:r>
              <a:rPr sz="1000" spc="-10" dirty="0">
                <a:solidFill>
                  <a:srgbClr val="231F20"/>
                </a:solidFill>
                <a:latin typeface="Arial"/>
                <a:cs typeface="Arial"/>
              </a:rPr>
              <a:t>Museum</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Memorial </a:t>
            </a:r>
            <a:r>
              <a:rPr sz="1000" dirty="0">
                <a:solidFill>
                  <a:srgbClr val="231F20"/>
                </a:solidFill>
                <a:latin typeface="Arial"/>
                <a:cs typeface="Arial"/>
              </a:rPr>
              <a:t>in </a:t>
            </a:r>
            <a:r>
              <a:rPr sz="1000" spc="-10" dirty="0">
                <a:solidFill>
                  <a:srgbClr val="231F20"/>
                </a:solidFill>
                <a:latin typeface="Arial"/>
                <a:cs typeface="Arial"/>
              </a:rPr>
              <a:t>Washington</a:t>
            </a:r>
            <a:r>
              <a:rPr sz="1000" spc="5" dirty="0">
                <a:solidFill>
                  <a:srgbClr val="231F20"/>
                </a:solidFill>
                <a:latin typeface="Arial"/>
                <a:cs typeface="Arial"/>
              </a:rPr>
              <a:t> </a:t>
            </a:r>
            <a:r>
              <a:rPr sz="1000" spc="-35" dirty="0">
                <a:solidFill>
                  <a:srgbClr val="231F20"/>
                </a:solidFill>
                <a:latin typeface="Arial"/>
                <a:cs typeface="Arial"/>
              </a:rPr>
              <a:t>DC.</a:t>
            </a:r>
            <a:r>
              <a:rPr sz="1000" spc="5" dirty="0">
                <a:solidFill>
                  <a:srgbClr val="231F20"/>
                </a:solidFill>
                <a:latin typeface="Arial"/>
                <a:cs typeface="Arial"/>
              </a:rPr>
              <a:t> </a:t>
            </a:r>
            <a:r>
              <a:rPr sz="1000" dirty="0">
                <a:solidFill>
                  <a:srgbClr val="231F20"/>
                </a:solidFill>
                <a:latin typeface="Arial"/>
                <a:cs typeface="Arial"/>
              </a:rPr>
              <a:t>They enjoyed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unique</a:t>
            </a:r>
            <a:r>
              <a:rPr sz="1000" spc="5" dirty="0">
                <a:solidFill>
                  <a:srgbClr val="231F20"/>
                </a:solidFill>
                <a:latin typeface="Arial"/>
                <a:cs typeface="Arial"/>
              </a:rPr>
              <a:t> </a:t>
            </a:r>
            <a:r>
              <a:rPr sz="1000" spc="-10" dirty="0">
                <a:solidFill>
                  <a:srgbClr val="231F20"/>
                </a:solidFill>
                <a:latin typeface="Arial"/>
                <a:cs typeface="Arial"/>
              </a:rPr>
              <a:t>privilege </a:t>
            </a:r>
            <a:r>
              <a:rPr sz="1000" dirty="0">
                <a:solidFill>
                  <a:srgbClr val="231F20"/>
                </a:solidFill>
                <a:latin typeface="Arial"/>
                <a:cs typeface="Arial"/>
              </a:rPr>
              <a:t>of sitting with renown African American scholar </a:t>
            </a:r>
            <a:r>
              <a:rPr sz="1000" spc="-25" dirty="0">
                <a:solidFill>
                  <a:srgbClr val="231F20"/>
                </a:solidFill>
                <a:latin typeface="Arial"/>
                <a:cs typeface="Arial"/>
              </a:rPr>
              <a:t>and </a:t>
            </a:r>
            <a:r>
              <a:rPr sz="1000" dirty="0">
                <a:solidFill>
                  <a:srgbClr val="231F20"/>
                </a:solidFill>
                <a:latin typeface="Arial"/>
                <a:cs typeface="Arial"/>
              </a:rPr>
              <a:t>professor</a:t>
            </a:r>
            <a:r>
              <a:rPr sz="1000" spc="-10" dirty="0">
                <a:solidFill>
                  <a:srgbClr val="231F20"/>
                </a:solidFill>
                <a:latin typeface="Arial"/>
                <a:cs typeface="Arial"/>
              </a:rPr>
              <a:t> </a:t>
            </a:r>
            <a:r>
              <a:rPr sz="1000" spc="-40" dirty="0">
                <a:solidFill>
                  <a:srgbClr val="231F20"/>
                </a:solidFill>
                <a:latin typeface="Arial"/>
                <a:cs typeface="Arial"/>
              </a:rPr>
              <a:t>Dr.</a:t>
            </a:r>
            <a:r>
              <a:rPr sz="1000" spc="-5" dirty="0">
                <a:solidFill>
                  <a:srgbClr val="231F20"/>
                </a:solidFill>
                <a:latin typeface="Arial"/>
                <a:cs typeface="Arial"/>
              </a:rPr>
              <a:t> </a:t>
            </a:r>
            <a:r>
              <a:rPr sz="1000" dirty="0">
                <a:solidFill>
                  <a:srgbClr val="231F20"/>
                </a:solidFill>
                <a:latin typeface="Arial"/>
                <a:cs typeface="Arial"/>
              </a:rPr>
              <a:t>Andrew</a:t>
            </a:r>
            <a:r>
              <a:rPr sz="1000" spc="-10" dirty="0">
                <a:solidFill>
                  <a:srgbClr val="231F20"/>
                </a:solidFill>
                <a:latin typeface="Arial"/>
                <a:cs typeface="Arial"/>
              </a:rPr>
              <a:t> </a:t>
            </a:r>
            <a:r>
              <a:rPr sz="1000" dirty="0">
                <a:solidFill>
                  <a:srgbClr val="231F20"/>
                </a:solidFill>
                <a:latin typeface="Arial"/>
                <a:cs typeface="Arial"/>
              </a:rPr>
              <a:t>Billingsley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20" dirty="0">
                <a:solidFill>
                  <a:srgbClr val="231F20"/>
                </a:solidFill>
                <a:latin typeface="Arial"/>
                <a:cs typeface="Arial"/>
              </a:rPr>
              <a:t>about</a:t>
            </a:r>
            <a:r>
              <a:rPr sz="1000" spc="50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extraordinary</a:t>
            </a:r>
            <a:r>
              <a:rPr sz="1000" spc="-5" dirty="0">
                <a:solidFill>
                  <a:srgbClr val="231F20"/>
                </a:solidFill>
                <a:latin typeface="Arial"/>
                <a:cs typeface="Arial"/>
              </a:rPr>
              <a:t> </a:t>
            </a:r>
            <a:r>
              <a:rPr sz="1000" dirty="0">
                <a:solidFill>
                  <a:srgbClr val="231F20"/>
                </a:solidFill>
                <a:latin typeface="Arial"/>
                <a:cs typeface="Arial"/>
              </a:rPr>
              <a:t>life</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dirty="0">
                <a:solidFill>
                  <a:srgbClr val="231F20"/>
                </a:solidFill>
                <a:latin typeface="Arial"/>
                <a:cs typeface="Arial"/>
              </a:rPr>
              <a:t>American</a:t>
            </a:r>
            <a:r>
              <a:rPr sz="1000" spc="-5" dirty="0">
                <a:solidFill>
                  <a:srgbClr val="231F20"/>
                </a:solidFill>
                <a:latin typeface="Arial"/>
                <a:cs typeface="Arial"/>
              </a:rPr>
              <a:t> </a:t>
            </a:r>
            <a:r>
              <a:rPr sz="1000" dirty="0">
                <a:solidFill>
                  <a:srgbClr val="231F20"/>
                </a:solidFill>
                <a:latin typeface="Arial"/>
                <a:cs typeface="Arial"/>
              </a:rPr>
              <a:t>sailor</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hero</a:t>
            </a:r>
            <a:r>
              <a:rPr sz="1000" spc="-5" dirty="0">
                <a:solidFill>
                  <a:srgbClr val="231F20"/>
                </a:solidFill>
                <a:latin typeface="Arial"/>
                <a:cs typeface="Arial"/>
              </a:rPr>
              <a:t> </a:t>
            </a:r>
            <a:r>
              <a:rPr sz="1000" spc="-45" dirty="0">
                <a:solidFill>
                  <a:srgbClr val="231F20"/>
                </a:solidFill>
                <a:latin typeface="Arial"/>
                <a:cs typeface="Arial"/>
              </a:rPr>
              <a:t>Mr.</a:t>
            </a:r>
            <a:r>
              <a:rPr sz="1000" dirty="0">
                <a:solidFill>
                  <a:srgbClr val="231F20"/>
                </a:solidFill>
                <a:latin typeface="Arial"/>
                <a:cs typeface="Arial"/>
              </a:rPr>
              <a:t> Robert</a:t>
            </a:r>
            <a:r>
              <a:rPr sz="1000" spc="-5" dirty="0">
                <a:solidFill>
                  <a:srgbClr val="231F20"/>
                </a:solidFill>
                <a:latin typeface="Arial"/>
                <a:cs typeface="Arial"/>
              </a:rPr>
              <a:t> </a:t>
            </a:r>
            <a:r>
              <a:rPr sz="1000" spc="-25" dirty="0">
                <a:solidFill>
                  <a:srgbClr val="231F20"/>
                </a:solidFill>
                <a:latin typeface="Arial"/>
                <a:cs typeface="Arial"/>
              </a:rPr>
              <a:t>Smalls.</a:t>
            </a:r>
            <a:r>
              <a:rPr sz="1000" dirty="0">
                <a:solidFill>
                  <a:srgbClr val="231F20"/>
                </a:solidFill>
                <a:latin typeface="Arial"/>
                <a:cs typeface="Arial"/>
              </a:rPr>
              <a:t> Then they</a:t>
            </a:r>
            <a:r>
              <a:rPr sz="1000" spc="-5" dirty="0">
                <a:solidFill>
                  <a:srgbClr val="231F20"/>
                </a:solidFill>
                <a:latin typeface="Arial"/>
                <a:cs typeface="Arial"/>
              </a:rPr>
              <a:t> </a:t>
            </a:r>
            <a:r>
              <a:rPr sz="1000" dirty="0">
                <a:solidFill>
                  <a:srgbClr val="231F20"/>
                </a:solidFill>
                <a:latin typeface="Arial"/>
                <a:cs typeface="Arial"/>
              </a:rPr>
              <a:t>participated in </a:t>
            </a:r>
            <a:r>
              <a:rPr sz="1000" spc="-50" dirty="0">
                <a:solidFill>
                  <a:srgbClr val="231F20"/>
                </a:solidFill>
                <a:latin typeface="Arial"/>
                <a:cs typeface="Arial"/>
              </a:rPr>
              <a:t>a</a:t>
            </a:r>
            <a:endParaRPr sz="1000">
              <a:latin typeface="Arial"/>
              <a:cs typeface="Arial"/>
            </a:endParaRPr>
          </a:p>
          <a:p>
            <a:pPr marL="12700" marR="148590">
              <a:lnSpc>
                <a:spcPct val="100000"/>
              </a:lnSpc>
            </a:pPr>
            <a:r>
              <a:rPr sz="1000" dirty="0">
                <a:solidFill>
                  <a:srgbClr val="231F20"/>
                </a:solidFill>
                <a:latin typeface="Arial"/>
                <a:cs typeface="Arial"/>
              </a:rPr>
              <a:t>Module</a:t>
            </a:r>
            <a:r>
              <a:rPr sz="1000" spc="-10" dirty="0">
                <a:solidFill>
                  <a:srgbClr val="231F20"/>
                </a:solidFill>
                <a:latin typeface="Arial"/>
                <a:cs typeface="Arial"/>
              </a:rPr>
              <a:t> Madness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Vision</a:t>
            </a:r>
            <a:r>
              <a:rPr sz="1000" spc="-5" dirty="0">
                <a:solidFill>
                  <a:srgbClr val="231F20"/>
                </a:solidFill>
                <a:latin typeface="Arial"/>
                <a:cs typeface="Arial"/>
              </a:rPr>
              <a:t> </a:t>
            </a:r>
            <a:r>
              <a:rPr sz="1000" dirty="0">
                <a:solidFill>
                  <a:srgbClr val="231F20"/>
                </a:solidFill>
                <a:latin typeface="Arial"/>
                <a:cs typeface="Arial"/>
              </a:rPr>
              <a:t>Board</a:t>
            </a:r>
            <a:r>
              <a:rPr sz="1000" spc="-5" dirty="0">
                <a:solidFill>
                  <a:srgbClr val="231F20"/>
                </a:solidFill>
                <a:latin typeface="Arial"/>
                <a:cs typeface="Arial"/>
              </a:rPr>
              <a:t> </a:t>
            </a:r>
            <a:r>
              <a:rPr sz="1000" dirty="0">
                <a:solidFill>
                  <a:srgbClr val="231F20"/>
                </a:solidFill>
                <a:latin typeface="Arial"/>
                <a:cs typeface="Arial"/>
              </a:rPr>
              <a:t>creation</a:t>
            </a:r>
            <a:r>
              <a:rPr sz="1000" spc="-5"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served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sorting</a:t>
            </a:r>
            <a:r>
              <a:rPr sz="1000" spc="10" dirty="0">
                <a:solidFill>
                  <a:srgbClr val="231F20"/>
                </a:solidFill>
                <a:latin typeface="Arial"/>
                <a:cs typeface="Arial"/>
              </a:rPr>
              <a:t> </a:t>
            </a:r>
            <a:r>
              <a:rPr sz="1000" dirty="0">
                <a:solidFill>
                  <a:srgbClr val="231F20"/>
                </a:solidFill>
                <a:latin typeface="Arial"/>
                <a:cs typeface="Arial"/>
              </a:rPr>
              <a:t>clothing</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performing</a:t>
            </a:r>
            <a:r>
              <a:rPr sz="1000" spc="-5" dirty="0">
                <a:solidFill>
                  <a:srgbClr val="231F20"/>
                </a:solidFill>
                <a:latin typeface="Arial"/>
                <a:cs typeface="Arial"/>
              </a:rPr>
              <a:t> </a:t>
            </a:r>
            <a:r>
              <a:rPr sz="1000" dirty="0">
                <a:solidFill>
                  <a:srgbClr val="231F20"/>
                </a:solidFill>
                <a:latin typeface="Arial"/>
                <a:cs typeface="Arial"/>
              </a:rPr>
              <a:t>other needed</a:t>
            </a:r>
            <a:r>
              <a:rPr sz="1000" spc="-5" dirty="0">
                <a:solidFill>
                  <a:srgbClr val="231F20"/>
                </a:solidFill>
                <a:latin typeface="Arial"/>
                <a:cs typeface="Arial"/>
              </a:rPr>
              <a:t> </a:t>
            </a:r>
            <a:r>
              <a:rPr sz="1000" dirty="0">
                <a:solidFill>
                  <a:srgbClr val="231F20"/>
                </a:solidFill>
                <a:latin typeface="Arial"/>
                <a:cs typeface="Arial"/>
              </a:rPr>
              <a:t>tasks at</a:t>
            </a:r>
            <a:r>
              <a:rPr sz="1000" spc="-5" dirty="0">
                <a:solidFill>
                  <a:srgbClr val="231F20"/>
                </a:solidFill>
                <a:latin typeface="Arial"/>
                <a:cs typeface="Arial"/>
              </a:rPr>
              <a:t> </a:t>
            </a:r>
            <a:r>
              <a:rPr sz="1000" dirty="0">
                <a:solidFill>
                  <a:srgbClr val="231F20"/>
                </a:solidFill>
                <a:latin typeface="Arial"/>
                <a:cs typeface="Arial"/>
              </a:rPr>
              <a:t>A Wider Circle</a:t>
            </a:r>
            <a:r>
              <a:rPr sz="1000" spc="-5" dirty="0">
                <a:solidFill>
                  <a:srgbClr val="231F20"/>
                </a:solidFill>
                <a:latin typeface="Arial"/>
                <a:cs typeface="Arial"/>
              </a:rPr>
              <a:t> </a:t>
            </a:r>
            <a:r>
              <a:rPr sz="1000" spc="-25" dirty="0">
                <a:solidFill>
                  <a:srgbClr val="231F20"/>
                </a:solidFill>
                <a:latin typeface="Arial"/>
                <a:cs typeface="Arial"/>
              </a:rPr>
              <a:t>and</a:t>
            </a:r>
            <a:endParaRPr sz="1000">
              <a:latin typeface="Arial"/>
              <a:cs typeface="Arial"/>
            </a:endParaRPr>
          </a:p>
          <a:p>
            <a:pPr marL="12700" marR="182880">
              <a:lnSpc>
                <a:spcPct val="100000"/>
              </a:lnSpc>
            </a:pP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hosting</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holiday</a:t>
            </a:r>
            <a:r>
              <a:rPr sz="1000" spc="-5" dirty="0">
                <a:solidFill>
                  <a:srgbClr val="231F20"/>
                </a:solidFill>
                <a:latin typeface="Arial"/>
                <a:cs typeface="Arial"/>
              </a:rPr>
              <a:t> </a:t>
            </a:r>
            <a:r>
              <a:rPr sz="1000" dirty="0">
                <a:solidFill>
                  <a:srgbClr val="231F20"/>
                </a:solidFill>
                <a:latin typeface="Arial"/>
                <a:cs typeface="Arial"/>
              </a:rPr>
              <a:t>toy</a:t>
            </a:r>
            <a:r>
              <a:rPr sz="1000" spc="-10" dirty="0">
                <a:solidFill>
                  <a:srgbClr val="231F20"/>
                </a:solidFill>
                <a:latin typeface="Arial"/>
                <a:cs typeface="Arial"/>
              </a:rPr>
              <a:t> </a:t>
            </a:r>
            <a:r>
              <a:rPr sz="1000" dirty="0">
                <a:solidFill>
                  <a:srgbClr val="231F20"/>
                </a:solidFill>
                <a:latin typeface="Arial"/>
                <a:cs typeface="Arial"/>
              </a:rPr>
              <a:t>drive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social</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spc="-10" dirty="0">
                <a:solidFill>
                  <a:srgbClr val="231F20"/>
                </a:solidFill>
                <a:latin typeface="Arial"/>
                <a:cs typeface="Arial"/>
              </a:rPr>
              <a:t>during </a:t>
            </a:r>
            <a:r>
              <a:rPr sz="1000" dirty="0">
                <a:solidFill>
                  <a:srgbClr val="231F20"/>
                </a:solidFill>
                <a:latin typeface="Arial"/>
                <a:cs typeface="Arial"/>
              </a:rPr>
              <a:t>the</a:t>
            </a:r>
            <a:r>
              <a:rPr sz="1000" spc="-10" dirty="0">
                <a:solidFill>
                  <a:srgbClr val="231F20"/>
                </a:solidFill>
                <a:latin typeface="Arial"/>
                <a:cs typeface="Arial"/>
              </a:rPr>
              <a:t> Christmas</a:t>
            </a:r>
            <a:r>
              <a:rPr sz="1000" spc="-5"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season.</a:t>
            </a:r>
            <a:r>
              <a:rPr sz="1000" spc="-5" dirty="0">
                <a:solidFill>
                  <a:srgbClr val="231F20"/>
                </a:solidFill>
                <a:latin typeface="Arial"/>
                <a:cs typeface="Arial"/>
              </a:rPr>
              <a:t> </a:t>
            </a:r>
            <a:r>
              <a:rPr sz="1000" dirty="0">
                <a:solidFill>
                  <a:srgbClr val="231F20"/>
                </a:solidFill>
                <a:latin typeface="Arial"/>
                <a:cs typeface="Arial"/>
              </a:rPr>
              <a:t>Next,</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civic</a:t>
            </a:r>
            <a:r>
              <a:rPr sz="1000" spc="15" dirty="0">
                <a:solidFill>
                  <a:srgbClr val="231F20"/>
                </a:solidFill>
                <a:latin typeface="Arial"/>
                <a:cs typeface="Arial"/>
              </a:rPr>
              <a:t> </a:t>
            </a:r>
            <a:r>
              <a:rPr sz="1000" dirty="0">
                <a:solidFill>
                  <a:srgbClr val="231F20"/>
                </a:solidFill>
                <a:latin typeface="Arial"/>
                <a:cs typeface="Arial"/>
              </a:rPr>
              <a:t>engagement</a:t>
            </a:r>
            <a:r>
              <a:rPr sz="1000" spc="20"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Women’s </a:t>
            </a:r>
            <a:r>
              <a:rPr sz="1000" dirty="0">
                <a:solidFill>
                  <a:srgbClr val="231F20"/>
                </a:solidFill>
                <a:latin typeface="Arial"/>
                <a:cs typeface="Arial"/>
              </a:rPr>
              <a:t>Legislative</a:t>
            </a:r>
            <a:r>
              <a:rPr sz="1000" spc="-25" dirty="0">
                <a:solidFill>
                  <a:srgbClr val="231F20"/>
                </a:solidFill>
                <a:latin typeface="Arial"/>
                <a:cs typeface="Arial"/>
              </a:rPr>
              <a:t> </a:t>
            </a:r>
            <a:r>
              <a:rPr sz="1000" dirty="0">
                <a:solidFill>
                  <a:srgbClr val="231F20"/>
                </a:solidFill>
                <a:latin typeface="Arial"/>
                <a:cs typeface="Arial"/>
              </a:rPr>
              <a:t>Briefing.</a:t>
            </a:r>
            <a:r>
              <a:rPr sz="1000" spc="-25"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dynamics</a:t>
            </a:r>
            <a:r>
              <a:rPr sz="1000" spc="-25" dirty="0">
                <a:solidFill>
                  <a:srgbClr val="231F20"/>
                </a:solidFill>
                <a:latin typeface="Arial"/>
                <a:cs typeface="Arial"/>
              </a:rPr>
              <a:t> of</a:t>
            </a:r>
            <a:endParaRPr sz="1000">
              <a:latin typeface="Arial"/>
              <a:cs typeface="Arial"/>
            </a:endParaRPr>
          </a:p>
          <a:p>
            <a:pPr marL="12700" marR="205104">
              <a:lnSpc>
                <a:spcPct val="100000"/>
              </a:lnSpc>
            </a:pPr>
            <a:r>
              <a:rPr sz="1000" dirty="0">
                <a:solidFill>
                  <a:srgbClr val="231F20"/>
                </a:solidFill>
                <a:latin typeface="Arial"/>
                <a:cs typeface="Arial"/>
              </a:rPr>
              <a:t>civic</a:t>
            </a:r>
            <a:r>
              <a:rPr sz="1000" spc="15" dirty="0">
                <a:solidFill>
                  <a:srgbClr val="231F20"/>
                </a:solidFill>
                <a:latin typeface="Arial"/>
                <a:cs typeface="Arial"/>
              </a:rPr>
              <a:t> </a:t>
            </a:r>
            <a:r>
              <a:rPr sz="1000" dirty="0">
                <a:solidFill>
                  <a:srgbClr val="231F20"/>
                </a:solidFill>
                <a:latin typeface="Arial"/>
                <a:cs typeface="Arial"/>
              </a:rPr>
              <a:t>engagement,</a:t>
            </a:r>
            <a:r>
              <a:rPr sz="1000" spc="15"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dirty="0">
                <a:solidFill>
                  <a:srgbClr val="231F20"/>
                </a:solidFill>
                <a:latin typeface="Arial"/>
                <a:cs typeface="Arial"/>
              </a:rPr>
              <a:t>speaking,</a:t>
            </a:r>
            <a:r>
              <a:rPr sz="1000" spc="15" dirty="0">
                <a:solidFill>
                  <a:srgbClr val="231F20"/>
                </a:solidFill>
                <a:latin typeface="Arial"/>
                <a:cs typeface="Arial"/>
              </a:rPr>
              <a:t> </a:t>
            </a:r>
            <a:r>
              <a:rPr sz="1000" dirty="0">
                <a:solidFill>
                  <a:srgbClr val="231F20"/>
                </a:solidFill>
                <a:latin typeface="Arial"/>
                <a:cs typeface="Arial"/>
              </a:rPr>
              <a:t>leadership</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problem-solving</a:t>
            </a:r>
            <a:r>
              <a:rPr sz="1000" spc="25" dirty="0">
                <a:solidFill>
                  <a:srgbClr val="231F20"/>
                </a:solidFill>
                <a:latin typeface="Arial"/>
                <a:cs typeface="Arial"/>
              </a:rPr>
              <a:t> </a:t>
            </a:r>
            <a:r>
              <a:rPr sz="1000" dirty="0">
                <a:solidFill>
                  <a:srgbClr val="231F20"/>
                </a:solidFill>
                <a:latin typeface="Arial"/>
                <a:cs typeface="Arial"/>
              </a:rPr>
              <a:t>through</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spc="-100" dirty="0">
                <a:solidFill>
                  <a:srgbClr val="231F20"/>
                </a:solidFill>
                <a:latin typeface="Arial"/>
                <a:cs typeface="Arial"/>
              </a:rPr>
              <a:t>12</a:t>
            </a:r>
            <a:r>
              <a:rPr sz="1000" spc="25" dirty="0">
                <a:solidFill>
                  <a:srgbClr val="231F20"/>
                </a:solidFill>
                <a:latin typeface="Arial"/>
                <a:cs typeface="Arial"/>
              </a:rPr>
              <a:t> </a:t>
            </a:r>
            <a:r>
              <a:rPr sz="1000" dirty="0">
                <a:solidFill>
                  <a:srgbClr val="231F20"/>
                </a:solidFill>
                <a:latin typeface="Arial"/>
                <a:cs typeface="Arial"/>
              </a:rPr>
              <a:t>Angry</a:t>
            </a:r>
            <a:r>
              <a:rPr sz="1000" spc="30" dirty="0">
                <a:solidFill>
                  <a:srgbClr val="231F20"/>
                </a:solidFill>
                <a:latin typeface="Arial"/>
                <a:cs typeface="Arial"/>
              </a:rPr>
              <a:t> </a:t>
            </a:r>
            <a:r>
              <a:rPr sz="1000" dirty="0">
                <a:solidFill>
                  <a:srgbClr val="231F20"/>
                </a:solidFill>
                <a:latin typeface="Arial"/>
                <a:cs typeface="Arial"/>
              </a:rPr>
              <a:t>Men</a:t>
            </a:r>
            <a:r>
              <a:rPr sz="1000" spc="30" dirty="0">
                <a:solidFill>
                  <a:srgbClr val="231F20"/>
                </a:solidFill>
                <a:latin typeface="Arial"/>
                <a:cs typeface="Arial"/>
              </a:rPr>
              <a:t> </a:t>
            </a:r>
            <a:r>
              <a:rPr sz="1000" spc="-10" dirty="0">
                <a:solidFill>
                  <a:srgbClr val="231F20"/>
                </a:solidFill>
                <a:latin typeface="Arial"/>
                <a:cs typeface="Arial"/>
              </a:rPr>
              <a:t>Review</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Jury</a:t>
            </a:r>
            <a:r>
              <a:rPr sz="1000" spc="-5" dirty="0">
                <a:solidFill>
                  <a:srgbClr val="231F20"/>
                </a:solidFill>
                <a:latin typeface="Arial"/>
                <a:cs typeface="Arial"/>
              </a:rPr>
              <a:t> </a:t>
            </a:r>
            <a:r>
              <a:rPr sz="1000" dirty="0">
                <a:solidFill>
                  <a:srgbClr val="231F20"/>
                </a:solidFill>
                <a:latin typeface="Arial"/>
                <a:cs typeface="Arial"/>
              </a:rPr>
              <a:t>Deliberation</a:t>
            </a:r>
            <a:r>
              <a:rPr sz="1000" spc="-5"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entrepreneurship</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financial</a:t>
            </a:r>
            <a:r>
              <a:rPr sz="1000" spc="5" dirty="0">
                <a:solidFill>
                  <a:srgbClr val="231F20"/>
                </a:solidFill>
                <a:latin typeface="Arial"/>
                <a:cs typeface="Arial"/>
              </a:rPr>
              <a:t> </a:t>
            </a:r>
            <a:r>
              <a:rPr sz="1000" dirty="0">
                <a:solidFill>
                  <a:srgbClr val="231F20"/>
                </a:solidFill>
                <a:latin typeface="Arial"/>
                <a:cs typeface="Arial"/>
              </a:rPr>
              <a:t>literacy</a:t>
            </a:r>
            <a:r>
              <a:rPr sz="1000" spc="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20" dirty="0">
                <a:solidFill>
                  <a:srgbClr val="231F20"/>
                </a:solidFill>
                <a:latin typeface="Arial"/>
                <a:cs typeface="Arial"/>
              </a:rPr>
              <a:t>Shark</a:t>
            </a:r>
            <a:endParaRPr sz="1000">
              <a:latin typeface="Arial"/>
              <a:cs typeface="Arial"/>
            </a:endParaRPr>
          </a:p>
        </p:txBody>
      </p:sp>
      <p:sp>
        <p:nvSpPr>
          <p:cNvPr id="3" name="object 3"/>
          <p:cNvSpPr txBox="1"/>
          <p:nvPr/>
        </p:nvSpPr>
        <p:spPr>
          <a:xfrm>
            <a:off x="4016375" y="2035606"/>
            <a:ext cx="3123565" cy="787400"/>
          </a:xfrm>
          <a:prstGeom prst="rect">
            <a:avLst/>
          </a:prstGeom>
        </p:spPr>
        <p:txBody>
          <a:bodyPr vert="horz" wrap="square" lIns="0" tIns="12700" rIns="0" bIns="0" rtlCol="0">
            <a:spAutoFit/>
          </a:bodyPr>
          <a:lstStyle/>
          <a:p>
            <a:pPr marL="12700" marR="5080">
              <a:lnSpc>
                <a:spcPct val="100000"/>
              </a:lnSpc>
              <a:spcBef>
                <a:spcPts val="100"/>
              </a:spcBef>
            </a:pPr>
            <a:r>
              <a:rPr sz="1000" spc="-25" dirty="0">
                <a:solidFill>
                  <a:srgbClr val="231F20"/>
                </a:solidFill>
                <a:latin typeface="Arial"/>
                <a:cs typeface="Arial"/>
              </a:rPr>
              <a:t>Tank</a:t>
            </a:r>
            <a:r>
              <a:rPr sz="1000" dirty="0">
                <a:solidFill>
                  <a:srgbClr val="231F20"/>
                </a:solidFill>
                <a:latin typeface="Arial"/>
                <a:cs typeface="Arial"/>
              </a:rPr>
              <a:t> </a:t>
            </a:r>
            <a:r>
              <a:rPr sz="1000" spc="-10" dirty="0">
                <a:solidFill>
                  <a:srgbClr val="231F20"/>
                </a:solidFill>
                <a:latin typeface="Arial"/>
                <a:cs typeface="Arial"/>
              </a:rPr>
              <a:t>Simulation</a:t>
            </a:r>
            <a:r>
              <a:rPr sz="1000" dirty="0">
                <a:solidFill>
                  <a:srgbClr val="231F20"/>
                </a:solidFill>
                <a:latin typeface="Arial"/>
                <a:cs typeface="Arial"/>
              </a:rPr>
              <a:t> and experienced skiing,</a:t>
            </a:r>
            <a:r>
              <a:rPr sz="1000" spc="5" dirty="0">
                <a:solidFill>
                  <a:srgbClr val="231F20"/>
                </a:solidFill>
                <a:latin typeface="Arial"/>
                <a:cs typeface="Arial"/>
              </a:rPr>
              <a:t> </a:t>
            </a:r>
            <a:r>
              <a:rPr sz="1000" spc="-10" dirty="0">
                <a:solidFill>
                  <a:srgbClr val="231F20"/>
                </a:solidFill>
                <a:latin typeface="Arial"/>
                <a:cs typeface="Arial"/>
              </a:rPr>
              <a:t>snowboarding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ski</a:t>
            </a:r>
            <a:r>
              <a:rPr sz="1000" spc="-10" dirty="0">
                <a:solidFill>
                  <a:srgbClr val="231F20"/>
                </a:solidFill>
                <a:latin typeface="Arial"/>
                <a:cs typeface="Arial"/>
              </a:rPr>
              <a:t> </a:t>
            </a:r>
            <a:r>
              <a:rPr sz="1000" dirty="0">
                <a:solidFill>
                  <a:srgbClr val="231F20"/>
                </a:solidFill>
                <a:latin typeface="Arial"/>
                <a:cs typeface="Arial"/>
              </a:rPr>
              <a:t>tubing</a:t>
            </a:r>
            <a:r>
              <a:rPr sz="1000" spc="-10" dirty="0">
                <a:solidFill>
                  <a:srgbClr val="231F20"/>
                </a:solidFill>
                <a:latin typeface="Arial"/>
                <a:cs typeface="Arial"/>
              </a:rPr>
              <a:t> </a:t>
            </a:r>
            <a:r>
              <a:rPr sz="1000" dirty="0">
                <a:solidFill>
                  <a:srgbClr val="231F20"/>
                </a:solidFill>
                <a:latin typeface="Arial"/>
                <a:cs typeface="Arial"/>
              </a:rPr>
              <a:t>fun</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spc="-10" dirty="0">
                <a:solidFill>
                  <a:srgbClr val="231F20"/>
                </a:solidFill>
                <a:latin typeface="Arial"/>
                <a:cs typeface="Arial"/>
              </a:rPr>
              <a:t>Ski </a:t>
            </a:r>
            <a:r>
              <a:rPr sz="1000" spc="-25" dirty="0">
                <a:solidFill>
                  <a:srgbClr val="231F20"/>
                </a:solidFill>
                <a:latin typeface="Arial"/>
                <a:cs typeface="Arial"/>
              </a:rPr>
              <a:t>Trip.</a:t>
            </a:r>
            <a:r>
              <a:rPr sz="1000" spc="-1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expressed their creativity through a </a:t>
            </a:r>
            <a:r>
              <a:rPr sz="1000" spc="-10" dirty="0">
                <a:solidFill>
                  <a:srgbClr val="231F20"/>
                </a:solidFill>
                <a:latin typeface="Arial"/>
                <a:cs typeface="Arial"/>
              </a:rPr>
              <a:t>Paint</a:t>
            </a:r>
            <a:r>
              <a:rPr sz="1000" dirty="0">
                <a:solidFill>
                  <a:srgbClr val="231F20"/>
                </a:solidFill>
                <a:latin typeface="Arial"/>
                <a:cs typeface="Arial"/>
              </a:rPr>
              <a:t> and </a:t>
            </a:r>
            <a:r>
              <a:rPr sz="1000" spc="-20" dirty="0">
                <a:solidFill>
                  <a:srgbClr val="231F20"/>
                </a:solidFill>
                <a:latin typeface="Arial"/>
                <a:cs typeface="Arial"/>
              </a:rPr>
              <a:t>Snack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Drumming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special</a:t>
            </a:r>
            <a:r>
              <a:rPr sz="1000" spc="-10" dirty="0">
                <a:solidFill>
                  <a:srgbClr val="231F20"/>
                </a:solidFill>
                <a:latin typeface="Arial"/>
                <a:cs typeface="Arial"/>
              </a:rPr>
              <a:t> class.</a:t>
            </a:r>
            <a:endParaRPr sz="1000">
              <a:latin typeface="Arial"/>
              <a:cs typeface="Arial"/>
            </a:endParaRPr>
          </a:p>
        </p:txBody>
      </p:sp>
      <p:sp>
        <p:nvSpPr>
          <p:cNvPr id="4" name="object 4"/>
          <p:cNvSpPr txBox="1"/>
          <p:nvPr/>
        </p:nvSpPr>
        <p:spPr>
          <a:xfrm>
            <a:off x="4058640" y="3083568"/>
            <a:ext cx="3227070" cy="6104890"/>
          </a:xfrm>
          <a:prstGeom prst="rect">
            <a:avLst/>
          </a:prstGeom>
        </p:spPr>
        <p:txBody>
          <a:bodyPr vert="horz" wrap="square" lIns="0" tIns="56515" rIns="0" bIns="0" rtlCol="0">
            <a:spAutoFit/>
          </a:bodyPr>
          <a:lstStyle/>
          <a:p>
            <a:pPr marL="1248410">
              <a:lnSpc>
                <a:spcPct val="100000"/>
              </a:lnSpc>
              <a:spcBef>
                <a:spcPts val="445"/>
              </a:spcBef>
            </a:pPr>
            <a:r>
              <a:rPr sz="1100" spc="-55" dirty="0">
                <a:solidFill>
                  <a:srgbClr val="27AAE1"/>
                </a:solidFill>
                <a:latin typeface="Lucida Sans Unicode"/>
                <a:cs typeface="Lucida Sans Unicode"/>
              </a:rPr>
              <a:t>2019-</a:t>
            </a:r>
            <a:r>
              <a:rPr sz="1100" spc="-20" dirty="0">
                <a:solidFill>
                  <a:srgbClr val="27AAE1"/>
                </a:solidFill>
                <a:latin typeface="Lucida Sans Unicode"/>
                <a:cs typeface="Lucida Sans Unicode"/>
              </a:rPr>
              <a:t>2020</a:t>
            </a:r>
            <a:endParaRPr sz="1100">
              <a:latin typeface="Lucida Sans Unicode"/>
              <a:cs typeface="Lucida Sans Unicode"/>
            </a:endParaRPr>
          </a:p>
          <a:p>
            <a:pPr marL="343535" marR="335915" indent="635000">
              <a:lnSpc>
                <a:spcPct val="126099"/>
              </a:lnSpc>
              <a:spcBef>
                <a:spcPts val="5"/>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 </a:t>
            </a:r>
            <a:r>
              <a:rPr sz="1100" dirty="0">
                <a:solidFill>
                  <a:srgbClr val="1D5495"/>
                </a:solidFill>
                <a:latin typeface="Lucida Sans Unicode"/>
                <a:cs typeface="Lucida Sans Unicode"/>
              </a:rPr>
              <a:t>President:</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dirty="0">
                <a:solidFill>
                  <a:srgbClr val="1D5495"/>
                </a:solidFill>
                <a:latin typeface="Lucida Sans Unicode"/>
                <a:cs typeface="Lucida Sans Unicode"/>
              </a:rPr>
              <a:t>Vice</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75" dirty="0">
                <a:solidFill>
                  <a:srgbClr val="1D5495"/>
                </a:solidFill>
                <a:latin typeface="Lucida Sans Unicode"/>
                <a:cs typeface="Lucida Sans Unicode"/>
              </a:rPr>
              <a:t> </a:t>
            </a:r>
            <a:r>
              <a:rPr sz="1100" spc="65" dirty="0">
                <a:solidFill>
                  <a:srgbClr val="1D5495"/>
                </a:solidFill>
                <a:latin typeface="Lucida Sans Unicode"/>
                <a:cs typeface="Lucida Sans Unicode"/>
              </a:rPr>
              <a:t>Stacia</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Geiger-</a:t>
            </a:r>
            <a:r>
              <a:rPr sz="1100" spc="-10" dirty="0">
                <a:solidFill>
                  <a:srgbClr val="1D5495"/>
                </a:solidFill>
                <a:latin typeface="Lucida Sans Unicode"/>
                <a:cs typeface="Lucida Sans Unicode"/>
              </a:rPr>
              <a:t>Alston </a:t>
            </a:r>
            <a:r>
              <a:rPr sz="1100" dirty="0">
                <a:solidFill>
                  <a:srgbClr val="1D5495"/>
                </a:solidFill>
                <a:latin typeface="Lucida Sans Unicode"/>
                <a:cs typeface="Lucida Sans Unicode"/>
              </a:rPr>
              <a:t>Program</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75"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endParaRPr sz="1100">
              <a:latin typeface="Lucida Sans Unicode"/>
              <a:cs typeface="Lucida Sans Unicode"/>
            </a:endParaRPr>
          </a:p>
          <a:p>
            <a:pPr marL="184785" marR="177165" algn="ctr">
              <a:lnSpc>
                <a:spcPct val="127299"/>
              </a:lnSpc>
            </a:pPr>
            <a:r>
              <a:rPr sz="1100" spc="20" dirty="0">
                <a:solidFill>
                  <a:srgbClr val="1D5495"/>
                </a:solidFill>
                <a:latin typeface="Lucida Sans Unicode"/>
                <a:cs typeface="Lucida Sans Unicode"/>
              </a:rPr>
              <a:t>Recording</a:t>
            </a:r>
            <a:r>
              <a:rPr sz="1100" spc="9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20" dirty="0">
                <a:solidFill>
                  <a:srgbClr val="1D5495"/>
                </a:solidFill>
                <a:latin typeface="Lucida Sans Unicode"/>
                <a:cs typeface="Lucida Sans Unicode"/>
              </a:rPr>
              <a:t>Stephanie</a:t>
            </a:r>
            <a:r>
              <a:rPr sz="1100" spc="10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spc="10" dirty="0">
                <a:solidFill>
                  <a:srgbClr val="1D5495"/>
                </a:solidFill>
                <a:latin typeface="Lucida Sans Unicode"/>
                <a:cs typeface="Lucida Sans Unicode"/>
              </a:rPr>
              <a:t>Corresponding</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114" dirty="0">
                <a:solidFill>
                  <a:srgbClr val="1D5495"/>
                </a:solidFill>
                <a:latin typeface="Lucida Sans Unicode"/>
                <a:cs typeface="Lucida Sans Unicode"/>
              </a:rPr>
              <a:t> </a:t>
            </a:r>
            <a:r>
              <a:rPr sz="1100" spc="-10" dirty="0">
                <a:solidFill>
                  <a:srgbClr val="1D5495"/>
                </a:solidFill>
                <a:latin typeface="Lucida Sans Unicode"/>
                <a:cs typeface="Lucida Sans Unicode"/>
              </a:rPr>
              <a:t>Grimes </a:t>
            </a:r>
            <a:r>
              <a:rPr sz="1100" dirty="0">
                <a:solidFill>
                  <a:srgbClr val="1D5495"/>
                </a:solidFill>
                <a:latin typeface="Lucida Sans Unicode"/>
                <a:cs typeface="Lucida Sans Unicode"/>
              </a:rPr>
              <a:t>Treasurer:</a:t>
            </a:r>
            <a:r>
              <a:rPr sz="1100" spc="-25" dirty="0">
                <a:solidFill>
                  <a:srgbClr val="1D5495"/>
                </a:solidFill>
                <a:latin typeface="Lucida Sans Unicode"/>
                <a:cs typeface="Lucida Sans Unicode"/>
              </a:rPr>
              <a:t> </a:t>
            </a:r>
            <a:r>
              <a:rPr sz="1100" spc="60" dirty="0">
                <a:solidFill>
                  <a:srgbClr val="1D5495"/>
                </a:solidFill>
                <a:latin typeface="Lucida Sans Unicode"/>
                <a:cs typeface="Lucida Sans Unicode"/>
              </a:rPr>
              <a:t>Saudeia</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Martin</a:t>
            </a:r>
            <a:endParaRPr sz="1100">
              <a:latin typeface="Lucida Sans Unicode"/>
              <a:cs typeface="Lucida Sans Unicode"/>
            </a:endParaRPr>
          </a:p>
          <a:p>
            <a:pPr marL="261620" marR="254000" algn="ctr">
              <a:lnSpc>
                <a:spcPct val="127299"/>
              </a:lnSpc>
            </a:pPr>
            <a:r>
              <a:rPr sz="1100" spc="10" dirty="0">
                <a:solidFill>
                  <a:srgbClr val="1D5495"/>
                </a:solidFill>
                <a:latin typeface="Lucida Sans Unicode"/>
                <a:cs typeface="Lucida Sans Unicode"/>
              </a:rPr>
              <a:t>Financial</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70" dirty="0">
                <a:solidFill>
                  <a:srgbClr val="1D5495"/>
                </a:solidFill>
                <a:latin typeface="Lucida Sans Unicode"/>
                <a:cs typeface="Lucida Sans Unicode"/>
              </a:rPr>
              <a:t> </a:t>
            </a:r>
            <a:r>
              <a:rPr sz="1100" spc="10" dirty="0">
                <a:solidFill>
                  <a:srgbClr val="1D5495"/>
                </a:solidFill>
                <a:latin typeface="Lucida Sans Unicode"/>
                <a:cs typeface="Lucida Sans Unicode"/>
              </a:rPr>
              <a:t>Martha</a:t>
            </a:r>
            <a:r>
              <a:rPr sz="1100" spc="170"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spc="-20" dirty="0">
                <a:solidFill>
                  <a:srgbClr val="1D5495"/>
                </a:solidFill>
                <a:latin typeface="Lucida Sans Unicode"/>
                <a:cs typeface="Lucida Sans Unicode"/>
              </a:rPr>
              <a:t>Editor:</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Danene</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Smith</a:t>
            </a:r>
            <a:endParaRPr sz="1100">
              <a:latin typeface="Lucida Sans Unicode"/>
              <a:cs typeface="Lucida Sans Unicode"/>
            </a:endParaRPr>
          </a:p>
          <a:p>
            <a:pPr marL="460375" marR="452755" algn="ctr">
              <a:lnSpc>
                <a:spcPct val="127299"/>
              </a:lnSpc>
            </a:pPr>
            <a:r>
              <a:rPr sz="1100" dirty="0">
                <a:solidFill>
                  <a:srgbClr val="1D5495"/>
                </a:solidFill>
                <a:latin typeface="Lucida Sans Unicode"/>
                <a:cs typeface="Lucida Sans Unicode"/>
              </a:rPr>
              <a:t>Parliamentarian:</a:t>
            </a:r>
            <a:r>
              <a:rPr sz="1100" spc="19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Foundation</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Ayo</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Atterberry </a:t>
            </a:r>
            <a:r>
              <a:rPr sz="1100" spc="10" dirty="0">
                <a:solidFill>
                  <a:srgbClr val="1D5495"/>
                </a:solidFill>
                <a:latin typeface="Lucida Sans Unicode"/>
                <a:cs typeface="Lucida Sans Unicode"/>
              </a:rPr>
              <a:t>Chaplain:</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Donné</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Settles</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Allen </a:t>
            </a:r>
            <a:r>
              <a:rPr sz="1100" dirty="0">
                <a:solidFill>
                  <a:srgbClr val="1D5495"/>
                </a:solidFill>
                <a:latin typeface="Lucida Sans Unicode"/>
                <a:cs typeface="Lucida Sans Unicode"/>
              </a:rPr>
              <a:t>Historian:</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Lauren</a:t>
            </a:r>
            <a:r>
              <a:rPr sz="1100" spc="-10" dirty="0">
                <a:solidFill>
                  <a:srgbClr val="1D5495"/>
                </a:solidFill>
                <a:latin typeface="Lucida Sans Unicode"/>
                <a:cs typeface="Lucida Sans Unicode"/>
              </a:rPr>
              <a:t> </a:t>
            </a:r>
            <a:r>
              <a:rPr sz="1100" spc="-20" dirty="0">
                <a:solidFill>
                  <a:srgbClr val="1D5495"/>
                </a:solidFill>
                <a:latin typeface="Lucida Sans Unicode"/>
                <a:cs typeface="Lucida Sans Unicode"/>
              </a:rPr>
              <a:t>Laws</a:t>
            </a:r>
            <a:endParaRPr sz="1100">
              <a:latin typeface="Lucida Sans Unicode"/>
              <a:cs typeface="Lucida Sans Unicode"/>
            </a:endParaRPr>
          </a:p>
          <a:p>
            <a:pPr marL="87630" marR="80010" algn="ctr">
              <a:lnSpc>
                <a:spcPct val="100000"/>
              </a:lnSpc>
              <a:spcBef>
                <a:spcPts val="360"/>
              </a:spcBef>
            </a:pPr>
            <a:r>
              <a:rPr sz="1100" dirty="0">
                <a:solidFill>
                  <a:srgbClr val="1D5495"/>
                </a:solidFill>
                <a:latin typeface="Lucida Sans Unicode"/>
                <a:cs typeface="Lucida Sans Unicode"/>
              </a:rPr>
              <a:t>Teen</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Advisors:</a:t>
            </a:r>
            <a:r>
              <a:rPr sz="1100" spc="105" dirty="0">
                <a:solidFill>
                  <a:srgbClr val="1D5495"/>
                </a:solidFill>
                <a:latin typeface="Lucida Sans Unicode"/>
                <a:cs typeface="Lucida Sans Unicode"/>
              </a:rPr>
              <a:t> </a:t>
            </a:r>
            <a:r>
              <a:rPr sz="1100" spc="60" dirty="0">
                <a:solidFill>
                  <a:srgbClr val="1D5495"/>
                </a:solidFill>
                <a:latin typeface="Lucida Sans Unicode"/>
                <a:cs typeface="Lucida Sans Unicode"/>
              </a:rPr>
              <a:t>Schonay</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Barnett-Jones,</a:t>
            </a:r>
            <a:r>
              <a:rPr sz="1100" spc="105" dirty="0">
                <a:solidFill>
                  <a:srgbClr val="1D5495"/>
                </a:solidFill>
                <a:latin typeface="Lucida Sans Unicode"/>
                <a:cs typeface="Lucida Sans Unicode"/>
              </a:rPr>
              <a:t> </a:t>
            </a:r>
            <a:r>
              <a:rPr sz="1100" spc="30" dirty="0">
                <a:solidFill>
                  <a:srgbClr val="1D5495"/>
                </a:solidFill>
                <a:latin typeface="Lucida Sans Unicode"/>
                <a:cs typeface="Lucida Sans Unicode"/>
              </a:rPr>
              <a:t>Kay </a:t>
            </a:r>
            <a:r>
              <a:rPr sz="1100" dirty="0">
                <a:solidFill>
                  <a:srgbClr val="1D5495"/>
                </a:solidFill>
                <a:latin typeface="Lucida Sans Unicode"/>
                <a:cs typeface="Lucida Sans Unicode"/>
              </a:rPr>
              <a:t>Hairston, </a:t>
            </a:r>
            <a:r>
              <a:rPr sz="1100" spc="10" dirty="0">
                <a:solidFill>
                  <a:srgbClr val="1D5495"/>
                </a:solidFill>
                <a:latin typeface="Lucida Sans Unicode"/>
                <a:cs typeface="Lucida Sans Unicode"/>
              </a:rPr>
              <a:t>Eve-Lyn</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Johnson,</a:t>
            </a:r>
            <a:r>
              <a:rPr sz="1100" spc="5" dirty="0">
                <a:solidFill>
                  <a:srgbClr val="1D5495"/>
                </a:solidFill>
                <a:latin typeface="Lucida Sans Unicode"/>
                <a:cs typeface="Lucida Sans Unicode"/>
              </a:rPr>
              <a:t> </a:t>
            </a:r>
            <a:r>
              <a:rPr sz="1100" spc="55" dirty="0">
                <a:solidFill>
                  <a:srgbClr val="1D5495"/>
                </a:solidFill>
                <a:latin typeface="Lucida Sans Unicode"/>
                <a:cs typeface="Lucida Sans Unicode"/>
              </a:rPr>
              <a:t>Zana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Marks, </a:t>
            </a:r>
            <a:r>
              <a:rPr sz="1100" dirty="0">
                <a:solidFill>
                  <a:srgbClr val="1D5495"/>
                </a:solidFill>
                <a:latin typeface="Lucida Sans Unicode"/>
                <a:cs typeface="Lucida Sans Unicode"/>
              </a:rPr>
              <a:t>Michelle</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Mitchell</a:t>
            </a:r>
            <a:r>
              <a:rPr sz="1100" spc="20" dirty="0">
                <a:solidFill>
                  <a:srgbClr val="1D5495"/>
                </a:solidFill>
                <a:latin typeface="Lucida Sans Unicode"/>
                <a:cs typeface="Lucida Sans Unicode"/>
              </a:rPr>
              <a:t> </a:t>
            </a:r>
            <a:r>
              <a:rPr sz="1100" spc="65" dirty="0">
                <a:solidFill>
                  <a:srgbClr val="1D5495"/>
                </a:solidFill>
                <a:latin typeface="Lucida Sans Unicode"/>
                <a:cs typeface="Lucida Sans Unicode"/>
              </a:rPr>
              <a:t>and</a:t>
            </a:r>
            <a:r>
              <a:rPr sz="1100" spc="15" dirty="0">
                <a:solidFill>
                  <a:srgbClr val="1D5495"/>
                </a:solidFill>
                <a:latin typeface="Lucida Sans Unicode"/>
                <a:cs typeface="Lucida Sans Unicode"/>
              </a:rPr>
              <a:t> </a:t>
            </a:r>
            <a:r>
              <a:rPr sz="1100" spc="80" dirty="0">
                <a:solidFill>
                  <a:srgbClr val="1D5495"/>
                </a:solidFill>
                <a:latin typeface="Lucida Sans Unicode"/>
                <a:cs typeface="Lucida Sans Unicode"/>
              </a:rPr>
              <a:t>Candace</a:t>
            </a:r>
            <a:r>
              <a:rPr sz="1100" spc="20" dirty="0">
                <a:solidFill>
                  <a:srgbClr val="1D5495"/>
                </a:solidFill>
                <a:latin typeface="Lucida Sans Unicode"/>
                <a:cs typeface="Lucida Sans Unicode"/>
              </a:rPr>
              <a:t> </a:t>
            </a:r>
            <a:r>
              <a:rPr sz="1100" spc="-20" dirty="0">
                <a:solidFill>
                  <a:srgbClr val="1D5495"/>
                </a:solidFill>
                <a:latin typeface="Lucida Sans Unicode"/>
                <a:cs typeface="Lucida Sans Unicode"/>
              </a:rPr>
              <a:t>Ross</a:t>
            </a:r>
            <a:endParaRPr sz="1100">
              <a:latin typeface="Lucida Sans Unicode"/>
              <a:cs typeface="Lucida Sans Unicode"/>
            </a:endParaRPr>
          </a:p>
          <a:p>
            <a:pPr marL="194945" marR="187325" algn="ctr">
              <a:lnSpc>
                <a:spcPct val="127299"/>
              </a:lnSpc>
            </a:pPr>
            <a:r>
              <a:rPr sz="1100" spc="10" dirty="0">
                <a:solidFill>
                  <a:srgbClr val="1D5495"/>
                </a:solidFill>
                <a:latin typeface="Lucida Sans Unicode"/>
                <a:cs typeface="Lucida Sans Unicode"/>
              </a:rPr>
              <a:t>Associates</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Chair:</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Lynn</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Moore</a:t>
            </a:r>
            <a:r>
              <a:rPr sz="1100" spc="15" dirty="0">
                <a:solidFill>
                  <a:srgbClr val="1D5495"/>
                </a:solidFill>
                <a:latin typeface="Lucida Sans Unicode"/>
                <a:cs typeface="Lucida Sans Unicode"/>
              </a:rPr>
              <a:t> </a:t>
            </a:r>
            <a:r>
              <a:rPr sz="1100" spc="-20" dirty="0">
                <a:solidFill>
                  <a:srgbClr val="1D5495"/>
                </a:solidFill>
                <a:latin typeface="Lucida Sans Unicode"/>
                <a:cs typeface="Lucida Sans Unicode"/>
              </a:rPr>
              <a:t>Hill </a:t>
            </a:r>
            <a:r>
              <a:rPr sz="1100" dirty="0">
                <a:solidFill>
                  <a:srgbClr val="1D5495"/>
                </a:solidFill>
                <a:latin typeface="Lucida Sans Unicode"/>
                <a:cs typeface="Lucida Sans Unicode"/>
              </a:rPr>
              <a:t>Sergeant-At-Arms:</a:t>
            </a:r>
            <a:r>
              <a:rPr sz="1100" spc="185" dirty="0">
                <a:solidFill>
                  <a:srgbClr val="1D5495"/>
                </a:solidFill>
                <a:latin typeface="Lucida Sans Unicode"/>
                <a:cs typeface="Lucida Sans Unicode"/>
              </a:rPr>
              <a:t> </a:t>
            </a:r>
            <a:r>
              <a:rPr sz="1100" spc="50" dirty="0">
                <a:solidFill>
                  <a:srgbClr val="1D5495"/>
                </a:solidFill>
                <a:latin typeface="Lucida Sans Unicode"/>
                <a:cs typeface="Lucida Sans Unicode"/>
              </a:rPr>
              <a:t>Abena</a:t>
            </a:r>
            <a:r>
              <a:rPr sz="1100" spc="185" dirty="0">
                <a:solidFill>
                  <a:srgbClr val="1D5495"/>
                </a:solidFill>
                <a:latin typeface="Lucida Sans Unicode"/>
                <a:cs typeface="Lucida Sans Unicode"/>
              </a:rPr>
              <a:t> </a:t>
            </a:r>
            <a:r>
              <a:rPr sz="1100" dirty="0">
                <a:solidFill>
                  <a:srgbClr val="1D5495"/>
                </a:solidFill>
                <a:latin typeface="Lucida Sans Unicode"/>
                <a:cs typeface="Lucida Sans Unicode"/>
              </a:rPr>
              <a:t>Lewis-</a:t>
            </a:r>
            <a:r>
              <a:rPr sz="1100" spc="-10" dirty="0">
                <a:solidFill>
                  <a:srgbClr val="1D5495"/>
                </a:solidFill>
                <a:latin typeface="Lucida Sans Unicode"/>
                <a:cs typeface="Lucida Sans Unicode"/>
              </a:rPr>
              <a:t>Mhoon</a:t>
            </a:r>
            <a:endParaRPr sz="1100">
              <a:latin typeface="Lucida Sans Unicode"/>
              <a:cs typeface="Lucida Sans Unicode"/>
            </a:endParaRPr>
          </a:p>
          <a:p>
            <a:pPr marL="12700" marR="5080" algn="ctr">
              <a:lnSpc>
                <a:spcPct val="100000"/>
              </a:lnSpc>
              <a:spcBef>
                <a:spcPts val="360"/>
              </a:spcBef>
            </a:pPr>
            <a:r>
              <a:rPr sz="1100" dirty="0">
                <a:solidFill>
                  <a:srgbClr val="1D5495"/>
                </a:solidFill>
                <a:latin typeface="Lucida Sans Unicode"/>
                <a:cs typeface="Lucida Sans Unicode"/>
              </a:rPr>
              <a:t>Father’s</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45" dirty="0">
                <a:solidFill>
                  <a:srgbClr val="1D5495"/>
                </a:solidFill>
                <a:latin typeface="Lucida Sans Unicode"/>
                <a:cs typeface="Lucida Sans Unicode"/>
              </a:rPr>
              <a:t> </a:t>
            </a:r>
            <a:r>
              <a:rPr sz="1100" spc="75" dirty="0">
                <a:solidFill>
                  <a:srgbClr val="1D5495"/>
                </a:solidFill>
                <a:latin typeface="Lucida Sans Unicode"/>
                <a:cs typeface="Lucida Sans Unicode"/>
              </a:rPr>
              <a:t>Jonathan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Montgomery</a:t>
            </a:r>
            <a:r>
              <a:rPr sz="1100" spc="40" dirty="0">
                <a:solidFill>
                  <a:srgbClr val="1D5495"/>
                </a:solidFill>
                <a:latin typeface="Lucida Sans Unicode"/>
                <a:cs typeface="Lucida Sans Unicode"/>
              </a:rPr>
              <a:t> and </a:t>
            </a:r>
            <a:r>
              <a:rPr sz="1100" spc="85" dirty="0">
                <a:solidFill>
                  <a:srgbClr val="1D5495"/>
                </a:solidFill>
                <a:latin typeface="Lucida Sans Unicode"/>
                <a:cs typeface="Lucida Sans Unicode"/>
              </a:rPr>
              <a:t>Wayne</a:t>
            </a:r>
            <a:r>
              <a:rPr sz="1100" spc="-15" dirty="0">
                <a:solidFill>
                  <a:srgbClr val="1D5495"/>
                </a:solidFill>
                <a:latin typeface="Lucida Sans Unicode"/>
                <a:cs typeface="Lucida Sans Unicode"/>
              </a:rPr>
              <a:t> </a:t>
            </a:r>
            <a:r>
              <a:rPr sz="1100" spc="60" dirty="0">
                <a:solidFill>
                  <a:srgbClr val="1D5495"/>
                </a:solidFill>
                <a:latin typeface="Lucida Sans Unicode"/>
                <a:cs typeface="Lucida Sans Unicode"/>
              </a:rPr>
              <a:t>Jacas—</a:t>
            </a:r>
            <a:r>
              <a:rPr sz="1100" spc="65" dirty="0">
                <a:solidFill>
                  <a:srgbClr val="1D5495"/>
                </a:solidFill>
                <a:latin typeface="Lucida Sans Unicode"/>
                <a:cs typeface="Lucida Sans Unicode"/>
              </a:rPr>
              <a:t>Co-</a:t>
            </a:r>
            <a:r>
              <a:rPr sz="1100" spc="45" dirty="0">
                <a:solidFill>
                  <a:srgbClr val="1D5495"/>
                </a:solidFill>
                <a:latin typeface="Lucida Sans Unicode"/>
                <a:cs typeface="Lucida Sans Unicode"/>
              </a:rPr>
              <a:t>Chairs</a:t>
            </a:r>
            <a:endParaRPr sz="1100">
              <a:latin typeface="Lucida Sans Unicode"/>
              <a:cs typeface="Lucida Sans Unicode"/>
            </a:endParaRPr>
          </a:p>
          <a:p>
            <a:pPr marL="36195" algn="ctr">
              <a:lnSpc>
                <a:spcPct val="100000"/>
              </a:lnSpc>
              <a:spcBef>
                <a:spcPts val="3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93395" marR="485775" algn="ctr">
              <a:lnSpc>
                <a:spcPts val="1680"/>
              </a:lnSpc>
              <a:spcBef>
                <a:spcPts val="95"/>
              </a:spcBef>
            </a:pPr>
            <a:r>
              <a:rPr sz="1100" dirty="0">
                <a:solidFill>
                  <a:srgbClr val="1D5495"/>
                </a:solidFill>
                <a:latin typeface="Lucida Sans Unicode"/>
                <a:cs typeface="Lucida Sans Unicode"/>
              </a:rPr>
              <a:t>Teen</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Lanelle</a:t>
            </a:r>
            <a:r>
              <a:rPr sz="1100" spc="3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Vice</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Skylar</a:t>
            </a:r>
            <a:r>
              <a:rPr sz="1100" spc="9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a:latin typeface="Lucida Sans Unicode"/>
              <a:cs typeface="Lucida Sans Unicode"/>
            </a:endParaRPr>
          </a:p>
          <a:p>
            <a:pPr marL="185420" marR="177800" algn="ctr">
              <a:lnSpc>
                <a:spcPts val="1680"/>
              </a:lnSpc>
            </a:pPr>
            <a:r>
              <a:rPr sz="1100" spc="20" dirty="0">
                <a:solidFill>
                  <a:srgbClr val="1D5495"/>
                </a:solidFill>
                <a:latin typeface="Lucida Sans Unicode"/>
                <a:cs typeface="Lucida Sans Unicode"/>
              </a:rPr>
              <a:t>Recording</a:t>
            </a:r>
            <a:r>
              <a:rPr sz="1100" spc="95" dirty="0">
                <a:solidFill>
                  <a:srgbClr val="1D5495"/>
                </a:solidFill>
                <a:latin typeface="Lucida Sans Unicode"/>
                <a:cs typeface="Lucida Sans Unicode"/>
              </a:rPr>
              <a:t> </a:t>
            </a:r>
            <a:r>
              <a:rPr sz="1100" spc="2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20" dirty="0">
                <a:solidFill>
                  <a:srgbClr val="1D5495"/>
                </a:solidFill>
                <a:latin typeface="Lucida Sans Unicode"/>
                <a:cs typeface="Lucida Sans Unicode"/>
              </a:rPr>
              <a:t>Stephanie</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 </a:t>
            </a:r>
            <a:r>
              <a:rPr sz="1100" spc="10" dirty="0">
                <a:solidFill>
                  <a:srgbClr val="1D5495"/>
                </a:solidFill>
                <a:latin typeface="Lucida Sans Unicode"/>
                <a:cs typeface="Lucida Sans Unicode"/>
              </a:rPr>
              <a:t>Corresponding</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Carter</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Rodia </a:t>
            </a:r>
            <a:r>
              <a:rPr sz="1100" dirty="0">
                <a:solidFill>
                  <a:srgbClr val="1D5495"/>
                </a:solidFill>
                <a:latin typeface="Lucida Sans Unicode"/>
                <a:cs typeface="Lucida Sans Unicode"/>
              </a:rPr>
              <a:t>Treasurer:</a:t>
            </a:r>
            <a:r>
              <a:rPr sz="1100" spc="-30" dirty="0">
                <a:solidFill>
                  <a:srgbClr val="1D5495"/>
                </a:solidFill>
                <a:latin typeface="Lucida Sans Unicode"/>
                <a:cs typeface="Lucida Sans Unicode"/>
              </a:rPr>
              <a:t> </a:t>
            </a:r>
            <a:r>
              <a:rPr sz="1100" spc="65" dirty="0">
                <a:solidFill>
                  <a:srgbClr val="1D5495"/>
                </a:solidFill>
                <a:latin typeface="Lucida Sans Unicode"/>
                <a:cs typeface="Lucida Sans Unicode"/>
              </a:rPr>
              <a:t>Isaac</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Marks</a:t>
            </a:r>
            <a:endParaRPr sz="1100">
              <a:latin typeface="Lucida Sans Unicode"/>
              <a:cs typeface="Lucida Sans Unicode"/>
            </a:endParaRPr>
          </a:p>
          <a:p>
            <a:pPr marL="712470" marR="704850" algn="ctr">
              <a:lnSpc>
                <a:spcPts val="1680"/>
              </a:lnSpc>
            </a:pPr>
            <a:r>
              <a:rPr sz="1100" spc="10" dirty="0">
                <a:solidFill>
                  <a:srgbClr val="1D5495"/>
                </a:solidFill>
                <a:latin typeface="Lucida Sans Unicode"/>
                <a:cs typeface="Lucida Sans Unicode"/>
              </a:rPr>
              <a:t>Financial</a:t>
            </a:r>
            <a:r>
              <a:rPr sz="1100" spc="18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85" dirty="0">
                <a:solidFill>
                  <a:srgbClr val="1D5495"/>
                </a:solidFill>
                <a:latin typeface="Lucida Sans Unicode"/>
                <a:cs typeface="Lucida Sans Unicode"/>
              </a:rPr>
              <a:t> </a:t>
            </a:r>
            <a:r>
              <a:rPr sz="1100" spc="-20" dirty="0">
                <a:solidFill>
                  <a:srgbClr val="1D5495"/>
                </a:solidFill>
                <a:latin typeface="Lucida Sans Unicode"/>
                <a:cs typeface="Lucida Sans Unicode"/>
              </a:rPr>
              <a:t>Open Editor:</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Olivia</a:t>
            </a:r>
            <a:r>
              <a:rPr sz="1100" spc="10" dirty="0">
                <a:solidFill>
                  <a:srgbClr val="1D5495"/>
                </a:solidFill>
                <a:latin typeface="Lucida Sans Unicode"/>
                <a:cs typeface="Lucida Sans Unicode"/>
              </a:rPr>
              <a:t> </a:t>
            </a:r>
            <a:r>
              <a:rPr sz="1100" spc="70" dirty="0">
                <a:solidFill>
                  <a:srgbClr val="1D5495"/>
                </a:solidFill>
                <a:latin typeface="Lucida Sans Unicode"/>
                <a:cs typeface="Lucida Sans Unicode"/>
              </a:rPr>
              <a:t>Jones</a:t>
            </a:r>
            <a:endParaRPr sz="1100">
              <a:latin typeface="Lucida Sans Unicode"/>
              <a:cs typeface="Lucida Sans Unicode"/>
            </a:endParaRPr>
          </a:p>
        </p:txBody>
      </p:sp>
      <p:sp>
        <p:nvSpPr>
          <p:cNvPr id="5" name="object 5"/>
          <p:cNvSpPr/>
          <p:nvPr/>
        </p:nvSpPr>
        <p:spPr>
          <a:xfrm>
            <a:off x="4029075" y="3003550"/>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21841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5</a:t>
            </a:r>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7733" y="2254110"/>
            <a:ext cx="2485390" cy="1518920"/>
          </a:xfrm>
          <a:prstGeom prst="rect">
            <a:avLst/>
          </a:prstGeom>
        </p:spPr>
        <p:txBody>
          <a:bodyPr vert="horz" wrap="square" lIns="0" tIns="12700" rIns="0" bIns="0" rtlCol="0">
            <a:spAutoFit/>
          </a:bodyPr>
          <a:lstStyle/>
          <a:p>
            <a:pPr marL="12065" marR="5080" algn="ctr">
              <a:lnSpc>
                <a:spcPct val="127299"/>
              </a:lnSpc>
              <a:spcBef>
                <a:spcPts val="100"/>
              </a:spcBef>
            </a:pPr>
            <a:r>
              <a:rPr sz="1100" spc="20" dirty="0">
                <a:solidFill>
                  <a:srgbClr val="1D5495"/>
                </a:solidFill>
                <a:latin typeface="Lucida Sans Unicode"/>
                <a:cs typeface="Lucida Sans Unicode"/>
              </a:rPr>
              <a:t>Parliamentarian:</a:t>
            </a:r>
            <a:r>
              <a:rPr sz="1100" spc="105" dirty="0">
                <a:solidFill>
                  <a:srgbClr val="1D5495"/>
                </a:solidFill>
                <a:latin typeface="Lucida Sans Unicode"/>
                <a:cs typeface="Lucida Sans Unicode"/>
              </a:rPr>
              <a:t> </a:t>
            </a:r>
            <a:r>
              <a:rPr sz="1100" spc="20" dirty="0">
                <a:solidFill>
                  <a:srgbClr val="1D5495"/>
                </a:solidFill>
                <a:latin typeface="Lucida Sans Unicode"/>
                <a:cs typeface="Lucida Sans Unicode"/>
              </a:rPr>
              <a:t>Adalia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Winters </a:t>
            </a:r>
            <a:r>
              <a:rPr sz="1100" dirty="0">
                <a:solidFill>
                  <a:srgbClr val="1D5495"/>
                </a:solidFill>
                <a:latin typeface="Lucida Sans Unicode"/>
                <a:cs typeface="Lucida Sans Unicode"/>
              </a:rPr>
              <a:t>Foundation</a:t>
            </a:r>
            <a:r>
              <a:rPr sz="1100" spc="11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14" dirty="0">
                <a:solidFill>
                  <a:srgbClr val="1D5495"/>
                </a:solidFill>
                <a:latin typeface="Lucida Sans Unicode"/>
                <a:cs typeface="Lucida Sans Unicode"/>
              </a:rPr>
              <a:t> </a:t>
            </a:r>
            <a:r>
              <a:rPr sz="1100" dirty="0">
                <a:solidFill>
                  <a:srgbClr val="1D5495"/>
                </a:solidFill>
                <a:latin typeface="Lucida Sans Unicode"/>
                <a:cs typeface="Lucida Sans Unicode"/>
              </a:rPr>
              <a:t>Kendall</a:t>
            </a:r>
            <a:r>
              <a:rPr sz="1100" spc="11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spc="10" dirty="0">
                <a:solidFill>
                  <a:srgbClr val="1D5495"/>
                </a:solidFill>
                <a:latin typeface="Lucida Sans Unicode"/>
                <a:cs typeface="Lucida Sans Unicode"/>
              </a:rPr>
              <a:t>Chaplain:</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Russell</a:t>
            </a:r>
            <a:r>
              <a:rPr sz="1100" spc="45" dirty="0">
                <a:solidFill>
                  <a:srgbClr val="1D5495"/>
                </a:solidFill>
                <a:latin typeface="Lucida Sans Unicode"/>
                <a:cs typeface="Lucida Sans Unicode"/>
              </a:rPr>
              <a:t> Campbell </a:t>
            </a:r>
            <a:r>
              <a:rPr sz="1100" dirty="0">
                <a:solidFill>
                  <a:srgbClr val="1D5495"/>
                </a:solidFill>
                <a:latin typeface="Lucida Sans Unicode"/>
                <a:cs typeface="Lucida Sans Unicode"/>
              </a:rPr>
              <a:t>Historian:</a:t>
            </a:r>
            <a:r>
              <a:rPr sz="1100" spc="-60" dirty="0">
                <a:solidFill>
                  <a:srgbClr val="1D5495"/>
                </a:solidFill>
                <a:latin typeface="Lucida Sans Unicode"/>
                <a:cs typeface="Lucida Sans Unicode"/>
              </a:rPr>
              <a:t> </a:t>
            </a:r>
            <a:r>
              <a:rPr sz="1100" spc="50" dirty="0">
                <a:solidFill>
                  <a:srgbClr val="1D5495"/>
                </a:solidFill>
                <a:latin typeface="Lucida Sans Unicode"/>
                <a:cs typeface="Lucida Sans Unicode"/>
              </a:rPr>
              <a:t>Alana</a:t>
            </a:r>
            <a:r>
              <a:rPr sz="1100" spc="-55" dirty="0">
                <a:solidFill>
                  <a:srgbClr val="1D5495"/>
                </a:solidFill>
                <a:latin typeface="Lucida Sans Unicode"/>
                <a:cs typeface="Lucida Sans Unicode"/>
              </a:rPr>
              <a:t> </a:t>
            </a:r>
            <a:r>
              <a:rPr sz="1100" spc="45" dirty="0">
                <a:solidFill>
                  <a:srgbClr val="1D5495"/>
                </a:solidFill>
                <a:latin typeface="Lucida Sans Unicode"/>
                <a:cs typeface="Lucida Sans Unicode"/>
              </a:rPr>
              <a:t>Campbell </a:t>
            </a:r>
            <a:r>
              <a:rPr sz="1100" dirty="0">
                <a:solidFill>
                  <a:srgbClr val="1D5495"/>
                </a:solidFill>
                <a:latin typeface="Lucida Sans Unicode"/>
                <a:cs typeface="Lucida Sans Unicode"/>
              </a:rPr>
              <a:t>Legislative</a:t>
            </a:r>
            <a:r>
              <a:rPr sz="1100" spc="114"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14" dirty="0">
                <a:solidFill>
                  <a:srgbClr val="1D5495"/>
                </a:solidFill>
                <a:latin typeface="Lucida Sans Unicode"/>
                <a:cs typeface="Lucida Sans Unicode"/>
              </a:rPr>
              <a:t> </a:t>
            </a:r>
            <a:r>
              <a:rPr sz="1100" dirty="0">
                <a:solidFill>
                  <a:srgbClr val="1D5495"/>
                </a:solidFill>
                <a:latin typeface="Lucida Sans Unicode"/>
                <a:cs typeface="Lucida Sans Unicode"/>
              </a:rPr>
              <a:t>Malia</a:t>
            </a:r>
            <a:r>
              <a:rPr sz="1100" spc="114" dirty="0">
                <a:solidFill>
                  <a:srgbClr val="1D5495"/>
                </a:solidFill>
                <a:latin typeface="Lucida Sans Unicode"/>
                <a:cs typeface="Lucida Sans Unicode"/>
              </a:rPr>
              <a:t> </a:t>
            </a:r>
            <a:r>
              <a:rPr sz="1100" spc="55" dirty="0">
                <a:solidFill>
                  <a:srgbClr val="1D5495"/>
                </a:solidFill>
                <a:latin typeface="Lucida Sans Unicode"/>
                <a:cs typeface="Lucida Sans Unicode"/>
              </a:rPr>
              <a:t>Adams </a:t>
            </a:r>
            <a:r>
              <a:rPr sz="1100" dirty="0">
                <a:solidFill>
                  <a:srgbClr val="1D5495"/>
                </a:solidFill>
                <a:latin typeface="Lucida Sans Unicode"/>
                <a:cs typeface="Lucida Sans Unicode"/>
              </a:rPr>
              <a:t>Protocol</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75" dirty="0">
                <a:solidFill>
                  <a:srgbClr val="1D5495"/>
                </a:solidFill>
                <a:latin typeface="Lucida Sans Unicode"/>
                <a:cs typeface="Lucida Sans Unicode"/>
              </a:rPr>
              <a:t> </a:t>
            </a:r>
            <a:r>
              <a:rPr sz="1100" dirty="0">
                <a:solidFill>
                  <a:srgbClr val="1D5495"/>
                </a:solidFill>
                <a:latin typeface="Lucida Sans Unicode"/>
                <a:cs typeface="Lucida Sans Unicode"/>
              </a:rPr>
              <a:t>David</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Alexander</a:t>
            </a:r>
            <a:r>
              <a:rPr sz="1100" spc="75" dirty="0">
                <a:solidFill>
                  <a:srgbClr val="1D5495"/>
                </a:solidFill>
                <a:latin typeface="Lucida Sans Unicode"/>
                <a:cs typeface="Lucida Sans Unicode"/>
              </a:rPr>
              <a:t> </a:t>
            </a:r>
            <a:r>
              <a:rPr sz="1100" spc="-25" dirty="0">
                <a:solidFill>
                  <a:srgbClr val="1D5495"/>
                </a:solidFill>
                <a:latin typeface="Lucida Sans Unicode"/>
                <a:cs typeface="Lucida Sans Unicode"/>
              </a:rPr>
              <a:t>III </a:t>
            </a:r>
            <a:r>
              <a:rPr sz="1100" spc="10" dirty="0">
                <a:solidFill>
                  <a:srgbClr val="1D5495"/>
                </a:solidFill>
                <a:latin typeface="Lucida Sans Unicode"/>
                <a:cs typeface="Lucida Sans Unicode"/>
              </a:rPr>
              <a:t>Sergeant-at-Arms:</a:t>
            </a:r>
            <a:r>
              <a:rPr sz="1100" spc="225" dirty="0">
                <a:solidFill>
                  <a:srgbClr val="1D5495"/>
                </a:solidFill>
                <a:latin typeface="Lucida Sans Unicode"/>
                <a:cs typeface="Lucida Sans Unicode"/>
              </a:rPr>
              <a:t> </a:t>
            </a:r>
            <a:r>
              <a:rPr sz="1100" spc="10" dirty="0">
                <a:solidFill>
                  <a:srgbClr val="1D5495"/>
                </a:solidFill>
                <a:latin typeface="Lucida Sans Unicode"/>
                <a:cs typeface="Lucida Sans Unicode"/>
              </a:rPr>
              <a:t>Camille</a:t>
            </a:r>
            <a:r>
              <a:rPr sz="1100" spc="225" dirty="0">
                <a:solidFill>
                  <a:srgbClr val="1D5495"/>
                </a:solidFill>
                <a:latin typeface="Lucida Sans Unicode"/>
                <a:cs typeface="Lucida Sans Unicode"/>
              </a:rPr>
              <a:t> </a:t>
            </a:r>
            <a:r>
              <a:rPr sz="1100" spc="50" dirty="0">
                <a:solidFill>
                  <a:srgbClr val="1D5495"/>
                </a:solidFill>
                <a:latin typeface="Lucida Sans Unicode"/>
                <a:cs typeface="Lucida Sans Unicode"/>
              </a:rPr>
              <a:t>Wyatt</a:t>
            </a:r>
            <a:endParaRPr sz="1100">
              <a:latin typeface="Lucida Sans Unicode"/>
              <a:cs typeface="Lucida Sans Unicode"/>
            </a:endParaRPr>
          </a:p>
        </p:txBody>
      </p:sp>
      <p:sp>
        <p:nvSpPr>
          <p:cNvPr id="3" name="object 3"/>
          <p:cNvSpPr txBox="1"/>
          <p:nvPr/>
        </p:nvSpPr>
        <p:spPr>
          <a:xfrm>
            <a:off x="444500" y="4057510"/>
            <a:ext cx="3312160" cy="53213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The</a:t>
            </a:r>
            <a:r>
              <a:rPr sz="1000" spc="-5" dirty="0">
                <a:solidFill>
                  <a:srgbClr val="231F20"/>
                </a:solidFill>
                <a:latin typeface="Arial"/>
                <a:cs typeface="Arial"/>
              </a:rPr>
              <a:t> </a:t>
            </a:r>
            <a:r>
              <a:rPr sz="1000" spc="-30" dirty="0">
                <a:solidFill>
                  <a:srgbClr val="231F20"/>
                </a:solidFill>
                <a:latin typeface="Arial"/>
                <a:cs typeface="Arial"/>
              </a:rPr>
              <a:t>2019-</a:t>
            </a:r>
            <a:r>
              <a:rPr sz="1000" dirty="0">
                <a:solidFill>
                  <a:srgbClr val="231F20"/>
                </a:solidFill>
                <a:latin typeface="Arial"/>
                <a:cs typeface="Arial"/>
              </a:rPr>
              <a:t>2020 program</a:t>
            </a:r>
            <a:r>
              <a:rPr sz="1000" spc="-5" dirty="0">
                <a:solidFill>
                  <a:srgbClr val="231F20"/>
                </a:solidFill>
                <a:latin typeface="Arial"/>
                <a:cs typeface="Arial"/>
              </a:rPr>
              <a:t> </a:t>
            </a:r>
            <a:r>
              <a:rPr sz="1000" dirty="0">
                <a:solidFill>
                  <a:srgbClr val="231F20"/>
                </a:solidFill>
                <a:latin typeface="Arial"/>
                <a:cs typeface="Arial"/>
              </a:rPr>
              <a:t>year began</a:t>
            </a:r>
            <a:r>
              <a:rPr sz="1000" spc="-5" dirty="0">
                <a:solidFill>
                  <a:srgbClr val="231F20"/>
                </a:solidFill>
                <a:latin typeface="Arial"/>
                <a:cs typeface="Arial"/>
              </a:rPr>
              <a:t> </a:t>
            </a:r>
            <a:r>
              <a:rPr sz="1000" spc="-10" dirty="0">
                <a:solidFill>
                  <a:srgbClr val="231F20"/>
                </a:solidFill>
                <a:latin typeface="Arial"/>
                <a:cs typeface="Arial"/>
              </a:rPr>
              <a:t>as</a:t>
            </a:r>
            <a:r>
              <a:rPr sz="1000" dirty="0">
                <a:solidFill>
                  <a:srgbClr val="231F20"/>
                </a:solidFill>
                <a:latin typeface="Arial"/>
                <a:cs typeface="Arial"/>
              </a:rPr>
              <a:t> most </a:t>
            </a:r>
            <a:r>
              <a:rPr sz="1000" spc="-10" dirty="0">
                <a:solidFill>
                  <a:srgbClr val="231F20"/>
                </a:solidFill>
                <a:latin typeface="Arial"/>
                <a:cs typeface="Arial"/>
              </a:rPr>
              <a:t>years</a:t>
            </a:r>
            <a:r>
              <a:rPr sz="1000" spc="-5" dirty="0">
                <a:solidFill>
                  <a:srgbClr val="231F20"/>
                </a:solidFill>
                <a:latin typeface="Arial"/>
                <a:cs typeface="Arial"/>
              </a:rPr>
              <a:t>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Chapter’s</a:t>
            </a:r>
            <a:r>
              <a:rPr sz="1000" spc="5"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overnight retreat!</a:t>
            </a:r>
            <a:r>
              <a:rPr sz="1000" spc="5" dirty="0">
                <a:solidFill>
                  <a:srgbClr val="231F20"/>
                </a:solidFill>
                <a:latin typeface="Arial"/>
                <a:cs typeface="Arial"/>
              </a:rPr>
              <a:t> </a:t>
            </a:r>
            <a:r>
              <a:rPr sz="1000" spc="-10" dirty="0">
                <a:solidFill>
                  <a:srgbClr val="231F20"/>
                </a:solidFill>
                <a:latin typeface="Arial"/>
                <a:cs typeface="Arial"/>
              </a:rPr>
              <a:t>However,</a:t>
            </a:r>
            <a:r>
              <a:rPr sz="1000" spc="5" dirty="0">
                <a:solidFill>
                  <a:srgbClr val="231F20"/>
                </a:solidFill>
                <a:latin typeface="Arial"/>
                <a:cs typeface="Arial"/>
              </a:rPr>
              <a:t> </a:t>
            </a:r>
            <a:r>
              <a:rPr sz="1000" dirty="0">
                <a:solidFill>
                  <a:srgbClr val="231F20"/>
                </a:solidFill>
                <a:latin typeface="Arial"/>
                <a:cs typeface="Arial"/>
              </a:rPr>
              <a:t>due</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world</a:t>
            </a:r>
            <a:r>
              <a:rPr sz="1000" spc="10" dirty="0">
                <a:solidFill>
                  <a:srgbClr val="231F20"/>
                </a:solidFill>
                <a:latin typeface="Arial"/>
                <a:cs typeface="Arial"/>
              </a:rPr>
              <a:t> </a:t>
            </a:r>
            <a:r>
              <a:rPr sz="1000" dirty="0">
                <a:solidFill>
                  <a:srgbClr val="231F20"/>
                </a:solidFill>
                <a:latin typeface="Arial"/>
                <a:cs typeface="Arial"/>
              </a:rPr>
              <a:t>pandemic,</a:t>
            </a:r>
            <a:r>
              <a:rPr sz="1000" spc="10"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ended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stepping</a:t>
            </a:r>
            <a:r>
              <a:rPr sz="1000" spc="10" dirty="0">
                <a:solidFill>
                  <a:srgbClr val="231F20"/>
                </a:solidFill>
                <a:latin typeface="Arial"/>
                <a:cs typeface="Arial"/>
              </a:rPr>
              <a:t> </a:t>
            </a:r>
            <a:r>
              <a:rPr sz="1000" dirty="0">
                <a:solidFill>
                  <a:srgbClr val="231F20"/>
                </a:solidFill>
                <a:latin typeface="Arial"/>
                <a:cs typeface="Arial"/>
              </a:rPr>
              <a:t>up</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challenge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shifting</a:t>
            </a:r>
            <a:r>
              <a:rPr sz="1000" spc="1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programming</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world.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retreat</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held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June</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time</a:t>
            </a:r>
            <a:r>
              <a:rPr sz="1000" spc="-10"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beautiful </a:t>
            </a:r>
            <a:r>
              <a:rPr sz="1000" spc="-10" dirty="0">
                <a:solidFill>
                  <a:srgbClr val="231F20"/>
                </a:solidFill>
                <a:latin typeface="Arial"/>
                <a:cs typeface="Arial"/>
              </a:rPr>
              <a:t>Cambria</a:t>
            </a:r>
            <a:r>
              <a:rPr sz="1000" spc="-5" dirty="0">
                <a:solidFill>
                  <a:srgbClr val="231F20"/>
                </a:solidFill>
                <a:latin typeface="Arial"/>
                <a:cs typeface="Arial"/>
              </a:rPr>
              <a:t> </a:t>
            </a:r>
            <a:r>
              <a:rPr sz="1000" dirty="0">
                <a:solidFill>
                  <a:srgbClr val="231F20"/>
                </a:solidFill>
                <a:latin typeface="Arial"/>
                <a:cs typeface="Arial"/>
              </a:rPr>
              <a:t>Hills</a:t>
            </a:r>
            <a:r>
              <a:rPr sz="1000" spc="-5" dirty="0">
                <a:solidFill>
                  <a:srgbClr val="231F20"/>
                </a:solidFill>
                <a:latin typeface="Arial"/>
                <a:cs typeface="Arial"/>
              </a:rPr>
              <a:t> </a:t>
            </a:r>
            <a:r>
              <a:rPr sz="1000" dirty="0">
                <a:solidFill>
                  <a:srgbClr val="231F20"/>
                </a:solidFill>
                <a:latin typeface="Arial"/>
                <a:cs typeface="Arial"/>
              </a:rPr>
              <a:t>Hotel</a:t>
            </a:r>
            <a:r>
              <a:rPr sz="1000" spc="-5" dirty="0">
                <a:solidFill>
                  <a:srgbClr val="231F20"/>
                </a:solidFill>
                <a:latin typeface="Arial"/>
                <a:cs typeface="Arial"/>
              </a:rPr>
              <a:t> </a:t>
            </a:r>
            <a:r>
              <a:rPr sz="1000" dirty="0">
                <a:solidFill>
                  <a:srgbClr val="231F20"/>
                </a:solidFill>
                <a:latin typeface="Arial"/>
                <a:cs typeface="Arial"/>
              </a:rPr>
              <a:t>in Arundel</a:t>
            </a:r>
            <a:r>
              <a:rPr sz="1000" spc="-5" dirty="0">
                <a:solidFill>
                  <a:srgbClr val="231F20"/>
                </a:solidFill>
                <a:latin typeface="Arial"/>
                <a:cs typeface="Arial"/>
              </a:rPr>
              <a:t> </a:t>
            </a:r>
            <a:r>
              <a:rPr sz="1000" spc="-10" dirty="0">
                <a:solidFill>
                  <a:srgbClr val="231F20"/>
                </a:solidFill>
                <a:latin typeface="Arial"/>
                <a:cs typeface="Arial"/>
              </a:rPr>
              <a:t>Mills, </a:t>
            </a:r>
            <a:r>
              <a:rPr sz="1000" dirty="0">
                <a:solidFill>
                  <a:srgbClr val="231F20"/>
                </a:solidFill>
                <a:latin typeface="Arial"/>
                <a:cs typeface="Arial"/>
              </a:rPr>
              <a:t>Maryland.</a:t>
            </a:r>
            <a:r>
              <a:rPr sz="1000" spc="10" dirty="0">
                <a:solidFill>
                  <a:srgbClr val="231F20"/>
                </a:solidFill>
                <a:latin typeface="Arial"/>
                <a:cs typeface="Arial"/>
              </a:rPr>
              <a:t>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proved</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be</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wonderful</a:t>
            </a:r>
            <a:r>
              <a:rPr sz="1000" spc="15" dirty="0">
                <a:solidFill>
                  <a:srgbClr val="231F20"/>
                </a:solidFill>
                <a:latin typeface="Arial"/>
                <a:cs typeface="Arial"/>
              </a:rPr>
              <a:t> </a:t>
            </a:r>
            <a:r>
              <a:rPr sz="1000" dirty="0">
                <a:solidFill>
                  <a:srgbClr val="231F20"/>
                </a:solidFill>
                <a:latin typeface="Arial"/>
                <a:cs typeface="Arial"/>
              </a:rPr>
              <a:t>bonding,</a:t>
            </a:r>
            <a:r>
              <a:rPr sz="1000" spc="10" dirty="0">
                <a:solidFill>
                  <a:srgbClr val="231F20"/>
                </a:solidFill>
                <a:latin typeface="Arial"/>
                <a:cs typeface="Arial"/>
              </a:rPr>
              <a:t> </a:t>
            </a:r>
            <a:r>
              <a:rPr sz="1000" spc="-10" dirty="0">
                <a:solidFill>
                  <a:srgbClr val="231F20"/>
                </a:solidFill>
                <a:latin typeface="Arial"/>
                <a:cs typeface="Arial"/>
              </a:rPr>
              <a:t>renewing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refreshing</a:t>
            </a:r>
            <a:r>
              <a:rPr sz="1000" spc="-5" dirty="0">
                <a:solidFill>
                  <a:srgbClr val="231F20"/>
                </a:solidFill>
                <a:latin typeface="Arial"/>
                <a:cs typeface="Arial"/>
              </a:rPr>
              <a:t> </a:t>
            </a:r>
            <a:r>
              <a:rPr sz="1000" dirty="0">
                <a:solidFill>
                  <a:srgbClr val="231F20"/>
                </a:solidFill>
                <a:latin typeface="Arial"/>
                <a:cs typeface="Arial"/>
              </a:rPr>
              <a:t>time for</a:t>
            </a:r>
            <a:r>
              <a:rPr sz="1000" spc="-5" dirty="0">
                <a:solidFill>
                  <a:srgbClr val="231F20"/>
                </a:solidFill>
                <a:latin typeface="Arial"/>
                <a:cs typeface="Arial"/>
              </a:rPr>
              <a:t> </a:t>
            </a:r>
            <a:r>
              <a:rPr sz="1000" dirty="0">
                <a:solidFill>
                  <a:srgbClr val="231F20"/>
                </a:solidFill>
                <a:latin typeface="Arial"/>
                <a:cs typeface="Arial"/>
              </a:rPr>
              <a:t>all who</a:t>
            </a:r>
            <a:r>
              <a:rPr sz="1000" spc="-5" dirty="0">
                <a:solidFill>
                  <a:srgbClr val="231F20"/>
                </a:solidFill>
                <a:latin typeface="Arial"/>
                <a:cs typeface="Arial"/>
              </a:rPr>
              <a:t> </a:t>
            </a:r>
            <a:r>
              <a:rPr sz="1000" dirty="0">
                <a:solidFill>
                  <a:srgbClr val="231F20"/>
                </a:solidFill>
                <a:latin typeface="Arial"/>
                <a:cs typeface="Arial"/>
              </a:rPr>
              <a:t>attended.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year’s</a:t>
            </a:r>
            <a:r>
              <a:rPr sz="1000" spc="500" dirty="0">
                <a:solidFill>
                  <a:srgbClr val="231F20"/>
                </a:solidFill>
                <a:latin typeface="Arial"/>
                <a:cs typeface="Arial"/>
              </a:rPr>
              <a:t> </a:t>
            </a:r>
            <a:r>
              <a:rPr sz="1000" dirty="0">
                <a:solidFill>
                  <a:srgbClr val="231F20"/>
                </a:solidFill>
                <a:latin typeface="Arial"/>
                <a:cs typeface="Arial"/>
              </a:rPr>
              <a:t>theme</a:t>
            </a:r>
            <a:r>
              <a:rPr sz="1000" spc="-25" dirty="0">
                <a:solidFill>
                  <a:srgbClr val="231F20"/>
                </a:solidFill>
                <a:latin typeface="Arial"/>
                <a:cs typeface="Arial"/>
              </a:rPr>
              <a:t> </a:t>
            </a:r>
            <a:r>
              <a:rPr sz="1000" spc="-2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“We</a:t>
            </a:r>
            <a:r>
              <a:rPr sz="1000" spc="-25" dirty="0">
                <a:solidFill>
                  <a:srgbClr val="231F20"/>
                </a:solidFill>
                <a:latin typeface="Arial"/>
                <a:cs typeface="Arial"/>
              </a:rPr>
              <a:t> </a:t>
            </a:r>
            <a:r>
              <a:rPr sz="1000" dirty="0">
                <a:solidFill>
                  <a:srgbClr val="231F20"/>
                </a:solidFill>
                <a:latin typeface="Arial"/>
                <a:cs typeface="Arial"/>
              </a:rPr>
              <a:t>Are</a:t>
            </a:r>
            <a:r>
              <a:rPr sz="1000" spc="-25" dirty="0">
                <a:solidFill>
                  <a:srgbClr val="231F20"/>
                </a:solidFill>
                <a:latin typeface="Arial"/>
                <a:cs typeface="Arial"/>
              </a:rPr>
              <a:t> </a:t>
            </a:r>
            <a:r>
              <a:rPr sz="1000" spc="-20" dirty="0">
                <a:solidFill>
                  <a:srgbClr val="231F20"/>
                </a:solidFill>
                <a:latin typeface="Arial"/>
                <a:cs typeface="Arial"/>
              </a:rPr>
              <a:t>Family</a:t>
            </a:r>
            <a:r>
              <a:rPr sz="1000" spc="-25" dirty="0">
                <a:solidFill>
                  <a:srgbClr val="231F20"/>
                </a:solidFill>
                <a:latin typeface="Arial"/>
                <a:cs typeface="Arial"/>
              </a:rPr>
              <a:t> </a:t>
            </a:r>
            <a:r>
              <a:rPr sz="1000" dirty="0">
                <a:solidFill>
                  <a:srgbClr val="231F20"/>
                </a:solidFill>
                <a:latin typeface="Arial"/>
                <a:cs typeface="Arial"/>
              </a:rPr>
              <a:t>2.0”.</a:t>
            </a:r>
            <a:r>
              <a:rPr sz="1000" spc="-25" dirty="0">
                <a:solidFill>
                  <a:srgbClr val="231F20"/>
                </a:solidFill>
                <a:latin typeface="Arial"/>
                <a:cs typeface="Arial"/>
              </a:rPr>
              <a:t> </a:t>
            </a:r>
            <a:r>
              <a:rPr sz="1000" dirty="0">
                <a:solidFill>
                  <a:srgbClr val="231F20"/>
                </a:solidFill>
                <a:latin typeface="Arial"/>
                <a:cs typeface="Arial"/>
              </a:rPr>
              <a:t>Our</a:t>
            </a:r>
            <a:r>
              <a:rPr sz="1000" spc="-25" dirty="0">
                <a:solidFill>
                  <a:srgbClr val="231F20"/>
                </a:solidFill>
                <a:latin typeface="Arial"/>
                <a:cs typeface="Arial"/>
              </a:rPr>
              <a:t> </a:t>
            </a:r>
            <a:r>
              <a:rPr sz="1000" dirty="0">
                <a:solidFill>
                  <a:srgbClr val="231F20"/>
                </a:solidFill>
                <a:latin typeface="Arial"/>
                <a:cs typeface="Arial"/>
              </a:rPr>
              <a:t>Chapter</a:t>
            </a:r>
            <a:r>
              <a:rPr sz="1000" spc="-25" dirty="0">
                <a:solidFill>
                  <a:srgbClr val="231F20"/>
                </a:solidFill>
                <a:latin typeface="Arial"/>
                <a:cs typeface="Arial"/>
              </a:rPr>
              <a:t> </a:t>
            </a:r>
            <a:r>
              <a:rPr sz="1000" spc="-10" dirty="0">
                <a:solidFill>
                  <a:srgbClr val="231F20"/>
                </a:solidFill>
                <a:latin typeface="Arial"/>
                <a:cs typeface="Arial"/>
              </a:rPr>
              <a:t>President </a:t>
            </a:r>
            <a:r>
              <a:rPr sz="1000" dirty="0">
                <a:solidFill>
                  <a:srgbClr val="231F20"/>
                </a:solidFill>
                <a:latin typeface="Arial"/>
                <a:cs typeface="Arial"/>
              </a:rPr>
              <a:t>shared</a:t>
            </a:r>
            <a:r>
              <a:rPr sz="1000" spc="-5" dirty="0">
                <a:solidFill>
                  <a:srgbClr val="231F20"/>
                </a:solidFill>
                <a:latin typeface="Arial"/>
                <a:cs typeface="Arial"/>
              </a:rPr>
              <a:t> </a:t>
            </a:r>
            <a:r>
              <a:rPr sz="1000" dirty="0">
                <a:solidFill>
                  <a:srgbClr val="231F20"/>
                </a:solidFill>
                <a:latin typeface="Arial"/>
                <a:cs typeface="Arial"/>
              </a:rPr>
              <a:t>her</a:t>
            </a:r>
            <a:r>
              <a:rPr sz="1000" spc="-5" dirty="0">
                <a:solidFill>
                  <a:srgbClr val="231F20"/>
                </a:solidFill>
                <a:latin typeface="Arial"/>
                <a:cs typeface="Arial"/>
              </a:rPr>
              <a:t> </a:t>
            </a:r>
            <a:r>
              <a:rPr sz="1000" dirty="0">
                <a:solidFill>
                  <a:srgbClr val="231F20"/>
                </a:solidFill>
                <a:latin typeface="Arial"/>
                <a:cs typeface="Arial"/>
              </a:rPr>
              <a:t>vision</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upcoming</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focus</a:t>
            </a:r>
            <a:r>
              <a:rPr sz="1000" dirty="0">
                <a:solidFill>
                  <a:srgbClr val="231F20"/>
                </a:solidFill>
                <a:latin typeface="Arial"/>
                <a:cs typeface="Arial"/>
              </a:rPr>
              <a:t> on</a:t>
            </a:r>
            <a:r>
              <a:rPr sz="1000" spc="20" dirty="0">
                <a:solidFill>
                  <a:srgbClr val="231F20"/>
                </a:solidFill>
                <a:latin typeface="Arial"/>
                <a:cs typeface="Arial"/>
              </a:rPr>
              <a:t> </a:t>
            </a:r>
            <a:r>
              <a:rPr sz="1000" dirty="0">
                <a:solidFill>
                  <a:srgbClr val="231F20"/>
                </a:solidFill>
                <a:latin typeface="Arial"/>
                <a:cs typeface="Arial"/>
              </a:rPr>
              <a:t>building</a:t>
            </a:r>
            <a:r>
              <a:rPr sz="1000" spc="20" dirty="0">
                <a:solidFill>
                  <a:srgbClr val="231F20"/>
                </a:solidFill>
                <a:latin typeface="Arial"/>
                <a:cs typeface="Arial"/>
              </a:rPr>
              <a:t> </a:t>
            </a:r>
            <a:r>
              <a:rPr sz="1000" dirty="0">
                <a:solidFill>
                  <a:srgbClr val="231F20"/>
                </a:solidFill>
                <a:latin typeface="Arial"/>
                <a:cs typeface="Arial"/>
              </a:rPr>
              <a:t>stronger</a:t>
            </a:r>
            <a:r>
              <a:rPr sz="1000" spc="20" dirty="0">
                <a:solidFill>
                  <a:srgbClr val="231F20"/>
                </a:solidFill>
                <a:latin typeface="Arial"/>
                <a:cs typeface="Arial"/>
              </a:rPr>
              <a:t> </a:t>
            </a:r>
            <a:r>
              <a:rPr sz="1000" dirty="0">
                <a:solidFill>
                  <a:srgbClr val="231F20"/>
                </a:solidFill>
                <a:latin typeface="Arial"/>
                <a:cs typeface="Arial"/>
              </a:rPr>
              <a:t>bonds</a:t>
            </a:r>
            <a:r>
              <a:rPr sz="1000" spc="20" dirty="0">
                <a:solidFill>
                  <a:srgbClr val="231F20"/>
                </a:solidFill>
                <a:latin typeface="Arial"/>
                <a:cs typeface="Arial"/>
              </a:rPr>
              <a:t> </a:t>
            </a:r>
            <a:r>
              <a:rPr sz="1000" dirty="0">
                <a:solidFill>
                  <a:srgbClr val="231F20"/>
                </a:solidFill>
                <a:latin typeface="Arial"/>
                <a:cs typeface="Arial"/>
              </a:rPr>
              <a:t>within</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amongst</a:t>
            </a:r>
            <a:r>
              <a:rPr sz="1000" spc="20" dirty="0">
                <a:solidFill>
                  <a:srgbClr val="231F20"/>
                </a:solidFill>
                <a:latin typeface="Arial"/>
                <a:cs typeface="Arial"/>
              </a:rPr>
              <a:t> </a:t>
            </a:r>
            <a:r>
              <a:rPr sz="1000" spc="-25" dirty="0">
                <a:solidFill>
                  <a:srgbClr val="231F20"/>
                </a:solidFill>
                <a:latin typeface="Arial"/>
                <a:cs typeface="Arial"/>
              </a:rPr>
              <a:t>our </a:t>
            </a:r>
            <a:r>
              <a:rPr sz="1000" spc="-1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more</a:t>
            </a:r>
            <a:r>
              <a:rPr sz="1000" spc="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care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truly</a:t>
            </a:r>
            <a:r>
              <a:rPr sz="1000" spc="5" dirty="0">
                <a:solidFill>
                  <a:srgbClr val="231F20"/>
                </a:solidFill>
                <a:latin typeface="Arial"/>
                <a:cs typeface="Arial"/>
              </a:rPr>
              <a:t> </a:t>
            </a:r>
            <a:r>
              <a:rPr sz="1000" dirty="0">
                <a:solidFill>
                  <a:srgbClr val="231F20"/>
                </a:solidFill>
                <a:latin typeface="Arial"/>
                <a:cs typeface="Arial"/>
              </a:rPr>
              <a:t>caring,</a:t>
            </a:r>
            <a:r>
              <a:rPr sz="1000" spc="5" dirty="0">
                <a:solidFill>
                  <a:srgbClr val="231F20"/>
                </a:solidFill>
                <a:latin typeface="Arial"/>
                <a:cs typeface="Arial"/>
              </a:rPr>
              <a:t> </a:t>
            </a:r>
            <a:r>
              <a:rPr sz="1000" dirty="0">
                <a:solidFill>
                  <a:srgbClr val="231F20"/>
                </a:solidFill>
                <a:latin typeface="Arial"/>
                <a:cs typeface="Arial"/>
              </a:rPr>
              <a:t>supporting</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enjoying</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time</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one</a:t>
            </a:r>
            <a:r>
              <a:rPr sz="1000" spc="25" dirty="0">
                <a:solidFill>
                  <a:srgbClr val="231F20"/>
                </a:solidFill>
                <a:latin typeface="Arial"/>
                <a:cs typeface="Arial"/>
              </a:rPr>
              <a:t> </a:t>
            </a:r>
            <a:r>
              <a:rPr sz="1000" spc="-10" dirty="0">
                <a:solidFill>
                  <a:srgbClr val="231F20"/>
                </a:solidFill>
                <a:latin typeface="Arial"/>
                <a:cs typeface="Arial"/>
              </a:rPr>
              <a:t>another.</a:t>
            </a:r>
            <a:endParaRPr sz="1000">
              <a:latin typeface="Arial"/>
              <a:cs typeface="Arial"/>
            </a:endParaRPr>
          </a:p>
          <a:p>
            <a:pPr marL="12700" marR="168910">
              <a:lnSpc>
                <a:spcPct val="100000"/>
              </a:lnSpc>
              <a:spcBef>
                <a:spcPts val="900"/>
              </a:spcBef>
            </a:pP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experienced</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moving</a:t>
            </a:r>
            <a:r>
              <a:rPr sz="1000" spc="-10" dirty="0">
                <a:solidFill>
                  <a:srgbClr val="231F20"/>
                </a:solidFill>
                <a:latin typeface="Arial"/>
                <a:cs typeface="Arial"/>
              </a:rPr>
              <a:t> Swimming</a:t>
            </a:r>
            <a:r>
              <a:rPr sz="1000" spc="-5" dirty="0">
                <a:solidFill>
                  <a:srgbClr val="231F20"/>
                </a:solidFill>
                <a:latin typeface="Arial"/>
                <a:cs typeface="Arial"/>
              </a:rPr>
              <a:t> </a:t>
            </a:r>
            <a:r>
              <a:rPr sz="1000" spc="-25" dirty="0">
                <a:solidFill>
                  <a:srgbClr val="231F20"/>
                </a:solidFill>
                <a:latin typeface="Arial"/>
                <a:cs typeface="Arial"/>
              </a:rPr>
              <a:t>Saves</a:t>
            </a:r>
            <a:r>
              <a:rPr sz="1000" spc="-10" dirty="0">
                <a:solidFill>
                  <a:srgbClr val="231F20"/>
                </a:solidFill>
                <a:latin typeface="Arial"/>
                <a:cs typeface="Arial"/>
              </a:rPr>
              <a:t> </a:t>
            </a:r>
            <a:r>
              <a:rPr sz="1000" spc="-20" dirty="0">
                <a:solidFill>
                  <a:srgbClr val="231F20"/>
                </a:solidFill>
                <a:latin typeface="Arial"/>
                <a:cs typeface="Arial"/>
              </a:rPr>
              <a:t>Lives </a:t>
            </a:r>
            <a:r>
              <a:rPr sz="1000" dirty="0">
                <a:solidFill>
                  <a:srgbClr val="231F20"/>
                </a:solidFill>
                <a:latin typeface="Arial"/>
                <a:cs typeface="Arial"/>
              </a:rPr>
              <a:t>workshop</a:t>
            </a:r>
            <a:r>
              <a:rPr sz="1000" spc="25" dirty="0">
                <a:solidFill>
                  <a:srgbClr val="231F20"/>
                </a:solidFill>
                <a:latin typeface="Arial"/>
                <a:cs typeface="Arial"/>
              </a:rPr>
              <a:t> </a:t>
            </a:r>
            <a:r>
              <a:rPr sz="1000" dirty="0">
                <a:solidFill>
                  <a:srgbClr val="231F20"/>
                </a:solidFill>
                <a:latin typeface="Arial"/>
                <a:cs typeface="Arial"/>
              </a:rPr>
              <a:t>conducted</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one</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our</a:t>
            </a:r>
            <a:r>
              <a:rPr sz="1000" spc="25" dirty="0">
                <a:solidFill>
                  <a:srgbClr val="231F20"/>
                </a:solidFill>
                <a:latin typeface="Arial"/>
                <a:cs typeface="Arial"/>
              </a:rPr>
              <a:t> </a:t>
            </a:r>
            <a:r>
              <a:rPr sz="1000" dirty="0">
                <a:solidFill>
                  <a:srgbClr val="231F20"/>
                </a:solidFill>
                <a:latin typeface="Arial"/>
                <a:cs typeface="Arial"/>
              </a:rPr>
              <a:t>Mothers</a:t>
            </a:r>
            <a:r>
              <a:rPr sz="1000" spc="25" dirty="0">
                <a:solidFill>
                  <a:srgbClr val="231F20"/>
                </a:solidFill>
                <a:latin typeface="Arial"/>
                <a:cs typeface="Arial"/>
              </a:rPr>
              <a:t> </a:t>
            </a:r>
            <a:r>
              <a:rPr sz="1000" dirty="0">
                <a:solidFill>
                  <a:srgbClr val="231F20"/>
                </a:solidFill>
                <a:latin typeface="Arial"/>
                <a:cs typeface="Arial"/>
              </a:rPr>
              <a:t>who</a:t>
            </a:r>
            <a:r>
              <a:rPr sz="1000" spc="25" dirty="0">
                <a:solidFill>
                  <a:srgbClr val="231F20"/>
                </a:solidFill>
                <a:latin typeface="Arial"/>
                <a:cs typeface="Arial"/>
              </a:rPr>
              <a:t> </a:t>
            </a:r>
            <a:r>
              <a:rPr sz="1000" spc="-20" dirty="0">
                <a:solidFill>
                  <a:srgbClr val="231F20"/>
                </a:solidFill>
                <a:latin typeface="Arial"/>
                <a:cs typeface="Arial"/>
              </a:rPr>
              <a:t>lost</a:t>
            </a:r>
            <a:r>
              <a:rPr sz="1000" dirty="0">
                <a:solidFill>
                  <a:srgbClr val="231F20"/>
                </a:solidFill>
                <a:latin typeface="Arial"/>
                <a:cs typeface="Arial"/>
              </a:rPr>
              <a:t> her</a:t>
            </a:r>
            <a:r>
              <a:rPr sz="1000" spc="5" dirty="0">
                <a:solidFill>
                  <a:srgbClr val="231F20"/>
                </a:solidFill>
                <a:latin typeface="Arial"/>
                <a:cs typeface="Arial"/>
              </a:rPr>
              <a:t> </a:t>
            </a:r>
            <a:r>
              <a:rPr sz="1000" dirty="0">
                <a:solidFill>
                  <a:srgbClr val="231F20"/>
                </a:solidFill>
                <a:latin typeface="Arial"/>
                <a:cs typeface="Arial"/>
              </a:rPr>
              <a:t>young</a:t>
            </a:r>
            <a:r>
              <a:rPr sz="1000" spc="5" dirty="0">
                <a:solidFill>
                  <a:srgbClr val="231F20"/>
                </a:solidFill>
                <a:latin typeface="Arial"/>
                <a:cs typeface="Arial"/>
              </a:rPr>
              <a:t> </a:t>
            </a:r>
            <a:r>
              <a:rPr sz="1000" dirty="0">
                <a:solidFill>
                  <a:srgbClr val="231F20"/>
                </a:solidFill>
                <a:latin typeface="Arial"/>
                <a:cs typeface="Arial"/>
              </a:rPr>
              <a:t>son</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tragic</a:t>
            </a:r>
            <a:r>
              <a:rPr sz="1000" spc="10" dirty="0">
                <a:solidFill>
                  <a:srgbClr val="231F20"/>
                </a:solidFill>
                <a:latin typeface="Arial"/>
                <a:cs typeface="Arial"/>
              </a:rPr>
              <a:t> </a:t>
            </a:r>
            <a:r>
              <a:rPr sz="1000" dirty="0">
                <a:solidFill>
                  <a:srgbClr val="231F20"/>
                </a:solidFill>
                <a:latin typeface="Arial"/>
                <a:cs typeface="Arial"/>
              </a:rPr>
              <a:t>pool</a:t>
            </a:r>
            <a:r>
              <a:rPr sz="1000" spc="5" dirty="0">
                <a:solidFill>
                  <a:srgbClr val="231F20"/>
                </a:solidFill>
                <a:latin typeface="Arial"/>
                <a:cs typeface="Arial"/>
              </a:rPr>
              <a:t> </a:t>
            </a:r>
            <a:r>
              <a:rPr sz="1000" dirty="0">
                <a:solidFill>
                  <a:srgbClr val="231F20"/>
                </a:solidFill>
                <a:latin typeface="Arial"/>
                <a:cs typeface="Arial"/>
              </a:rPr>
              <a:t>drowning</a:t>
            </a:r>
            <a:r>
              <a:rPr sz="1000" spc="5" dirty="0">
                <a:solidFill>
                  <a:srgbClr val="231F20"/>
                </a:solidFill>
                <a:latin typeface="Arial"/>
                <a:cs typeface="Arial"/>
              </a:rPr>
              <a:t> </a:t>
            </a:r>
            <a:r>
              <a:rPr sz="1000" dirty="0">
                <a:solidFill>
                  <a:srgbClr val="231F20"/>
                </a:solidFill>
                <a:latin typeface="Arial"/>
                <a:cs typeface="Arial"/>
              </a:rPr>
              <a:t>which</a:t>
            </a:r>
            <a:r>
              <a:rPr sz="1000" spc="10" dirty="0">
                <a:solidFill>
                  <a:srgbClr val="231F20"/>
                </a:solidFill>
                <a:latin typeface="Arial"/>
                <a:cs typeface="Arial"/>
              </a:rPr>
              <a:t> </a:t>
            </a:r>
            <a:r>
              <a:rPr sz="1000" spc="-10" dirty="0">
                <a:solidFill>
                  <a:srgbClr val="231F20"/>
                </a:solidFill>
                <a:latin typeface="Arial"/>
                <a:cs typeface="Arial"/>
              </a:rPr>
              <a:t>occurred</a:t>
            </a:r>
            <a:endParaRPr sz="1000">
              <a:latin typeface="Arial"/>
              <a:cs typeface="Arial"/>
            </a:endParaRPr>
          </a:p>
          <a:p>
            <a:pPr marL="12700" marR="53975">
              <a:lnSpc>
                <a:spcPct val="100000"/>
              </a:lnSpc>
            </a:pPr>
            <a:r>
              <a:rPr sz="1000" dirty="0">
                <a:solidFill>
                  <a:srgbClr val="231F20"/>
                </a:solidFill>
                <a:latin typeface="Arial"/>
                <a:cs typeface="Arial"/>
              </a:rPr>
              <a:t>silently</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lots</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people</a:t>
            </a:r>
            <a:r>
              <a:rPr sz="1000" spc="10" dirty="0">
                <a:solidFill>
                  <a:srgbClr val="231F20"/>
                </a:solidFill>
                <a:latin typeface="Arial"/>
                <a:cs typeface="Arial"/>
              </a:rPr>
              <a:t> </a:t>
            </a:r>
            <a:r>
              <a:rPr sz="1000" dirty="0">
                <a:solidFill>
                  <a:srgbClr val="231F20"/>
                </a:solidFill>
                <a:latin typeface="Arial"/>
                <a:cs typeface="Arial"/>
              </a:rPr>
              <a:t>around.</a:t>
            </a:r>
            <a:r>
              <a:rPr sz="1000" spc="15" dirty="0">
                <a:solidFill>
                  <a:srgbClr val="231F20"/>
                </a:solidFill>
                <a:latin typeface="Arial"/>
                <a:cs typeface="Arial"/>
              </a:rPr>
              <a:t> </a:t>
            </a:r>
            <a:r>
              <a:rPr sz="1000" spc="-10" dirty="0">
                <a:solidFill>
                  <a:srgbClr val="231F20"/>
                </a:solidFill>
                <a:latin typeface="Arial"/>
                <a:cs typeface="Arial"/>
              </a:rPr>
              <a:t>She</a:t>
            </a:r>
            <a:r>
              <a:rPr sz="1000" spc="10" dirty="0">
                <a:solidFill>
                  <a:srgbClr val="231F20"/>
                </a:solidFill>
                <a:latin typeface="Arial"/>
                <a:cs typeface="Arial"/>
              </a:rPr>
              <a:t> </a:t>
            </a:r>
            <a:r>
              <a:rPr sz="1000" dirty="0">
                <a:solidFill>
                  <a:srgbClr val="231F20"/>
                </a:solidFill>
                <a:latin typeface="Arial"/>
                <a:cs typeface="Arial"/>
              </a:rPr>
              <a:t>led</a:t>
            </a:r>
            <a:r>
              <a:rPr sz="1000" spc="15" dirty="0">
                <a:solidFill>
                  <a:srgbClr val="231F20"/>
                </a:solidFill>
                <a:latin typeface="Arial"/>
                <a:cs typeface="Arial"/>
              </a:rPr>
              <a:t> </a:t>
            </a:r>
            <a:r>
              <a:rPr sz="1000" dirty="0">
                <a:solidFill>
                  <a:srgbClr val="231F20"/>
                </a:solidFill>
                <a:latin typeface="Arial"/>
                <a:cs typeface="Arial"/>
              </a:rPr>
              <a:t>us</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why</a:t>
            </a:r>
            <a:r>
              <a:rPr sz="1000" spc="-15" dirty="0">
                <a:solidFill>
                  <a:srgbClr val="231F20"/>
                </a:solidFill>
                <a:latin typeface="Arial"/>
                <a:cs typeface="Arial"/>
              </a:rPr>
              <a:t> </a:t>
            </a:r>
            <a:r>
              <a:rPr sz="1000" dirty="0">
                <a:solidFill>
                  <a:srgbClr val="231F20"/>
                </a:solidFill>
                <a:latin typeface="Arial"/>
                <a:cs typeface="Arial"/>
              </a:rPr>
              <a:t>so</a:t>
            </a:r>
            <a:r>
              <a:rPr sz="1000" spc="-10" dirty="0">
                <a:solidFill>
                  <a:srgbClr val="231F20"/>
                </a:solidFill>
                <a:latin typeface="Arial"/>
                <a:cs typeface="Arial"/>
              </a:rPr>
              <a:t> many</a:t>
            </a:r>
            <a:r>
              <a:rPr sz="1000" spc="-1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Americans</a:t>
            </a:r>
            <a:r>
              <a:rPr sz="1000" spc="-15" dirty="0">
                <a:solidFill>
                  <a:srgbClr val="231F20"/>
                </a:solidFill>
                <a:latin typeface="Arial"/>
                <a:cs typeface="Arial"/>
              </a:rPr>
              <a:t> </a:t>
            </a:r>
            <a:r>
              <a:rPr sz="1000" dirty="0">
                <a:solidFill>
                  <a:srgbClr val="231F20"/>
                </a:solidFill>
                <a:latin typeface="Arial"/>
                <a:cs typeface="Arial"/>
              </a:rPr>
              <a:t>lack</a:t>
            </a:r>
            <a:r>
              <a:rPr sz="1000" spc="-10" dirty="0">
                <a:solidFill>
                  <a:srgbClr val="231F20"/>
                </a:solidFill>
                <a:latin typeface="Arial"/>
                <a:cs typeface="Arial"/>
              </a:rPr>
              <a:t> swimming </a:t>
            </a:r>
            <a:r>
              <a:rPr sz="1000" dirty="0">
                <a:solidFill>
                  <a:srgbClr val="231F20"/>
                </a:solidFill>
                <a:latin typeface="Arial"/>
                <a:cs typeface="Arial"/>
              </a:rPr>
              <a:t>skills and the role played</a:t>
            </a:r>
            <a:r>
              <a:rPr sz="1000" spc="5" dirty="0">
                <a:solidFill>
                  <a:srgbClr val="231F20"/>
                </a:solidFill>
                <a:latin typeface="Arial"/>
                <a:cs typeface="Arial"/>
              </a:rPr>
              <a:t> </a:t>
            </a:r>
            <a:r>
              <a:rPr sz="1000" dirty="0">
                <a:solidFill>
                  <a:srgbClr val="231F20"/>
                </a:solidFill>
                <a:latin typeface="Arial"/>
                <a:cs typeface="Arial"/>
              </a:rPr>
              <a:t>by historic segregation </a:t>
            </a:r>
            <a:r>
              <a:rPr sz="1000" spc="-25" dirty="0">
                <a:solidFill>
                  <a:srgbClr val="231F20"/>
                </a:solidFill>
                <a:latin typeface="Arial"/>
                <a:cs typeface="Arial"/>
              </a:rPr>
              <a:t>and </a:t>
            </a:r>
            <a:r>
              <a:rPr sz="1000" spc="-10" dirty="0">
                <a:solidFill>
                  <a:srgbClr val="231F20"/>
                </a:solidFill>
                <a:latin typeface="Arial"/>
                <a:cs typeface="Arial"/>
              </a:rPr>
              <a:t>racism</a:t>
            </a:r>
            <a:r>
              <a:rPr sz="1000" spc="-25"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well</a:t>
            </a:r>
            <a:r>
              <a:rPr sz="1000" spc="-20"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cultural</a:t>
            </a:r>
            <a:r>
              <a:rPr sz="1000" spc="-20" dirty="0">
                <a:solidFill>
                  <a:srgbClr val="231F20"/>
                </a:solidFill>
                <a:latin typeface="Arial"/>
                <a:cs typeface="Arial"/>
              </a:rPr>
              <a:t> </a:t>
            </a:r>
            <a:r>
              <a:rPr sz="1000" spc="-10" dirty="0">
                <a:solidFill>
                  <a:srgbClr val="231F20"/>
                </a:solidFill>
                <a:latin typeface="Arial"/>
                <a:cs typeface="Arial"/>
              </a:rPr>
              <a:t>norms.</a:t>
            </a:r>
            <a:r>
              <a:rPr sz="1000" spc="-25"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committed</a:t>
            </a:r>
            <a:r>
              <a:rPr sz="1000" spc="-25" dirty="0">
                <a:solidFill>
                  <a:srgbClr val="231F20"/>
                </a:solidFill>
                <a:latin typeface="Arial"/>
                <a:cs typeface="Arial"/>
              </a:rPr>
              <a:t> </a:t>
            </a:r>
            <a:r>
              <a:rPr sz="1000" spc="-10" dirty="0">
                <a:solidFill>
                  <a:srgbClr val="231F20"/>
                </a:solidFill>
                <a:latin typeface="Arial"/>
                <a:cs typeface="Arial"/>
              </a:rPr>
              <a:t>ourselves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ensuring</a:t>
            </a:r>
            <a:r>
              <a:rPr sz="1000" spc="-10"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American </a:t>
            </a:r>
            <a:r>
              <a:rPr sz="1000" dirty="0">
                <a:solidFill>
                  <a:srgbClr val="231F20"/>
                </a:solidFill>
                <a:latin typeface="Arial"/>
                <a:cs typeface="Arial"/>
              </a:rPr>
              <a:t>children and adults in our community learn how to </a:t>
            </a:r>
            <a:r>
              <a:rPr sz="1000" spc="-20" dirty="0">
                <a:solidFill>
                  <a:srgbClr val="231F20"/>
                </a:solidFill>
                <a:latin typeface="Arial"/>
                <a:cs typeface="Arial"/>
              </a:rPr>
              <a:t>swim</a:t>
            </a:r>
            <a:r>
              <a:rPr sz="1000" spc="50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save lives. </a:t>
            </a:r>
            <a:r>
              <a:rPr sz="1000" dirty="0">
                <a:solidFill>
                  <a:srgbClr val="231F20"/>
                </a:solidFill>
                <a:latin typeface="Arial"/>
                <a:cs typeface="Arial"/>
              </a:rPr>
              <a:t>After</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informative</a:t>
            </a:r>
            <a:r>
              <a:rPr sz="1000" spc="-10" dirty="0">
                <a:solidFill>
                  <a:srgbClr val="231F20"/>
                </a:solidFill>
                <a:latin typeface="Arial"/>
                <a:cs typeface="Arial"/>
              </a:rPr>
              <a:t> </a:t>
            </a:r>
            <a:r>
              <a:rPr sz="1000" dirty="0">
                <a:solidFill>
                  <a:srgbClr val="231F20"/>
                </a:solidFill>
                <a:latin typeface="Arial"/>
                <a:cs typeface="Arial"/>
              </a:rPr>
              <a:t>ice</a:t>
            </a:r>
            <a:r>
              <a:rPr sz="1000" spc="-10" dirty="0">
                <a:solidFill>
                  <a:srgbClr val="231F20"/>
                </a:solidFill>
                <a:latin typeface="Arial"/>
                <a:cs typeface="Arial"/>
              </a:rPr>
              <a:t> breaker,</a:t>
            </a:r>
            <a:endParaRPr sz="1000">
              <a:latin typeface="Arial"/>
              <a:cs typeface="Arial"/>
            </a:endParaRPr>
          </a:p>
          <a:p>
            <a:pPr marL="12700" marR="110489">
              <a:lnSpc>
                <a:spcPct val="100000"/>
              </a:lnSpc>
            </a:pPr>
            <a:r>
              <a:rPr sz="1000"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engaging</a:t>
            </a:r>
            <a:r>
              <a:rPr sz="1000" spc="15" dirty="0">
                <a:solidFill>
                  <a:srgbClr val="231F20"/>
                </a:solidFill>
                <a:latin typeface="Arial"/>
                <a:cs typeface="Arial"/>
              </a:rPr>
              <a:t> </a:t>
            </a:r>
            <a:r>
              <a:rPr sz="1000" spc="-10" dirty="0">
                <a:solidFill>
                  <a:srgbClr val="231F20"/>
                </a:solidFill>
                <a:latin typeface="Arial"/>
                <a:cs typeface="Arial"/>
              </a:rPr>
              <a:t>succession</a:t>
            </a:r>
            <a:r>
              <a:rPr sz="1000" spc="20" dirty="0">
                <a:solidFill>
                  <a:srgbClr val="231F20"/>
                </a:solidFill>
                <a:latin typeface="Arial"/>
                <a:cs typeface="Arial"/>
              </a:rPr>
              <a:t> </a:t>
            </a:r>
            <a:r>
              <a:rPr sz="1000" spc="-10" dirty="0">
                <a:solidFill>
                  <a:srgbClr val="231F20"/>
                </a:solidFill>
                <a:latin typeface="Arial"/>
                <a:cs typeface="Arial"/>
              </a:rPr>
              <a:t>planning </a:t>
            </a:r>
            <a:r>
              <a:rPr sz="1000" dirty="0">
                <a:solidFill>
                  <a:srgbClr val="231F20"/>
                </a:solidFill>
                <a:latin typeface="Arial"/>
                <a:cs typeface="Arial"/>
              </a:rPr>
              <a:t>workshop</a:t>
            </a:r>
            <a:r>
              <a:rPr sz="1000" spc="-5" dirty="0">
                <a:solidFill>
                  <a:srgbClr val="231F20"/>
                </a:solidFill>
                <a:latin typeface="Arial"/>
                <a:cs typeface="Arial"/>
              </a:rPr>
              <a:t> </a:t>
            </a:r>
            <a:r>
              <a:rPr sz="1000" dirty="0">
                <a:solidFill>
                  <a:srgbClr val="231F20"/>
                </a:solidFill>
                <a:latin typeface="Arial"/>
                <a:cs typeface="Arial"/>
              </a:rPr>
              <a:t>led by our current</a:t>
            </a:r>
            <a:r>
              <a:rPr sz="1000" spc="-5" dirty="0">
                <a:solidFill>
                  <a:srgbClr val="231F20"/>
                </a:solidFill>
                <a:latin typeface="Arial"/>
                <a:cs typeface="Arial"/>
              </a:rPr>
              <a:t> </a:t>
            </a:r>
            <a:r>
              <a:rPr sz="1000" dirty="0">
                <a:solidFill>
                  <a:srgbClr val="231F20"/>
                </a:solidFill>
                <a:latin typeface="Arial"/>
                <a:cs typeface="Arial"/>
              </a:rPr>
              <a:t>chapter President and </a:t>
            </a:r>
            <a:r>
              <a:rPr sz="1000" spc="-20" dirty="0">
                <a:solidFill>
                  <a:srgbClr val="231F20"/>
                </a:solidFill>
                <a:latin typeface="Arial"/>
                <a:cs typeface="Arial"/>
              </a:rPr>
              <a:t>three </a:t>
            </a:r>
            <a:r>
              <a:rPr sz="1000" dirty="0">
                <a:solidFill>
                  <a:srgbClr val="231F20"/>
                </a:solidFill>
                <a:latin typeface="Arial"/>
                <a:cs typeface="Arial"/>
              </a:rPr>
              <a:t>past </a:t>
            </a:r>
            <a:r>
              <a:rPr sz="1000" spc="-10" dirty="0">
                <a:solidFill>
                  <a:srgbClr val="231F20"/>
                </a:solidFill>
                <a:latin typeface="Arial"/>
                <a:cs typeface="Arial"/>
              </a:rPr>
              <a:t>Presidents</a:t>
            </a:r>
            <a:r>
              <a:rPr sz="1000" dirty="0">
                <a:solidFill>
                  <a:srgbClr val="231F20"/>
                </a:solidFill>
                <a:latin typeface="Arial"/>
                <a:cs typeface="Arial"/>
              </a:rPr>
              <a:t> of our chapter sharing their </a:t>
            </a:r>
            <a:r>
              <a:rPr sz="1000" spc="-10" dirty="0">
                <a:solidFill>
                  <a:srgbClr val="231F20"/>
                </a:solidFill>
                <a:latin typeface="Arial"/>
                <a:cs typeface="Arial"/>
              </a:rPr>
              <a:t>insights, </a:t>
            </a:r>
            <a:r>
              <a:rPr sz="1000" dirty="0">
                <a:solidFill>
                  <a:srgbClr val="231F20"/>
                </a:solidFill>
                <a:latin typeface="Arial"/>
                <a:cs typeface="Arial"/>
              </a:rPr>
              <a:t>advice,</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reflections</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spc="-10" dirty="0">
                <a:solidFill>
                  <a:srgbClr val="231F20"/>
                </a:solidFill>
                <a:latin typeface="Arial"/>
                <a:cs typeface="Arial"/>
              </a:rPr>
              <a:t>opportunities </a:t>
            </a:r>
            <a:r>
              <a:rPr sz="1000" dirty="0">
                <a:solidFill>
                  <a:srgbClr val="231F20"/>
                </a:solidFill>
                <a:latin typeface="Arial"/>
                <a:cs typeface="Arial"/>
              </a:rPr>
              <a:t>within</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illustrious</a:t>
            </a:r>
            <a:r>
              <a:rPr sz="1000" spc="5" dirty="0">
                <a:solidFill>
                  <a:srgbClr val="231F20"/>
                </a:solidFill>
                <a:latin typeface="Arial"/>
                <a:cs typeface="Arial"/>
              </a:rPr>
              <a:t> </a:t>
            </a:r>
            <a:r>
              <a:rPr sz="1000" spc="-10" dirty="0">
                <a:solidFill>
                  <a:srgbClr val="231F20"/>
                </a:solidFill>
                <a:latin typeface="Arial"/>
                <a:cs typeface="Arial"/>
              </a:rPr>
              <a:t>chapter.</a:t>
            </a:r>
            <a:r>
              <a:rPr sz="1000" spc="5" dirty="0">
                <a:solidFill>
                  <a:srgbClr val="231F20"/>
                </a:solidFill>
                <a:latin typeface="Arial"/>
                <a:cs typeface="Arial"/>
              </a:rPr>
              <a:t> </a:t>
            </a: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fortunate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have </a:t>
            </a:r>
            <a:r>
              <a:rPr sz="1000" dirty="0">
                <a:solidFill>
                  <a:srgbClr val="231F20"/>
                </a:solidFill>
                <a:latin typeface="Arial"/>
                <a:cs typeface="Arial"/>
              </a:rPr>
              <a:t>such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wealth</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knowledge</a:t>
            </a:r>
            <a:r>
              <a:rPr sz="1000" spc="15" dirty="0">
                <a:solidFill>
                  <a:srgbClr val="231F20"/>
                </a:solidFill>
                <a:latin typeface="Arial"/>
                <a:cs typeface="Arial"/>
              </a:rPr>
              <a:t> </a:t>
            </a:r>
            <a:r>
              <a:rPr sz="1000" dirty="0">
                <a:solidFill>
                  <a:srgbClr val="231F20"/>
                </a:solidFill>
                <a:latin typeface="Arial"/>
                <a:cs typeface="Arial"/>
              </a:rPr>
              <a:t>residing</a:t>
            </a:r>
            <a:r>
              <a:rPr sz="1000" spc="15" dirty="0">
                <a:solidFill>
                  <a:srgbClr val="231F20"/>
                </a:solidFill>
                <a:latin typeface="Arial"/>
                <a:cs typeface="Arial"/>
              </a:rPr>
              <a:t> </a:t>
            </a:r>
            <a:r>
              <a:rPr sz="1000" dirty="0">
                <a:solidFill>
                  <a:srgbClr val="231F20"/>
                </a:solidFill>
                <a:latin typeface="Arial"/>
                <a:cs typeface="Arial"/>
              </a:rPr>
              <a:t>within</a:t>
            </a:r>
            <a:r>
              <a:rPr sz="1000" spc="1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chapter </a:t>
            </a:r>
            <a:r>
              <a:rPr sz="1000" dirty="0">
                <a:solidFill>
                  <a:srgbClr val="231F20"/>
                </a:solidFill>
                <a:latin typeface="Arial"/>
                <a:cs typeface="Arial"/>
              </a:rPr>
              <a:t>about</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challenges</a:t>
            </a:r>
            <a:r>
              <a:rPr sz="1000" spc="3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opportunities</a:t>
            </a:r>
            <a:r>
              <a:rPr sz="1000" spc="35" dirty="0">
                <a:solidFill>
                  <a:srgbClr val="231F20"/>
                </a:solidFill>
                <a:latin typeface="Arial"/>
                <a:cs typeface="Arial"/>
              </a:rPr>
              <a:t> </a:t>
            </a:r>
            <a:r>
              <a:rPr sz="1000" dirty="0">
                <a:solidFill>
                  <a:srgbClr val="231F20"/>
                </a:solidFill>
                <a:latin typeface="Arial"/>
                <a:cs typeface="Arial"/>
              </a:rPr>
              <a:t>of</a:t>
            </a:r>
            <a:r>
              <a:rPr sz="1000" spc="35" dirty="0">
                <a:solidFill>
                  <a:srgbClr val="231F20"/>
                </a:solidFill>
                <a:latin typeface="Arial"/>
                <a:cs typeface="Arial"/>
              </a:rPr>
              <a:t> </a:t>
            </a:r>
            <a:r>
              <a:rPr sz="1000" dirty="0">
                <a:solidFill>
                  <a:srgbClr val="231F20"/>
                </a:solidFill>
                <a:latin typeface="Arial"/>
                <a:cs typeface="Arial"/>
              </a:rPr>
              <a:t>serving</a:t>
            </a:r>
            <a:r>
              <a:rPr sz="1000" spc="35" dirty="0">
                <a:solidFill>
                  <a:srgbClr val="231F20"/>
                </a:solidFill>
                <a:latin typeface="Arial"/>
                <a:cs typeface="Arial"/>
              </a:rPr>
              <a:t> </a:t>
            </a:r>
            <a:r>
              <a:rPr sz="1000" spc="-25" dirty="0">
                <a:solidFill>
                  <a:srgbClr val="231F20"/>
                </a:solidFill>
                <a:latin typeface="Arial"/>
                <a:cs typeface="Arial"/>
              </a:rPr>
              <a:t>as</a:t>
            </a:r>
            <a:endParaRPr sz="1000">
              <a:latin typeface="Arial"/>
              <a:cs typeface="Arial"/>
            </a:endParaRPr>
          </a:p>
          <a:p>
            <a:pPr marL="12700" marR="67945">
              <a:lnSpc>
                <a:spcPct val="100000"/>
              </a:lnSpc>
            </a:pP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leader in all capacities– hosted activities, </a:t>
            </a:r>
            <a:r>
              <a:rPr sz="1000" spc="-10" dirty="0">
                <a:solidFill>
                  <a:srgbClr val="231F20"/>
                </a:solidFill>
                <a:latin typeface="Arial"/>
                <a:cs typeface="Arial"/>
              </a:rPr>
              <a:t>events, </a:t>
            </a:r>
            <a:r>
              <a:rPr sz="1000" dirty="0">
                <a:solidFill>
                  <a:srgbClr val="231F20"/>
                </a:solidFill>
                <a:latin typeface="Arial"/>
                <a:cs typeface="Arial"/>
              </a:rPr>
              <a:t>committees, group chairs and elected</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appointed </a:t>
            </a:r>
            <a:r>
              <a:rPr sz="1000" dirty="0">
                <a:solidFill>
                  <a:srgbClr val="231F20"/>
                </a:solidFill>
                <a:latin typeface="Arial"/>
                <a:cs typeface="Arial"/>
              </a:rPr>
              <a:t>positions.</a:t>
            </a:r>
            <a:r>
              <a:rPr sz="1000" spc="5"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encouraged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seek</a:t>
            </a:r>
            <a:r>
              <a:rPr sz="1000" spc="10" dirty="0">
                <a:solidFill>
                  <a:srgbClr val="231F20"/>
                </a:solidFill>
                <a:latin typeface="Arial"/>
                <a:cs typeface="Arial"/>
              </a:rPr>
              <a:t> </a:t>
            </a:r>
            <a:r>
              <a:rPr sz="1000" spc="-10" dirty="0">
                <a:solidFill>
                  <a:srgbClr val="231F20"/>
                </a:solidFill>
                <a:latin typeface="Arial"/>
                <a:cs typeface="Arial"/>
              </a:rPr>
              <a:t>leadership </a:t>
            </a:r>
            <a:r>
              <a:rPr sz="1000" dirty="0">
                <a:solidFill>
                  <a:srgbClr val="231F20"/>
                </a:solidFill>
                <a:latin typeface="Arial"/>
                <a:cs typeface="Arial"/>
              </a:rPr>
              <a:t>opportunities</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serve</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enhance</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experiences</a:t>
            </a:r>
            <a:r>
              <a:rPr sz="1000" spc="25"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p:txBody>
      </p:sp>
      <p:sp>
        <p:nvSpPr>
          <p:cNvPr id="4" name="object 4"/>
          <p:cNvSpPr txBox="1"/>
          <p:nvPr/>
        </p:nvSpPr>
        <p:spPr>
          <a:xfrm>
            <a:off x="4016375" y="2266175"/>
            <a:ext cx="3307079" cy="7035800"/>
          </a:xfrm>
          <a:prstGeom prst="rect">
            <a:avLst/>
          </a:prstGeom>
        </p:spPr>
        <p:txBody>
          <a:bodyPr vert="horz" wrap="square" lIns="0" tIns="12700" rIns="0" bIns="0" rtlCol="0">
            <a:spAutoFit/>
          </a:bodyPr>
          <a:lstStyle/>
          <a:p>
            <a:pPr marL="12700" marR="796290">
              <a:lnSpc>
                <a:spcPct val="100000"/>
              </a:lnSpc>
              <a:spcBef>
                <a:spcPts val="1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binds</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dirty="0">
                <a:solidFill>
                  <a:srgbClr val="231F20"/>
                </a:solidFill>
                <a:latin typeface="Arial"/>
                <a:cs typeface="Arial"/>
              </a:rPr>
              <a:t>another</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Jack</a:t>
            </a:r>
            <a:r>
              <a:rPr sz="1000" spc="-4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Jill</a:t>
            </a:r>
            <a:r>
              <a:rPr sz="1000" spc="-40" dirty="0">
                <a:solidFill>
                  <a:srgbClr val="231F20"/>
                </a:solidFill>
                <a:latin typeface="Arial"/>
                <a:cs typeface="Arial"/>
              </a:rPr>
              <a:t> </a:t>
            </a:r>
            <a:r>
              <a:rPr sz="1000" spc="-10" dirty="0">
                <a:solidFill>
                  <a:srgbClr val="231F20"/>
                </a:solidFill>
                <a:latin typeface="Arial"/>
                <a:cs typeface="Arial"/>
              </a:rPr>
              <a:t>as</a:t>
            </a:r>
            <a:r>
              <a:rPr sz="1000" spc="-40" dirty="0">
                <a:solidFill>
                  <a:srgbClr val="231F20"/>
                </a:solidFill>
                <a:latin typeface="Arial"/>
                <a:cs typeface="Arial"/>
              </a:rPr>
              <a:t> </a:t>
            </a:r>
            <a:r>
              <a:rPr sz="1000" dirty="0">
                <a:solidFill>
                  <a:srgbClr val="231F20"/>
                </a:solidFill>
                <a:latin typeface="Arial"/>
                <a:cs typeface="Arial"/>
              </a:rPr>
              <a:t>a</a:t>
            </a:r>
            <a:r>
              <a:rPr sz="1000" spc="-40" dirty="0">
                <a:solidFill>
                  <a:srgbClr val="231F20"/>
                </a:solidFill>
                <a:latin typeface="Arial"/>
                <a:cs typeface="Arial"/>
              </a:rPr>
              <a:t> </a:t>
            </a:r>
            <a:r>
              <a:rPr sz="1000" spc="-10" dirty="0">
                <a:solidFill>
                  <a:srgbClr val="231F20"/>
                </a:solidFill>
                <a:latin typeface="Arial"/>
                <a:cs typeface="Arial"/>
              </a:rPr>
              <a:t>whole.</a:t>
            </a:r>
            <a:endParaRPr sz="1000">
              <a:latin typeface="Arial"/>
              <a:cs typeface="Arial"/>
            </a:endParaRPr>
          </a:p>
          <a:p>
            <a:pPr marL="12700" marR="41910">
              <a:lnSpc>
                <a:spcPct val="100000"/>
              </a:lnSpc>
              <a:spcBef>
                <a:spcPts val="900"/>
              </a:spcBef>
            </a:pPr>
            <a:r>
              <a:rPr sz="1000" dirty="0">
                <a:solidFill>
                  <a:srgbClr val="231F20"/>
                </a:solidFill>
                <a:latin typeface="Arial"/>
                <a:cs typeface="Arial"/>
              </a:rPr>
              <a:t>After</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workshop,</a:t>
            </a:r>
            <a:r>
              <a:rPr sz="1000" spc="15" dirty="0">
                <a:solidFill>
                  <a:srgbClr val="231F20"/>
                </a:solidFill>
                <a:latin typeface="Arial"/>
                <a:cs typeface="Arial"/>
              </a:rPr>
              <a:t> </a:t>
            </a:r>
            <a:r>
              <a:rPr sz="1000"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grouped</a:t>
            </a:r>
            <a:r>
              <a:rPr sz="1000" spc="15" dirty="0">
                <a:solidFill>
                  <a:srgbClr val="231F20"/>
                </a:solidFill>
                <a:latin typeface="Arial"/>
                <a:cs typeface="Arial"/>
              </a:rPr>
              <a:t> </a:t>
            </a:r>
            <a:r>
              <a:rPr sz="1000" dirty="0">
                <a:solidFill>
                  <a:srgbClr val="231F20"/>
                </a:solidFill>
                <a:latin typeface="Arial"/>
                <a:cs typeface="Arial"/>
              </a:rPr>
              <a:t>into</a:t>
            </a:r>
            <a:r>
              <a:rPr sz="1000" spc="20" dirty="0">
                <a:solidFill>
                  <a:srgbClr val="231F20"/>
                </a:solidFill>
                <a:latin typeface="Arial"/>
                <a:cs typeface="Arial"/>
              </a:rPr>
              <a:t> </a:t>
            </a:r>
            <a:r>
              <a:rPr sz="1000" spc="-10" dirty="0">
                <a:solidFill>
                  <a:srgbClr val="231F20"/>
                </a:solidFill>
                <a:latin typeface="Arial"/>
                <a:cs typeface="Arial"/>
              </a:rPr>
              <a:t>teams</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scavenger</a:t>
            </a:r>
            <a:r>
              <a:rPr sz="1000" spc="-5" dirty="0">
                <a:solidFill>
                  <a:srgbClr val="231F20"/>
                </a:solidFill>
                <a:latin typeface="Arial"/>
                <a:cs typeface="Arial"/>
              </a:rPr>
              <a:t> </a:t>
            </a:r>
            <a:r>
              <a:rPr sz="1000" dirty="0">
                <a:solidFill>
                  <a:srgbClr val="231F20"/>
                </a:solidFill>
                <a:latin typeface="Arial"/>
                <a:cs typeface="Arial"/>
              </a:rPr>
              <a:t>hunt.</a:t>
            </a:r>
            <a:r>
              <a:rPr sz="1000" spc="-5"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to be</a:t>
            </a:r>
            <a:r>
              <a:rPr sz="1000" spc="-5" dirty="0">
                <a:solidFill>
                  <a:srgbClr val="231F20"/>
                </a:solidFill>
                <a:latin typeface="Arial"/>
                <a:cs typeface="Arial"/>
              </a:rPr>
              <a:t> </a:t>
            </a:r>
            <a:r>
              <a:rPr sz="1000" spc="-10" dirty="0">
                <a:solidFill>
                  <a:srgbClr val="231F20"/>
                </a:solidFill>
                <a:latin typeface="Arial"/>
                <a:cs typeface="Arial"/>
              </a:rPr>
              <a:t>creative, </a:t>
            </a:r>
            <a:r>
              <a:rPr sz="1000" dirty="0">
                <a:solidFill>
                  <a:srgbClr val="231F20"/>
                </a:solidFill>
                <a:latin typeface="Arial"/>
                <a:cs typeface="Arial"/>
              </a:rPr>
              <a:t>resourceful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work</a:t>
            </a:r>
            <a:r>
              <a:rPr sz="1000" spc="-10" dirty="0">
                <a:solidFill>
                  <a:srgbClr val="231F20"/>
                </a:solidFill>
                <a:latin typeface="Arial"/>
                <a:cs typeface="Arial"/>
              </a:rPr>
              <a:t> </a:t>
            </a:r>
            <a:r>
              <a:rPr sz="1000" dirty="0">
                <a:solidFill>
                  <a:srgbClr val="231F20"/>
                </a:solidFill>
                <a:latin typeface="Arial"/>
                <a:cs typeface="Arial"/>
              </a:rPr>
              <a:t>well</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teammates.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great</a:t>
            </a:r>
            <a:r>
              <a:rPr sz="1000" spc="5" dirty="0">
                <a:solidFill>
                  <a:srgbClr val="231F20"/>
                </a:solidFill>
                <a:latin typeface="Arial"/>
                <a:cs typeface="Arial"/>
              </a:rPr>
              <a:t> </a:t>
            </a:r>
            <a:r>
              <a:rPr sz="1000" dirty="0">
                <a:solidFill>
                  <a:srgbClr val="231F20"/>
                </a:solidFill>
                <a:latin typeface="Arial"/>
                <a:cs typeface="Arial"/>
              </a:rPr>
              <a:t>way</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get</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know</a:t>
            </a:r>
            <a:r>
              <a:rPr sz="1000" spc="10"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dirty="0">
                <a:solidFill>
                  <a:srgbClr val="231F20"/>
                </a:solidFill>
                <a:latin typeface="Arial"/>
                <a:cs typeface="Arial"/>
              </a:rPr>
              <a:t>another</a:t>
            </a:r>
            <a:r>
              <a:rPr sz="1000" spc="10"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dirty="0">
                <a:solidFill>
                  <a:srgbClr val="231F20"/>
                </a:solidFill>
                <a:latin typeface="Arial"/>
                <a:cs typeface="Arial"/>
              </a:rPr>
              <a:t>having</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a:t>
            </a:r>
            <a:r>
              <a:rPr sz="1000" spc="-10" dirty="0">
                <a:solidFill>
                  <a:srgbClr val="231F20"/>
                </a:solidFill>
                <a:latin typeface="Arial"/>
                <a:cs typeface="Arial"/>
              </a:rPr>
              <a:t> same </a:t>
            </a:r>
            <a:r>
              <a:rPr sz="1000" dirty="0">
                <a:solidFill>
                  <a:srgbClr val="231F20"/>
                </a:solidFill>
                <a:latin typeface="Arial"/>
                <a:cs typeface="Arial"/>
              </a:rPr>
              <a:t>time!</a:t>
            </a:r>
            <a:r>
              <a:rPr sz="1000" spc="-10"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treated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informative, </a:t>
            </a:r>
            <a:r>
              <a:rPr sz="1000" dirty="0">
                <a:solidFill>
                  <a:srgbClr val="231F20"/>
                </a:solidFill>
                <a:latin typeface="Arial"/>
                <a:cs typeface="Arial"/>
              </a:rPr>
              <a:t>engaging</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uplifting</a:t>
            </a:r>
            <a:r>
              <a:rPr sz="1000" spc="35" dirty="0">
                <a:solidFill>
                  <a:srgbClr val="231F20"/>
                </a:solidFill>
                <a:latin typeface="Arial"/>
                <a:cs typeface="Arial"/>
              </a:rPr>
              <a:t> </a:t>
            </a:r>
            <a:r>
              <a:rPr sz="1000" dirty="0">
                <a:solidFill>
                  <a:srgbClr val="231F20"/>
                </a:solidFill>
                <a:latin typeface="Arial"/>
                <a:cs typeface="Arial"/>
              </a:rPr>
              <a:t>lunch</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keynote</a:t>
            </a:r>
            <a:r>
              <a:rPr sz="1000" spc="35" dirty="0">
                <a:solidFill>
                  <a:srgbClr val="231F20"/>
                </a:solidFill>
                <a:latin typeface="Arial"/>
                <a:cs typeface="Arial"/>
              </a:rPr>
              <a:t> </a:t>
            </a:r>
            <a:r>
              <a:rPr sz="1000" dirty="0">
                <a:solidFill>
                  <a:srgbClr val="231F20"/>
                </a:solidFill>
                <a:latin typeface="Arial"/>
                <a:cs typeface="Arial"/>
              </a:rPr>
              <a:t>presentation</a:t>
            </a:r>
            <a:r>
              <a:rPr sz="1000" spc="40" dirty="0">
                <a:solidFill>
                  <a:srgbClr val="231F20"/>
                </a:solidFill>
                <a:latin typeface="Arial"/>
                <a:cs typeface="Arial"/>
              </a:rPr>
              <a:t> </a:t>
            </a:r>
            <a:r>
              <a:rPr sz="1000" spc="-25" dirty="0">
                <a:solidFill>
                  <a:srgbClr val="231F20"/>
                </a:solidFill>
                <a:latin typeface="Arial"/>
                <a:cs typeface="Arial"/>
              </a:rPr>
              <a:t>by </a:t>
            </a:r>
            <a:r>
              <a:rPr sz="1000" spc="-20" dirty="0">
                <a:solidFill>
                  <a:srgbClr val="231F20"/>
                </a:solidFill>
                <a:latin typeface="Arial"/>
                <a:cs typeface="Arial"/>
              </a:rPr>
              <a:t>Past</a:t>
            </a:r>
            <a:r>
              <a:rPr sz="1000" spc="-40" dirty="0">
                <a:solidFill>
                  <a:srgbClr val="231F20"/>
                </a:solidFill>
                <a:latin typeface="Arial"/>
                <a:cs typeface="Arial"/>
              </a:rPr>
              <a:t> </a:t>
            </a:r>
            <a:r>
              <a:rPr sz="1000" dirty="0">
                <a:solidFill>
                  <a:srgbClr val="231F20"/>
                </a:solidFill>
                <a:latin typeface="Arial"/>
                <a:cs typeface="Arial"/>
              </a:rPr>
              <a:t>National</a:t>
            </a:r>
            <a:r>
              <a:rPr sz="1000" spc="-40" dirty="0">
                <a:solidFill>
                  <a:srgbClr val="231F20"/>
                </a:solidFill>
                <a:latin typeface="Arial"/>
                <a:cs typeface="Arial"/>
              </a:rPr>
              <a:t> </a:t>
            </a:r>
            <a:r>
              <a:rPr sz="1000" dirty="0">
                <a:solidFill>
                  <a:srgbClr val="231F20"/>
                </a:solidFill>
                <a:latin typeface="Arial"/>
                <a:cs typeface="Arial"/>
              </a:rPr>
              <a:t>Vice</a:t>
            </a:r>
            <a:r>
              <a:rPr sz="1000" spc="-35" dirty="0">
                <a:solidFill>
                  <a:srgbClr val="231F20"/>
                </a:solidFill>
                <a:latin typeface="Arial"/>
                <a:cs typeface="Arial"/>
              </a:rPr>
              <a:t> </a:t>
            </a:r>
            <a:r>
              <a:rPr sz="1000" dirty="0">
                <a:solidFill>
                  <a:srgbClr val="231F20"/>
                </a:solidFill>
                <a:latin typeface="Arial"/>
                <a:cs typeface="Arial"/>
              </a:rPr>
              <a:t>President</a:t>
            </a:r>
            <a:r>
              <a:rPr sz="1000" spc="-40" dirty="0">
                <a:solidFill>
                  <a:srgbClr val="231F20"/>
                </a:solidFill>
                <a:latin typeface="Arial"/>
                <a:cs typeface="Arial"/>
              </a:rPr>
              <a:t> </a:t>
            </a:r>
            <a:r>
              <a:rPr sz="1000" spc="-10" dirty="0">
                <a:solidFill>
                  <a:srgbClr val="231F20"/>
                </a:solidFill>
                <a:latin typeface="Arial"/>
                <a:cs typeface="Arial"/>
              </a:rPr>
              <a:t>Gail</a:t>
            </a:r>
            <a:r>
              <a:rPr sz="1000" spc="-35" dirty="0">
                <a:solidFill>
                  <a:srgbClr val="231F20"/>
                </a:solidFill>
                <a:latin typeface="Arial"/>
                <a:cs typeface="Arial"/>
              </a:rPr>
              <a:t> </a:t>
            </a:r>
            <a:r>
              <a:rPr sz="1000" spc="-10" dirty="0">
                <a:solidFill>
                  <a:srgbClr val="231F20"/>
                </a:solidFill>
                <a:latin typeface="Arial"/>
                <a:cs typeface="Arial"/>
              </a:rPr>
              <a:t>Johnson.</a:t>
            </a:r>
            <a:endParaRPr sz="1000">
              <a:latin typeface="Arial"/>
              <a:cs typeface="Arial"/>
            </a:endParaRPr>
          </a:p>
          <a:p>
            <a:pPr marL="12700" marR="255270">
              <a:lnSpc>
                <a:spcPct val="100000"/>
              </a:lnSpc>
              <a:spcBef>
                <a:spcPts val="900"/>
              </a:spcBef>
            </a:pPr>
            <a:r>
              <a:rPr sz="1000" dirty="0">
                <a:solidFill>
                  <a:srgbClr val="231F20"/>
                </a:solidFill>
                <a:latin typeface="Arial"/>
                <a:cs typeface="Arial"/>
              </a:rPr>
              <a:t>After</a:t>
            </a:r>
            <a:r>
              <a:rPr sz="1000" spc="10" dirty="0">
                <a:solidFill>
                  <a:srgbClr val="231F20"/>
                </a:solidFill>
                <a:latin typeface="Arial"/>
                <a:cs typeface="Arial"/>
              </a:rPr>
              <a:t> </a:t>
            </a:r>
            <a:r>
              <a:rPr sz="1000" dirty="0">
                <a:solidFill>
                  <a:srgbClr val="231F20"/>
                </a:solidFill>
                <a:latin typeface="Arial"/>
                <a:cs typeface="Arial"/>
              </a:rPr>
              <a:t>lunch,</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Programming</a:t>
            </a:r>
            <a:r>
              <a:rPr sz="1000" spc="10" dirty="0">
                <a:solidFill>
                  <a:srgbClr val="231F20"/>
                </a:solidFill>
                <a:latin typeface="Arial"/>
                <a:cs typeface="Arial"/>
              </a:rPr>
              <a:t> </a:t>
            </a:r>
            <a:r>
              <a:rPr sz="1000" dirty="0">
                <a:solidFill>
                  <a:srgbClr val="231F20"/>
                </a:solidFill>
                <a:latin typeface="Arial"/>
                <a:cs typeface="Arial"/>
              </a:rPr>
              <a:t>Committee</a:t>
            </a:r>
            <a:r>
              <a:rPr sz="1000" spc="10" dirty="0">
                <a:solidFill>
                  <a:srgbClr val="231F20"/>
                </a:solidFill>
                <a:latin typeface="Arial"/>
                <a:cs typeface="Arial"/>
              </a:rPr>
              <a:t> </a:t>
            </a:r>
            <a:r>
              <a:rPr sz="1000" dirty="0">
                <a:solidFill>
                  <a:srgbClr val="231F20"/>
                </a:solidFill>
                <a:latin typeface="Arial"/>
                <a:cs typeface="Arial"/>
              </a:rPr>
              <a:t>hosted</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afternoon</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Program</a:t>
            </a:r>
            <a:r>
              <a:rPr sz="1000" spc="15" dirty="0">
                <a:solidFill>
                  <a:srgbClr val="231F20"/>
                </a:solidFill>
                <a:latin typeface="Arial"/>
                <a:cs typeface="Arial"/>
              </a:rPr>
              <a:t> </a:t>
            </a:r>
            <a:r>
              <a:rPr sz="1000" spc="-10" dirty="0">
                <a:solidFill>
                  <a:srgbClr val="231F20"/>
                </a:solidFill>
                <a:latin typeface="Arial"/>
                <a:cs typeface="Arial"/>
              </a:rPr>
              <a:t>Planning</a:t>
            </a:r>
            <a:r>
              <a:rPr sz="1000" spc="10" dirty="0">
                <a:solidFill>
                  <a:srgbClr val="231F20"/>
                </a:solidFill>
                <a:latin typeface="Arial"/>
                <a:cs typeface="Arial"/>
              </a:rPr>
              <a:t> </a:t>
            </a:r>
            <a:r>
              <a:rPr sz="1000" dirty="0">
                <a:solidFill>
                  <a:srgbClr val="231F20"/>
                </a:solidFill>
                <a:latin typeface="Arial"/>
                <a:cs typeface="Arial"/>
              </a:rPr>
              <a:t>Meetings</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20" dirty="0">
                <a:solidFill>
                  <a:srgbClr val="231F20"/>
                </a:solidFill>
                <a:latin typeface="Arial"/>
                <a:cs typeface="Arial"/>
              </a:rPr>
              <a:t>2019- </a:t>
            </a:r>
            <a:r>
              <a:rPr sz="1000" dirty="0">
                <a:solidFill>
                  <a:srgbClr val="231F20"/>
                </a:solidFill>
                <a:latin typeface="Arial"/>
                <a:cs typeface="Arial"/>
              </a:rPr>
              <a:t>2020</a:t>
            </a:r>
            <a:r>
              <a:rPr sz="1000" spc="1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spc="-2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All</a:t>
            </a:r>
            <a:r>
              <a:rPr sz="1000" spc="15" dirty="0">
                <a:solidFill>
                  <a:srgbClr val="231F20"/>
                </a:solidFill>
                <a:latin typeface="Arial"/>
                <a:cs typeface="Arial"/>
              </a:rPr>
              <a:t> </a:t>
            </a:r>
            <a:r>
              <a:rPr sz="1000" dirty="0">
                <a:solidFill>
                  <a:srgbClr val="231F20"/>
                </a:solidFill>
                <a:latin typeface="Arial"/>
                <a:cs typeface="Arial"/>
              </a:rPr>
              <a:t>Pooh</a:t>
            </a:r>
            <a:r>
              <a:rPr sz="1000" spc="1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Middle</a:t>
            </a:r>
            <a:r>
              <a:rPr sz="1000" spc="15" dirty="0">
                <a:solidFill>
                  <a:srgbClr val="231F20"/>
                </a:solidFill>
                <a:latin typeface="Arial"/>
                <a:cs typeface="Arial"/>
              </a:rPr>
              <a:t> </a:t>
            </a:r>
            <a:r>
              <a:rPr sz="1000" spc="-10" dirty="0">
                <a:solidFill>
                  <a:srgbClr val="231F20"/>
                </a:solidFill>
                <a:latin typeface="Arial"/>
                <a:cs typeface="Arial"/>
              </a:rPr>
              <a:t>School </a:t>
            </a:r>
            <a:r>
              <a:rPr sz="1000" dirty="0">
                <a:solidFill>
                  <a:srgbClr val="231F20"/>
                </a:solidFill>
                <a:latin typeface="Arial"/>
                <a:cs typeface="Arial"/>
              </a:rPr>
              <a:t>groups met,</a:t>
            </a:r>
            <a:r>
              <a:rPr sz="1000" spc="5" dirty="0">
                <a:solidFill>
                  <a:srgbClr val="231F20"/>
                </a:solidFill>
                <a:latin typeface="Arial"/>
                <a:cs typeface="Arial"/>
              </a:rPr>
              <a:t> </a:t>
            </a:r>
            <a:r>
              <a:rPr sz="1000" dirty="0">
                <a:solidFill>
                  <a:srgbClr val="231F20"/>
                </a:solidFill>
                <a:latin typeface="Arial"/>
                <a:cs typeface="Arial"/>
              </a:rPr>
              <a:t>discussed</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selected</a:t>
            </a:r>
            <a:r>
              <a:rPr sz="1000" spc="5" dirty="0">
                <a:solidFill>
                  <a:srgbClr val="231F20"/>
                </a:solidFill>
                <a:latin typeface="Arial"/>
                <a:cs typeface="Arial"/>
              </a:rPr>
              <a:t> </a:t>
            </a:r>
            <a:r>
              <a:rPr sz="1000" dirty="0">
                <a:solidFill>
                  <a:srgbClr val="231F20"/>
                </a:solidFill>
                <a:latin typeface="Arial"/>
                <a:cs typeface="Arial"/>
              </a:rPr>
              <a:t>their activities</a:t>
            </a:r>
            <a:r>
              <a:rPr sz="1000" spc="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High</a:t>
            </a:r>
            <a:r>
              <a:rPr sz="1000" spc="-5" dirty="0">
                <a:solidFill>
                  <a:srgbClr val="231F20"/>
                </a:solidFill>
                <a:latin typeface="Arial"/>
                <a:cs typeface="Arial"/>
              </a:rPr>
              <a:t> </a:t>
            </a:r>
            <a:r>
              <a:rPr sz="1000" dirty="0">
                <a:solidFill>
                  <a:srgbClr val="231F20"/>
                </a:solidFill>
                <a:latin typeface="Arial"/>
                <a:cs typeface="Arial"/>
              </a:rPr>
              <a:t>school</a:t>
            </a:r>
            <a:r>
              <a:rPr sz="1000" spc="-5" dirty="0">
                <a:solidFill>
                  <a:srgbClr val="231F20"/>
                </a:solidFill>
                <a:latin typeface="Arial"/>
                <a:cs typeface="Arial"/>
              </a:rPr>
              <a:t> </a:t>
            </a:r>
            <a:r>
              <a:rPr sz="1000" spc="-20" dirty="0">
                <a:solidFill>
                  <a:srgbClr val="231F20"/>
                </a:solidFill>
                <a:latin typeface="Arial"/>
                <a:cs typeface="Arial"/>
              </a:rPr>
              <a:t>Teen</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met</a:t>
            </a:r>
            <a:r>
              <a:rPr sz="1000" spc="-5" dirty="0">
                <a:solidFill>
                  <a:srgbClr val="231F20"/>
                </a:solidFill>
                <a:latin typeface="Arial"/>
                <a:cs typeface="Arial"/>
              </a:rPr>
              <a:t> </a:t>
            </a:r>
            <a:r>
              <a:rPr sz="1000" spc="-10" dirty="0">
                <a:solidFill>
                  <a:srgbClr val="231F20"/>
                </a:solidFill>
                <a:latin typeface="Arial"/>
                <a:cs typeface="Arial"/>
              </a:rPr>
              <a:t>separately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do</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planning</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upcoming</a:t>
            </a:r>
            <a:r>
              <a:rPr sz="1000" spc="15"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spc="-20" dirty="0">
                <a:solidFill>
                  <a:srgbClr val="231F20"/>
                </a:solidFill>
                <a:latin typeface="Arial"/>
                <a:cs typeface="Arial"/>
              </a:rPr>
              <a:t>year.</a:t>
            </a:r>
            <a:endParaRPr sz="1000">
              <a:latin typeface="Arial"/>
              <a:cs typeface="Arial"/>
            </a:endParaRPr>
          </a:p>
          <a:p>
            <a:pPr marL="12700" marR="100965">
              <a:lnSpc>
                <a:spcPct val="100000"/>
              </a:lnSpc>
            </a:pPr>
            <a:r>
              <a:rPr sz="1000" dirty="0">
                <a:solidFill>
                  <a:srgbClr val="231F20"/>
                </a:solidFill>
                <a:latin typeface="Arial"/>
                <a:cs typeface="Arial"/>
              </a:rPr>
              <a:t>Led</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20" dirty="0">
                <a:solidFill>
                  <a:srgbClr val="231F20"/>
                </a:solidFill>
                <a:latin typeface="Arial"/>
                <a:cs typeface="Arial"/>
              </a:rPr>
              <a:t>Chairs,</a:t>
            </a:r>
            <a:r>
              <a:rPr sz="1000" spc="-10" dirty="0">
                <a:solidFill>
                  <a:srgbClr val="231F20"/>
                </a:solidFill>
                <a:latin typeface="Arial"/>
                <a:cs typeface="Arial"/>
              </a:rPr>
              <a:t> </a:t>
            </a:r>
            <a:r>
              <a:rPr sz="1000" dirty="0">
                <a:solidFill>
                  <a:srgbClr val="231F20"/>
                </a:solidFill>
                <a:latin typeface="Arial"/>
                <a:cs typeface="Arial"/>
              </a:rPr>
              <a:t>Mothers</a:t>
            </a:r>
            <a:r>
              <a:rPr sz="1000" spc="-10" dirty="0">
                <a:solidFill>
                  <a:srgbClr val="231F20"/>
                </a:solidFill>
                <a:latin typeface="Arial"/>
                <a:cs typeface="Arial"/>
              </a:rPr>
              <a:t> </a:t>
            </a:r>
            <a:r>
              <a:rPr sz="1000" dirty="0">
                <a:solidFill>
                  <a:srgbClr val="231F20"/>
                </a:solidFill>
                <a:latin typeface="Arial"/>
                <a:cs typeface="Arial"/>
              </a:rPr>
              <a:t>came</a:t>
            </a:r>
            <a:r>
              <a:rPr sz="1000" spc="-10" dirty="0">
                <a:solidFill>
                  <a:srgbClr val="231F20"/>
                </a:solidFill>
                <a:latin typeface="Arial"/>
                <a:cs typeface="Arial"/>
              </a:rPr>
              <a:t> </a:t>
            </a:r>
            <a:r>
              <a:rPr sz="1000" dirty="0">
                <a:solidFill>
                  <a:srgbClr val="231F20"/>
                </a:solidFill>
                <a:latin typeface="Arial"/>
                <a:cs typeface="Arial"/>
              </a:rPr>
              <a:t>prepared</a:t>
            </a:r>
            <a:r>
              <a:rPr sz="1000" spc="-10" dirty="0">
                <a:solidFill>
                  <a:srgbClr val="231F20"/>
                </a:solidFill>
                <a:latin typeface="Arial"/>
                <a:cs typeface="Arial"/>
              </a:rPr>
              <a:t> </a:t>
            </a:r>
            <a:r>
              <a:rPr sz="1000" spc="-25" dirty="0">
                <a:solidFill>
                  <a:srgbClr val="231F20"/>
                </a:solidFill>
                <a:latin typeface="Arial"/>
                <a:cs typeface="Arial"/>
              </a:rPr>
              <a:t>to </a:t>
            </a:r>
            <a:r>
              <a:rPr sz="1000" spc="-10" dirty="0">
                <a:solidFill>
                  <a:srgbClr val="231F20"/>
                </a:solidFill>
                <a:latin typeface="Arial"/>
                <a:cs typeface="Arial"/>
              </a:rPr>
              <a:t>discuss</a:t>
            </a:r>
            <a:r>
              <a:rPr sz="1000" spc="15" dirty="0">
                <a:solidFill>
                  <a:srgbClr val="231F20"/>
                </a:solidFill>
                <a:latin typeface="Arial"/>
                <a:cs typeface="Arial"/>
              </a:rPr>
              <a:t> </a:t>
            </a:r>
            <a:r>
              <a:rPr sz="1000" dirty="0">
                <a:solidFill>
                  <a:srgbClr val="231F20"/>
                </a:solidFill>
                <a:latin typeface="Arial"/>
                <a:cs typeface="Arial"/>
              </a:rPr>
              <a:t>enriching</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impactful</a:t>
            </a:r>
            <a:r>
              <a:rPr sz="1000" spc="15"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teens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ended</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afternoon</a:t>
            </a:r>
            <a:r>
              <a:rPr sz="1000" spc="25" dirty="0">
                <a:solidFill>
                  <a:srgbClr val="231F20"/>
                </a:solidFill>
                <a:latin typeface="Arial"/>
                <a:cs typeface="Arial"/>
              </a:rPr>
              <a:t> </a:t>
            </a:r>
            <a:r>
              <a:rPr sz="1000" dirty="0">
                <a:solidFill>
                  <a:srgbClr val="231F20"/>
                </a:solidFill>
                <a:latin typeface="Arial"/>
                <a:cs typeface="Arial"/>
              </a:rPr>
              <a:t>excited</a:t>
            </a:r>
            <a:r>
              <a:rPr sz="1000" spc="2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experiences</a:t>
            </a:r>
            <a:r>
              <a:rPr sz="1000" spc="-5" dirty="0">
                <a:solidFill>
                  <a:srgbClr val="231F20"/>
                </a:solidFill>
                <a:latin typeface="Arial"/>
                <a:cs typeface="Arial"/>
              </a:rPr>
              <a:t> </a:t>
            </a:r>
            <a:r>
              <a:rPr sz="1000" dirty="0">
                <a:solidFill>
                  <a:srgbClr val="231F20"/>
                </a:solidFill>
                <a:latin typeface="Arial"/>
                <a:cs typeface="Arial"/>
              </a:rPr>
              <a:t>to </a:t>
            </a:r>
            <a:r>
              <a:rPr sz="1000" spc="-10" dirty="0">
                <a:solidFill>
                  <a:srgbClr val="231F20"/>
                </a:solidFill>
                <a:latin typeface="Arial"/>
                <a:cs typeface="Arial"/>
              </a:rPr>
              <a:t>come.</a:t>
            </a:r>
            <a:r>
              <a:rPr sz="1000" spc="-5" dirty="0">
                <a:solidFill>
                  <a:srgbClr val="231F20"/>
                </a:solidFill>
                <a:latin typeface="Arial"/>
                <a:cs typeface="Arial"/>
              </a:rPr>
              <a:t> </a:t>
            </a:r>
            <a:r>
              <a:rPr sz="1000" dirty="0">
                <a:solidFill>
                  <a:srgbClr val="231F20"/>
                </a:solidFill>
                <a:latin typeface="Arial"/>
                <a:cs typeface="Arial"/>
              </a:rPr>
              <a:t>In the </a:t>
            </a:r>
            <a:r>
              <a:rPr sz="1000" spc="-10" dirty="0">
                <a:solidFill>
                  <a:srgbClr val="231F20"/>
                </a:solidFill>
                <a:latin typeface="Arial"/>
                <a:cs typeface="Arial"/>
              </a:rPr>
              <a:t>meantime,</a:t>
            </a:r>
            <a:r>
              <a:rPr sz="1000" spc="-5" dirty="0">
                <a:solidFill>
                  <a:srgbClr val="231F20"/>
                </a:solidFill>
                <a:latin typeface="Arial"/>
                <a:cs typeface="Arial"/>
              </a:rPr>
              <a:t> </a:t>
            </a:r>
            <a:r>
              <a:rPr sz="1000" dirty="0">
                <a:solidFill>
                  <a:srgbClr val="231F20"/>
                </a:solidFill>
                <a:latin typeface="Arial"/>
                <a:cs typeface="Arial"/>
              </a:rPr>
              <a:t>those </a:t>
            </a:r>
            <a:r>
              <a:rPr sz="1000" spc="-10" dirty="0">
                <a:solidFill>
                  <a:srgbClr val="231F20"/>
                </a:solidFill>
                <a:latin typeface="Arial"/>
                <a:cs typeface="Arial"/>
              </a:rPr>
              <a:t>Mothers </a:t>
            </a:r>
            <a:r>
              <a:rPr sz="1000" dirty="0">
                <a:solidFill>
                  <a:srgbClr val="231F20"/>
                </a:solidFill>
                <a:latin typeface="Arial"/>
                <a:cs typeface="Arial"/>
              </a:rPr>
              <a:t>who</a:t>
            </a:r>
            <a:r>
              <a:rPr sz="1000" spc="15"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dirty="0">
                <a:solidFill>
                  <a:srgbClr val="231F20"/>
                </a:solidFill>
                <a:latin typeface="Arial"/>
                <a:cs typeface="Arial"/>
              </a:rPr>
              <a:t>already</a:t>
            </a:r>
            <a:r>
              <a:rPr sz="1000" spc="20" dirty="0">
                <a:solidFill>
                  <a:srgbClr val="231F20"/>
                </a:solidFill>
                <a:latin typeface="Arial"/>
                <a:cs typeface="Arial"/>
              </a:rPr>
              <a:t> </a:t>
            </a:r>
            <a:r>
              <a:rPr sz="1000" dirty="0">
                <a:solidFill>
                  <a:srgbClr val="231F20"/>
                </a:solidFill>
                <a:latin typeface="Arial"/>
                <a:cs typeface="Arial"/>
              </a:rPr>
              <a:t>completed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planning</a:t>
            </a:r>
            <a:r>
              <a:rPr sz="1000" spc="20" dirty="0">
                <a:solidFill>
                  <a:srgbClr val="231F20"/>
                </a:solidFill>
                <a:latin typeface="Arial"/>
                <a:cs typeface="Arial"/>
              </a:rPr>
              <a:t> </a:t>
            </a:r>
            <a:r>
              <a:rPr sz="1000" spc="-10" dirty="0">
                <a:solidFill>
                  <a:srgbClr val="231F20"/>
                </a:solidFill>
                <a:latin typeface="Arial"/>
                <a:cs typeface="Arial"/>
              </a:rPr>
              <a:t>sessions</a:t>
            </a:r>
            <a:r>
              <a:rPr sz="1000" spc="500"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able</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enjoy</a:t>
            </a:r>
            <a:r>
              <a:rPr sz="1000" spc="20" dirty="0">
                <a:solidFill>
                  <a:srgbClr val="231F20"/>
                </a:solidFill>
                <a:latin typeface="Arial"/>
                <a:cs typeface="Arial"/>
              </a:rPr>
              <a:t> </a:t>
            </a:r>
            <a:r>
              <a:rPr sz="1000" dirty="0">
                <a:solidFill>
                  <a:srgbClr val="231F20"/>
                </a:solidFill>
                <a:latin typeface="Arial"/>
                <a:cs typeface="Arial"/>
              </a:rPr>
              <a:t>time</a:t>
            </a:r>
            <a:r>
              <a:rPr sz="1000" spc="15" dirty="0">
                <a:solidFill>
                  <a:srgbClr val="231F20"/>
                </a:solidFill>
                <a:latin typeface="Arial"/>
                <a:cs typeface="Arial"/>
              </a:rPr>
              <a:t> </a:t>
            </a:r>
            <a:r>
              <a:rPr sz="1000" dirty="0">
                <a:solidFill>
                  <a:srgbClr val="231F20"/>
                </a:solidFill>
                <a:latin typeface="Arial"/>
                <a:cs typeface="Arial"/>
              </a:rPr>
              <a:t>shopping</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onsite</a:t>
            </a:r>
            <a:r>
              <a:rPr sz="1000" spc="15" dirty="0">
                <a:solidFill>
                  <a:srgbClr val="231F20"/>
                </a:solidFill>
                <a:latin typeface="Arial"/>
                <a:cs typeface="Arial"/>
              </a:rPr>
              <a:t> </a:t>
            </a:r>
            <a:r>
              <a:rPr sz="1000" spc="-10" dirty="0">
                <a:solidFill>
                  <a:srgbClr val="231F20"/>
                </a:solidFill>
                <a:latin typeface="Arial"/>
                <a:cs typeface="Arial"/>
              </a:rPr>
              <a:t>vendors, </a:t>
            </a:r>
            <a:r>
              <a:rPr sz="1000" dirty="0">
                <a:solidFill>
                  <a:srgbClr val="231F20"/>
                </a:solidFill>
                <a:latin typeface="Arial"/>
                <a:cs typeface="Arial"/>
              </a:rPr>
              <a:t>swimming in the indoor</a:t>
            </a:r>
            <a:r>
              <a:rPr sz="1000" spc="5" dirty="0">
                <a:solidFill>
                  <a:srgbClr val="231F20"/>
                </a:solidFill>
                <a:latin typeface="Arial"/>
                <a:cs typeface="Arial"/>
              </a:rPr>
              <a:t> </a:t>
            </a:r>
            <a:r>
              <a:rPr sz="1000" dirty="0">
                <a:solidFill>
                  <a:srgbClr val="231F20"/>
                </a:solidFill>
                <a:latin typeface="Arial"/>
                <a:cs typeface="Arial"/>
              </a:rPr>
              <a:t>pool, enjoying spa</a:t>
            </a:r>
            <a:r>
              <a:rPr sz="1000" spc="5" dirty="0">
                <a:solidFill>
                  <a:srgbClr val="231F20"/>
                </a:solidFill>
                <a:latin typeface="Arial"/>
                <a:cs typeface="Arial"/>
              </a:rPr>
              <a:t> </a:t>
            </a:r>
            <a:r>
              <a:rPr sz="1000" dirty="0">
                <a:solidFill>
                  <a:srgbClr val="231F20"/>
                </a:solidFill>
                <a:latin typeface="Arial"/>
                <a:cs typeface="Arial"/>
              </a:rPr>
              <a:t>services </a:t>
            </a:r>
            <a:r>
              <a:rPr sz="1000" spc="-25" dirty="0">
                <a:solidFill>
                  <a:srgbClr val="231F20"/>
                </a:solidFill>
                <a:latin typeface="Arial"/>
                <a:cs typeface="Arial"/>
              </a:rPr>
              <a:t>or </a:t>
            </a:r>
            <a:r>
              <a:rPr sz="1000" dirty="0">
                <a:solidFill>
                  <a:srgbClr val="231F20"/>
                </a:solidFill>
                <a:latin typeface="Arial"/>
                <a:cs typeface="Arial"/>
              </a:rPr>
              <a:t>getting</a:t>
            </a:r>
            <a:r>
              <a:rPr sz="1000" spc="20" dirty="0">
                <a:solidFill>
                  <a:srgbClr val="231F20"/>
                </a:solidFill>
                <a:latin typeface="Arial"/>
                <a:cs typeface="Arial"/>
              </a:rPr>
              <a:t> </a:t>
            </a:r>
            <a:r>
              <a:rPr sz="1000" dirty="0">
                <a:solidFill>
                  <a:srgbClr val="231F20"/>
                </a:solidFill>
                <a:latin typeface="Arial"/>
                <a:cs typeface="Arial"/>
              </a:rPr>
              <a:t>much</a:t>
            </a:r>
            <a:r>
              <a:rPr sz="1000" spc="25" dirty="0">
                <a:solidFill>
                  <a:srgbClr val="231F20"/>
                </a:solidFill>
                <a:latin typeface="Arial"/>
                <a:cs typeface="Arial"/>
              </a:rPr>
              <a:t> </a:t>
            </a:r>
            <a:r>
              <a:rPr sz="1000" dirty="0">
                <a:solidFill>
                  <a:srgbClr val="231F20"/>
                </a:solidFill>
                <a:latin typeface="Arial"/>
                <a:cs typeface="Arial"/>
              </a:rPr>
              <a:t>needed</a:t>
            </a:r>
            <a:r>
              <a:rPr sz="1000" spc="25" dirty="0">
                <a:solidFill>
                  <a:srgbClr val="231F20"/>
                </a:solidFill>
                <a:latin typeface="Arial"/>
                <a:cs typeface="Arial"/>
              </a:rPr>
              <a:t> </a:t>
            </a:r>
            <a:r>
              <a:rPr sz="1000" dirty="0">
                <a:solidFill>
                  <a:srgbClr val="231F20"/>
                </a:solidFill>
                <a:latin typeface="Arial"/>
                <a:cs typeface="Arial"/>
              </a:rPr>
              <a:t>rest.</a:t>
            </a:r>
            <a:r>
              <a:rPr sz="1000" spc="25" dirty="0">
                <a:solidFill>
                  <a:srgbClr val="231F20"/>
                </a:solidFill>
                <a:latin typeface="Arial"/>
                <a:cs typeface="Arial"/>
              </a:rPr>
              <a:t> </a:t>
            </a:r>
            <a:r>
              <a:rPr sz="1000" dirty="0">
                <a:solidFill>
                  <a:srgbClr val="231F20"/>
                </a:solidFill>
                <a:latin typeface="Arial"/>
                <a:cs typeface="Arial"/>
              </a:rPr>
              <a:t>After</a:t>
            </a:r>
            <a:r>
              <a:rPr sz="1000" spc="25" dirty="0">
                <a:solidFill>
                  <a:srgbClr val="231F20"/>
                </a:solidFill>
                <a:latin typeface="Arial"/>
                <a:cs typeface="Arial"/>
              </a:rPr>
              <a:t> </a:t>
            </a:r>
            <a:r>
              <a:rPr sz="1000" spc="-10" dirty="0">
                <a:solidFill>
                  <a:srgbClr val="231F20"/>
                </a:solidFill>
                <a:latin typeface="Arial"/>
                <a:cs typeface="Arial"/>
              </a:rPr>
              <a:t>dinner,</a:t>
            </a:r>
            <a:r>
              <a:rPr sz="1000" spc="25" dirty="0">
                <a:solidFill>
                  <a:srgbClr val="231F20"/>
                </a:solidFill>
                <a:latin typeface="Arial"/>
                <a:cs typeface="Arial"/>
              </a:rPr>
              <a:t> </a:t>
            </a:r>
            <a:r>
              <a:rPr sz="1000" dirty="0">
                <a:solidFill>
                  <a:srgbClr val="231F20"/>
                </a:solidFill>
                <a:latin typeface="Arial"/>
                <a:cs typeface="Arial"/>
              </a:rPr>
              <a:t>we</a:t>
            </a:r>
            <a:r>
              <a:rPr sz="1000" spc="25" dirty="0">
                <a:solidFill>
                  <a:srgbClr val="231F20"/>
                </a:solidFill>
                <a:latin typeface="Arial"/>
                <a:cs typeface="Arial"/>
              </a:rPr>
              <a:t> </a:t>
            </a:r>
            <a:r>
              <a:rPr sz="1000" dirty="0">
                <a:solidFill>
                  <a:srgbClr val="231F20"/>
                </a:solidFill>
                <a:latin typeface="Arial"/>
                <a:cs typeface="Arial"/>
              </a:rPr>
              <a:t>enjoyed</a:t>
            </a:r>
            <a:r>
              <a:rPr sz="1000" spc="25" dirty="0">
                <a:solidFill>
                  <a:srgbClr val="231F20"/>
                </a:solidFill>
                <a:latin typeface="Arial"/>
                <a:cs typeface="Arial"/>
              </a:rPr>
              <a:t> </a:t>
            </a:r>
            <a:r>
              <a:rPr sz="1000" spc="-25" dirty="0">
                <a:solidFill>
                  <a:srgbClr val="231F20"/>
                </a:solidFill>
                <a:latin typeface="Arial"/>
                <a:cs typeface="Arial"/>
              </a:rPr>
              <a:t>an</a:t>
            </a:r>
            <a:endParaRPr sz="1000">
              <a:latin typeface="Arial"/>
              <a:cs typeface="Arial"/>
            </a:endParaRPr>
          </a:p>
          <a:p>
            <a:pPr marL="12700" marR="5080">
              <a:lnSpc>
                <a:spcPct val="100000"/>
              </a:lnSpc>
            </a:pPr>
            <a:r>
              <a:rPr sz="1000" dirty="0">
                <a:solidFill>
                  <a:srgbClr val="231F20"/>
                </a:solidFill>
                <a:latin typeface="Arial"/>
                <a:cs typeface="Arial"/>
              </a:rPr>
              <a:t>encore</a:t>
            </a:r>
            <a:r>
              <a:rPr sz="1000" spc="-20" dirty="0">
                <a:solidFill>
                  <a:srgbClr val="231F20"/>
                </a:solidFill>
                <a:latin typeface="Arial"/>
                <a:cs typeface="Arial"/>
              </a:rPr>
              <a:t> </a:t>
            </a:r>
            <a:r>
              <a:rPr sz="1000" dirty="0">
                <a:solidFill>
                  <a:srgbClr val="231F20"/>
                </a:solidFill>
                <a:latin typeface="Arial"/>
                <a:cs typeface="Arial"/>
              </a:rPr>
              <a:t>Wine</a:t>
            </a:r>
            <a:r>
              <a:rPr sz="1000" spc="-20" dirty="0">
                <a:solidFill>
                  <a:srgbClr val="231F20"/>
                </a:solidFill>
                <a:latin typeface="Arial"/>
                <a:cs typeface="Arial"/>
              </a:rPr>
              <a:t> </a:t>
            </a:r>
            <a:r>
              <a:rPr sz="1000" spc="-10" dirty="0">
                <a:solidFill>
                  <a:srgbClr val="231F20"/>
                </a:solidFill>
                <a:latin typeface="Arial"/>
                <a:cs typeface="Arial"/>
              </a:rPr>
              <a:t>Tasting</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Dessert</a:t>
            </a:r>
            <a:r>
              <a:rPr sz="1000" spc="-20" dirty="0">
                <a:solidFill>
                  <a:srgbClr val="231F20"/>
                </a:solidFill>
                <a:latin typeface="Arial"/>
                <a:cs typeface="Arial"/>
              </a:rPr>
              <a:t> </a:t>
            </a:r>
            <a:r>
              <a:rPr sz="1000" spc="-10" dirty="0">
                <a:solidFill>
                  <a:srgbClr val="231F20"/>
                </a:solidFill>
                <a:latin typeface="Arial"/>
                <a:cs typeface="Arial"/>
              </a:rPr>
              <a:t>Pairing</a:t>
            </a:r>
            <a:r>
              <a:rPr sz="1000" spc="-15" dirty="0">
                <a:solidFill>
                  <a:srgbClr val="231F20"/>
                </a:solidFill>
                <a:latin typeface="Arial"/>
                <a:cs typeface="Arial"/>
              </a:rPr>
              <a:t> </a:t>
            </a:r>
            <a:r>
              <a:rPr sz="1000" dirty="0">
                <a:solidFill>
                  <a:srgbClr val="231F20"/>
                </a:solidFill>
                <a:latin typeface="Arial"/>
                <a:cs typeface="Arial"/>
              </a:rPr>
              <a:t>experience</a:t>
            </a:r>
            <a:r>
              <a:rPr sz="1000" spc="-20" dirty="0">
                <a:solidFill>
                  <a:srgbClr val="231F20"/>
                </a:solidFill>
                <a:latin typeface="Arial"/>
                <a:cs typeface="Arial"/>
              </a:rPr>
              <a:t> with </a:t>
            </a:r>
            <a:r>
              <a:rPr sz="1000" spc="-10" dirty="0">
                <a:solidFill>
                  <a:srgbClr val="231F20"/>
                </a:solidFill>
                <a:latin typeface="Arial"/>
                <a:cs typeface="Arial"/>
              </a:rPr>
              <a:t>Sommelier Carrie</a:t>
            </a:r>
            <a:r>
              <a:rPr sz="1000" spc="-5" dirty="0">
                <a:solidFill>
                  <a:srgbClr val="231F20"/>
                </a:solidFill>
                <a:latin typeface="Arial"/>
                <a:cs typeface="Arial"/>
              </a:rPr>
              <a:t> </a:t>
            </a:r>
            <a:r>
              <a:rPr sz="1000" dirty="0">
                <a:solidFill>
                  <a:srgbClr val="231F20"/>
                </a:solidFill>
                <a:latin typeface="Arial"/>
                <a:cs typeface="Arial"/>
              </a:rPr>
              <a:t>Elliott.</a:t>
            </a:r>
            <a:r>
              <a:rPr sz="1000" spc="-5"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wonderful</a:t>
            </a:r>
            <a:r>
              <a:rPr sz="1000" spc="-5" dirty="0">
                <a:solidFill>
                  <a:srgbClr val="231F20"/>
                </a:solidFill>
                <a:latin typeface="Arial"/>
                <a:cs typeface="Arial"/>
              </a:rPr>
              <a:t> </a:t>
            </a:r>
            <a:r>
              <a:rPr sz="1000" dirty="0">
                <a:solidFill>
                  <a:srgbClr val="231F20"/>
                </a:solidFill>
                <a:latin typeface="Arial"/>
                <a:cs typeface="Arial"/>
              </a:rPr>
              <a:t>time</a:t>
            </a:r>
            <a:r>
              <a:rPr sz="1000" spc="-5"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more</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different</a:t>
            </a:r>
            <a:r>
              <a:rPr sz="1000" spc="20" dirty="0">
                <a:solidFill>
                  <a:srgbClr val="231F20"/>
                </a:solidFill>
                <a:latin typeface="Arial"/>
                <a:cs typeface="Arial"/>
              </a:rPr>
              <a:t> </a:t>
            </a:r>
            <a:r>
              <a:rPr sz="1000" dirty="0">
                <a:solidFill>
                  <a:srgbClr val="231F20"/>
                </a:solidFill>
                <a:latin typeface="Arial"/>
                <a:cs typeface="Arial"/>
              </a:rPr>
              <a:t>kinds</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wine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enjoying</a:t>
            </a:r>
            <a:r>
              <a:rPr sz="1000" spc="20" dirty="0">
                <a:solidFill>
                  <a:srgbClr val="231F20"/>
                </a:solidFill>
                <a:latin typeface="Arial"/>
                <a:cs typeface="Arial"/>
              </a:rPr>
              <a:t> </a:t>
            </a:r>
            <a:r>
              <a:rPr sz="1000" spc="-10" dirty="0">
                <a:solidFill>
                  <a:srgbClr val="231F20"/>
                </a:solidFill>
                <a:latin typeface="Arial"/>
                <a:cs typeface="Arial"/>
              </a:rPr>
              <a:t>delicious desserts.</a:t>
            </a:r>
            <a:endParaRPr sz="1000">
              <a:latin typeface="Arial"/>
              <a:cs typeface="Arial"/>
            </a:endParaRPr>
          </a:p>
          <a:p>
            <a:pPr marL="12700" marR="33655">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next morning, we</a:t>
            </a:r>
            <a:r>
              <a:rPr sz="1000" spc="-5" dirty="0">
                <a:solidFill>
                  <a:srgbClr val="231F20"/>
                </a:solidFill>
                <a:latin typeface="Arial"/>
                <a:cs typeface="Arial"/>
              </a:rPr>
              <a:t> </a:t>
            </a:r>
            <a:r>
              <a:rPr sz="1000" dirty="0">
                <a:solidFill>
                  <a:srgbClr val="231F20"/>
                </a:solidFill>
                <a:latin typeface="Arial"/>
                <a:cs typeface="Arial"/>
              </a:rPr>
              <a:t>enjoyed an impactful</a:t>
            </a:r>
            <a:r>
              <a:rPr sz="1000" spc="-5" dirty="0">
                <a:solidFill>
                  <a:srgbClr val="231F20"/>
                </a:solidFill>
                <a:latin typeface="Arial"/>
                <a:cs typeface="Arial"/>
              </a:rPr>
              <a:t> </a:t>
            </a:r>
            <a:r>
              <a:rPr sz="1000" spc="-10" dirty="0">
                <a:solidFill>
                  <a:srgbClr val="231F20"/>
                </a:solidFill>
                <a:latin typeface="Arial"/>
                <a:cs typeface="Arial"/>
              </a:rPr>
              <a:t>session </a:t>
            </a:r>
            <a:r>
              <a:rPr sz="1000" dirty="0">
                <a:solidFill>
                  <a:srgbClr val="231F20"/>
                </a:solidFill>
                <a:latin typeface="Arial"/>
                <a:cs typeface="Arial"/>
              </a:rPr>
              <a:t>entitled</a:t>
            </a:r>
            <a:r>
              <a:rPr sz="1000" spc="15" dirty="0">
                <a:solidFill>
                  <a:srgbClr val="231F20"/>
                </a:solidFill>
                <a:latin typeface="Arial"/>
                <a:cs typeface="Arial"/>
              </a:rPr>
              <a:t> </a:t>
            </a:r>
            <a:r>
              <a:rPr sz="1000" dirty="0">
                <a:solidFill>
                  <a:srgbClr val="231F20"/>
                </a:solidFill>
                <a:latin typeface="Arial"/>
                <a:cs typeface="Arial"/>
              </a:rPr>
              <a:t>“Calling</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20" dirty="0">
                <a:solidFill>
                  <a:srgbClr val="231F20"/>
                </a:solidFill>
                <a:latin typeface="Arial"/>
                <a:cs typeface="Arial"/>
              </a:rPr>
              <a:t>Family</a:t>
            </a:r>
            <a:r>
              <a:rPr sz="1000" spc="15" dirty="0">
                <a:solidFill>
                  <a:srgbClr val="231F20"/>
                </a:solidFill>
                <a:latin typeface="Arial"/>
                <a:cs typeface="Arial"/>
              </a:rPr>
              <a:t> </a:t>
            </a:r>
            <a:r>
              <a:rPr sz="1000" dirty="0">
                <a:solidFill>
                  <a:srgbClr val="231F20"/>
                </a:solidFill>
                <a:latin typeface="Arial"/>
                <a:cs typeface="Arial"/>
              </a:rPr>
              <a:t>Meeting”</a:t>
            </a:r>
            <a:r>
              <a:rPr sz="1000" spc="20" dirty="0">
                <a:solidFill>
                  <a:srgbClr val="231F20"/>
                </a:solidFill>
                <a:latin typeface="Arial"/>
                <a:cs typeface="Arial"/>
              </a:rPr>
              <a:t> </a:t>
            </a:r>
            <a:r>
              <a:rPr sz="1000" dirty="0">
                <a:solidFill>
                  <a:srgbClr val="231F20"/>
                </a:solidFill>
                <a:latin typeface="Arial"/>
                <a:cs typeface="Arial"/>
              </a:rPr>
              <a:t>led</a:t>
            </a:r>
            <a:r>
              <a:rPr sz="1000" spc="1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former</a:t>
            </a:r>
            <a:r>
              <a:rPr sz="1000" spc="15" dirty="0">
                <a:solidFill>
                  <a:srgbClr val="231F20"/>
                </a:solidFill>
                <a:latin typeface="Arial"/>
                <a:cs typeface="Arial"/>
              </a:rPr>
              <a:t> </a:t>
            </a:r>
            <a:r>
              <a:rPr sz="1000" spc="-10" dirty="0">
                <a:solidFill>
                  <a:srgbClr val="231F20"/>
                </a:solidFill>
                <a:latin typeface="Arial"/>
                <a:cs typeface="Arial"/>
              </a:rPr>
              <a:t>JJMCMC </a:t>
            </a:r>
            <a:r>
              <a:rPr sz="1000" dirty="0">
                <a:solidFill>
                  <a:srgbClr val="231F20"/>
                </a:solidFill>
                <a:latin typeface="Arial"/>
                <a:cs typeface="Arial"/>
              </a:rPr>
              <a:t>chapter</a:t>
            </a:r>
            <a:r>
              <a:rPr sz="1000" spc="-25" dirty="0">
                <a:solidFill>
                  <a:srgbClr val="231F20"/>
                </a:solidFill>
                <a:latin typeface="Arial"/>
                <a:cs typeface="Arial"/>
              </a:rPr>
              <a:t> </a:t>
            </a:r>
            <a:r>
              <a:rPr sz="1000" dirty="0">
                <a:solidFill>
                  <a:srgbClr val="231F20"/>
                </a:solidFill>
                <a:latin typeface="Arial"/>
                <a:cs typeface="Arial"/>
              </a:rPr>
              <a:t>mother</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National</a:t>
            </a:r>
            <a:r>
              <a:rPr sz="1000" spc="-25" dirty="0">
                <a:solidFill>
                  <a:srgbClr val="231F20"/>
                </a:solidFill>
                <a:latin typeface="Arial"/>
                <a:cs typeface="Arial"/>
              </a:rPr>
              <a:t> </a:t>
            </a:r>
            <a:r>
              <a:rPr sz="1000" dirty="0">
                <a:solidFill>
                  <a:srgbClr val="231F20"/>
                </a:solidFill>
                <a:latin typeface="Arial"/>
                <a:cs typeface="Arial"/>
              </a:rPr>
              <a:t>Public</a:t>
            </a:r>
            <a:r>
              <a:rPr sz="1000" spc="-20" dirty="0">
                <a:solidFill>
                  <a:srgbClr val="231F20"/>
                </a:solidFill>
                <a:latin typeface="Arial"/>
                <a:cs typeface="Arial"/>
              </a:rPr>
              <a:t> </a:t>
            </a:r>
            <a:r>
              <a:rPr sz="1000" spc="-10" dirty="0">
                <a:solidFill>
                  <a:srgbClr val="231F20"/>
                </a:solidFill>
                <a:latin typeface="Arial"/>
                <a:cs typeface="Arial"/>
              </a:rPr>
              <a:t>Relations</a:t>
            </a:r>
            <a:r>
              <a:rPr sz="1000" spc="-25" dirty="0">
                <a:solidFill>
                  <a:srgbClr val="231F20"/>
                </a:solidFill>
                <a:latin typeface="Arial"/>
                <a:cs typeface="Arial"/>
              </a:rPr>
              <a:t> </a:t>
            </a:r>
            <a:r>
              <a:rPr sz="1000" spc="-10" dirty="0">
                <a:solidFill>
                  <a:srgbClr val="231F20"/>
                </a:solidFill>
                <a:latin typeface="Arial"/>
                <a:cs typeface="Arial"/>
              </a:rPr>
              <a:t>Chair</a:t>
            </a:r>
            <a:r>
              <a:rPr sz="1000" spc="-25" dirty="0">
                <a:solidFill>
                  <a:srgbClr val="231F20"/>
                </a:solidFill>
                <a:latin typeface="Arial"/>
                <a:cs typeface="Arial"/>
              </a:rPr>
              <a:t> Dr.</a:t>
            </a:r>
            <a:endParaRPr sz="1000">
              <a:latin typeface="Arial"/>
              <a:cs typeface="Arial"/>
            </a:endParaRPr>
          </a:p>
          <a:p>
            <a:pPr marL="12700" marR="104775">
              <a:lnSpc>
                <a:spcPct val="100000"/>
              </a:lnSpc>
            </a:pPr>
            <a:r>
              <a:rPr sz="1000" spc="-30" dirty="0">
                <a:solidFill>
                  <a:srgbClr val="231F20"/>
                </a:solidFill>
                <a:latin typeface="Arial"/>
                <a:cs typeface="Arial"/>
              </a:rPr>
              <a:t>Yashima</a:t>
            </a:r>
            <a:r>
              <a:rPr sz="1000" spc="-5" dirty="0">
                <a:solidFill>
                  <a:srgbClr val="231F20"/>
                </a:solidFill>
                <a:latin typeface="Arial"/>
                <a:cs typeface="Arial"/>
              </a:rPr>
              <a:t> </a:t>
            </a:r>
            <a:r>
              <a:rPr sz="1000" dirty="0">
                <a:solidFill>
                  <a:srgbClr val="231F20"/>
                </a:solidFill>
                <a:latin typeface="Arial"/>
                <a:cs typeface="Arial"/>
              </a:rPr>
              <a:t>White</a:t>
            </a:r>
            <a:r>
              <a:rPr sz="1000" spc="-5" dirty="0">
                <a:solidFill>
                  <a:srgbClr val="231F20"/>
                </a:solidFill>
                <a:latin typeface="Arial"/>
                <a:cs typeface="Arial"/>
              </a:rPr>
              <a:t> </a:t>
            </a:r>
            <a:r>
              <a:rPr sz="1000" spc="-10" dirty="0">
                <a:solidFill>
                  <a:srgbClr val="231F20"/>
                </a:solidFill>
                <a:latin typeface="Arial"/>
                <a:cs typeface="Arial"/>
              </a:rPr>
              <a:t>Azilove.</a:t>
            </a:r>
            <a:r>
              <a:rPr sz="1000" spc="-5"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lot</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10" dirty="0">
                <a:solidFill>
                  <a:srgbClr val="231F20"/>
                </a:solidFill>
                <a:latin typeface="Arial"/>
                <a:cs typeface="Arial"/>
              </a:rPr>
              <a:t>ourselves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our fellow Mothers and she challenged us to </a:t>
            </a:r>
            <a:r>
              <a:rPr sz="1000" spc="-20" dirty="0">
                <a:solidFill>
                  <a:srgbClr val="231F20"/>
                </a:solidFill>
                <a:latin typeface="Arial"/>
                <a:cs typeface="Arial"/>
              </a:rPr>
              <a:t>serve </a:t>
            </a:r>
            <a:r>
              <a:rPr sz="1000" dirty="0">
                <a:solidFill>
                  <a:srgbClr val="231F20"/>
                </a:solidFill>
                <a:latin typeface="Arial"/>
                <a:cs typeface="Arial"/>
              </a:rPr>
              <a:t>according to</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personalities, gifts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talents. </a:t>
            </a:r>
            <a:r>
              <a:rPr sz="1000" spc="-45" dirty="0">
                <a:solidFill>
                  <a:srgbClr val="231F20"/>
                </a:solidFill>
                <a:latin typeface="Arial"/>
                <a:cs typeface="Arial"/>
              </a:rPr>
              <a:t>We</a:t>
            </a:r>
            <a:r>
              <a:rPr sz="1000" spc="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enjoyed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Hair</a:t>
            </a:r>
            <a:r>
              <a:rPr sz="1000" spc="-20" dirty="0">
                <a:solidFill>
                  <a:srgbClr val="231F20"/>
                </a:solidFill>
                <a:latin typeface="Arial"/>
                <a:cs typeface="Arial"/>
              </a:rPr>
              <a:t> </a:t>
            </a:r>
            <a:r>
              <a:rPr sz="1000" spc="-10" dirty="0">
                <a:solidFill>
                  <a:srgbClr val="231F20"/>
                </a:solidFill>
                <a:latin typeface="Arial"/>
                <a:cs typeface="Arial"/>
              </a:rPr>
              <a:t>Care</a:t>
            </a:r>
            <a:r>
              <a:rPr sz="1000" spc="-20" dirty="0">
                <a:solidFill>
                  <a:srgbClr val="231F20"/>
                </a:solidFill>
                <a:latin typeface="Arial"/>
                <a:cs typeface="Arial"/>
              </a:rPr>
              <a:t> </a:t>
            </a:r>
            <a:r>
              <a:rPr sz="1000" dirty="0">
                <a:solidFill>
                  <a:srgbClr val="231F20"/>
                </a:solidFill>
                <a:latin typeface="Arial"/>
                <a:cs typeface="Arial"/>
              </a:rPr>
              <a:t>Workshop</a:t>
            </a:r>
            <a:r>
              <a:rPr sz="1000" spc="-20" dirty="0">
                <a:solidFill>
                  <a:srgbClr val="231F20"/>
                </a:solidFill>
                <a:latin typeface="Arial"/>
                <a:cs typeface="Arial"/>
              </a:rPr>
              <a:t> </a:t>
            </a:r>
            <a:r>
              <a:rPr sz="1000" dirty="0">
                <a:solidFill>
                  <a:srgbClr val="231F20"/>
                </a:solidFill>
                <a:latin typeface="Arial"/>
                <a:cs typeface="Arial"/>
              </a:rPr>
              <a:t>led</a:t>
            </a:r>
            <a:r>
              <a:rPr sz="1000" spc="-2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spc="-10" dirty="0">
                <a:solidFill>
                  <a:srgbClr val="231F20"/>
                </a:solidFill>
                <a:latin typeface="Arial"/>
                <a:cs typeface="Arial"/>
              </a:rPr>
              <a:t>Khadija</a:t>
            </a:r>
            <a:r>
              <a:rPr sz="1000" spc="-20" dirty="0">
                <a:solidFill>
                  <a:srgbClr val="231F20"/>
                </a:solidFill>
                <a:latin typeface="Arial"/>
                <a:cs typeface="Arial"/>
              </a:rPr>
              <a:t> </a:t>
            </a:r>
            <a:r>
              <a:rPr sz="1000" spc="-10" dirty="0">
                <a:solidFill>
                  <a:srgbClr val="231F20"/>
                </a:solidFill>
                <a:latin typeface="Arial"/>
                <a:cs typeface="Arial"/>
              </a:rPr>
              <a:t>Harris</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a</a:t>
            </a:r>
            <a:r>
              <a:rPr sz="1000" spc="-40" dirty="0">
                <a:solidFill>
                  <a:srgbClr val="231F20"/>
                </a:solidFill>
                <a:latin typeface="Arial"/>
                <a:cs typeface="Arial"/>
              </a:rPr>
              <a:t> </a:t>
            </a:r>
            <a:r>
              <a:rPr sz="1000" dirty="0">
                <a:solidFill>
                  <a:srgbClr val="231F20"/>
                </a:solidFill>
                <a:latin typeface="Arial"/>
                <a:cs typeface="Arial"/>
              </a:rPr>
              <a:t>Skin</a:t>
            </a:r>
            <a:r>
              <a:rPr sz="1000" spc="-30" dirty="0">
                <a:solidFill>
                  <a:srgbClr val="231F20"/>
                </a:solidFill>
                <a:latin typeface="Arial"/>
                <a:cs typeface="Arial"/>
              </a:rPr>
              <a:t> </a:t>
            </a:r>
            <a:r>
              <a:rPr sz="1000" spc="-10" dirty="0">
                <a:solidFill>
                  <a:srgbClr val="231F20"/>
                </a:solidFill>
                <a:latin typeface="Arial"/>
                <a:cs typeface="Arial"/>
              </a:rPr>
              <a:t>Care</a:t>
            </a:r>
            <a:r>
              <a:rPr sz="1000" spc="-30" dirty="0">
                <a:solidFill>
                  <a:srgbClr val="231F20"/>
                </a:solidFill>
                <a:latin typeface="Arial"/>
                <a:cs typeface="Arial"/>
              </a:rPr>
              <a:t> </a:t>
            </a:r>
            <a:r>
              <a:rPr sz="1000" dirty="0">
                <a:solidFill>
                  <a:srgbClr val="231F20"/>
                </a:solidFill>
                <a:latin typeface="Arial"/>
                <a:cs typeface="Arial"/>
              </a:rPr>
              <a:t>Workshop</a:t>
            </a:r>
            <a:r>
              <a:rPr sz="1000" spc="-30" dirty="0">
                <a:solidFill>
                  <a:srgbClr val="231F20"/>
                </a:solidFill>
                <a:latin typeface="Arial"/>
                <a:cs typeface="Arial"/>
              </a:rPr>
              <a:t> </a:t>
            </a:r>
            <a:r>
              <a:rPr sz="1000" dirty="0">
                <a:solidFill>
                  <a:srgbClr val="231F20"/>
                </a:solidFill>
                <a:latin typeface="Arial"/>
                <a:cs typeface="Arial"/>
              </a:rPr>
              <a:t>led</a:t>
            </a:r>
            <a:r>
              <a:rPr sz="1000" spc="-30"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Chastity</a:t>
            </a:r>
            <a:r>
              <a:rPr sz="1000" spc="-30" dirty="0">
                <a:solidFill>
                  <a:srgbClr val="231F20"/>
                </a:solidFill>
                <a:latin typeface="Arial"/>
                <a:cs typeface="Arial"/>
              </a:rPr>
              <a:t> Evans. </a:t>
            </a:r>
            <a:r>
              <a:rPr sz="1000" spc="-45" dirty="0">
                <a:solidFill>
                  <a:srgbClr val="231F20"/>
                </a:solidFill>
                <a:latin typeface="Arial"/>
                <a:cs typeface="Arial"/>
              </a:rPr>
              <a:t>We</a:t>
            </a:r>
            <a:r>
              <a:rPr sz="1000" spc="-25" dirty="0">
                <a:solidFill>
                  <a:srgbClr val="231F20"/>
                </a:solidFill>
                <a:latin typeface="Arial"/>
                <a:cs typeface="Arial"/>
              </a:rPr>
              <a:t> </a:t>
            </a:r>
            <a:r>
              <a:rPr sz="1000" spc="-20" dirty="0">
                <a:solidFill>
                  <a:srgbClr val="231F20"/>
                </a:solidFill>
                <a:latin typeface="Arial"/>
                <a:cs typeface="Arial"/>
              </a:rPr>
              <a:t>asked </a:t>
            </a:r>
            <a:r>
              <a:rPr sz="1000" dirty="0">
                <a:solidFill>
                  <a:srgbClr val="231F20"/>
                </a:solidFill>
                <a:latin typeface="Arial"/>
                <a:cs typeface="Arial"/>
              </a:rPr>
              <a:t>lots</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questions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gained</a:t>
            </a:r>
            <a:r>
              <a:rPr sz="1000" spc="25" dirty="0">
                <a:solidFill>
                  <a:srgbClr val="231F20"/>
                </a:solidFill>
                <a:latin typeface="Arial"/>
                <a:cs typeface="Arial"/>
              </a:rPr>
              <a:t> </a:t>
            </a:r>
            <a:r>
              <a:rPr sz="1000" dirty="0">
                <a:solidFill>
                  <a:srgbClr val="231F20"/>
                </a:solidFill>
                <a:latin typeface="Arial"/>
                <a:cs typeface="Arial"/>
              </a:rPr>
              <a:t>more</a:t>
            </a:r>
            <a:r>
              <a:rPr sz="1000" spc="25" dirty="0">
                <a:solidFill>
                  <a:srgbClr val="231F20"/>
                </a:solidFill>
                <a:latin typeface="Arial"/>
                <a:cs typeface="Arial"/>
              </a:rPr>
              <a:t> </a:t>
            </a:r>
            <a:r>
              <a:rPr sz="1000" dirty="0">
                <a:solidFill>
                  <a:srgbClr val="231F20"/>
                </a:solidFill>
                <a:latin typeface="Arial"/>
                <a:cs typeface="Arial"/>
              </a:rPr>
              <a:t>knowledge</a:t>
            </a:r>
            <a:r>
              <a:rPr sz="1000" spc="20"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taking</a:t>
            </a:r>
            <a:r>
              <a:rPr sz="1000" spc="-5" dirty="0">
                <a:solidFill>
                  <a:srgbClr val="231F20"/>
                </a:solidFill>
                <a:latin typeface="Arial"/>
                <a:cs typeface="Arial"/>
              </a:rPr>
              <a:t> </a:t>
            </a:r>
            <a:r>
              <a:rPr sz="1000" dirty="0">
                <a:solidFill>
                  <a:srgbClr val="231F20"/>
                </a:solidFill>
                <a:latin typeface="Arial"/>
                <a:cs typeface="Arial"/>
              </a:rPr>
              <a:t>care of our appearance.</a:t>
            </a:r>
            <a:r>
              <a:rPr sz="1000" spc="-5" dirty="0">
                <a:solidFill>
                  <a:srgbClr val="231F20"/>
                </a:solidFill>
                <a:latin typeface="Arial"/>
                <a:cs typeface="Arial"/>
              </a:rPr>
              <a:t> </a:t>
            </a:r>
            <a:r>
              <a:rPr sz="1000" spc="-45" dirty="0">
                <a:solidFill>
                  <a:srgbClr val="231F20"/>
                </a:solidFill>
                <a:latin typeface="Arial"/>
                <a:cs typeface="Arial"/>
              </a:rPr>
              <a:t>We</a:t>
            </a:r>
            <a:r>
              <a:rPr sz="1000" dirty="0">
                <a:solidFill>
                  <a:srgbClr val="231F20"/>
                </a:solidFill>
                <a:latin typeface="Arial"/>
                <a:cs typeface="Arial"/>
              </a:rPr>
              <a:t> ended our </a:t>
            </a:r>
            <a:r>
              <a:rPr sz="1000" spc="-10" dirty="0">
                <a:solidFill>
                  <a:srgbClr val="231F20"/>
                </a:solidFill>
                <a:latin typeface="Arial"/>
                <a:cs typeface="Arial"/>
              </a:rPr>
              <a:t>retreat</a:t>
            </a:r>
            <a:r>
              <a:rPr sz="1000" spc="50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photo,</a:t>
            </a:r>
            <a:r>
              <a:rPr sz="1000" spc="-15" dirty="0">
                <a:solidFill>
                  <a:srgbClr val="231F20"/>
                </a:solidFill>
                <a:latin typeface="Arial"/>
                <a:cs typeface="Arial"/>
              </a:rPr>
              <a:t> </a:t>
            </a:r>
            <a:r>
              <a:rPr sz="1000" dirty="0">
                <a:solidFill>
                  <a:srgbClr val="231F20"/>
                </a:solidFill>
                <a:latin typeface="Arial"/>
                <a:cs typeface="Arial"/>
              </a:rPr>
              <a:t>giveaways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wrap</a:t>
            </a:r>
            <a:r>
              <a:rPr sz="1000" spc="-15" dirty="0">
                <a:solidFill>
                  <a:srgbClr val="231F20"/>
                </a:solidFill>
                <a:latin typeface="Arial"/>
                <a:cs typeface="Arial"/>
              </a:rPr>
              <a:t> </a:t>
            </a:r>
            <a:r>
              <a:rPr sz="1000" dirty="0">
                <a:solidFill>
                  <a:srgbClr val="231F20"/>
                </a:solidFill>
                <a:latin typeface="Arial"/>
                <a:cs typeface="Arial"/>
              </a:rPr>
              <a:t>up,</a:t>
            </a:r>
            <a:r>
              <a:rPr sz="1000" spc="-15" dirty="0">
                <a:solidFill>
                  <a:srgbClr val="231F20"/>
                </a:solidFill>
                <a:latin typeface="Arial"/>
                <a:cs typeface="Arial"/>
              </a:rPr>
              <a:t> </a:t>
            </a:r>
            <a:r>
              <a:rPr sz="1000" spc="-10" dirty="0">
                <a:solidFill>
                  <a:srgbClr val="231F20"/>
                </a:solidFill>
                <a:latin typeface="Arial"/>
                <a:cs typeface="Arial"/>
              </a:rPr>
              <a:t>thanking </a:t>
            </a:r>
            <a:r>
              <a:rPr sz="1000" dirty="0">
                <a:solidFill>
                  <a:srgbClr val="231F20"/>
                </a:solidFill>
                <a:latin typeface="Arial"/>
                <a:cs typeface="Arial"/>
              </a:rPr>
              <a:t>the</a:t>
            </a:r>
            <a:r>
              <a:rPr sz="1000" spc="-10" dirty="0">
                <a:solidFill>
                  <a:srgbClr val="231F20"/>
                </a:solidFill>
                <a:latin typeface="Arial"/>
                <a:cs typeface="Arial"/>
              </a:rPr>
              <a:t> Retreat </a:t>
            </a:r>
            <a:r>
              <a:rPr sz="1000" dirty="0">
                <a:solidFill>
                  <a:srgbClr val="231F20"/>
                </a:solidFill>
                <a:latin typeface="Arial"/>
                <a:cs typeface="Arial"/>
              </a:rPr>
              <a:t>Committee</a:t>
            </a:r>
            <a:r>
              <a:rPr sz="1000" spc="-10" dirty="0">
                <a:solidFill>
                  <a:srgbClr val="231F20"/>
                </a:solidFill>
                <a:latin typeface="Arial"/>
                <a:cs typeface="Arial"/>
              </a:rPr>
              <a:t> </a:t>
            </a:r>
            <a:r>
              <a:rPr sz="1000" dirty="0">
                <a:solidFill>
                  <a:srgbClr val="231F20"/>
                </a:solidFill>
                <a:latin typeface="Arial"/>
                <a:cs typeface="Arial"/>
              </a:rPr>
              <a:t>led</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Chair Laurece </a:t>
            </a:r>
            <a:r>
              <a:rPr sz="1000" spc="-20" dirty="0">
                <a:solidFill>
                  <a:srgbClr val="231F20"/>
                </a:solidFill>
                <a:latin typeface="Arial"/>
                <a:cs typeface="Arial"/>
              </a:rPr>
              <a:t>Laws</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incredible</a:t>
            </a:r>
            <a:r>
              <a:rPr sz="1000" spc="70"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10668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Fathers </a:t>
            </a:r>
            <a:r>
              <a:rPr sz="1000" dirty="0">
                <a:solidFill>
                  <a:srgbClr val="231F20"/>
                </a:solidFill>
                <a:latin typeface="Arial"/>
                <a:cs typeface="Arial"/>
              </a:rPr>
              <a:t>Auxiliary</a:t>
            </a:r>
            <a:r>
              <a:rPr sz="1000" spc="-15" dirty="0">
                <a:solidFill>
                  <a:srgbClr val="231F20"/>
                </a:solidFill>
                <a:latin typeface="Arial"/>
                <a:cs typeface="Arial"/>
              </a:rPr>
              <a:t> </a:t>
            </a:r>
            <a:r>
              <a:rPr sz="1000" dirty="0">
                <a:solidFill>
                  <a:srgbClr val="231F20"/>
                </a:solidFill>
                <a:latin typeface="Arial"/>
                <a:cs typeface="Arial"/>
              </a:rPr>
              <a:t>planned</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executed</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wonderful </a:t>
            </a:r>
            <a:r>
              <a:rPr sz="1000" dirty="0">
                <a:solidFill>
                  <a:srgbClr val="231F20"/>
                </a:solidFill>
                <a:latin typeface="Arial"/>
                <a:cs typeface="Arial"/>
              </a:rPr>
              <a:t>event</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spc="-45" dirty="0">
                <a:solidFill>
                  <a:srgbClr val="231F20"/>
                </a:solidFill>
                <a:latin typeface="Arial"/>
                <a:cs typeface="Arial"/>
              </a:rPr>
              <a:t>Day.</a:t>
            </a:r>
            <a:r>
              <a:rPr sz="1000" spc="-20" dirty="0">
                <a:solidFill>
                  <a:srgbClr val="231F20"/>
                </a:solidFill>
                <a:latin typeface="Arial"/>
                <a:cs typeface="Arial"/>
              </a:rPr>
              <a:t> </a:t>
            </a:r>
            <a:r>
              <a:rPr sz="1000" spc="-10" dirty="0">
                <a:solidFill>
                  <a:srgbClr val="231F20"/>
                </a:solidFill>
                <a:latin typeface="Arial"/>
                <a:cs typeface="Arial"/>
              </a:rPr>
              <a:t>Great</a:t>
            </a:r>
            <a:r>
              <a:rPr sz="1000" spc="-20" dirty="0">
                <a:solidFill>
                  <a:srgbClr val="231F20"/>
                </a:solidFill>
                <a:latin typeface="Arial"/>
                <a:cs typeface="Arial"/>
              </a:rPr>
              <a:t> </a:t>
            </a:r>
            <a:r>
              <a:rPr sz="1000" dirty="0">
                <a:solidFill>
                  <a:srgbClr val="231F20"/>
                </a:solidFill>
                <a:latin typeface="Arial"/>
                <a:cs typeface="Arial"/>
              </a:rPr>
              <a:t>fellowship,</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30" dirty="0">
                <a:solidFill>
                  <a:srgbClr val="231F20"/>
                </a:solidFill>
                <a:latin typeface="Arial"/>
                <a:cs typeface="Arial"/>
              </a:rPr>
              <a:t>DJ</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great</a:t>
            </a:r>
            <a:r>
              <a:rPr sz="1000" spc="15" dirty="0">
                <a:solidFill>
                  <a:srgbClr val="231F20"/>
                </a:solidFill>
                <a:latin typeface="Arial"/>
                <a:cs typeface="Arial"/>
              </a:rPr>
              <a:t> </a:t>
            </a:r>
            <a:r>
              <a:rPr sz="1000" dirty="0">
                <a:solidFill>
                  <a:srgbClr val="231F20"/>
                </a:solidFill>
                <a:latin typeface="Arial"/>
                <a:cs typeface="Arial"/>
              </a:rPr>
              <a:t>food,</a:t>
            </a:r>
            <a:r>
              <a:rPr sz="1000" spc="20" dirty="0">
                <a:solidFill>
                  <a:srgbClr val="231F20"/>
                </a:solidFill>
                <a:latin typeface="Arial"/>
                <a:cs typeface="Arial"/>
              </a:rPr>
              <a:t> </a:t>
            </a:r>
            <a:r>
              <a:rPr sz="1000" dirty="0">
                <a:solidFill>
                  <a:srgbClr val="231F20"/>
                </a:solidFill>
                <a:latin typeface="Arial"/>
                <a:cs typeface="Arial"/>
              </a:rPr>
              <a:t>including</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food</a:t>
            </a:r>
            <a:r>
              <a:rPr sz="1000" spc="15" dirty="0">
                <a:solidFill>
                  <a:srgbClr val="231F20"/>
                </a:solidFill>
                <a:latin typeface="Arial"/>
                <a:cs typeface="Arial"/>
              </a:rPr>
              <a:t> </a:t>
            </a:r>
            <a:r>
              <a:rPr sz="1000" dirty="0">
                <a:solidFill>
                  <a:srgbClr val="231F20"/>
                </a:solidFill>
                <a:latin typeface="Arial"/>
                <a:cs typeface="Arial"/>
              </a:rPr>
              <a:t>truck</a:t>
            </a:r>
            <a:r>
              <a:rPr sz="1000" spc="20" dirty="0">
                <a:solidFill>
                  <a:srgbClr val="231F20"/>
                </a:solidFill>
                <a:latin typeface="Arial"/>
                <a:cs typeface="Arial"/>
              </a:rPr>
              <a:t> </a:t>
            </a:r>
            <a:r>
              <a:rPr sz="1000" dirty="0">
                <a:solidFill>
                  <a:srgbClr val="231F20"/>
                </a:solidFill>
                <a:latin typeface="Arial"/>
                <a:cs typeface="Arial"/>
              </a:rPr>
              <a:t>hosted</a:t>
            </a:r>
            <a:r>
              <a:rPr sz="1000" spc="1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one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25" dirty="0">
                <a:solidFill>
                  <a:srgbClr val="231F20"/>
                </a:solidFill>
                <a:latin typeface="Arial"/>
                <a:cs typeface="Arial"/>
              </a:rPr>
              <a:t>our</a:t>
            </a:r>
            <a:endParaRPr sz="1000">
              <a:latin typeface="Arial"/>
              <a:cs typeface="Arial"/>
            </a:endParaRPr>
          </a:p>
        </p:txBody>
      </p:sp>
      <p:sp>
        <p:nvSpPr>
          <p:cNvPr id="5" name="object 5"/>
          <p:cNvSpPr/>
          <p:nvPr/>
        </p:nvSpPr>
        <p:spPr>
          <a:xfrm>
            <a:off x="457200" y="3923538"/>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256159"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6</a:t>
            </a:r>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88375"/>
            <a:ext cx="3282315" cy="7073900"/>
          </a:xfrm>
          <a:prstGeom prst="rect">
            <a:avLst/>
          </a:prstGeom>
        </p:spPr>
        <p:txBody>
          <a:bodyPr vert="horz" wrap="square" lIns="0" tIns="12700" rIns="0" bIns="0" rtlCol="0">
            <a:spAutoFit/>
          </a:bodyPr>
          <a:lstStyle/>
          <a:p>
            <a:pPr marL="12700" marR="128270">
              <a:lnSpc>
                <a:spcPct val="100000"/>
              </a:lnSpc>
              <a:spcBef>
                <a:spcPts val="100"/>
              </a:spcBef>
            </a:pP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and Jill</a:t>
            </a:r>
            <a:r>
              <a:rPr sz="1000" spc="-5" dirty="0">
                <a:solidFill>
                  <a:srgbClr val="231F20"/>
                </a:solidFill>
                <a:latin typeface="Arial"/>
                <a:cs typeface="Arial"/>
              </a:rPr>
              <a:t> </a:t>
            </a:r>
            <a:r>
              <a:rPr sz="1000" spc="-10" dirty="0">
                <a:solidFill>
                  <a:srgbClr val="231F20"/>
                </a:solidFill>
                <a:latin typeface="Arial"/>
                <a:cs typeface="Arial"/>
              </a:rPr>
              <a:t>families,</a:t>
            </a:r>
            <a:r>
              <a:rPr sz="1000" dirty="0">
                <a:solidFill>
                  <a:srgbClr val="231F20"/>
                </a:solidFill>
                <a:latin typeface="Arial"/>
                <a:cs typeface="Arial"/>
              </a:rPr>
              <a:t> made</a:t>
            </a:r>
            <a:r>
              <a:rPr sz="1000" spc="-5" dirty="0">
                <a:solidFill>
                  <a:srgbClr val="231F20"/>
                </a:solidFill>
                <a:latin typeface="Arial"/>
                <a:cs typeface="Arial"/>
              </a:rPr>
              <a:t> </a:t>
            </a:r>
            <a:r>
              <a:rPr sz="1000" dirty="0">
                <a:solidFill>
                  <a:srgbClr val="231F20"/>
                </a:solidFill>
                <a:latin typeface="Arial"/>
                <a:cs typeface="Arial"/>
              </a:rPr>
              <a:t>the event</a:t>
            </a:r>
            <a:r>
              <a:rPr sz="1000" spc="-5" dirty="0">
                <a:solidFill>
                  <a:srgbClr val="231F20"/>
                </a:solidFill>
                <a:latin typeface="Arial"/>
                <a:cs typeface="Arial"/>
              </a:rPr>
              <a:t> </a:t>
            </a:r>
            <a:r>
              <a:rPr sz="1000" dirty="0">
                <a:solidFill>
                  <a:srgbClr val="231F20"/>
                </a:solidFill>
                <a:latin typeface="Arial"/>
                <a:cs typeface="Arial"/>
              </a:rPr>
              <a:t>better than</a:t>
            </a:r>
            <a:r>
              <a:rPr sz="1000" spc="-5" dirty="0">
                <a:solidFill>
                  <a:srgbClr val="231F20"/>
                </a:solidFill>
                <a:latin typeface="Arial"/>
                <a:cs typeface="Arial"/>
              </a:rPr>
              <a:t> </a:t>
            </a:r>
            <a:r>
              <a:rPr sz="1000" spc="-20" dirty="0">
                <a:solidFill>
                  <a:srgbClr val="231F20"/>
                </a:solidFill>
                <a:latin typeface="Arial"/>
                <a:cs typeface="Arial"/>
              </a:rPr>
              <a:t>ever.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over</a:t>
            </a:r>
            <a:r>
              <a:rPr sz="1000" spc="5" dirty="0">
                <a:solidFill>
                  <a:srgbClr val="231F20"/>
                </a:solidFill>
                <a:latin typeface="Arial"/>
                <a:cs typeface="Arial"/>
              </a:rPr>
              <a:t> </a:t>
            </a:r>
            <a:r>
              <a:rPr sz="1000" spc="-75" dirty="0">
                <a:solidFill>
                  <a:srgbClr val="231F20"/>
                </a:solidFill>
                <a:latin typeface="Arial"/>
                <a:cs typeface="Arial"/>
              </a:rPr>
              <a:t>170</a:t>
            </a:r>
            <a:r>
              <a:rPr sz="1000" spc="5" dirty="0">
                <a:solidFill>
                  <a:srgbClr val="231F20"/>
                </a:solidFill>
                <a:latin typeface="Arial"/>
                <a:cs typeface="Arial"/>
              </a:rPr>
              <a:t> </a:t>
            </a:r>
            <a:r>
              <a:rPr sz="1000" dirty="0">
                <a:solidFill>
                  <a:srgbClr val="231F20"/>
                </a:solidFill>
                <a:latin typeface="Arial"/>
                <a:cs typeface="Arial"/>
              </a:rPr>
              <a:t>people</a:t>
            </a:r>
            <a:r>
              <a:rPr sz="1000" spc="5" dirty="0">
                <a:solidFill>
                  <a:srgbClr val="231F20"/>
                </a:solidFill>
                <a:latin typeface="Arial"/>
                <a:cs typeface="Arial"/>
              </a:rPr>
              <a:t> </a:t>
            </a:r>
            <a:r>
              <a:rPr sz="1000" dirty="0">
                <a:solidFill>
                  <a:srgbClr val="231F20"/>
                </a:solidFill>
                <a:latin typeface="Arial"/>
                <a:cs typeface="Arial"/>
              </a:rPr>
              <a:t>attend</a:t>
            </a:r>
            <a:r>
              <a:rPr sz="1000" spc="5" dirty="0">
                <a:solidFill>
                  <a:srgbClr val="231F20"/>
                </a:solidFill>
                <a:latin typeface="Arial"/>
                <a:cs typeface="Arial"/>
              </a:rPr>
              <a:t> </a:t>
            </a:r>
            <a:r>
              <a:rPr sz="100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spc="-10" dirty="0">
                <a:solidFill>
                  <a:srgbClr val="231F20"/>
                </a:solidFill>
                <a:latin typeface="Arial"/>
                <a:cs typeface="Arial"/>
              </a:rPr>
              <a:t>Senior </a:t>
            </a:r>
            <a:r>
              <a:rPr sz="1000" spc="-20" dirty="0">
                <a:solidFill>
                  <a:srgbClr val="231F20"/>
                </a:solidFill>
                <a:latin typeface="Arial"/>
                <a:cs typeface="Arial"/>
              </a:rPr>
              <a:t>Teens </a:t>
            </a:r>
            <a:r>
              <a:rPr sz="1000" dirty="0">
                <a:solidFill>
                  <a:srgbClr val="231F20"/>
                </a:solidFill>
                <a:latin typeface="Arial"/>
                <a:cs typeface="Arial"/>
              </a:rPr>
              <a:t>presented</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moving</a:t>
            </a:r>
            <a:r>
              <a:rPr sz="1000" spc="-20" dirty="0">
                <a:solidFill>
                  <a:srgbClr val="231F20"/>
                </a:solidFill>
                <a:latin typeface="Arial"/>
                <a:cs typeface="Arial"/>
              </a:rPr>
              <a:t> </a:t>
            </a:r>
            <a:r>
              <a:rPr sz="1000" dirty="0">
                <a:solidFill>
                  <a:srgbClr val="231F20"/>
                </a:solidFill>
                <a:latin typeface="Arial"/>
                <a:cs typeface="Arial"/>
              </a:rPr>
              <a:t>memorial</a:t>
            </a:r>
            <a:r>
              <a:rPr sz="1000" spc="-20" dirty="0">
                <a:solidFill>
                  <a:srgbClr val="231F20"/>
                </a:solidFill>
                <a:latin typeface="Arial"/>
                <a:cs typeface="Arial"/>
              </a:rPr>
              <a:t> </a:t>
            </a:r>
            <a:r>
              <a:rPr sz="1000" dirty="0">
                <a:solidFill>
                  <a:srgbClr val="231F20"/>
                </a:solidFill>
                <a:latin typeface="Arial"/>
                <a:cs typeface="Arial"/>
              </a:rPr>
              <a:t>ceremony</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honor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Carole</a:t>
            </a:r>
            <a:r>
              <a:rPr sz="1000" spc="-5" dirty="0">
                <a:solidFill>
                  <a:srgbClr val="231F20"/>
                </a:solidFill>
                <a:latin typeface="Arial"/>
                <a:cs typeface="Arial"/>
              </a:rPr>
              <a:t> </a:t>
            </a:r>
            <a:r>
              <a:rPr sz="1000" dirty="0">
                <a:solidFill>
                  <a:srgbClr val="231F20"/>
                </a:solidFill>
                <a:latin typeface="Arial"/>
                <a:cs typeface="Arial"/>
              </a:rPr>
              <a:t>Robertson,</a:t>
            </a:r>
            <a:r>
              <a:rPr sz="1000" spc="-10" dirty="0">
                <a:solidFill>
                  <a:srgbClr val="231F20"/>
                </a:solidFill>
                <a:latin typeface="Arial"/>
                <a:cs typeface="Arial"/>
              </a:rPr>
              <a:t> </a:t>
            </a:r>
            <a:r>
              <a:rPr sz="1000" dirty="0">
                <a:solidFill>
                  <a:srgbClr val="231F20"/>
                </a:solidFill>
                <a:latin typeface="Arial"/>
                <a:cs typeface="Arial"/>
              </a:rPr>
              <a:t>sharing</a:t>
            </a:r>
            <a:r>
              <a:rPr sz="1000" spc="-10" dirty="0">
                <a:solidFill>
                  <a:srgbClr val="231F20"/>
                </a:solidFill>
                <a:latin typeface="Arial"/>
                <a:cs typeface="Arial"/>
              </a:rPr>
              <a:t> </a:t>
            </a:r>
            <a:r>
              <a:rPr sz="1000" dirty="0">
                <a:solidFill>
                  <a:srgbClr val="231F20"/>
                </a:solidFill>
                <a:latin typeface="Arial"/>
                <a:cs typeface="Arial"/>
              </a:rPr>
              <a:t>powerful</a:t>
            </a:r>
            <a:r>
              <a:rPr sz="1000" spc="-5" dirty="0">
                <a:solidFill>
                  <a:srgbClr val="231F20"/>
                </a:solidFill>
                <a:latin typeface="Arial"/>
                <a:cs typeface="Arial"/>
              </a:rPr>
              <a:t> </a:t>
            </a:r>
            <a:r>
              <a:rPr sz="1000" dirty="0">
                <a:solidFill>
                  <a:srgbClr val="231F20"/>
                </a:solidFill>
                <a:latin typeface="Arial"/>
                <a:cs typeface="Arial"/>
              </a:rPr>
              <a:t>personal</a:t>
            </a:r>
            <a:r>
              <a:rPr sz="1000" spc="-10" dirty="0">
                <a:solidFill>
                  <a:srgbClr val="231F20"/>
                </a:solidFill>
                <a:latin typeface="Arial"/>
                <a:cs typeface="Arial"/>
              </a:rPr>
              <a:t> insights </a:t>
            </a:r>
            <a:r>
              <a:rPr sz="1000" dirty="0">
                <a:solidFill>
                  <a:srgbClr val="231F20"/>
                </a:solidFill>
                <a:latin typeface="Arial"/>
                <a:cs typeface="Arial"/>
              </a:rPr>
              <a:t>of how</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civil</a:t>
            </a:r>
            <a:r>
              <a:rPr sz="1000" spc="5" dirty="0">
                <a:solidFill>
                  <a:srgbClr val="231F20"/>
                </a:solidFill>
                <a:latin typeface="Arial"/>
                <a:cs typeface="Arial"/>
              </a:rPr>
              <a:t> </a:t>
            </a:r>
            <a:r>
              <a:rPr sz="1000" dirty="0">
                <a:solidFill>
                  <a:srgbClr val="231F20"/>
                </a:solidFill>
                <a:latin typeface="Arial"/>
                <a:cs typeface="Arial"/>
              </a:rPr>
              <a:t>rights</a:t>
            </a:r>
            <a:r>
              <a:rPr sz="1000" spc="5" dirty="0">
                <a:solidFill>
                  <a:srgbClr val="231F20"/>
                </a:solidFill>
                <a:latin typeface="Arial"/>
                <a:cs typeface="Arial"/>
              </a:rPr>
              <a:t> </a:t>
            </a:r>
            <a:r>
              <a:rPr sz="1000" dirty="0">
                <a:solidFill>
                  <a:srgbClr val="231F20"/>
                </a:solidFill>
                <a:latin typeface="Arial"/>
                <a:cs typeface="Arial"/>
              </a:rPr>
              <a:t>struggles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past</a:t>
            </a:r>
            <a:r>
              <a:rPr sz="1000" spc="5"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still </a:t>
            </a:r>
            <a:r>
              <a:rPr sz="1000" spc="-20" dirty="0">
                <a:solidFill>
                  <a:srgbClr val="231F20"/>
                </a:solidFill>
                <a:latin typeface="Arial"/>
                <a:cs typeface="Arial"/>
              </a:rPr>
              <a:t>very </a:t>
            </a:r>
            <a:r>
              <a:rPr sz="1000" dirty="0">
                <a:solidFill>
                  <a:srgbClr val="231F20"/>
                </a:solidFill>
                <a:latin typeface="Arial"/>
                <a:cs typeface="Arial"/>
              </a:rPr>
              <a:t>present</a:t>
            </a:r>
            <a:r>
              <a:rPr sz="1000" spc="10" dirty="0">
                <a:solidFill>
                  <a:srgbClr val="231F20"/>
                </a:solidFill>
                <a:latin typeface="Arial"/>
                <a:cs typeface="Arial"/>
              </a:rPr>
              <a:t> </a:t>
            </a:r>
            <a:r>
              <a:rPr sz="1000" spc="-10" dirty="0">
                <a:solidFill>
                  <a:srgbClr val="231F20"/>
                </a:solidFill>
                <a:latin typeface="Arial"/>
                <a:cs typeface="Arial"/>
              </a:rPr>
              <a:t>today.</a:t>
            </a:r>
            <a:endParaRPr sz="1000">
              <a:latin typeface="Arial"/>
              <a:cs typeface="Arial"/>
            </a:endParaRPr>
          </a:p>
          <a:p>
            <a:pPr marL="12700" marR="103505">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spc="-35" dirty="0">
                <a:solidFill>
                  <a:srgbClr val="231F20"/>
                </a:solidFill>
                <a:latin typeface="Arial"/>
                <a:cs typeface="Arial"/>
              </a:rPr>
              <a:t>15th,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celebrated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holiday season</a:t>
            </a:r>
            <a:r>
              <a:rPr sz="1000" spc="-5" dirty="0">
                <a:solidFill>
                  <a:srgbClr val="231F20"/>
                </a:solidFill>
                <a:latin typeface="Arial"/>
                <a:cs typeface="Arial"/>
              </a:rPr>
              <a:t> </a:t>
            </a:r>
            <a:r>
              <a:rPr sz="1000" dirty="0">
                <a:solidFill>
                  <a:srgbClr val="231F20"/>
                </a:solidFill>
                <a:latin typeface="Arial"/>
                <a:cs typeface="Arial"/>
              </a:rPr>
              <a:t>by hosting</a:t>
            </a:r>
            <a:r>
              <a:rPr sz="1000" spc="-5" dirty="0">
                <a:solidFill>
                  <a:srgbClr val="231F20"/>
                </a:solidFill>
                <a:latin typeface="Arial"/>
                <a:cs typeface="Arial"/>
              </a:rPr>
              <a:t> </a:t>
            </a:r>
            <a:r>
              <a:rPr sz="1000" dirty="0">
                <a:solidFill>
                  <a:srgbClr val="231F20"/>
                </a:solidFill>
                <a:latin typeface="Arial"/>
                <a:cs typeface="Arial"/>
              </a:rPr>
              <a:t>its sixth Annual</a:t>
            </a:r>
            <a:r>
              <a:rPr sz="1000" spc="-5" dirty="0">
                <a:solidFill>
                  <a:srgbClr val="231F20"/>
                </a:solidFill>
                <a:latin typeface="Arial"/>
                <a:cs typeface="Arial"/>
              </a:rPr>
              <a:t> </a:t>
            </a:r>
            <a:r>
              <a:rPr sz="1000" dirty="0">
                <a:solidFill>
                  <a:srgbClr val="231F20"/>
                </a:solidFill>
                <a:latin typeface="Arial"/>
                <a:cs typeface="Arial"/>
              </a:rPr>
              <a:t>Holiday Party</a:t>
            </a:r>
            <a:r>
              <a:rPr sz="1000" spc="-5" dirty="0">
                <a:solidFill>
                  <a:srgbClr val="231F20"/>
                </a:solidFill>
                <a:latin typeface="Arial"/>
                <a:cs typeface="Arial"/>
              </a:rPr>
              <a:t> </a:t>
            </a:r>
            <a:r>
              <a:rPr sz="1000" dirty="0">
                <a:solidFill>
                  <a:srgbClr val="231F20"/>
                </a:solidFill>
                <a:latin typeface="Arial"/>
                <a:cs typeface="Arial"/>
              </a:rPr>
              <a:t>with </a:t>
            </a:r>
            <a:r>
              <a:rPr sz="1000" spc="-50" dirty="0">
                <a:solidFill>
                  <a:srgbClr val="231F20"/>
                </a:solidFill>
                <a:latin typeface="Arial"/>
                <a:cs typeface="Arial"/>
              </a:rPr>
              <a:t>a </a:t>
            </a:r>
            <a:r>
              <a:rPr sz="1000" dirty="0">
                <a:solidFill>
                  <a:srgbClr val="231F20"/>
                </a:solidFill>
                <a:latin typeface="Arial"/>
                <a:cs typeface="Arial"/>
              </a:rPr>
              <a:t>brunch</a:t>
            </a:r>
            <a:r>
              <a:rPr sz="1000" spc="5" dirty="0">
                <a:solidFill>
                  <a:srgbClr val="231F20"/>
                </a:solidFill>
                <a:latin typeface="Arial"/>
                <a:cs typeface="Arial"/>
              </a:rPr>
              <a:t> </a:t>
            </a:r>
            <a:r>
              <a:rPr sz="1000" dirty="0">
                <a:solidFill>
                  <a:srgbClr val="231F20"/>
                </a:solidFill>
                <a:latin typeface="Arial"/>
                <a:cs typeface="Arial"/>
              </a:rPr>
              <a:t>theme</a:t>
            </a:r>
            <a:r>
              <a:rPr sz="1000" spc="10" dirty="0">
                <a:solidFill>
                  <a:srgbClr val="231F20"/>
                </a:solidFill>
                <a:latin typeface="Arial"/>
                <a:cs typeface="Arial"/>
              </a:rPr>
              <a:t> </a:t>
            </a:r>
            <a:r>
              <a:rPr sz="1000" dirty="0">
                <a:solidFill>
                  <a:srgbClr val="231F20"/>
                </a:solidFill>
                <a:latin typeface="Arial"/>
                <a:cs typeface="Arial"/>
              </a:rPr>
              <a:t>entitled</a:t>
            </a:r>
            <a:r>
              <a:rPr sz="1000" spc="10" dirty="0">
                <a:solidFill>
                  <a:srgbClr val="231F20"/>
                </a:solidFill>
                <a:latin typeface="Arial"/>
                <a:cs typeface="Arial"/>
              </a:rPr>
              <a:t> </a:t>
            </a:r>
            <a:r>
              <a:rPr sz="1000" spc="-10" dirty="0">
                <a:solidFill>
                  <a:srgbClr val="231F20"/>
                </a:solidFill>
                <a:latin typeface="Arial"/>
                <a:cs typeface="Arial"/>
              </a:rPr>
              <a:t>“Classic</a:t>
            </a:r>
            <a:r>
              <a:rPr sz="1000" spc="5"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a:t>
            </a:r>
            <a:r>
              <a:rPr sz="1000" spc="-20" dirty="0">
                <a:solidFill>
                  <a:srgbClr val="231F20"/>
                </a:solidFill>
                <a:latin typeface="Arial"/>
                <a:cs typeface="Arial"/>
              </a:rPr>
              <a:t>Moms,</a:t>
            </a:r>
            <a:r>
              <a:rPr sz="1000" spc="10" dirty="0">
                <a:solidFill>
                  <a:srgbClr val="231F20"/>
                </a:solidFill>
                <a:latin typeface="Arial"/>
                <a:cs typeface="Arial"/>
              </a:rPr>
              <a:t> </a:t>
            </a:r>
            <a:r>
              <a:rPr sz="1000" spc="-20" dirty="0">
                <a:solidFill>
                  <a:srgbClr val="231F20"/>
                </a:solidFill>
                <a:latin typeface="Arial"/>
                <a:cs typeface="Arial"/>
              </a:rPr>
              <a:t>Dads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kids</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delicious</a:t>
            </a:r>
            <a:r>
              <a:rPr sz="1000" spc="15"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fellowship.</a:t>
            </a:r>
            <a:r>
              <a:rPr sz="1000" spc="15" dirty="0">
                <a:solidFill>
                  <a:srgbClr val="231F20"/>
                </a:solidFill>
                <a:latin typeface="Arial"/>
                <a:cs typeface="Arial"/>
              </a:rPr>
              <a:t> </a:t>
            </a:r>
            <a:r>
              <a:rPr sz="1000" spc="-20" dirty="0">
                <a:solidFill>
                  <a:srgbClr val="231F20"/>
                </a:solidFill>
                <a:latin typeface="Arial"/>
                <a:cs typeface="Arial"/>
              </a:rPr>
              <a:t>Jack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Jillers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age groups</a:t>
            </a:r>
            <a:r>
              <a:rPr sz="1000" spc="-5" dirty="0">
                <a:solidFill>
                  <a:srgbClr val="231F20"/>
                </a:solidFill>
                <a:latin typeface="Arial"/>
                <a:cs typeface="Arial"/>
              </a:rPr>
              <a:t> </a:t>
            </a:r>
            <a:r>
              <a:rPr sz="1000" dirty="0">
                <a:solidFill>
                  <a:srgbClr val="231F20"/>
                </a:solidFill>
                <a:latin typeface="Arial"/>
                <a:cs typeface="Arial"/>
              </a:rPr>
              <a:t>provided</a:t>
            </a:r>
            <a:r>
              <a:rPr sz="1000" spc="-5" dirty="0">
                <a:solidFill>
                  <a:srgbClr val="231F20"/>
                </a:solidFill>
                <a:latin typeface="Arial"/>
                <a:cs typeface="Arial"/>
              </a:rPr>
              <a:t> </a:t>
            </a:r>
            <a:r>
              <a:rPr sz="1000" spc="-10" dirty="0">
                <a:solidFill>
                  <a:srgbClr val="231F20"/>
                </a:solidFill>
                <a:latin typeface="Arial"/>
                <a:cs typeface="Arial"/>
              </a:rPr>
              <a:t>entertainment </a:t>
            </a:r>
            <a:r>
              <a:rPr sz="1000" dirty="0">
                <a:solidFill>
                  <a:srgbClr val="231F20"/>
                </a:solidFill>
                <a:latin typeface="Arial"/>
                <a:cs typeface="Arial"/>
              </a:rPr>
              <a:t>highlighting</a:t>
            </a:r>
            <a:r>
              <a:rPr sz="1000" spc="15" dirty="0">
                <a:solidFill>
                  <a:srgbClr val="231F20"/>
                </a:solidFill>
                <a:latin typeface="Arial"/>
                <a:cs typeface="Arial"/>
              </a:rPr>
              <a:t> </a:t>
            </a:r>
            <a:r>
              <a:rPr sz="1000" dirty="0">
                <a:solidFill>
                  <a:srgbClr val="231F20"/>
                </a:solidFill>
                <a:latin typeface="Arial"/>
                <a:cs typeface="Arial"/>
              </a:rPr>
              <a:t>each</a:t>
            </a:r>
            <a:r>
              <a:rPr sz="1000" spc="15" dirty="0">
                <a:solidFill>
                  <a:srgbClr val="231F20"/>
                </a:solidFill>
                <a:latin typeface="Arial"/>
                <a:cs typeface="Arial"/>
              </a:rPr>
              <a:t> </a:t>
            </a:r>
            <a:r>
              <a:rPr sz="1000" dirty="0">
                <a:solidFill>
                  <a:srgbClr val="231F20"/>
                </a:solidFill>
                <a:latin typeface="Arial"/>
                <a:cs typeface="Arial"/>
              </a:rPr>
              <a:t>child’s</a:t>
            </a:r>
            <a:r>
              <a:rPr sz="1000" spc="20" dirty="0">
                <a:solidFill>
                  <a:srgbClr val="231F20"/>
                </a:solidFill>
                <a:latin typeface="Arial"/>
                <a:cs typeface="Arial"/>
              </a:rPr>
              <a:t> </a:t>
            </a:r>
            <a:r>
              <a:rPr sz="1000" dirty="0">
                <a:solidFill>
                  <a:srgbClr val="231F20"/>
                </a:solidFill>
                <a:latin typeface="Arial"/>
                <a:cs typeface="Arial"/>
              </a:rPr>
              <a:t>individual</a:t>
            </a:r>
            <a:r>
              <a:rPr sz="1000" spc="15" dirty="0">
                <a:solidFill>
                  <a:srgbClr val="231F20"/>
                </a:solidFill>
                <a:latin typeface="Arial"/>
                <a:cs typeface="Arial"/>
              </a:rPr>
              <a:t> </a:t>
            </a:r>
            <a:r>
              <a:rPr sz="1000" dirty="0">
                <a:solidFill>
                  <a:srgbClr val="231F20"/>
                </a:solidFill>
                <a:latin typeface="Arial"/>
                <a:cs typeface="Arial"/>
              </a:rPr>
              <a:t>talents.</a:t>
            </a:r>
            <a:r>
              <a:rPr sz="1000" spc="20" dirty="0">
                <a:solidFill>
                  <a:srgbClr val="231F20"/>
                </a:solidFill>
                <a:latin typeface="Arial"/>
                <a:cs typeface="Arial"/>
              </a:rPr>
              <a:t> </a:t>
            </a:r>
            <a:r>
              <a:rPr sz="1000" spc="-10" dirty="0">
                <a:solidFill>
                  <a:srgbClr val="231F20"/>
                </a:solidFill>
                <a:latin typeface="Arial"/>
                <a:cs typeface="Arial"/>
              </a:rPr>
              <a:t>Graduating </a:t>
            </a:r>
            <a:r>
              <a:rPr sz="1000" dirty="0">
                <a:solidFill>
                  <a:srgbClr val="231F20"/>
                </a:solidFill>
                <a:latin typeface="Arial"/>
                <a:cs typeface="Arial"/>
              </a:rPr>
              <a:t>Senior</a:t>
            </a:r>
            <a:r>
              <a:rPr sz="1000" spc="-15"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celebrated</a:t>
            </a:r>
            <a:r>
              <a:rPr sz="1000" spc="-10" dirty="0">
                <a:solidFill>
                  <a:srgbClr val="231F20"/>
                </a:solidFill>
                <a:latin typeface="Arial"/>
                <a:cs typeface="Arial"/>
              </a:rPr>
              <a:t> as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parents </a:t>
            </a:r>
            <a:r>
              <a:rPr sz="1000" dirty="0">
                <a:solidFill>
                  <a:srgbClr val="231F20"/>
                </a:solidFill>
                <a:latin typeface="Arial"/>
                <a:cs typeface="Arial"/>
              </a:rPr>
              <a:t>came</a:t>
            </a:r>
            <a:r>
              <a:rPr sz="1000" spc="-15" dirty="0">
                <a:solidFill>
                  <a:srgbClr val="231F20"/>
                </a:solidFill>
                <a:latin typeface="Arial"/>
                <a:cs typeface="Arial"/>
              </a:rPr>
              <a:t> </a:t>
            </a:r>
            <a:r>
              <a:rPr sz="1000" dirty="0">
                <a:solidFill>
                  <a:srgbClr val="231F20"/>
                </a:solidFill>
                <a:latin typeface="Arial"/>
                <a:cs typeface="Arial"/>
              </a:rPr>
              <a:t>forward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share </a:t>
            </a:r>
            <a:r>
              <a:rPr sz="1000" dirty="0">
                <a:solidFill>
                  <a:srgbClr val="231F20"/>
                </a:solidFill>
                <a:latin typeface="Arial"/>
                <a:cs typeface="Arial"/>
              </a:rPr>
              <a:t>how</a:t>
            </a:r>
            <a:r>
              <a:rPr sz="1000" spc="-15"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spc="-10" dirty="0">
                <a:solidFill>
                  <a:srgbClr val="231F20"/>
                </a:solidFill>
                <a:latin typeface="Arial"/>
                <a:cs typeface="Arial"/>
              </a:rPr>
              <a:t>Montgomery </a:t>
            </a:r>
            <a:r>
              <a:rPr sz="100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dirty="0">
                <a:solidFill>
                  <a:srgbClr val="231F20"/>
                </a:solidFill>
                <a:latin typeface="Arial"/>
                <a:cs typeface="Arial"/>
              </a:rPr>
              <a:t>enriched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lives.</a:t>
            </a:r>
            <a:endParaRPr sz="1000">
              <a:latin typeface="Arial"/>
              <a:cs typeface="Arial"/>
            </a:endParaRPr>
          </a:p>
          <a:p>
            <a:pPr marL="12700" marR="113664">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filled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members </a:t>
            </a:r>
            <a:r>
              <a:rPr sz="1000" dirty="0">
                <a:solidFill>
                  <a:srgbClr val="231F20"/>
                </a:solidFill>
                <a:latin typeface="Arial"/>
                <a:cs typeface="Arial"/>
              </a:rPr>
              <a:t>shared</a:t>
            </a:r>
            <a:r>
              <a:rPr sz="1000" spc="5" dirty="0">
                <a:solidFill>
                  <a:srgbClr val="231F20"/>
                </a:solidFill>
                <a:latin typeface="Arial"/>
                <a:cs typeface="Arial"/>
              </a:rPr>
              <a:t> </a:t>
            </a:r>
            <a:r>
              <a:rPr sz="1000" dirty="0">
                <a:solidFill>
                  <a:srgbClr val="231F20"/>
                </a:solidFill>
                <a:latin typeface="Arial"/>
                <a:cs typeface="Arial"/>
              </a:rPr>
              <a:t>another</a:t>
            </a:r>
            <a:r>
              <a:rPr sz="1000" spc="10" dirty="0">
                <a:solidFill>
                  <a:srgbClr val="231F20"/>
                </a:solidFill>
                <a:latin typeface="Arial"/>
                <a:cs typeface="Arial"/>
              </a:rPr>
              <a:t> </a:t>
            </a:r>
            <a:r>
              <a:rPr sz="1000" dirty="0">
                <a:solidFill>
                  <a:srgbClr val="231F20"/>
                </a:solidFill>
                <a:latin typeface="Arial"/>
                <a:cs typeface="Arial"/>
              </a:rPr>
              <a:t>outstanding</a:t>
            </a:r>
            <a:r>
              <a:rPr sz="1000" spc="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programming!</a:t>
            </a:r>
            <a:endParaRPr sz="1000">
              <a:latin typeface="Arial"/>
              <a:cs typeface="Arial"/>
            </a:endParaRPr>
          </a:p>
          <a:p>
            <a:pPr marL="12700" marR="151765">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helped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organize</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Young</a:t>
            </a:r>
            <a:r>
              <a:rPr sz="1000" spc="-5" dirty="0">
                <a:solidFill>
                  <a:srgbClr val="231F20"/>
                </a:solidFill>
                <a:latin typeface="Arial"/>
                <a:cs typeface="Arial"/>
              </a:rPr>
              <a:t> </a:t>
            </a:r>
            <a:r>
              <a:rPr sz="1000" dirty="0">
                <a:solidFill>
                  <a:srgbClr val="231F20"/>
                </a:solidFill>
                <a:latin typeface="Arial"/>
                <a:cs typeface="Arial"/>
              </a:rPr>
              <a:t>Gifted</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Black selective</a:t>
            </a:r>
            <a:r>
              <a:rPr sz="1000" spc="5" dirty="0">
                <a:solidFill>
                  <a:srgbClr val="231F20"/>
                </a:solidFill>
                <a:latin typeface="Arial"/>
                <a:cs typeface="Arial"/>
              </a:rPr>
              <a:t> </a:t>
            </a:r>
            <a:r>
              <a:rPr sz="1000" dirty="0">
                <a:solidFill>
                  <a:srgbClr val="231F20"/>
                </a:solidFill>
                <a:latin typeface="Arial"/>
                <a:cs typeface="Arial"/>
              </a:rPr>
              <a:t>college </a:t>
            </a:r>
            <a:r>
              <a:rPr sz="1000" spc="-10" dirty="0">
                <a:solidFill>
                  <a:srgbClr val="231F20"/>
                </a:solidFill>
                <a:latin typeface="Arial"/>
                <a:cs typeface="Arial"/>
              </a:rPr>
              <a:t>admission</a:t>
            </a:r>
            <a:r>
              <a:rPr sz="1000" spc="5" dirty="0">
                <a:solidFill>
                  <a:srgbClr val="231F20"/>
                </a:solidFill>
                <a:latin typeface="Arial"/>
                <a:cs typeface="Arial"/>
              </a:rPr>
              <a:t> </a:t>
            </a:r>
            <a:r>
              <a:rPr sz="1000" dirty="0">
                <a:solidFill>
                  <a:srgbClr val="231F20"/>
                </a:solidFill>
                <a:latin typeface="Arial"/>
                <a:cs typeface="Arial"/>
              </a:rPr>
              <a:t>fair</a:t>
            </a:r>
            <a:r>
              <a:rPr sz="1000" spc="5" dirty="0">
                <a:solidFill>
                  <a:srgbClr val="231F20"/>
                </a:solidFill>
                <a:latin typeface="Arial"/>
                <a:cs typeface="Arial"/>
              </a:rPr>
              <a:t> </a:t>
            </a:r>
            <a:r>
              <a:rPr sz="1000" dirty="0">
                <a:solidFill>
                  <a:srgbClr val="231F20"/>
                </a:solidFill>
                <a:latin typeface="Arial"/>
                <a:cs typeface="Arial"/>
              </a:rPr>
              <a:t>in </a:t>
            </a:r>
            <a:r>
              <a:rPr sz="1000" spc="-10" dirty="0">
                <a:solidFill>
                  <a:srgbClr val="231F20"/>
                </a:solidFill>
                <a:latin typeface="Arial"/>
                <a:cs typeface="Arial"/>
              </a:rPr>
              <a:t>November.</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fair</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attended</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approximately</a:t>
            </a:r>
            <a:r>
              <a:rPr sz="1000" spc="-10" dirty="0">
                <a:solidFill>
                  <a:srgbClr val="231F20"/>
                </a:solidFill>
                <a:latin typeface="Arial"/>
                <a:cs typeface="Arial"/>
              </a:rPr>
              <a:t> </a:t>
            </a:r>
            <a:r>
              <a:rPr sz="1000" spc="50" dirty="0">
                <a:solidFill>
                  <a:srgbClr val="231F20"/>
                </a:solidFill>
                <a:latin typeface="Arial"/>
                <a:cs typeface="Arial"/>
              </a:rPr>
              <a:t>300</a:t>
            </a:r>
            <a:r>
              <a:rPr sz="1000" spc="-10" dirty="0">
                <a:solidFill>
                  <a:srgbClr val="231F20"/>
                </a:solidFill>
                <a:latin typeface="Arial"/>
                <a:cs typeface="Arial"/>
              </a:rPr>
              <a:t> </a:t>
            </a:r>
            <a:r>
              <a:rPr sz="1000" dirty="0">
                <a:solidFill>
                  <a:srgbClr val="231F20"/>
                </a:solidFill>
                <a:latin typeface="Arial"/>
                <a:cs typeface="Arial"/>
              </a:rPr>
              <a:t>teens</a:t>
            </a:r>
            <a:r>
              <a:rPr sz="1000" spc="-10" dirty="0">
                <a:solidFill>
                  <a:srgbClr val="231F20"/>
                </a:solidFill>
                <a:latin typeface="Arial"/>
                <a:cs typeface="Arial"/>
              </a:rPr>
              <a:t> </a:t>
            </a:r>
            <a:r>
              <a:rPr sz="1000" spc="-25" dirty="0">
                <a:solidFill>
                  <a:srgbClr val="231F20"/>
                </a:solidFill>
                <a:latin typeface="Arial"/>
                <a:cs typeface="Arial"/>
              </a:rPr>
              <a:t>and </a:t>
            </a:r>
            <a:r>
              <a:rPr sz="1000" spc="-20" dirty="0">
                <a:solidFill>
                  <a:srgbClr val="231F20"/>
                </a:solidFill>
                <a:latin typeface="Arial"/>
                <a:cs typeface="Arial"/>
              </a:rPr>
              <a:t>moms.</a:t>
            </a:r>
            <a:r>
              <a:rPr sz="1000" spc="-10" dirty="0">
                <a:solidFill>
                  <a:srgbClr val="231F20"/>
                </a:solidFill>
                <a:latin typeface="Arial"/>
                <a:cs typeface="Arial"/>
              </a:rPr>
              <a:t> Admissions </a:t>
            </a:r>
            <a:r>
              <a:rPr sz="1000" dirty="0">
                <a:solidFill>
                  <a:srgbClr val="231F20"/>
                </a:solidFill>
                <a:latin typeface="Arial"/>
                <a:cs typeface="Arial"/>
              </a:rPr>
              <a:t>directors</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Bates </a:t>
            </a:r>
            <a:r>
              <a:rPr sz="1000" dirty="0">
                <a:solidFill>
                  <a:srgbClr val="231F20"/>
                </a:solidFill>
                <a:latin typeface="Arial"/>
                <a:cs typeface="Arial"/>
              </a:rPr>
              <a:t>College,</a:t>
            </a:r>
            <a:r>
              <a:rPr sz="1000" spc="-10" dirty="0">
                <a:solidFill>
                  <a:srgbClr val="231F20"/>
                </a:solidFill>
                <a:latin typeface="Arial"/>
                <a:cs typeface="Arial"/>
              </a:rPr>
              <a:t> </a:t>
            </a:r>
            <a:r>
              <a:rPr sz="1000" spc="-20" dirty="0">
                <a:solidFill>
                  <a:srgbClr val="231F20"/>
                </a:solidFill>
                <a:latin typeface="Arial"/>
                <a:cs typeface="Arial"/>
              </a:rPr>
              <a:t>Emory </a:t>
            </a:r>
            <a:r>
              <a:rPr sz="1000" spc="-10" dirty="0">
                <a:solidFill>
                  <a:srgbClr val="231F20"/>
                </a:solidFill>
                <a:latin typeface="Arial"/>
                <a:cs typeface="Arial"/>
              </a:rPr>
              <a:t>University,</a:t>
            </a:r>
            <a:r>
              <a:rPr sz="1000" spc="-5" dirty="0">
                <a:solidFill>
                  <a:srgbClr val="231F20"/>
                </a:solidFill>
                <a:latin typeface="Arial"/>
                <a:cs typeface="Arial"/>
              </a:rPr>
              <a:t> </a:t>
            </a:r>
            <a:r>
              <a:rPr sz="1000" dirty="0">
                <a:solidFill>
                  <a:srgbClr val="231F20"/>
                </a:solidFill>
                <a:latin typeface="Arial"/>
                <a:cs typeface="Arial"/>
              </a:rPr>
              <a:t>Johns</a:t>
            </a:r>
            <a:r>
              <a:rPr sz="1000" spc="-5" dirty="0">
                <a:solidFill>
                  <a:srgbClr val="231F20"/>
                </a:solidFill>
                <a:latin typeface="Arial"/>
                <a:cs typeface="Arial"/>
              </a:rPr>
              <a:t> </a:t>
            </a:r>
            <a:r>
              <a:rPr sz="1000" dirty="0">
                <a:solidFill>
                  <a:srgbClr val="231F20"/>
                </a:solidFill>
                <a:latin typeface="Arial"/>
                <a:cs typeface="Arial"/>
              </a:rPr>
              <a:t>Hopkins</a:t>
            </a:r>
            <a:r>
              <a:rPr sz="1000" spc="-5" dirty="0">
                <a:solidFill>
                  <a:srgbClr val="231F20"/>
                </a:solidFill>
                <a:latin typeface="Arial"/>
                <a:cs typeface="Arial"/>
              </a:rPr>
              <a:t> </a:t>
            </a:r>
            <a:r>
              <a:rPr sz="1000" spc="-10" dirty="0">
                <a:solidFill>
                  <a:srgbClr val="231F20"/>
                </a:solidFill>
                <a:latin typeface="Arial"/>
                <a:cs typeface="Arial"/>
              </a:rPr>
              <a:t>University,</a:t>
            </a:r>
            <a:r>
              <a:rPr sz="1000" dirty="0">
                <a:solidFill>
                  <a:srgbClr val="231F20"/>
                </a:solidFill>
                <a:latin typeface="Arial"/>
                <a:cs typeface="Arial"/>
              </a:rPr>
              <a:t> </a:t>
            </a:r>
            <a:r>
              <a:rPr sz="1000" spc="-10" dirty="0">
                <a:solidFill>
                  <a:srgbClr val="231F20"/>
                </a:solidFill>
                <a:latin typeface="Arial"/>
                <a:cs typeface="Arial"/>
              </a:rPr>
              <a:t>Pomona</a:t>
            </a:r>
            <a:r>
              <a:rPr sz="1000" spc="-5" dirty="0">
                <a:solidFill>
                  <a:srgbClr val="231F20"/>
                </a:solidFill>
                <a:latin typeface="Arial"/>
                <a:cs typeface="Arial"/>
              </a:rPr>
              <a:t> </a:t>
            </a:r>
            <a:r>
              <a:rPr sz="1000" spc="-10" dirty="0">
                <a:solidFill>
                  <a:srgbClr val="231F20"/>
                </a:solidFill>
                <a:latin typeface="Arial"/>
                <a:cs typeface="Arial"/>
              </a:rPr>
              <a:t>College,</a:t>
            </a:r>
            <a:endParaRPr sz="1000">
              <a:latin typeface="Arial"/>
              <a:cs typeface="Arial"/>
            </a:endParaRPr>
          </a:p>
          <a:p>
            <a:pPr marL="12700" marR="5080">
              <a:lnSpc>
                <a:spcPct val="100000"/>
              </a:lnSpc>
            </a:pPr>
            <a:r>
              <a:rPr sz="1000" dirty="0">
                <a:solidFill>
                  <a:srgbClr val="231F20"/>
                </a:solidFill>
                <a:latin typeface="Arial"/>
                <a:cs typeface="Arial"/>
              </a:rPr>
              <a:t>University of</a:t>
            </a:r>
            <a:r>
              <a:rPr sz="1000" spc="5" dirty="0">
                <a:solidFill>
                  <a:srgbClr val="231F20"/>
                </a:solidFill>
                <a:latin typeface="Arial"/>
                <a:cs typeface="Arial"/>
              </a:rPr>
              <a:t> </a:t>
            </a:r>
            <a:r>
              <a:rPr sz="1000" dirty="0">
                <a:solidFill>
                  <a:srgbClr val="231F20"/>
                </a:solidFill>
                <a:latin typeface="Arial"/>
                <a:cs typeface="Arial"/>
              </a:rPr>
              <a:t>Maryland and</a:t>
            </a:r>
            <a:r>
              <a:rPr sz="1000" spc="5" dirty="0">
                <a:solidFill>
                  <a:srgbClr val="231F20"/>
                </a:solidFill>
                <a:latin typeface="Arial"/>
                <a:cs typeface="Arial"/>
              </a:rPr>
              <a:t> </a:t>
            </a:r>
            <a:r>
              <a:rPr sz="1000" spc="-20" dirty="0">
                <a:solidFill>
                  <a:srgbClr val="231F20"/>
                </a:solidFill>
                <a:latin typeface="Arial"/>
                <a:cs typeface="Arial"/>
              </a:rPr>
              <a:t>Williams</a:t>
            </a:r>
            <a:r>
              <a:rPr sz="1000" dirty="0">
                <a:solidFill>
                  <a:srgbClr val="231F20"/>
                </a:solidFill>
                <a:latin typeface="Arial"/>
                <a:cs typeface="Arial"/>
              </a:rPr>
              <a:t> College</a:t>
            </a:r>
            <a:r>
              <a:rPr sz="1000" spc="5" dirty="0">
                <a:solidFill>
                  <a:srgbClr val="231F20"/>
                </a:solidFill>
                <a:latin typeface="Arial"/>
                <a:cs typeface="Arial"/>
              </a:rPr>
              <a:t> </a:t>
            </a:r>
            <a:r>
              <a:rPr sz="1000" spc="-10" dirty="0">
                <a:solidFill>
                  <a:srgbClr val="231F20"/>
                </a:solidFill>
                <a:latin typeface="Arial"/>
                <a:cs typeface="Arial"/>
              </a:rPr>
              <a:t>participated.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identified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plight</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homeless</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theme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found</a:t>
            </a:r>
            <a:r>
              <a:rPr sz="1000" spc="-10" dirty="0">
                <a:solidFill>
                  <a:srgbClr val="231F20"/>
                </a:solidFill>
                <a:latin typeface="Arial"/>
                <a:cs typeface="Arial"/>
              </a:rPr>
              <a:t> </a:t>
            </a:r>
            <a:r>
              <a:rPr sz="1000" dirty="0">
                <a:solidFill>
                  <a:srgbClr val="231F20"/>
                </a:solidFill>
                <a:latin typeface="Arial"/>
                <a:cs typeface="Arial"/>
              </a:rPr>
              <a:t>various</a:t>
            </a:r>
            <a:r>
              <a:rPr sz="1000" spc="-10" dirty="0">
                <a:solidFill>
                  <a:srgbClr val="231F20"/>
                </a:solidFill>
                <a:latin typeface="Arial"/>
                <a:cs typeface="Arial"/>
              </a:rPr>
              <a:t> ways </a:t>
            </a:r>
            <a:r>
              <a:rPr sz="1000" spc="-25" dirty="0">
                <a:solidFill>
                  <a:srgbClr val="231F20"/>
                </a:solidFill>
                <a:latin typeface="Arial"/>
                <a:cs typeface="Arial"/>
              </a:rPr>
              <a:t>to</a:t>
            </a:r>
            <a:r>
              <a:rPr sz="1000" spc="500" dirty="0">
                <a:solidFill>
                  <a:srgbClr val="231F20"/>
                </a:solidFill>
                <a:latin typeface="Arial"/>
                <a:cs typeface="Arial"/>
              </a:rPr>
              <a:t> </a:t>
            </a:r>
            <a:r>
              <a:rPr sz="1000" dirty="0">
                <a:solidFill>
                  <a:srgbClr val="231F20"/>
                </a:solidFill>
                <a:latin typeface="Arial"/>
                <a:cs typeface="Arial"/>
              </a:rPr>
              <a:t>do so</a:t>
            </a:r>
            <a:r>
              <a:rPr sz="1000" spc="5" dirty="0">
                <a:solidFill>
                  <a:srgbClr val="231F20"/>
                </a:solidFill>
                <a:latin typeface="Arial"/>
                <a:cs typeface="Arial"/>
              </a:rPr>
              <a:t> </a:t>
            </a:r>
            <a:r>
              <a:rPr sz="1000" dirty="0">
                <a:solidFill>
                  <a:srgbClr val="231F20"/>
                </a:solidFill>
                <a:latin typeface="Arial"/>
                <a:cs typeface="Arial"/>
              </a:rPr>
              <a:t>ranging</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its work</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Stepping</a:t>
            </a:r>
            <a:r>
              <a:rPr sz="1000" spc="5" dirty="0">
                <a:solidFill>
                  <a:srgbClr val="231F20"/>
                </a:solidFill>
                <a:latin typeface="Arial"/>
                <a:cs typeface="Arial"/>
              </a:rPr>
              <a:t> </a:t>
            </a:r>
            <a:r>
              <a:rPr sz="1000" spc="-10" dirty="0">
                <a:solidFill>
                  <a:srgbClr val="231F20"/>
                </a:solidFill>
                <a:latin typeface="Arial"/>
                <a:cs typeface="Arial"/>
              </a:rPr>
              <a:t>Stones</a:t>
            </a:r>
            <a:r>
              <a:rPr sz="1000" dirty="0">
                <a:solidFill>
                  <a:srgbClr val="231F20"/>
                </a:solidFill>
                <a:latin typeface="Arial"/>
                <a:cs typeface="Arial"/>
              </a:rPr>
              <a:t> </a:t>
            </a:r>
            <a:r>
              <a:rPr sz="1000" spc="-10" dirty="0">
                <a:solidFill>
                  <a:srgbClr val="231F20"/>
                </a:solidFill>
                <a:latin typeface="Arial"/>
                <a:cs typeface="Arial"/>
              </a:rPr>
              <a:t>Shelter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grade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continued</a:t>
            </a:r>
            <a:r>
              <a:rPr sz="1000" spc="25" dirty="0">
                <a:solidFill>
                  <a:srgbClr val="231F20"/>
                </a:solidFill>
                <a:latin typeface="Arial"/>
                <a:cs typeface="Arial"/>
              </a:rPr>
              <a:t> </a:t>
            </a:r>
            <a:r>
              <a:rPr sz="1000" dirty="0">
                <a:solidFill>
                  <a:srgbClr val="231F20"/>
                </a:solidFill>
                <a:latin typeface="Arial"/>
                <a:cs typeface="Arial"/>
              </a:rPr>
              <a:t>its</a:t>
            </a:r>
            <a:r>
              <a:rPr sz="1000" spc="20" dirty="0">
                <a:solidFill>
                  <a:srgbClr val="231F20"/>
                </a:solidFill>
                <a:latin typeface="Arial"/>
                <a:cs typeface="Arial"/>
              </a:rPr>
              <a:t> </a:t>
            </a:r>
            <a:r>
              <a:rPr sz="1000" dirty="0">
                <a:solidFill>
                  <a:srgbClr val="231F20"/>
                </a:solidFill>
                <a:latin typeface="Arial"/>
                <a:cs typeface="Arial"/>
              </a:rPr>
              <a:t>partnership</a:t>
            </a:r>
            <a:r>
              <a:rPr sz="1000" spc="2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March</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spc="-20" dirty="0">
                <a:solidFill>
                  <a:srgbClr val="231F20"/>
                </a:solidFill>
                <a:latin typeface="Arial"/>
                <a:cs typeface="Arial"/>
              </a:rPr>
              <a:t>Dimes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participating</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both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Kendra</a:t>
            </a:r>
            <a:r>
              <a:rPr sz="1000" spc="15" dirty="0">
                <a:solidFill>
                  <a:srgbClr val="231F20"/>
                </a:solidFill>
                <a:latin typeface="Arial"/>
                <a:cs typeface="Arial"/>
              </a:rPr>
              <a:t> </a:t>
            </a:r>
            <a:r>
              <a:rPr sz="1000" dirty="0">
                <a:solidFill>
                  <a:srgbClr val="231F20"/>
                </a:solidFill>
                <a:latin typeface="Arial"/>
                <a:cs typeface="Arial"/>
              </a:rPr>
              <a:t>Scott</a:t>
            </a:r>
            <a:r>
              <a:rPr sz="1000" spc="15" dirty="0">
                <a:solidFill>
                  <a:srgbClr val="231F20"/>
                </a:solidFill>
                <a:latin typeface="Arial"/>
                <a:cs typeface="Arial"/>
              </a:rPr>
              <a:t> </a:t>
            </a:r>
            <a:r>
              <a:rPr sz="1000" dirty="0">
                <a:solidFill>
                  <a:srgbClr val="231F20"/>
                </a:solidFill>
                <a:latin typeface="Arial"/>
                <a:cs typeface="Arial"/>
              </a:rPr>
              <a:t>benefit</a:t>
            </a:r>
            <a:r>
              <a:rPr sz="1000" spc="10" dirty="0">
                <a:solidFill>
                  <a:srgbClr val="231F20"/>
                </a:solidFill>
                <a:latin typeface="Arial"/>
                <a:cs typeface="Arial"/>
              </a:rPr>
              <a:t> </a:t>
            </a:r>
            <a:r>
              <a:rPr sz="1000" spc="-10" dirty="0">
                <a:solidFill>
                  <a:srgbClr val="231F20"/>
                </a:solidFill>
                <a:latin typeface="Arial"/>
                <a:cs typeface="Arial"/>
              </a:rPr>
              <a:t>fundraiser</a:t>
            </a:r>
            <a:r>
              <a:rPr sz="1000" spc="50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December</a:t>
            </a:r>
            <a:r>
              <a:rPr sz="1000" spc="-2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well</a:t>
            </a:r>
            <a:r>
              <a:rPr sz="1000" spc="-25"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annual</a:t>
            </a:r>
            <a:r>
              <a:rPr sz="1000" spc="-25" dirty="0">
                <a:solidFill>
                  <a:srgbClr val="231F20"/>
                </a:solidFill>
                <a:latin typeface="Arial"/>
                <a:cs typeface="Arial"/>
              </a:rPr>
              <a:t> </a:t>
            </a:r>
            <a:r>
              <a:rPr sz="1000" spc="-20" dirty="0">
                <a:solidFill>
                  <a:srgbClr val="231F20"/>
                </a:solidFill>
                <a:latin typeface="Arial"/>
                <a:cs typeface="Arial"/>
              </a:rPr>
              <a:t>Walk </a:t>
            </a:r>
            <a:r>
              <a:rPr sz="1000" dirty="0">
                <a:solidFill>
                  <a:srgbClr val="231F20"/>
                </a:solidFill>
                <a:latin typeface="Arial"/>
                <a:cs typeface="Arial"/>
              </a:rPr>
              <a:t>for</a:t>
            </a:r>
            <a:r>
              <a:rPr sz="1000" spc="-25" dirty="0">
                <a:solidFill>
                  <a:srgbClr val="231F20"/>
                </a:solidFill>
                <a:latin typeface="Arial"/>
                <a:cs typeface="Arial"/>
              </a:rPr>
              <a:t> </a:t>
            </a:r>
            <a:r>
              <a:rPr sz="1000" spc="-10" dirty="0">
                <a:solidFill>
                  <a:srgbClr val="231F20"/>
                </a:solidFill>
                <a:latin typeface="Arial"/>
                <a:cs typeface="Arial"/>
              </a:rPr>
              <a:t>Babies</a:t>
            </a:r>
            <a:endParaRPr sz="1000">
              <a:latin typeface="Arial"/>
              <a:cs typeface="Arial"/>
            </a:endParaRPr>
          </a:p>
          <a:p>
            <a:pPr marL="12700" marR="114935">
              <a:lnSpc>
                <a:spcPct val="100000"/>
              </a:lnSpc>
            </a:pPr>
            <a:r>
              <a:rPr sz="1000" dirty="0">
                <a:solidFill>
                  <a:srgbClr val="231F20"/>
                </a:solidFill>
                <a:latin typeface="Arial"/>
                <a:cs typeface="Arial"/>
              </a:rPr>
              <a:t>event</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April.</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December</a:t>
            </a:r>
            <a:r>
              <a:rPr sz="1000" spc="-15" dirty="0">
                <a:solidFill>
                  <a:srgbClr val="231F20"/>
                </a:solidFill>
                <a:latin typeface="Arial"/>
                <a:cs typeface="Arial"/>
              </a:rPr>
              <a:t> </a:t>
            </a:r>
            <a:r>
              <a:rPr sz="1000" spc="-25" dirty="0">
                <a:solidFill>
                  <a:srgbClr val="231F20"/>
                </a:solidFill>
                <a:latin typeface="Arial"/>
                <a:cs typeface="Arial"/>
              </a:rPr>
              <a:t>2019,</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adopted </a:t>
            </a:r>
            <a:r>
              <a:rPr sz="1000" dirty="0">
                <a:solidFill>
                  <a:srgbClr val="231F20"/>
                </a:solidFill>
                <a:latin typeface="Arial"/>
                <a:cs typeface="Arial"/>
              </a:rPr>
              <a:t>families for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holidays</a:t>
            </a:r>
            <a:r>
              <a:rPr sz="1000" spc="5" dirty="0">
                <a:solidFill>
                  <a:srgbClr val="231F20"/>
                </a:solidFill>
                <a:latin typeface="Arial"/>
                <a:cs typeface="Arial"/>
              </a:rPr>
              <a:t> </a:t>
            </a:r>
            <a:r>
              <a:rPr sz="1000" dirty="0">
                <a:solidFill>
                  <a:srgbClr val="231F20"/>
                </a:solidFill>
                <a:latin typeface="Arial"/>
                <a:cs typeface="Arial"/>
              </a:rPr>
              <a:t>in partnership</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Stepping Stones</a:t>
            </a:r>
            <a:r>
              <a:rPr sz="1000" spc="5" dirty="0">
                <a:solidFill>
                  <a:srgbClr val="231F20"/>
                </a:solidFill>
                <a:latin typeface="Arial"/>
                <a:cs typeface="Arial"/>
              </a:rPr>
              <a:t> </a:t>
            </a:r>
            <a:r>
              <a:rPr sz="1000" dirty="0">
                <a:solidFill>
                  <a:srgbClr val="231F20"/>
                </a:solidFill>
                <a:latin typeface="Arial"/>
                <a:cs typeface="Arial"/>
              </a:rPr>
              <a:t>shelter</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address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impact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poverty</a:t>
            </a:r>
            <a:r>
              <a:rPr sz="1000" spc="10" dirty="0">
                <a:solidFill>
                  <a:srgbClr val="231F20"/>
                </a:solidFill>
                <a:latin typeface="Arial"/>
                <a:cs typeface="Arial"/>
              </a:rPr>
              <a:t> </a:t>
            </a:r>
            <a:r>
              <a:rPr sz="1000" spc="-20" dirty="0">
                <a:solidFill>
                  <a:srgbClr val="231F20"/>
                </a:solidFill>
                <a:latin typeface="Arial"/>
                <a:cs typeface="Arial"/>
              </a:rPr>
              <a:t>among </a:t>
            </a:r>
            <a:r>
              <a:rPr sz="1000" dirty="0">
                <a:solidFill>
                  <a:srgbClr val="231F20"/>
                </a:solidFill>
                <a:latin typeface="Arial"/>
                <a:cs typeface="Arial"/>
              </a:rPr>
              <a:t>children and </a:t>
            </a:r>
            <a:r>
              <a:rPr sz="1000" spc="-10" dirty="0">
                <a:solidFill>
                  <a:srgbClr val="231F20"/>
                </a:solidFill>
                <a:latin typeface="Arial"/>
                <a:cs typeface="Arial"/>
              </a:rPr>
              <a:t>families.</a:t>
            </a:r>
            <a:r>
              <a:rPr sz="1000" dirty="0">
                <a:solidFill>
                  <a:srgbClr val="231F20"/>
                </a:solidFill>
                <a:latin typeface="Arial"/>
                <a:cs typeface="Arial"/>
              </a:rPr>
              <a:t> The chapter celebrated its</a:t>
            </a:r>
            <a:r>
              <a:rPr sz="1000" spc="5" dirty="0">
                <a:solidFill>
                  <a:srgbClr val="231F20"/>
                </a:solidFill>
                <a:latin typeface="Arial"/>
                <a:cs typeface="Arial"/>
              </a:rPr>
              <a:t> </a:t>
            </a:r>
            <a:r>
              <a:rPr sz="1000" spc="-10" dirty="0">
                <a:solidFill>
                  <a:srgbClr val="231F20"/>
                </a:solidFill>
                <a:latin typeface="Arial"/>
                <a:cs typeface="Arial"/>
              </a:rPr>
              <a:t>hosting </a:t>
            </a:r>
            <a:r>
              <a:rPr sz="1000" dirty="0">
                <a:solidFill>
                  <a:srgbClr val="231F20"/>
                </a:solidFill>
                <a:latin typeface="Arial"/>
                <a:cs typeface="Arial"/>
              </a:rPr>
              <a:t>the</a:t>
            </a:r>
            <a:r>
              <a:rPr sz="1000" spc="-10" dirty="0">
                <a:solidFill>
                  <a:srgbClr val="231F20"/>
                </a:solidFill>
                <a:latin typeface="Arial"/>
                <a:cs typeface="Arial"/>
              </a:rPr>
              <a:t> </a:t>
            </a:r>
            <a:r>
              <a:rPr sz="1000" spc="-105" dirty="0">
                <a:solidFill>
                  <a:srgbClr val="231F20"/>
                </a:solidFill>
                <a:latin typeface="Arial"/>
                <a:cs typeface="Arial"/>
              </a:rPr>
              <a:t>11th</a:t>
            </a:r>
            <a:r>
              <a:rPr sz="1000" spc="-10"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Spelling</a:t>
            </a:r>
            <a:r>
              <a:rPr sz="1000" spc="-5" dirty="0">
                <a:solidFill>
                  <a:srgbClr val="231F20"/>
                </a:solidFill>
                <a:latin typeface="Arial"/>
                <a:cs typeface="Arial"/>
              </a:rPr>
              <a:t> </a:t>
            </a:r>
            <a:r>
              <a:rPr sz="1000" dirty="0">
                <a:solidFill>
                  <a:srgbClr val="231F20"/>
                </a:solidFill>
                <a:latin typeface="Arial"/>
                <a:cs typeface="Arial"/>
              </a:rPr>
              <a:t>Bee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Oratorical </a:t>
            </a:r>
            <a:r>
              <a:rPr sz="1000" dirty="0">
                <a:solidFill>
                  <a:srgbClr val="231F20"/>
                </a:solidFill>
                <a:latin typeface="Arial"/>
                <a:cs typeface="Arial"/>
              </a:rPr>
              <a:t>Competition</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event</a:t>
            </a:r>
            <a:r>
              <a:rPr sz="1000" spc="15"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spc="-10" dirty="0">
                <a:solidFill>
                  <a:srgbClr val="231F20"/>
                </a:solidFill>
                <a:latin typeface="Arial"/>
                <a:cs typeface="Arial"/>
              </a:rPr>
              <a:t>February</a:t>
            </a:r>
            <a:endParaRPr sz="1000">
              <a:latin typeface="Arial"/>
              <a:cs typeface="Arial"/>
            </a:endParaRPr>
          </a:p>
          <a:p>
            <a:pPr marL="12700" marR="84455">
              <a:lnSpc>
                <a:spcPct val="100000"/>
              </a:lnSpc>
            </a:pPr>
            <a:r>
              <a:rPr sz="1000" dirty="0">
                <a:solidFill>
                  <a:srgbClr val="231F20"/>
                </a:solidFill>
                <a:latin typeface="Arial"/>
                <a:cs typeface="Arial"/>
              </a:rPr>
              <a:t>23,</a:t>
            </a:r>
            <a:r>
              <a:rPr sz="1000" spc="-10" dirty="0">
                <a:solidFill>
                  <a:srgbClr val="231F20"/>
                </a:solidFill>
                <a:latin typeface="Arial"/>
                <a:cs typeface="Arial"/>
              </a:rPr>
              <a:t> </a:t>
            </a:r>
            <a:r>
              <a:rPr sz="1000" spc="-25" dirty="0">
                <a:solidFill>
                  <a:srgbClr val="231F20"/>
                </a:solidFill>
                <a:latin typeface="Arial"/>
                <a:cs typeface="Arial"/>
              </a:rPr>
              <a:t>2019.</a:t>
            </a:r>
            <a:r>
              <a:rPr sz="1000" spc="-5" dirty="0">
                <a:solidFill>
                  <a:srgbClr val="231F20"/>
                </a:solidFill>
                <a:latin typeface="Arial"/>
                <a:cs typeface="Arial"/>
              </a:rPr>
              <a:t> </a:t>
            </a:r>
            <a:r>
              <a:rPr sz="1000" spc="-10" dirty="0">
                <a:solidFill>
                  <a:srgbClr val="231F20"/>
                </a:solidFill>
                <a:latin typeface="Arial"/>
                <a:cs typeface="Arial"/>
              </a:rPr>
              <a:t>This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well</a:t>
            </a:r>
            <a:r>
              <a:rPr sz="1000" spc="-5" dirty="0">
                <a:solidFill>
                  <a:srgbClr val="231F20"/>
                </a:solidFill>
                <a:latin typeface="Arial"/>
                <a:cs typeface="Arial"/>
              </a:rPr>
              <a:t> </a:t>
            </a:r>
            <a:r>
              <a:rPr sz="1000" dirty="0">
                <a:solidFill>
                  <a:srgbClr val="231F20"/>
                </a:solidFill>
                <a:latin typeface="Arial"/>
                <a:cs typeface="Arial"/>
              </a:rPr>
              <a:t>attended</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showcased the</a:t>
            </a:r>
            <a:r>
              <a:rPr sz="1000" spc="5" dirty="0">
                <a:solidFill>
                  <a:srgbClr val="231F20"/>
                </a:solidFill>
                <a:latin typeface="Arial"/>
                <a:cs typeface="Arial"/>
              </a:rPr>
              <a:t> </a:t>
            </a:r>
            <a:r>
              <a:rPr sz="1000" dirty="0">
                <a:solidFill>
                  <a:srgbClr val="231F20"/>
                </a:solidFill>
                <a:latin typeface="Arial"/>
                <a:cs typeface="Arial"/>
              </a:rPr>
              <a:t>impact</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is</a:t>
            </a:r>
            <a:r>
              <a:rPr sz="1000" spc="5" dirty="0">
                <a:solidFill>
                  <a:srgbClr val="231F20"/>
                </a:solidFill>
                <a:latin typeface="Arial"/>
                <a:cs typeface="Arial"/>
              </a:rPr>
              <a:t> </a:t>
            </a:r>
            <a:r>
              <a:rPr sz="1000" dirty="0">
                <a:solidFill>
                  <a:srgbClr val="231F20"/>
                </a:solidFill>
                <a:latin typeface="Arial"/>
                <a:cs typeface="Arial"/>
              </a:rPr>
              <a:t>making to</a:t>
            </a:r>
            <a:r>
              <a:rPr sz="1000" spc="5" dirty="0">
                <a:solidFill>
                  <a:srgbClr val="231F20"/>
                </a:solidFill>
                <a:latin typeface="Arial"/>
                <a:cs typeface="Arial"/>
              </a:rPr>
              <a:t> </a:t>
            </a:r>
            <a:r>
              <a:rPr sz="1000" dirty="0">
                <a:solidFill>
                  <a:srgbClr val="231F20"/>
                </a:solidFill>
                <a:latin typeface="Arial"/>
                <a:cs typeface="Arial"/>
              </a:rPr>
              <a:t>uplift</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value</a:t>
            </a:r>
            <a:r>
              <a:rPr sz="1000" spc="-5" dirty="0">
                <a:solidFill>
                  <a:srgbClr val="231F20"/>
                </a:solidFill>
                <a:latin typeface="Arial"/>
                <a:cs typeface="Arial"/>
              </a:rPr>
              <a:t> </a:t>
            </a:r>
            <a:r>
              <a:rPr sz="1000" dirty="0">
                <a:solidFill>
                  <a:srgbClr val="231F20"/>
                </a:solidFill>
                <a:latin typeface="Arial"/>
                <a:cs typeface="Arial"/>
              </a:rPr>
              <a:t>of literacy and education for all </a:t>
            </a:r>
            <a:r>
              <a:rPr sz="1000" spc="-10" dirty="0">
                <a:solidFill>
                  <a:srgbClr val="231F20"/>
                </a:solidFill>
                <a:latin typeface="Arial"/>
                <a:cs typeface="Arial"/>
              </a:rPr>
              <a:t>children.</a:t>
            </a:r>
            <a:endParaRPr sz="1000">
              <a:latin typeface="Arial"/>
              <a:cs typeface="Arial"/>
            </a:endParaRPr>
          </a:p>
          <a:p>
            <a:pPr marL="12700" marR="229870">
              <a:lnSpc>
                <a:spcPct val="100000"/>
              </a:lnSpc>
              <a:spcBef>
                <a:spcPts val="900"/>
              </a:spcBef>
            </a:pPr>
            <a:r>
              <a:rPr sz="1000" dirty="0">
                <a:solidFill>
                  <a:srgbClr val="231F20"/>
                </a:solidFill>
                <a:latin typeface="Arial"/>
                <a:cs typeface="Arial"/>
              </a:rPr>
              <a:t>During</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30" dirty="0">
                <a:solidFill>
                  <a:srgbClr val="231F20"/>
                </a:solidFill>
                <a:latin typeface="Arial"/>
                <a:cs typeface="Arial"/>
              </a:rPr>
              <a:t>2019-</a:t>
            </a:r>
            <a:r>
              <a:rPr sz="1000" dirty="0">
                <a:solidFill>
                  <a:srgbClr val="231F20"/>
                </a:solidFill>
                <a:latin typeface="Arial"/>
                <a:cs typeface="Arial"/>
              </a:rPr>
              <a:t>2020</a:t>
            </a:r>
            <a:r>
              <a:rPr sz="1000" spc="20"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spc="-25" dirty="0">
                <a:solidFill>
                  <a:srgbClr val="231F20"/>
                </a:solidFill>
                <a:latin typeface="Arial"/>
                <a:cs typeface="Arial"/>
              </a:rPr>
              <a:t>year,</a:t>
            </a:r>
            <a:r>
              <a:rPr sz="1000" spc="25" dirty="0">
                <a:solidFill>
                  <a:srgbClr val="231F20"/>
                </a:solidFill>
                <a:latin typeface="Arial"/>
                <a:cs typeface="Arial"/>
              </a:rPr>
              <a:t> </a:t>
            </a:r>
            <a:r>
              <a:rPr sz="1000"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held</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spc="-25" dirty="0">
                <a:solidFill>
                  <a:srgbClr val="231F20"/>
                </a:solidFill>
                <a:latin typeface="Arial"/>
                <a:cs typeface="Arial"/>
              </a:rPr>
              <a:t>6th </a:t>
            </a:r>
            <a:r>
              <a:rPr sz="1000" dirty="0">
                <a:solidFill>
                  <a:srgbClr val="231F20"/>
                </a:solidFill>
                <a:latin typeface="Arial"/>
                <a:cs typeface="Arial"/>
              </a:rPr>
              <a:t>Biennial</a:t>
            </a:r>
            <a:r>
              <a:rPr sz="1000" spc="-5" dirty="0">
                <a:solidFill>
                  <a:srgbClr val="231F20"/>
                </a:solidFill>
                <a:latin typeface="Arial"/>
                <a:cs typeface="Arial"/>
              </a:rPr>
              <a:t> </a:t>
            </a:r>
            <a:r>
              <a:rPr sz="1000" dirty="0">
                <a:solidFill>
                  <a:srgbClr val="231F20"/>
                </a:solidFill>
                <a:latin typeface="Arial"/>
                <a:cs typeface="Arial"/>
              </a:rPr>
              <a:t>Cotillion-Beautillion Leadership </a:t>
            </a:r>
            <a:r>
              <a:rPr sz="1000" spc="-10" dirty="0">
                <a:solidFill>
                  <a:srgbClr val="231F20"/>
                </a:solidFill>
                <a:latin typeface="Arial"/>
                <a:cs typeface="Arial"/>
              </a:rPr>
              <a:t>Development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male</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female</a:t>
            </a:r>
            <a:r>
              <a:rPr sz="1000" spc="-10" dirty="0">
                <a:solidFill>
                  <a:srgbClr val="231F20"/>
                </a:solidFill>
                <a:latin typeface="Arial"/>
                <a:cs typeface="Arial"/>
              </a:rPr>
              <a:t> </a:t>
            </a:r>
            <a:r>
              <a:rPr sz="1000" dirty="0">
                <a:solidFill>
                  <a:srgbClr val="231F20"/>
                </a:solidFill>
                <a:latin typeface="Arial"/>
                <a:cs typeface="Arial"/>
              </a:rPr>
              <a:t>students</a:t>
            </a:r>
            <a:r>
              <a:rPr sz="1000" spc="-15" dirty="0">
                <a:solidFill>
                  <a:srgbClr val="231F20"/>
                </a:solidFill>
                <a:latin typeface="Arial"/>
                <a:cs typeface="Arial"/>
              </a:rPr>
              <a:t> </a:t>
            </a:r>
            <a:r>
              <a:rPr sz="1000" spc="-10" dirty="0">
                <a:solidFill>
                  <a:srgbClr val="231F20"/>
                </a:solidFill>
                <a:latin typeface="Arial"/>
                <a:cs typeface="Arial"/>
              </a:rPr>
              <a:t>(debutantes</a:t>
            </a:r>
            <a:r>
              <a:rPr sz="1000" spc="50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beaux)</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25" dirty="0">
                <a:solidFill>
                  <a:srgbClr val="231F20"/>
                </a:solidFill>
                <a:latin typeface="Arial"/>
                <a:cs typeface="Arial"/>
              </a:rPr>
              <a:t>10th,</a:t>
            </a:r>
            <a:r>
              <a:rPr sz="1000" spc="-20" dirty="0">
                <a:solidFill>
                  <a:srgbClr val="231F20"/>
                </a:solidFill>
                <a:latin typeface="Arial"/>
                <a:cs typeface="Arial"/>
              </a:rPr>
              <a:t> </a:t>
            </a:r>
            <a:r>
              <a:rPr sz="1000" spc="-105" dirty="0">
                <a:solidFill>
                  <a:srgbClr val="231F20"/>
                </a:solidFill>
                <a:latin typeface="Arial"/>
                <a:cs typeface="Arial"/>
              </a:rPr>
              <a:t>11th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35" dirty="0">
                <a:solidFill>
                  <a:srgbClr val="231F20"/>
                </a:solidFill>
                <a:latin typeface="Arial"/>
                <a:cs typeface="Arial"/>
              </a:rPr>
              <a:t>12th</a:t>
            </a:r>
            <a:r>
              <a:rPr sz="1000" spc="-20" dirty="0">
                <a:solidFill>
                  <a:srgbClr val="231F20"/>
                </a:solidFill>
                <a:latin typeface="Arial"/>
                <a:cs typeface="Arial"/>
              </a:rPr>
              <a:t> </a:t>
            </a:r>
            <a:r>
              <a:rPr sz="1000" dirty="0">
                <a:solidFill>
                  <a:srgbClr val="231F20"/>
                </a:solidFill>
                <a:latin typeface="Arial"/>
                <a:cs typeface="Arial"/>
              </a:rPr>
              <a:t>grades.</a:t>
            </a:r>
            <a:r>
              <a:rPr sz="1000" spc="-15"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spc="-25" dirty="0">
                <a:solidFill>
                  <a:srgbClr val="231F20"/>
                </a:solidFill>
                <a:latin typeface="Arial"/>
                <a:cs typeface="Arial"/>
              </a:rPr>
              <a:t>had</a:t>
            </a:r>
            <a:r>
              <a:rPr sz="1000" spc="500" dirty="0">
                <a:solidFill>
                  <a:srgbClr val="231F20"/>
                </a:solidFill>
                <a:latin typeface="Arial"/>
                <a:cs typeface="Arial"/>
              </a:rPr>
              <a:t> </a:t>
            </a:r>
            <a:r>
              <a:rPr sz="1000" spc="-90" dirty="0">
                <a:solidFill>
                  <a:srgbClr val="231F20"/>
                </a:solidFill>
                <a:latin typeface="Arial"/>
                <a:cs typeface="Arial"/>
              </a:rPr>
              <a:t>16</a:t>
            </a:r>
            <a:r>
              <a:rPr sz="1000" dirty="0">
                <a:solidFill>
                  <a:srgbClr val="231F20"/>
                </a:solidFill>
                <a:latin typeface="Arial"/>
                <a:cs typeface="Arial"/>
              </a:rPr>
              <a:t> participants</a:t>
            </a:r>
            <a:r>
              <a:rPr sz="1000" spc="5" dirty="0">
                <a:solidFill>
                  <a:srgbClr val="231F20"/>
                </a:solidFill>
                <a:latin typeface="Arial"/>
                <a:cs typeface="Arial"/>
              </a:rPr>
              <a:t> </a:t>
            </a:r>
            <a:r>
              <a:rPr sz="1000" dirty="0">
                <a:solidFill>
                  <a:srgbClr val="231F20"/>
                </a:solidFill>
                <a:latin typeface="Arial"/>
                <a:cs typeface="Arial"/>
              </a:rPr>
              <a:t>from Montgomery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Prince</a:t>
            </a:r>
            <a:r>
              <a:rPr sz="1000" dirty="0">
                <a:solidFill>
                  <a:srgbClr val="231F20"/>
                </a:solidFill>
                <a:latin typeface="Arial"/>
                <a:cs typeface="Arial"/>
              </a:rPr>
              <a:t> </a:t>
            </a:r>
            <a:r>
              <a:rPr sz="1000" spc="-10" dirty="0">
                <a:solidFill>
                  <a:srgbClr val="231F20"/>
                </a:solidFill>
                <a:latin typeface="Arial"/>
                <a:cs typeface="Arial"/>
              </a:rPr>
              <a:t>George’s</a:t>
            </a:r>
            <a:endParaRPr sz="1000">
              <a:latin typeface="Arial"/>
              <a:cs typeface="Arial"/>
            </a:endParaRPr>
          </a:p>
        </p:txBody>
      </p:sp>
      <p:sp>
        <p:nvSpPr>
          <p:cNvPr id="5" name="object 5"/>
          <p:cNvSpPr txBox="1">
            <a:spLocks noGrp="1"/>
          </p:cNvSpPr>
          <p:nvPr>
            <p:ph type="sldNum" sz="quarter" idx="7"/>
          </p:nvPr>
        </p:nvSpPr>
        <p:spPr>
          <a:xfrm>
            <a:off x="7067294" y="9529590"/>
            <a:ext cx="2606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7</a:t>
            </a:r>
          </a:p>
        </p:txBody>
      </p:sp>
      <p:sp>
        <p:nvSpPr>
          <p:cNvPr id="3" name="object 3"/>
          <p:cNvSpPr txBox="1"/>
          <p:nvPr/>
        </p:nvSpPr>
        <p:spPr>
          <a:xfrm>
            <a:off x="4016375" y="2088375"/>
            <a:ext cx="3311525" cy="7112000"/>
          </a:xfrm>
          <a:prstGeom prst="rect">
            <a:avLst/>
          </a:prstGeom>
        </p:spPr>
        <p:txBody>
          <a:bodyPr vert="horz" wrap="square" lIns="0" tIns="12700" rIns="0" bIns="0" rtlCol="0">
            <a:spAutoFit/>
          </a:bodyPr>
          <a:lstStyle/>
          <a:p>
            <a:pPr marL="12700" marR="82550">
              <a:lnSpc>
                <a:spcPct val="100000"/>
              </a:lnSpc>
              <a:spcBef>
                <a:spcPts val="100"/>
              </a:spcBef>
            </a:pPr>
            <a:r>
              <a:rPr sz="1000" dirty="0">
                <a:solidFill>
                  <a:srgbClr val="231F20"/>
                </a:solidFill>
                <a:latin typeface="Arial"/>
                <a:cs typeface="Arial"/>
              </a:rPr>
              <a:t>Counties and the</a:t>
            </a:r>
            <a:r>
              <a:rPr sz="1000" spc="5" dirty="0">
                <a:solidFill>
                  <a:srgbClr val="231F20"/>
                </a:solidFill>
                <a:latin typeface="Arial"/>
                <a:cs typeface="Arial"/>
              </a:rPr>
              <a:t> </a:t>
            </a:r>
            <a:r>
              <a:rPr sz="1000" dirty="0">
                <a:solidFill>
                  <a:srgbClr val="231F20"/>
                </a:solidFill>
                <a:latin typeface="Arial"/>
                <a:cs typeface="Arial"/>
              </a:rPr>
              <a:t>District of</a:t>
            </a:r>
            <a:r>
              <a:rPr sz="1000" spc="5" dirty="0">
                <a:solidFill>
                  <a:srgbClr val="231F20"/>
                </a:solidFill>
                <a:latin typeface="Arial"/>
                <a:cs typeface="Arial"/>
              </a:rPr>
              <a:t> </a:t>
            </a:r>
            <a:r>
              <a:rPr sz="1000" spc="-10" dirty="0">
                <a:solidFill>
                  <a:srgbClr val="231F20"/>
                </a:solidFill>
                <a:latin typeface="Arial"/>
                <a:cs typeface="Arial"/>
              </a:rPr>
              <a:t>Columbia.</a:t>
            </a:r>
            <a:r>
              <a:rPr sz="1000" dirty="0">
                <a:solidFill>
                  <a:srgbClr val="231F20"/>
                </a:solidFill>
                <a:latin typeface="Arial"/>
                <a:cs typeface="Arial"/>
              </a:rPr>
              <a:t> During</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seven- </a:t>
            </a:r>
            <a:r>
              <a:rPr sz="1000" dirty="0">
                <a:solidFill>
                  <a:srgbClr val="231F20"/>
                </a:solidFill>
                <a:latin typeface="Arial"/>
                <a:cs typeface="Arial"/>
              </a:rPr>
              <a:t>month</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students</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provided</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spc="-10" dirty="0">
                <a:solidFill>
                  <a:srgbClr val="231F20"/>
                </a:solidFill>
                <a:latin typeface="Arial"/>
                <a:cs typeface="Arial"/>
              </a:rPr>
              <a:t>outstanding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educational</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dirty="0">
                <a:solidFill>
                  <a:srgbClr val="231F20"/>
                </a:solidFill>
                <a:latin typeface="Arial"/>
                <a:cs typeface="Arial"/>
              </a:rPr>
              <a:t>workshops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leadership retreats, </a:t>
            </a:r>
            <a:r>
              <a:rPr sz="1000" spc="-10" dirty="0">
                <a:solidFill>
                  <a:srgbClr val="231F20"/>
                </a:solidFill>
                <a:latin typeface="Arial"/>
                <a:cs typeface="Arial"/>
              </a:rPr>
              <a:t>as</a:t>
            </a:r>
            <a:r>
              <a:rPr sz="1000" dirty="0">
                <a:solidFill>
                  <a:srgbClr val="231F20"/>
                </a:solidFill>
                <a:latin typeface="Arial"/>
                <a:cs typeface="Arial"/>
              </a:rPr>
              <a:t> well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extolling the importance </a:t>
            </a:r>
            <a:r>
              <a:rPr sz="1000" spc="-25" dirty="0">
                <a:solidFill>
                  <a:srgbClr val="231F20"/>
                </a:solidFill>
                <a:latin typeface="Arial"/>
                <a:cs typeface="Arial"/>
              </a:rPr>
              <a:t>of </a:t>
            </a:r>
            <a:r>
              <a:rPr sz="1000" dirty="0">
                <a:solidFill>
                  <a:srgbClr val="231F20"/>
                </a:solidFill>
                <a:latin typeface="Arial"/>
                <a:cs typeface="Arial"/>
              </a:rPr>
              <a:t>community </a:t>
            </a:r>
            <a:r>
              <a:rPr sz="1000" spc="-10" dirty="0">
                <a:solidFill>
                  <a:srgbClr val="231F20"/>
                </a:solidFill>
                <a:latin typeface="Arial"/>
                <a:cs typeface="Arial"/>
              </a:rPr>
              <a:t>service.</a:t>
            </a:r>
            <a:endParaRPr sz="1000">
              <a:latin typeface="Arial"/>
              <a:cs typeface="Arial"/>
            </a:endParaRPr>
          </a:p>
          <a:p>
            <a:pPr marL="12700" marR="51435">
              <a:lnSpc>
                <a:spcPct val="100000"/>
              </a:lnSpc>
              <a:spcBef>
                <a:spcPts val="900"/>
              </a:spcBef>
            </a:pP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Debutantes</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Beaux</a:t>
            </a:r>
            <a:r>
              <a:rPr sz="1000" spc="-30" dirty="0">
                <a:solidFill>
                  <a:srgbClr val="231F20"/>
                </a:solidFill>
                <a:latin typeface="Arial"/>
                <a:cs typeface="Arial"/>
              </a:rPr>
              <a:t> </a:t>
            </a:r>
            <a:r>
              <a:rPr sz="1000" dirty="0">
                <a:solidFill>
                  <a:srgbClr val="231F20"/>
                </a:solidFill>
                <a:latin typeface="Arial"/>
                <a:cs typeface="Arial"/>
              </a:rPr>
              <a:t>have</a:t>
            </a:r>
            <a:r>
              <a:rPr sz="1000" spc="-25" dirty="0">
                <a:solidFill>
                  <a:srgbClr val="231F20"/>
                </a:solidFill>
                <a:latin typeface="Arial"/>
                <a:cs typeface="Arial"/>
              </a:rPr>
              <a:t> </a:t>
            </a:r>
            <a:r>
              <a:rPr sz="1000" dirty="0">
                <a:solidFill>
                  <a:srgbClr val="231F20"/>
                </a:solidFill>
                <a:latin typeface="Arial"/>
                <a:cs typeface="Arial"/>
              </a:rPr>
              <a:t>also</a:t>
            </a:r>
            <a:r>
              <a:rPr sz="1000" spc="-30" dirty="0">
                <a:solidFill>
                  <a:srgbClr val="231F20"/>
                </a:solidFill>
                <a:latin typeface="Arial"/>
                <a:cs typeface="Arial"/>
              </a:rPr>
              <a:t> </a:t>
            </a:r>
            <a:r>
              <a:rPr sz="1000" dirty="0">
                <a:solidFill>
                  <a:srgbClr val="231F20"/>
                </a:solidFill>
                <a:latin typeface="Arial"/>
                <a:cs typeface="Arial"/>
              </a:rPr>
              <a:t>raised</a:t>
            </a:r>
            <a:r>
              <a:rPr sz="1000" spc="-25" dirty="0">
                <a:solidFill>
                  <a:srgbClr val="231F20"/>
                </a:solidFill>
                <a:latin typeface="Arial"/>
                <a:cs typeface="Arial"/>
              </a:rPr>
              <a:t> </a:t>
            </a:r>
            <a:r>
              <a:rPr sz="1000" dirty="0">
                <a:solidFill>
                  <a:srgbClr val="231F20"/>
                </a:solidFill>
                <a:latin typeface="Arial"/>
                <a:cs typeface="Arial"/>
              </a:rPr>
              <a:t>thousands</a:t>
            </a:r>
            <a:r>
              <a:rPr sz="1000" spc="-3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dollars</a:t>
            </a:r>
            <a:r>
              <a:rPr sz="1000" spc="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sale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advertisements</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event’s </a:t>
            </a:r>
            <a:r>
              <a:rPr sz="1000" dirty="0">
                <a:solidFill>
                  <a:srgbClr val="231F20"/>
                </a:solidFill>
                <a:latin typeface="Arial"/>
                <a:cs typeface="Arial"/>
              </a:rPr>
              <a:t>Souvenir</a:t>
            </a:r>
            <a:r>
              <a:rPr sz="1000" spc="15" dirty="0">
                <a:solidFill>
                  <a:srgbClr val="231F20"/>
                </a:solidFill>
                <a:latin typeface="Arial"/>
                <a:cs typeface="Arial"/>
              </a:rPr>
              <a:t> </a:t>
            </a:r>
            <a:r>
              <a:rPr sz="1000" spc="-10" dirty="0">
                <a:solidFill>
                  <a:srgbClr val="231F20"/>
                </a:solidFill>
                <a:latin typeface="Arial"/>
                <a:cs typeface="Arial"/>
              </a:rPr>
              <a:t>Journal.</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portion</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proceeds</a:t>
            </a:r>
            <a:r>
              <a:rPr sz="1000" spc="15" dirty="0">
                <a:solidFill>
                  <a:srgbClr val="231F20"/>
                </a:solidFill>
                <a:latin typeface="Arial"/>
                <a:cs typeface="Arial"/>
              </a:rPr>
              <a:t> </a:t>
            </a:r>
            <a:r>
              <a:rPr sz="1000" dirty="0">
                <a:solidFill>
                  <a:srgbClr val="231F20"/>
                </a:solidFill>
                <a:latin typeface="Arial"/>
                <a:cs typeface="Arial"/>
              </a:rPr>
              <a:t>will</a:t>
            </a:r>
            <a:r>
              <a:rPr sz="1000" spc="15" dirty="0">
                <a:solidFill>
                  <a:srgbClr val="231F20"/>
                </a:solidFill>
                <a:latin typeface="Arial"/>
                <a:cs typeface="Arial"/>
              </a:rPr>
              <a:t> </a:t>
            </a:r>
            <a:r>
              <a:rPr sz="1000" spc="-10" dirty="0">
                <a:solidFill>
                  <a:srgbClr val="231F20"/>
                </a:solidFill>
                <a:latin typeface="Arial"/>
                <a:cs typeface="Arial"/>
              </a:rPr>
              <a:t>benefit</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Stepping</a:t>
            </a:r>
            <a:r>
              <a:rPr sz="1000" spc="-10" dirty="0">
                <a:solidFill>
                  <a:srgbClr val="231F20"/>
                </a:solidFill>
                <a:latin typeface="Arial"/>
                <a:cs typeface="Arial"/>
              </a:rPr>
              <a:t> Stones </a:t>
            </a:r>
            <a:r>
              <a:rPr sz="1000" dirty="0">
                <a:solidFill>
                  <a:srgbClr val="231F20"/>
                </a:solidFill>
                <a:latin typeface="Arial"/>
                <a:cs typeface="Arial"/>
              </a:rPr>
              <a:t>Shelter</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Rockville, </a:t>
            </a:r>
            <a:r>
              <a:rPr sz="1000" dirty="0">
                <a:solidFill>
                  <a:srgbClr val="231F20"/>
                </a:solidFill>
                <a:latin typeface="Arial"/>
                <a:cs typeface="Arial"/>
              </a:rPr>
              <a:t>Maryland,</a:t>
            </a:r>
            <a:r>
              <a:rPr sz="1000" spc="-10"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provides support</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homeless families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 </a:t>
            </a:r>
            <a:r>
              <a:rPr sz="1000" spc="-20" dirty="0">
                <a:solidFill>
                  <a:srgbClr val="231F20"/>
                </a:solidFill>
                <a:latin typeface="Arial"/>
                <a:cs typeface="Arial"/>
              </a:rPr>
              <a:t>Jack</a:t>
            </a:r>
            <a:endParaRPr sz="1000">
              <a:latin typeface="Arial"/>
              <a:cs typeface="Arial"/>
            </a:endParaRPr>
          </a:p>
          <a:p>
            <a:pPr marL="12700" marR="139065">
              <a:lnSpc>
                <a:spcPct val="100000"/>
              </a:lnSpc>
            </a:pP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Jill</a:t>
            </a:r>
            <a:r>
              <a:rPr sz="1000" spc="-2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America</a:t>
            </a:r>
            <a:r>
              <a:rPr sz="1000" spc="-25" dirty="0">
                <a:solidFill>
                  <a:srgbClr val="231F20"/>
                </a:solidFill>
                <a:latin typeface="Arial"/>
                <a:cs typeface="Arial"/>
              </a:rPr>
              <a:t> </a:t>
            </a:r>
            <a:r>
              <a:rPr sz="1000" dirty="0">
                <a:solidFill>
                  <a:srgbClr val="231F20"/>
                </a:solidFill>
                <a:latin typeface="Arial"/>
                <a:cs typeface="Arial"/>
              </a:rPr>
              <a:t>Foundation.</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program</a:t>
            </a:r>
            <a:r>
              <a:rPr sz="1000" spc="-25" dirty="0">
                <a:solidFill>
                  <a:srgbClr val="231F20"/>
                </a:solidFill>
                <a:latin typeface="Arial"/>
                <a:cs typeface="Arial"/>
              </a:rPr>
              <a:t> </a:t>
            </a:r>
            <a:r>
              <a:rPr sz="1000" spc="-10" dirty="0">
                <a:solidFill>
                  <a:srgbClr val="231F20"/>
                </a:solidFill>
                <a:latin typeface="Arial"/>
                <a:cs typeface="Arial"/>
              </a:rPr>
              <a:t>typically </a:t>
            </a:r>
            <a:r>
              <a:rPr sz="1000" dirty="0">
                <a:solidFill>
                  <a:srgbClr val="231F20"/>
                </a:solidFill>
                <a:latin typeface="Arial"/>
                <a:cs typeface="Arial"/>
              </a:rPr>
              <a:t>ends with a</a:t>
            </a:r>
            <a:r>
              <a:rPr sz="1000" spc="5" dirty="0">
                <a:solidFill>
                  <a:srgbClr val="231F20"/>
                </a:solidFill>
                <a:latin typeface="Arial"/>
                <a:cs typeface="Arial"/>
              </a:rPr>
              <a:t> </a:t>
            </a:r>
            <a:r>
              <a:rPr sz="1000" dirty="0">
                <a:solidFill>
                  <a:srgbClr val="231F20"/>
                </a:solidFill>
                <a:latin typeface="Arial"/>
                <a:cs typeface="Arial"/>
              </a:rPr>
              <a:t>presentation event,</a:t>
            </a:r>
            <a:r>
              <a:rPr sz="1000" spc="5" dirty="0">
                <a:solidFill>
                  <a:srgbClr val="231F20"/>
                </a:solidFill>
                <a:latin typeface="Arial"/>
                <a:cs typeface="Arial"/>
              </a:rPr>
              <a:t> </a:t>
            </a:r>
            <a:r>
              <a:rPr sz="1000" dirty="0">
                <a:solidFill>
                  <a:srgbClr val="231F20"/>
                </a:solidFill>
                <a:latin typeface="Arial"/>
                <a:cs typeface="Arial"/>
              </a:rPr>
              <a:t>however because</a:t>
            </a:r>
            <a:r>
              <a:rPr sz="1000" spc="5" dirty="0">
                <a:solidFill>
                  <a:srgbClr val="231F20"/>
                </a:solidFill>
                <a:latin typeface="Arial"/>
                <a:cs typeface="Arial"/>
              </a:rPr>
              <a:t> </a:t>
            </a:r>
            <a:r>
              <a:rPr sz="1000" dirty="0">
                <a:solidFill>
                  <a:srgbClr val="231F20"/>
                </a:solidFill>
                <a:latin typeface="Arial"/>
                <a:cs typeface="Arial"/>
              </a:rPr>
              <a:t>of </a:t>
            </a:r>
            <a:r>
              <a:rPr sz="1000" spc="-25" dirty="0">
                <a:solidFill>
                  <a:srgbClr val="231F20"/>
                </a:solidFill>
                <a:latin typeface="Arial"/>
                <a:cs typeface="Arial"/>
              </a:rPr>
              <a:t>the </a:t>
            </a:r>
            <a:r>
              <a:rPr sz="1000" dirty="0">
                <a:solidFill>
                  <a:srgbClr val="231F20"/>
                </a:solidFill>
                <a:latin typeface="Arial"/>
                <a:cs typeface="Arial"/>
              </a:rPr>
              <a:t>pandemic,</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Legacy</a:t>
            </a:r>
            <a:r>
              <a:rPr sz="1000" spc="-25" dirty="0">
                <a:solidFill>
                  <a:srgbClr val="231F20"/>
                </a:solidFill>
                <a:latin typeface="Arial"/>
                <a:cs typeface="Arial"/>
              </a:rPr>
              <a:t> </a:t>
            </a:r>
            <a:r>
              <a:rPr sz="1000" dirty="0">
                <a:solidFill>
                  <a:srgbClr val="231F20"/>
                </a:solidFill>
                <a:latin typeface="Arial"/>
                <a:cs typeface="Arial"/>
              </a:rPr>
              <a:t>&amp;</a:t>
            </a:r>
            <a:r>
              <a:rPr sz="1000" spc="-25" dirty="0">
                <a:solidFill>
                  <a:srgbClr val="231F20"/>
                </a:solidFill>
                <a:latin typeface="Arial"/>
                <a:cs typeface="Arial"/>
              </a:rPr>
              <a:t> </a:t>
            </a:r>
            <a:r>
              <a:rPr sz="1000" dirty="0">
                <a:solidFill>
                  <a:srgbClr val="231F20"/>
                </a:solidFill>
                <a:latin typeface="Arial"/>
                <a:cs typeface="Arial"/>
              </a:rPr>
              <a:t>Vision</a:t>
            </a:r>
            <a:r>
              <a:rPr sz="1000" spc="-25" dirty="0">
                <a:solidFill>
                  <a:srgbClr val="231F20"/>
                </a:solidFill>
                <a:latin typeface="Arial"/>
                <a:cs typeface="Arial"/>
              </a:rPr>
              <a:t> </a:t>
            </a:r>
            <a:r>
              <a:rPr sz="1000" dirty="0">
                <a:solidFill>
                  <a:srgbClr val="231F20"/>
                </a:solidFill>
                <a:latin typeface="Arial"/>
                <a:cs typeface="Arial"/>
              </a:rPr>
              <a:t>Presentation</a:t>
            </a:r>
            <a:r>
              <a:rPr sz="1000" spc="-25" dirty="0">
                <a:solidFill>
                  <a:srgbClr val="231F20"/>
                </a:solidFill>
                <a:latin typeface="Arial"/>
                <a:cs typeface="Arial"/>
              </a:rPr>
              <a:t> </a:t>
            </a:r>
            <a:r>
              <a:rPr sz="1000" spc="-20" dirty="0">
                <a:solidFill>
                  <a:srgbClr val="231F20"/>
                </a:solidFill>
                <a:latin typeface="Arial"/>
                <a:cs typeface="Arial"/>
              </a:rPr>
              <a:t>Ball,</a:t>
            </a:r>
            <a:r>
              <a:rPr sz="1000" spc="-25" dirty="0">
                <a:solidFill>
                  <a:srgbClr val="231F20"/>
                </a:solidFill>
                <a:latin typeface="Arial"/>
                <a:cs typeface="Arial"/>
              </a:rPr>
              <a:t> was </a:t>
            </a:r>
            <a:r>
              <a:rPr sz="1000" dirty="0">
                <a:solidFill>
                  <a:srgbClr val="231F20"/>
                </a:solidFill>
                <a:latin typeface="Arial"/>
                <a:cs typeface="Arial"/>
              </a:rPr>
              <a:t>postponed</a:t>
            </a:r>
            <a:r>
              <a:rPr sz="1000" spc="10" dirty="0">
                <a:solidFill>
                  <a:srgbClr val="231F20"/>
                </a:solidFill>
                <a:latin typeface="Arial"/>
                <a:cs typeface="Arial"/>
              </a:rPr>
              <a:t> </a:t>
            </a:r>
            <a:r>
              <a:rPr sz="1000" dirty="0">
                <a:solidFill>
                  <a:srgbClr val="231F20"/>
                </a:solidFill>
                <a:latin typeface="Arial"/>
                <a:cs typeface="Arial"/>
              </a:rPr>
              <a:t>until</a:t>
            </a:r>
            <a:r>
              <a:rPr sz="1000" spc="10" dirty="0">
                <a:solidFill>
                  <a:srgbClr val="231F20"/>
                </a:solidFill>
                <a:latin typeface="Arial"/>
                <a:cs typeface="Arial"/>
              </a:rPr>
              <a:t> </a:t>
            </a:r>
            <a:r>
              <a:rPr sz="1000" spc="-30" dirty="0">
                <a:solidFill>
                  <a:srgbClr val="231F20"/>
                </a:solidFill>
                <a:latin typeface="Arial"/>
                <a:cs typeface="Arial"/>
              </a:rPr>
              <a:t>2021.</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black-</a:t>
            </a:r>
            <a:r>
              <a:rPr sz="1000" dirty="0">
                <a:solidFill>
                  <a:srgbClr val="231F20"/>
                </a:solidFill>
                <a:latin typeface="Arial"/>
                <a:cs typeface="Arial"/>
              </a:rPr>
              <a:t>tie</a:t>
            </a:r>
            <a:r>
              <a:rPr sz="1000" spc="10" dirty="0">
                <a:solidFill>
                  <a:srgbClr val="231F20"/>
                </a:solidFill>
                <a:latin typeface="Arial"/>
                <a:cs typeface="Arial"/>
              </a:rPr>
              <a:t> </a:t>
            </a:r>
            <a:r>
              <a:rPr sz="1000" dirty="0">
                <a:solidFill>
                  <a:srgbClr val="231F20"/>
                </a:solidFill>
                <a:latin typeface="Arial"/>
                <a:cs typeface="Arial"/>
              </a:rPr>
              <a:t>gala</a:t>
            </a:r>
            <a:r>
              <a:rPr sz="1000" spc="10" dirty="0">
                <a:solidFill>
                  <a:srgbClr val="231F20"/>
                </a:solidFill>
                <a:latin typeface="Arial"/>
                <a:cs typeface="Arial"/>
              </a:rPr>
              <a:t> </a:t>
            </a:r>
            <a:r>
              <a:rPr sz="1000" dirty="0">
                <a:solidFill>
                  <a:srgbClr val="231F20"/>
                </a:solidFill>
                <a:latin typeface="Arial"/>
                <a:cs typeface="Arial"/>
              </a:rPr>
              <a:t>is</a:t>
            </a:r>
            <a:r>
              <a:rPr sz="1000" spc="10" dirty="0">
                <a:solidFill>
                  <a:srgbClr val="231F20"/>
                </a:solidFill>
                <a:latin typeface="Arial"/>
                <a:cs typeface="Arial"/>
              </a:rPr>
              <a:t> </a:t>
            </a:r>
            <a:r>
              <a:rPr sz="1000" dirty="0">
                <a:solidFill>
                  <a:srgbClr val="231F20"/>
                </a:solidFill>
                <a:latin typeface="Arial"/>
                <a:cs typeface="Arial"/>
              </a:rPr>
              <a:t>one</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signature</a:t>
            </a:r>
            <a:r>
              <a:rPr sz="1000" spc="-10" dirty="0">
                <a:solidFill>
                  <a:srgbClr val="231F20"/>
                </a:solidFill>
                <a:latin typeface="Arial"/>
                <a:cs typeface="Arial"/>
              </a:rPr>
              <a:t> </a:t>
            </a:r>
            <a:r>
              <a:rPr sz="1000" dirty="0">
                <a:solidFill>
                  <a:srgbClr val="231F20"/>
                </a:solidFill>
                <a:latin typeface="Arial"/>
                <a:cs typeface="Arial"/>
              </a:rPr>
              <a:t>fundraisers</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chapter,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over</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years </a:t>
            </a:r>
            <a:r>
              <a:rPr sz="1000" dirty="0">
                <a:solidFill>
                  <a:srgbClr val="231F20"/>
                </a:solidFill>
                <a:latin typeface="Arial"/>
                <a:cs typeface="Arial"/>
              </a:rPr>
              <a:t>we’ve</a:t>
            </a:r>
            <a:r>
              <a:rPr sz="1000" spc="-15" dirty="0">
                <a:solidFill>
                  <a:srgbClr val="231F20"/>
                </a:solidFill>
                <a:latin typeface="Arial"/>
                <a:cs typeface="Arial"/>
              </a:rPr>
              <a:t> </a:t>
            </a:r>
            <a:r>
              <a:rPr sz="1000" dirty="0">
                <a:solidFill>
                  <a:srgbClr val="231F20"/>
                </a:solidFill>
                <a:latin typeface="Arial"/>
                <a:cs typeface="Arial"/>
              </a:rPr>
              <a:t>raised</a:t>
            </a:r>
            <a:r>
              <a:rPr sz="1000" spc="-10" dirty="0">
                <a:solidFill>
                  <a:srgbClr val="231F20"/>
                </a:solidFill>
                <a:latin typeface="Arial"/>
                <a:cs typeface="Arial"/>
              </a:rPr>
              <a:t> </a:t>
            </a:r>
            <a:r>
              <a:rPr sz="1000" dirty="0">
                <a:solidFill>
                  <a:srgbClr val="231F20"/>
                </a:solidFill>
                <a:latin typeface="Arial"/>
                <a:cs typeface="Arial"/>
              </a:rPr>
              <a:t>tens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thousands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dollars</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nonprofit </a:t>
            </a:r>
            <a:r>
              <a:rPr sz="1000" dirty="0">
                <a:solidFill>
                  <a:srgbClr val="231F20"/>
                </a:solidFill>
                <a:latin typeface="Arial"/>
                <a:cs typeface="Arial"/>
              </a:rPr>
              <a:t>organizations</a:t>
            </a:r>
            <a:r>
              <a:rPr sz="1000" spc="-15"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dirty="0">
                <a:solidFill>
                  <a:srgbClr val="231F20"/>
                </a:solidFill>
                <a:latin typeface="Arial"/>
                <a:cs typeface="Arial"/>
              </a:rPr>
              <a:t>shore</a:t>
            </a:r>
            <a:r>
              <a:rPr sz="1000" spc="-15" dirty="0">
                <a:solidFill>
                  <a:srgbClr val="231F20"/>
                </a:solidFill>
                <a:latin typeface="Arial"/>
                <a:cs typeface="Arial"/>
              </a:rPr>
              <a:t> </a:t>
            </a:r>
            <a:r>
              <a:rPr sz="1000" dirty="0">
                <a:solidFill>
                  <a:srgbClr val="231F20"/>
                </a:solidFill>
                <a:latin typeface="Arial"/>
                <a:cs typeface="Arial"/>
              </a:rPr>
              <a:t>up</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families</a:t>
            </a:r>
            <a:r>
              <a:rPr sz="1000" spc="-1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Montgomery</a:t>
            </a:r>
            <a:r>
              <a:rPr sz="1000" spc="50" dirty="0">
                <a:solidFill>
                  <a:srgbClr val="231F20"/>
                </a:solidFill>
                <a:latin typeface="Arial"/>
                <a:cs typeface="Arial"/>
              </a:rPr>
              <a:t> </a:t>
            </a:r>
            <a:r>
              <a:rPr sz="1000" spc="-10" dirty="0">
                <a:solidFill>
                  <a:srgbClr val="231F20"/>
                </a:solidFill>
                <a:latin typeface="Arial"/>
                <a:cs typeface="Arial"/>
              </a:rPr>
              <a:t>County.</a:t>
            </a:r>
            <a:endParaRPr sz="1000">
              <a:latin typeface="Arial"/>
              <a:cs typeface="Arial"/>
            </a:endParaRPr>
          </a:p>
          <a:p>
            <a:pPr marL="12700" marR="130810">
              <a:lnSpc>
                <a:spcPct val="100000"/>
              </a:lnSpc>
              <a:spcBef>
                <a:spcPts val="900"/>
              </a:spcBef>
            </a:pPr>
            <a:r>
              <a:rPr sz="1000" dirty="0">
                <a:solidFill>
                  <a:srgbClr val="231F20"/>
                </a:solidFill>
                <a:latin typeface="Arial"/>
                <a:cs typeface="Arial"/>
              </a:rPr>
              <a:t>During</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30" dirty="0">
                <a:solidFill>
                  <a:srgbClr val="231F20"/>
                </a:solidFill>
                <a:latin typeface="Arial"/>
                <a:cs typeface="Arial"/>
              </a:rPr>
              <a:t>2019-</a:t>
            </a:r>
            <a:r>
              <a:rPr sz="1000" dirty="0">
                <a:solidFill>
                  <a:srgbClr val="231F20"/>
                </a:solidFill>
                <a:latin typeface="Arial"/>
                <a:cs typeface="Arial"/>
              </a:rPr>
              <a:t>2020</a:t>
            </a:r>
            <a:r>
              <a:rPr sz="1000" spc="20"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spc="-25"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age</a:t>
            </a:r>
            <a:r>
              <a:rPr sz="1000" spc="20" dirty="0">
                <a:solidFill>
                  <a:srgbClr val="231F20"/>
                </a:solidFill>
                <a:latin typeface="Arial"/>
                <a:cs typeface="Arial"/>
              </a:rPr>
              <a:t> </a:t>
            </a:r>
            <a:r>
              <a:rPr sz="1000" spc="-20" dirty="0">
                <a:solidFill>
                  <a:srgbClr val="231F20"/>
                </a:solidFill>
                <a:latin typeface="Arial"/>
                <a:cs typeface="Arial"/>
              </a:rPr>
              <a:t>group </a:t>
            </a:r>
            <a:r>
              <a:rPr sz="1000" dirty="0">
                <a:solidFill>
                  <a:srgbClr val="231F20"/>
                </a:solidFill>
                <a:latin typeface="Arial"/>
                <a:cs typeface="Arial"/>
              </a:rPr>
              <a:t>activities</a:t>
            </a:r>
            <a:r>
              <a:rPr sz="1000" spc="15" dirty="0">
                <a:solidFill>
                  <a:srgbClr val="231F20"/>
                </a:solidFill>
                <a:latin typeface="Arial"/>
                <a:cs typeface="Arial"/>
              </a:rPr>
              <a:t> </a:t>
            </a:r>
            <a:r>
              <a:rPr sz="1000" dirty="0">
                <a:solidFill>
                  <a:srgbClr val="231F20"/>
                </a:solidFill>
                <a:latin typeface="Arial"/>
                <a:cs typeface="Arial"/>
              </a:rPr>
              <a:t>began</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dynamic</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engaging</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person </a:t>
            </a:r>
            <a:r>
              <a:rPr sz="1000" dirty="0">
                <a:solidFill>
                  <a:srgbClr val="231F20"/>
                </a:solidFill>
                <a:latin typeface="Arial"/>
                <a:cs typeface="Arial"/>
              </a:rPr>
              <a:t>activities.</a:t>
            </a:r>
            <a:r>
              <a:rPr sz="1000" spc="5"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ended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final</a:t>
            </a:r>
            <a:r>
              <a:rPr sz="1000" spc="5" dirty="0">
                <a:solidFill>
                  <a:srgbClr val="231F20"/>
                </a:solidFill>
                <a:latin typeface="Arial"/>
                <a:cs typeface="Arial"/>
              </a:rPr>
              <a:t> </a:t>
            </a:r>
            <a:r>
              <a:rPr sz="1000" dirty="0">
                <a:solidFill>
                  <a:srgbClr val="231F20"/>
                </a:solidFill>
                <a:latin typeface="Arial"/>
                <a:cs typeface="Arial"/>
              </a:rPr>
              <a:t>months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program</a:t>
            </a:r>
            <a:r>
              <a:rPr sz="1000" spc="50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midst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35" dirty="0">
                <a:solidFill>
                  <a:srgbClr val="231F20"/>
                </a:solidFill>
                <a:latin typeface="Arial"/>
                <a:cs typeface="Arial"/>
              </a:rPr>
              <a:t>COVID-</a:t>
            </a:r>
            <a:r>
              <a:rPr sz="1000" spc="-90" dirty="0">
                <a:solidFill>
                  <a:srgbClr val="231F20"/>
                </a:solidFill>
                <a:latin typeface="Arial"/>
                <a:cs typeface="Arial"/>
              </a:rPr>
              <a:t>19</a:t>
            </a:r>
            <a:r>
              <a:rPr sz="1000" spc="5" dirty="0">
                <a:solidFill>
                  <a:srgbClr val="231F20"/>
                </a:solidFill>
                <a:latin typeface="Arial"/>
                <a:cs typeface="Arial"/>
              </a:rPr>
              <a:t> </a:t>
            </a:r>
            <a:r>
              <a:rPr sz="1000" dirty="0">
                <a:solidFill>
                  <a:srgbClr val="231F20"/>
                </a:solidFill>
                <a:latin typeface="Arial"/>
                <a:cs typeface="Arial"/>
              </a:rPr>
              <a:t>world</a:t>
            </a:r>
            <a:r>
              <a:rPr sz="1000" spc="5" dirty="0">
                <a:solidFill>
                  <a:srgbClr val="231F20"/>
                </a:solidFill>
                <a:latin typeface="Arial"/>
                <a:cs typeface="Arial"/>
              </a:rPr>
              <a:t> </a:t>
            </a:r>
            <a:r>
              <a:rPr sz="1000" dirty="0">
                <a:solidFill>
                  <a:srgbClr val="231F20"/>
                </a:solidFill>
                <a:latin typeface="Arial"/>
                <a:cs typeface="Arial"/>
              </a:rPr>
              <a:t>pandemic</a:t>
            </a:r>
            <a:r>
              <a:rPr sz="1000" spc="5"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ceased</a:t>
            </a:r>
            <a:r>
              <a:rPr sz="1000" spc="-1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dirty="0">
                <a:solidFill>
                  <a:srgbClr val="231F20"/>
                </a:solidFill>
                <a:latin typeface="Arial"/>
                <a:cs typeface="Arial"/>
              </a:rPr>
              <a:t>face</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face</a:t>
            </a:r>
            <a:r>
              <a:rPr sz="1000" spc="-15" dirty="0">
                <a:solidFill>
                  <a:srgbClr val="231F20"/>
                </a:solidFill>
                <a:latin typeface="Arial"/>
                <a:cs typeface="Arial"/>
              </a:rPr>
              <a:t> </a:t>
            </a:r>
            <a:r>
              <a:rPr sz="1000" dirty="0">
                <a:solidFill>
                  <a:srgbClr val="231F20"/>
                </a:solidFill>
                <a:latin typeface="Arial"/>
                <a:cs typeface="Arial"/>
              </a:rPr>
              <a:t>interactions.</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activities</a:t>
            </a:r>
            <a:r>
              <a:rPr sz="1000" spc="-15" dirty="0">
                <a:solidFill>
                  <a:srgbClr val="231F20"/>
                </a:solidFill>
                <a:latin typeface="Arial"/>
                <a:cs typeface="Arial"/>
              </a:rPr>
              <a:t> </a:t>
            </a:r>
            <a:r>
              <a:rPr sz="1000" spc="-25" dirty="0">
                <a:solidFill>
                  <a:srgbClr val="231F20"/>
                </a:solidFill>
                <a:latin typeface="Arial"/>
                <a:cs typeface="Arial"/>
              </a:rPr>
              <a:t>had</a:t>
            </a:r>
            <a:endParaRPr sz="1000">
              <a:latin typeface="Arial"/>
              <a:cs typeface="Arial"/>
            </a:endParaRPr>
          </a:p>
          <a:p>
            <a:pPr marL="12700" marR="124460">
              <a:lnSpc>
                <a:spcPct val="100000"/>
              </a:lnSpc>
            </a:pPr>
            <a:r>
              <a:rPr sz="1000" dirty="0">
                <a:solidFill>
                  <a:srgbClr val="231F20"/>
                </a:solidFill>
                <a:latin typeface="Arial"/>
                <a:cs typeface="Arial"/>
              </a:rPr>
              <a:t>to quickly pivot to the virtual </a:t>
            </a:r>
            <a:r>
              <a:rPr sz="1000" spc="-10" dirty="0">
                <a:solidFill>
                  <a:srgbClr val="231F20"/>
                </a:solidFill>
                <a:latin typeface="Arial"/>
                <a:cs typeface="Arial"/>
              </a:rPr>
              <a:t>space.</a:t>
            </a:r>
            <a:r>
              <a:rPr sz="1000" spc="5" dirty="0">
                <a:solidFill>
                  <a:srgbClr val="231F20"/>
                </a:solidFill>
                <a:latin typeface="Arial"/>
                <a:cs typeface="Arial"/>
              </a:rPr>
              <a:t> </a:t>
            </a:r>
            <a:r>
              <a:rPr sz="1000" dirty="0">
                <a:solidFill>
                  <a:srgbClr val="231F20"/>
                </a:solidFill>
                <a:latin typeface="Arial"/>
                <a:cs typeface="Arial"/>
              </a:rPr>
              <a:t>The Pooh </a:t>
            </a:r>
            <a:r>
              <a:rPr sz="1000" spc="-20" dirty="0">
                <a:solidFill>
                  <a:srgbClr val="231F20"/>
                </a:solidFill>
                <a:latin typeface="Arial"/>
                <a:cs typeface="Arial"/>
              </a:rPr>
              <a:t>Group </a:t>
            </a:r>
            <a:r>
              <a:rPr sz="1000" dirty="0">
                <a:solidFill>
                  <a:srgbClr val="231F20"/>
                </a:solidFill>
                <a:latin typeface="Arial"/>
                <a:cs typeface="Arial"/>
              </a:rPr>
              <a:t>started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wonderful</a:t>
            </a:r>
            <a:r>
              <a:rPr sz="1000" spc="10" dirty="0">
                <a:solidFill>
                  <a:srgbClr val="231F20"/>
                </a:solidFill>
                <a:latin typeface="Arial"/>
                <a:cs typeface="Arial"/>
              </a:rPr>
              <a:t> </a:t>
            </a:r>
            <a:r>
              <a:rPr sz="1000" dirty="0">
                <a:solidFill>
                  <a:srgbClr val="231F20"/>
                </a:solidFill>
                <a:latin typeface="Arial"/>
                <a:cs typeface="Arial"/>
              </a:rPr>
              <a:t>urban</a:t>
            </a:r>
            <a:r>
              <a:rPr sz="1000" spc="15" dirty="0">
                <a:solidFill>
                  <a:srgbClr val="231F20"/>
                </a:solidFill>
                <a:latin typeface="Arial"/>
                <a:cs typeface="Arial"/>
              </a:rPr>
              <a:t> </a:t>
            </a:r>
            <a:r>
              <a:rPr sz="1000" spc="-10" dirty="0">
                <a:solidFill>
                  <a:srgbClr val="231F20"/>
                </a:solidFill>
                <a:latin typeface="Arial"/>
                <a:cs typeface="Arial"/>
              </a:rPr>
              <a:t>gardening </a:t>
            </a:r>
            <a:r>
              <a:rPr sz="1000" dirty="0">
                <a:solidFill>
                  <a:srgbClr val="231F20"/>
                </a:solidFill>
                <a:latin typeface="Arial"/>
                <a:cs typeface="Arial"/>
              </a:rPr>
              <a:t>experience</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local</a:t>
            </a:r>
            <a:r>
              <a:rPr sz="1000" spc="25" dirty="0">
                <a:solidFill>
                  <a:srgbClr val="231F20"/>
                </a:solidFill>
                <a:latin typeface="Arial"/>
                <a:cs typeface="Arial"/>
              </a:rPr>
              <a:t> </a:t>
            </a:r>
            <a:r>
              <a:rPr sz="1000" dirty="0">
                <a:solidFill>
                  <a:srgbClr val="231F20"/>
                </a:solidFill>
                <a:latin typeface="Arial"/>
                <a:cs typeface="Arial"/>
              </a:rPr>
              <a:t>garden</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food</a:t>
            </a:r>
            <a:r>
              <a:rPr sz="1000" spc="25" dirty="0">
                <a:solidFill>
                  <a:srgbClr val="231F20"/>
                </a:solidFill>
                <a:latin typeface="Arial"/>
                <a:cs typeface="Arial"/>
              </a:rPr>
              <a:t> </a:t>
            </a:r>
            <a:r>
              <a:rPr sz="1000" spc="-10" dirty="0">
                <a:solidFill>
                  <a:srgbClr val="231F20"/>
                </a:solidFill>
                <a:latin typeface="Arial"/>
                <a:cs typeface="Arial"/>
              </a:rPr>
              <a:t>justice awareness</a:t>
            </a:r>
            <a:r>
              <a:rPr sz="1000" spc="-15" dirty="0">
                <a:solidFill>
                  <a:srgbClr val="231F20"/>
                </a:solidFill>
                <a:latin typeface="Arial"/>
                <a:cs typeface="Arial"/>
              </a:rPr>
              <a:t> </a:t>
            </a:r>
            <a:r>
              <a:rPr sz="1000" dirty="0">
                <a:solidFill>
                  <a:srgbClr val="231F20"/>
                </a:solidFill>
                <a:latin typeface="Arial"/>
                <a:cs typeface="Arial"/>
              </a:rPr>
              <a:t>organization</a:t>
            </a:r>
            <a:r>
              <a:rPr sz="1000" spc="-15" dirty="0">
                <a:solidFill>
                  <a:srgbClr val="231F20"/>
                </a:solidFill>
                <a:latin typeface="Arial"/>
                <a:cs typeface="Arial"/>
              </a:rPr>
              <a:t> </a:t>
            </a:r>
            <a:r>
              <a:rPr sz="1000" dirty="0">
                <a:solidFill>
                  <a:srgbClr val="231F20"/>
                </a:solidFill>
                <a:latin typeface="Arial"/>
                <a:cs typeface="Arial"/>
              </a:rPr>
              <a:t>Everybody</a:t>
            </a:r>
            <a:r>
              <a:rPr sz="1000" spc="-10" dirty="0">
                <a:solidFill>
                  <a:srgbClr val="231F20"/>
                </a:solidFill>
                <a:latin typeface="Arial"/>
                <a:cs typeface="Arial"/>
              </a:rPr>
              <a:t> </a:t>
            </a:r>
            <a:r>
              <a:rPr sz="1000" spc="-20" dirty="0">
                <a:solidFill>
                  <a:srgbClr val="231F20"/>
                </a:solidFill>
                <a:latin typeface="Arial"/>
                <a:cs typeface="Arial"/>
              </a:rPr>
              <a:t>Grows.</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a:t>
            </a:r>
            <a:r>
              <a:rPr sz="1000" spc="35" dirty="0">
                <a:solidFill>
                  <a:srgbClr val="231F20"/>
                </a:solidFill>
                <a:latin typeface="Arial"/>
                <a:cs typeface="Arial"/>
              </a:rPr>
              <a:t> </a:t>
            </a:r>
            <a:r>
              <a:rPr sz="1000" dirty="0">
                <a:solidFill>
                  <a:srgbClr val="231F20"/>
                </a:solidFill>
                <a:latin typeface="Arial"/>
                <a:cs typeface="Arial"/>
              </a:rPr>
              <a:t>planting</a:t>
            </a:r>
            <a:r>
              <a:rPr sz="1000" spc="35" dirty="0">
                <a:solidFill>
                  <a:srgbClr val="231F20"/>
                </a:solidFill>
                <a:latin typeface="Arial"/>
                <a:cs typeface="Arial"/>
              </a:rPr>
              <a:t> </a:t>
            </a:r>
            <a:r>
              <a:rPr sz="1000" dirty="0">
                <a:solidFill>
                  <a:srgbClr val="231F20"/>
                </a:solidFill>
                <a:latin typeface="Arial"/>
                <a:cs typeface="Arial"/>
              </a:rPr>
              <a:t>healthy</a:t>
            </a:r>
            <a:r>
              <a:rPr sz="1000" spc="35" dirty="0">
                <a:solidFill>
                  <a:srgbClr val="231F20"/>
                </a:solidFill>
                <a:latin typeface="Arial"/>
                <a:cs typeface="Arial"/>
              </a:rPr>
              <a:t> </a:t>
            </a:r>
            <a:r>
              <a:rPr sz="1000" dirty="0">
                <a:solidFill>
                  <a:srgbClr val="231F20"/>
                </a:solidFill>
                <a:latin typeface="Arial"/>
                <a:cs typeface="Arial"/>
              </a:rPr>
              <a:t>food</a:t>
            </a:r>
            <a:r>
              <a:rPr sz="1000" spc="35" dirty="0">
                <a:solidFill>
                  <a:srgbClr val="231F20"/>
                </a:solidFill>
                <a:latin typeface="Arial"/>
                <a:cs typeface="Arial"/>
              </a:rPr>
              <a:t> </a:t>
            </a:r>
            <a:r>
              <a:rPr sz="1000" dirty="0">
                <a:solidFill>
                  <a:srgbClr val="231F20"/>
                </a:solidFill>
                <a:latin typeface="Arial"/>
                <a:cs typeface="Arial"/>
              </a:rPr>
              <a:t>through</a:t>
            </a:r>
            <a:r>
              <a:rPr sz="1000" spc="35" dirty="0">
                <a:solidFill>
                  <a:srgbClr val="231F20"/>
                </a:solidFill>
                <a:latin typeface="Arial"/>
                <a:cs typeface="Arial"/>
              </a:rPr>
              <a:t> </a:t>
            </a:r>
            <a:r>
              <a:rPr sz="1000" dirty="0">
                <a:solidFill>
                  <a:srgbClr val="231F20"/>
                </a:solidFill>
                <a:latin typeface="Arial"/>
                <a:cs typeface="Arial"/>
              </a:rPr>
              <a:t>urban</a:t>
            </a:r>
            <a:r>
              <a:rPr sz="1000" spc="35" dirty="0">
                <a:solidFill>
                  <a:srgbClr val="231F20"/>
                </a:solidFill>
                <a:latin typeface="Arial"/>
                <a:cs typeface="Arial"/>
              </a:rPr>
              <a:t> </a:t>
            </a:r>
            <a:r>
              <a:rPr sz="1000" spc="-10" dirty="0">
                <a:solidFill>
                  <a:srgbClr val="231F20"/>
                </a:solidFill>
                <a:latin typeface="Arial"/>
                <a:cs typeface="Arial"/>
              </a:rPr>
              <a:t>gardening, </a:t>
            </a:r>
            <a:r>
              <a:rPr sz="1000" dirty="0">
                <a:solidFill>
                  <a:srgbClr val="231F20"/>
                </a:solidFill>
                <a:latin typeface="Arial"/>
                <a:cs typeface="Arial"/>
              </a:rPr>
              <a:t>container gardens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different</a:t>
            </a:r>
            <a:r>
              <a:rPr sz="1000" spc="5" dirty="0">
                <a:solidFill>
                  <a:srgbClr val="231F20"/>
                </a:solidFill>
                <a:latin typeface="Arial"/>
                <a:cs typeface="Arial"/>
              </a:rPr>
              <a:t> </a:t>
            </a:r>
            <a:r>
              <a:rPr sz="1000" dirty="0">
                <a:solidFill>
                  <a:srgbClr val="231F20"/>
                </a:solidFill>
                <a:latin typeface="Arial"/>
                <a:cs typeface="Arial"/>
              </a:rPr>
              <a:t>kinds of</a:t>
            </a:r>
            <a:r>
              <a:rPr sz="1000" spc="5" dirty="0">
                <a:solidFill>
                  <a:srgbClr val="231F20"/>
                </a:solidFill>
                <a:latin typeface="Arial"/>
                <a:cs typeface="Arial"/>
              </a:rPr>
              <a:t> </a:t>
            </a:r>
            <a:r>
              <a:rPr sz="1000" dirty="0">
                <a:solidFill>
                  <a:srgbClr val="231F20"/>
                </a:solidFill>
                <a:latin typeface="Arial"/>
                <a:cs typeface="Arial"/>
              </a:rPr>
              <a:t>fall</a:t>
            </a:r>
            <a:r>
              <a:rPr sz="1000" spc="5" dirty="0">
                <a:solidFill>
                  <a:srgbClr val="231F20"/>
                </a:solidFill>
                <a:latin typeface="Arial"/>
                <a:cs typeface="Arial"/>
              </a:rPr>
              <a:t> </a:t>
            </a:r>
            <a:r>
              <a:rPr sz="1000" dirty="0">
                <a:solidFill>
                  <a:srgbClr val="231F20"/>
                </a:solidFill>
                <a:latin typeface="Arial"/>
                <a:cs typeface="Arial"/>
              </a:rPr>
              <a:t>crops</a:t>
            </a:r>
            <a:r>
              <a:rPr sz="1000" spc="5" dirty="0">
                <a:solidFill>
                  <a:srgbClr val="231F20"/>
                </a:solidFill>
                <a:latin typeface="Arial"/>
                <a:cs typeface="Arial"/>
              </a:rPr>
              <a:t> </a:t>
            </a:r>
            <a:r>
              <a:rPr sz="1000" spc="-20" dirty="0">
                <a:solidFill>
                  <a:srgbClr val="231F20"/>
                </a:solidFill>
                <a:latin typeface="Arial"/>
                <a:cs typeface="Arial"/>
              </a:rPr>
              <a:t>that </a:t>
            </a:r>
            <a:r>
              <a:rPr sz="1000" dirty="0">
                <a:solidFill>
                  <a:srgbClr val="231F20"/>
                </a:solidFill>
                <a:latin typeface="Arial"/>
                <a:cs typeface="Arial"/>
              </a:rPr>
              <a:t>can</a:t>
            </a:r>
            <a:r>
              <a:rPr sz="1000" spc="-15" dirty="0">
                <a:solidFill>
                  <a:srgbClr val="231F20"/>
                </a:solidFill>
                <a:latin typeface="Arial"/>
                <a:cs typeface="Arial"/>
              </a:rPr>
              <a:t> </a:t>
            </a:r>
            <a:r>
              <a:rPr sz="1000" dirty="0">
                <a:solidFill>
                  <a:srgbClr val="231F20"/>
                </a:solidFill>
                <a:latin typeface="Arial"/>
                <a:cs typeface="Arial"/>
              </a:rPr>
              <a:t>be</a:t>
            </a:r>
            <a:r>
              <a:rPr sz="1000" spc="-10" dirty="0">
                <a:solidFill>
                  <a:srgbClr val="231F20"/>
                </a:solidFill>
                <a:latin typeface="Arial"/>
                <a:cs typeface="Arial"/>
              </a:rPr>
              <a:t> </a:t>
            </a:r>
            <a:r>
              <a:rPr sz="1000" dirty="0">
                <a:solidFill>
                  <a:srgbClr val="231F20"/>
                </a:solidFill>
                <a:latin typeface="Arial"/>
                <a:cs typeface="Arial"/>
              </a:rPr>
              <a:t>grown</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home.</a:t>
            </a:r>
            <a:r>
              <a:rPr sz="1000" spc="-15" dirty="0">
                <a:solidFill>
                  <a:srgbClr val="231F20"/>
                </a:solidFill>
                <a:latin typeface="Arial"/>
                <a:cs typeface="Arial"/>
              </a:rPr>
              <a:t> </a:t>
            </a:r>
            <a:r>
              <a:rPr sz="1000" dirty="0">
                <a:solidFill>
                  <a:srgbClr val="231F20"/>
                </a:solidFill>
                <a:latin typeface="Arial"/>
                <a:cs typeface="Arial"/>
              </a:rPr>
              <a:t>Next,</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2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a:p>
            <a:pPr marL="12700" marR="5080">
              <a:lnSpc>
                <a:spcPct val="100000"/>
              </a:lnSpc>
            </a:pPr>
            <a:r>
              <a:rPr sz="1000" dirty="0">
                <a:solidFill>
                  <a:srgbClr val="231F20"/>
                </a:solidFill>
                <a:latin typeface="Arial"/>
                <a:cs typeface="Arial"/>
              </a:rPr>
              <a:t>Dentist”</a:t>
            </a:r>
            <a:r>
              <a:rPr sz="1000" spc="25" dirty="0">
                <a:solidFill>
                  <a:srgbClr val="231F20"/>
                </a:solidFill>
                <a:latin typeface="Arial"/>
                <a:cs typeface="Arial"/>
              </a:rPr>
              <a:t> </a:t>
            </a:r>
            <a:r>
              <a:rPr sz="1000" dirty="0">
                <a:solidFill>
                  <a:srgbClr val="231F20"/>
                </a:solidFill>
                <a:latin typeface="Arial"/>
                <a:cs typeface="Arial"/>
              </a:rPr>
              <a:t>where</a:t>
            </a:r>
            <a:r>
              <a:rPr sz="1000" spc="25"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importance</a:t>
            </a:r>
            <a:r>
              <a:rPr sz="1000" spc="3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spc="-20" dirty="0">
                <a:solidFill>
                  <a:srgbClr val="231F20"/>
                </a:solidFill>
                <a:latin typeface="Arial"/>
                <a:cs typeface="Arial"/>
              </a:rPr>
              <a:t>good </a:t>
            </a:r>
            <a:r>
              <a:rPr sz="1000" dirty="0">
                <a:solidFill>
                  <a:srgbClr val="231F20"/>
                </a:solidFill>
                <a:latin typeface="Arial"/>
                <a:cs typeface="Arial"/>
              </a:rPr>
              <a:t>dental</a:t>
            </a:r>
            <a:r>
              <a:rPr sz="1000" spc="15" dirty="0">
                <a:solidFill>
                  <a:srgbClr val="231F20"/>
                </a:solidFill>
                <a:latin typeface="Arial"/>
                <a:cs typeface="Arial"/>
              </a:rPr>
              <a:t> </a:t>
            </a:r>
            <a:r>
              <a:rPr sz="1000" dirty="0">
                <a:solidFill>
                  <a:srgbClr val="231F20"/>
                </a:solidFill>
                <a:latin typeface="Arial"/>
                <a:cs typeface="Arial"/>
              </a:rPr>
              <a:t>hygiene</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one</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very</a:t>
            </a:r>
            <a:r>
              <a:rPr sz="1000" spc="20" dirty="0">
                <a:solidFill>
                  <a:srgbClr val="231F20"/>
                </a:solidFill>
                <a:latin typeface="Arial"/>
                <a:cs typeface="Arial"/>
              </a:rPr>
              <a:t> </a:t>
            </a:r>
            <a:r>
              <a:rPr sz="1000" dirty="0">
                <a:solidFill>
                  <a:srgbClr val="231F20"/>
                </a:solidFill>
                <a:latin typeface="Arial"/>
                <a:cs typeface="Arial"/>
              </a:rPr>
              <a:t>own</a:t>
            </a:r>
            <a:r>
              <a:rPr sz="1000" spc="15"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spc="-10" dirty="0">
                <a:solidFill>
                  <a:srgbClr val="231F20"/>
                </a:solidFill>
                <a:latin typeface="Arial"/>
                <a:cs typeface="Arial"/>
              </a:rPr>
              <a:t>Mothers </a:t>
            </a:r>
            <a:r>
              <a:rPr sz="1000" dirty="0">
                <a:solidFill>
                  <a:srgbClr val="231F20"/>
                </a:solidFill>
                <a:latin typeface="Arial"/>
                <a:cs typeface="Arial"/>
              </a:rPr>
              <a:t>who</a:t>
            </a:r>
            <a:r>
              <a:rPr sz="1000" spc="-20" dirty="0">
                <a:solidFill>
                  <a:srgbClr val="231F20"/>
                </a:solidFill>
                <a:latin typeface="Arial"/>
                <a:cs typeface="Arial"/>
              </a:rPr>
              <a:t> </a:t>
            </a:r>
            <a:r>
              <a:rPr sz="1000" dirty="0">
                <a:solidFill>
                  <a:srgbClr val="231F20"/>
                </a:solidFill>
                <a:latin typeface="Arial"/>
                <a:cs typeface="Arial"/>
              </a:rPr>
              <a:t>is</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Pediatric</a:t>
            </a:r>
            <a:r>
              <a:rPr sz="1000" spc="-20" dirty="0">
                <a:solidFill>
                  <a:srgbClr val="231F20"/>
                </a:solidFill>
                <a:latin typeface="Arial"/>
                <a:cs typeface="Arial"/>
              </a:rPr>
              <a:t> </a:t>
            </a:r>
            <a:r>
              <a:rPr sz="1000" dirty="0">
                <a:solidFill>
                  <a:srgbClr val="231F20"/>
                </a:solidFill>
                <a:latin typeface="Arial"/>
                <a:cs typeface="Arial"/>
              </a:rPr>
              <a:t>Dentist.</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spc="-10" dirty="0">
                <a:solidFill>
                  <a:srgbClr val="231F20"/>
                </a:solidFill>
                <a:latin typeface="Arial"/>
                <a:cs typeface="Arial"/>
              </a:rPr>
              <a:t>Poohs</a:t>
            </a:r>
            <a:r>
              <a:rPr sz="1000" spc="-20" dirty="0">
                <a:solidFill>
                  <a:srgbClr val="231F20"/>
                </a:solidFill>
                <a:latin typeface="Arial"/>
                <a:cs typeface="Arial"/>
              </a:rPr>
              <a:t> </a:t>
            </a:r>
            <a:r>
              <a:rPr sz="1000" dirty="0">
                <a:solidFill>
                  <a:srgbClr val="231F20"/>
                </a:solidFill>
                <a:latin typeface="Arial"/>
                <a:cs typeface="Arial"/>
              </a:rPr>
              <a:t>then</a:t>
            </a:r>
            <a:r>
              <a:rPr sz="1000" spc="-2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the science behind fire</a:t>
            </a:r>
            <a:r>
              <a:rPr sz="1000" spc="5" dirty="0">
                <a:solidFill>
                  <a:srgbClr val="231F20"/>
                </a:solidFill>
                <a:latin typeface="Arial"/>
                <a:cs typeface="Arial"/>
              </a:rPr>
              <a:t> </a:t>
            </a:r>
            <a:r>
              <a:rPr sz="1000" dirty="0">
                <a:solidFill>
                  <a:srgbClr val="231F20"/>
                </a:solidFill>
                <a:latin typeface="Arial"/>
                <a:cs typeface="Arial"/>
              </a:rPr>
              <a:t>prevention, fire safety</a:t>
            </a:r>
            <a:r>
              <a:rPr sz="1000" spc="5" dirty="0">
                <a:solidFill>
                  <a:srgbClr val="231F20"/>
                </a:solidFill>
                <a:latin typeface="Arial"/>
                <a:cs typeface="Arial"/>
              </a:rPr>
              <a:t> </a:t>
            </a:r>
            <a:r>
              <a:rPr sz="1000" dirty="0">
                <a:solidFill>
                  <a:srgbClr val="231F20"/>
                </a:solidFill>
                <a:latin typeface="Arial"/>
                <a:cs typeface="Arial"/>
              </a:rPr>
              <a:t>and </a:t>
            </a:r>
            <a:r>
              <a:rPr sz="1000" spc="-20" dirty="0">
                <a:solidFill>
                  <a:srgbClr val="231F20"/>
                </a:solidFill>
                <a:latin typeface="Arial"/>
                <a:cs typeface="Arial"/>
              </a:rPr>
              <a:t>more </a:t>
            </a:r>
            <a:r>
              <a:rPr sz="1000" dirty="0">
                <a:solidFill>
                  <a:srgbClr val="231F20"/>
                </a:solidFill>
                <a:latin typeface="Arial"/>
                <a:cs typeface="Arial"/>
              </a:rPr>
              <a:t>through</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Fire</a:t>
            </a:r>
            <a:r>
              <a:rPr sz="1000" spc="-20" dirty="0">
                <a:solidFill>
                  <a:srgbClr val="231F20"/>
                </a:solidFill>
                <a:latin typeface="Arial"/>
                <a:cs typeface="Arial"/>
              </a:rPr>
              <a:t> </a:t>
            </a:r>
            <a:r>
              <a:rPr sz="1000" dirty="0">
                <a:solidFill>
                  <a:srgbClr val="231F20"/>
                </a:solidFill>
                <a:latin typeface="Arial"/>
                <a:cs typeface="Arial"/>
              </a:rPr>
              <a:t>Station</a:t>
            </a:r>
            <a:r>
              <a:rPr sz="1000" spc="-15" dirty="0">
                <a:solidFill>
                  <a:srgbClr val="231F20"/>
                </a:solidFill>
                <a:latin typeface="Arial"/>
                <a:cs typeface="Arial"/>
              </a:rPr>
              <a:t> </a:t>
            </a:r>
            <a:r>
              <a:rPr sz="1000" spc="-35" dirty="0">
                <a:solidFill>
                  <a:srgbClr val="231F20"/>
                </a:solidFill>
                <a:latin typeface="Arial"/>
                <a:cs typeface="Arial"/>
              </a:rPr>
              <a:t>Tour.</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partnership</a:t>
            </a:r>
            <a:r>
              <a:rPr sz="1000" spc="35" dirty="0">
                <a:solidFill>
                  <a:srgbClr val="231F20"/>
                </a:solidFill>
                <a:latin typeface="Arial"/>
                <a:cs typeface="Arial"/>
              </a:rPr>
              <a:t> </a:t>
            </a:r>
            <a:r>
              <a:rPr sz="1000" dirty="0">
                <a:solidFill>
                  <a:srgbClr val="231F20"/>
                </a:solidFill>
                <a:latin typeface="Arial"/>
                <a:cs typeface="Arial"/>
              </a:rPr>
              <a:t>between</a:t>
            </a:r>
            <a:r>
              <a:rPr sz="1000" spc="35" dirty="0">
                <a:solidFill>
                  <a:srgbClr val="231F20"/>
                </a:solidFill>
                <a:latin typeface="Arial"/>
                <a:cs typeface="Arial"/>
              </a:rPr>
              <a:t> </a:t>
            </a:r>
            <a:r>
              <a:rPr sz="1000" dirty="0">
                <a:solidFill>
                  <a:srgbClr val="231F20"/>
                </a:solidFill>
                <a:latin typeface="Arial"/>
                <a:cs typeface="Arial"/>
              </a:rPr>
              <a:t>local</a:t>
            </a:r>
            <a:r>
              <a:rPr sz="1000" spc="40" dirty="0">
                <a:solidFill>
                  <a:srgbClr val="231F20"/>
                </a:solidFill>
                <a:latin typeface="Arial"/>
                <a:cs typeface="Arial"/>
              </a:rPr>
              <a:t> </a:t>
            </a:r>
            <a:r>
              <a:rPr sz="1000" dirty="0">
                <a:solidFill>
                  <a:srgbClr val="231F20"/>
                </a:solidFill>
                <a:latin typeface="Arial"/>
                <a:cs typeface="Arial"/>
              </a:rPr>
              <a:t>government</a:t>
            </a:r>
            <a:r>
              <a:rPr sz="1000" spc="3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safety</a:t>
            </a:r>
            <a:r>
              <a:rPr sz="1000" spc="-5" dirty="0">
                <a:solidFill>
                  <a:srgbClr val="231F20"/>
                </a:solidFill>
                <a:latin typeface="Arial"/>
                <a:cs typeface="Arial"/>
              </a:rPr>
              <a:t> </a:t>
            </a:r>
            <a:r>
              <a:rPr sz="1000" dirty="0">
                <a:solidFill>
                  <a:srgbClr val="231F20"/>
                </a:solidFill>
                <a:latin typeface="Arial"/>
                <a:cs typeface="Arial"/>
              </a:rPr>
              <a:t>through a member of the local county council. </a:t>
            </a:r>
            <a:r>
              <a:rPr sz="1000" spc="-25" dirty="0">
                <a:solidFill>
                  <a:srgbClr val="231F20"/>
                </a:solidFill>
                <a:latin typeface="Arial"/>
                <a:cs typeface="Arial"/>
              </a:rPr>
              <a:t>Our </a:t>
            </a:r>
            <a:r>
              <a:rPr sz="1000" spc="-10" dirty="0">
                <a:solidFill>
                  <a:srgbClr val="231F20"/>
                </a:solidFill>
                <a:latin typeface="Arial"/>
                <a:cs typeface="Arial"/>
              </a:rPr>
              <a:t>Poohs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flexed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muscles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minds</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Agility </a:t>
            </a:r>
            <a:r>
              <a:rPr sz="1000" dirty="0">
                <a:solidFill>
                  <a:srgbClr val="231F20"/>
                </a:solidFill>
                <a:latin typeface="Arial"/>
                <a:cs typeface="Arial"/>
              </a:rPr>
              <a:t>Center where</a:t>
            </a:r>
            <a:r>
              <a:rPr sz="1000" spc="5" dirty="0">
                <a:solidFill>
                  <a:srgbClr val="231F20"/>
                </a:solidFill>
                <a:latin typeface="Arial"/>
                <a:cs typeface="Arial"/>
              </a:rPr>
              <a:t> </a:t>
            </a:r>
            <a:r>
              <a:rPr sz="1000" dirty="0">
                <a:solidFill>
                  <a:srgbClr val="231F20"/>
                </a:solidFill>
                <a:latin typeface="Arial"/>
                <a:cs typeface="Arial"/>
              </a:rPr>
              <a:t>they combined</a:t>
            </a:r>
            <a:r>
              <a:rPr sz="1000" spc="5" dirty="0">
                <a:solidFill>
                  <a:srgbClr val="231F20"/>
                </a:solidFill>
                <a:latin typeface="Arial"/>
                <a:cs typeface="Arial"/>
              </a:rPr>
              <a:t> </a:t>
            </a:r>
            <a:r>
              <a:rPr sz="1000" dirty="0">
                <a:solidFill>
                  <a:srgbClr val="231F20"/>
                </a:solidFill>
                <a:latin typeface="Arial"/>
                <a:cs typeface="Arial"/>
              </a:rPr>
              <a:t>the art</a:t>
            </a:r>
            <a:r>
              <a:rPr sz="1000" spc="5" dirty="0">
                <a:solidFill>
                  <a:srgbClr val="231F20"/>
                </a:solidFill>
                <a:latin typeface="Arial"/>
                <a:cs typeface="Arial"/>
              </a:rPr>
              <a:t> </a:t>
            </a:r>
            <a:r>
              <a:rPr sz="1000" dirty="0">
                <a:solidFill>
                  <a:srgbClr val="231F20"/>
                </a:solidFill>
                <a:latin typeface="Arial"/>
                <a:cs typeface="Arial"/>
              </a:rPr>
              <a:t>of Ninja</a:t>
            </a:r>
            <a:r>
              <a:rPr sz="1000" spc="5" dirty="0">
                <a:solidFill>
                  <a:srgbClr val="231F20"/>
                </a:solidFill>
                <a:latin typeface="Arial"/>
                <a:cs typeface="Arial"/>
              </a:rPr>
              <a:t> </a:t>
            </a:r>
            <a:r>
              <a:rPr sz="1000" spc="-10" dirty="0">
                <a:solidFill>
                  <a:srgbClr val="231F20"/>
                </a:solidFill>
                <a:latin typeface="Arial"/>
                <a:cs typeface="Arial"/>
              </a:rPr>
              <a:t>Warrior </a:t>
            </a:r>
            <a:r>
              <a:rPr sz="1000" dirty="0">
                <a:solidFill>
                  <a:srgbClr val="231F20"/>
                </a:solidFill>
                <a:latin typeface="Arial"/>
                <a:cs typeface="Arial"/>
              </a:rPr>
              <a:t>training</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gymnastics</a:t>
            </a:r>
            <a:r>
              <a:rPr sz="1000" spc="-10" dirty="0">
                <a:solidFill>
                  <a:srgbClr val="231F20"/>
                </a:solidFill>
                <a:latin typeface="Arial"/>
                <a:cs typeface="Arial"/>
              </a:rPr>
              <a:t> </a:t>
            </a:r>
            <a:r>
              <a:rPr sz="1000" dirty="0">
                <a:solidFill>
                  <a:srgbClr val="231F20"/>
                </a:solidFill>
                <a:latin typeface="Arial"/>
                <a:cs typeface="Arial"/>
              </a:rPr>
              <a:t>techniques.</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navigate all obstacles in their path with strength, </a:t>
            </a:r>
            <a:r>
              <a:rPr sz="1000" spc="-10" dirty="0">
                <a:solidFill>
                  <a:srgbClr val="231F20"/>
                </a:solidFill>
                <a:latin typeface="Arial"/>
                <a:cs typeface="Arial"/>
              </a:rPr>
              <a:t>agility, </a:t>
            </a:r>
            <a:r>
              <a:rPr sz="1000" dirty="0">
                <a:solidFill>
                  <a:srgbClr val="231F20"/>
                </a:solidFill>
                <a:latin typeface="Arial"/>
                <a:cs typeface="Arial"/>
              </a:rPr>
              <a:t>precision and</a:t>
            </a:r>
            <a:r>
              <a:rPr sz="1000" spc="5" dirty="0">
                <a:solidFill>
                  <a:srgbClr val="231F20"/>
                </a:solidFill>
                <a:latin typeface="Arial"/>
                <a:cs typeface="Arial"/>
              </a:rPr>
              <a:t> </a:t>
            </a:r>
            <a:r>
              <a:rPr sz="1000" dirty="0">
                <a:solidFill>
                  <a:srgbClr val="231F20"/>
                </a:solidFill>
                <a:latin typeface="Arial"/>
                <a:cs typeface="Arial"/>
              </a:rPr>
              <a:t>fluidity. Our</a:t>
            </a:r>
            <a:r>
              <a:rPr sz="1000" spc="5" dirty="0">
                <a:solidFill>
                  <a:srgbClr val="231F20"/>
                </a:solidFill>
                <a:latin typeface="Arial"/>
                <a:cs typeface="Arial"/>
              </a:rPr>
              <a:t> </a:t>
            </a:r>
            <a:r>
              <a:rPr sz="1000" spc="-10" dirty="0">
                <a:solidFill>
                  <a:srgbClr val="231F20"/>
                </a:solidFill>
                <a:latin typeface="Arial"/>
                <a:cs typeface="Arial"/>
              </a:rPr>
              <a:t>Poohs</a:t>
            </a:r>
            <a:r>
              <a:rPr sz="1000" spc="5" dirty="0">
                <a:solidFill>
                  <a:srgbClr val="231F20"/>
                </a:solidFill>
                <a:latin typeface="Arial"/>
                <a:cs typeface="Arial"/>
              </a:rPr>
              <a:t> </a:t>
            </a:r>
            <a:r>
              <a:rPr sz="1000" dirty="0">
                <a:solidFill>
                  <a:srgbClr val="231F20"/>
                </a:solidFill>
                <a:latin typeface="Arial"/>
                <a:cs typeface="Arial"/>
              </a:rPr>
              <a:t>then experienced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Natural</a:t>
            </a:r>
            <a:r>
              <a:rPr sz="1000" spc="-5" dirty="0">
                <a:solidFill>
                  <a:srgbClr val="231F20"/>
                </a:solidFill>
                <a:latin typeface="Arial"/>
                <a:cs typeface="Arial"/>
              </a:rPr>
              <a:t> </a:t>
            </a:r>
            <a:r>
              <a:rPr sz="1000" dirty="0">
                <a:solidFill>
                  <a:srgbClr val="231F20"/>
                </a:solidFill>
                <a:latin typeface="Arial"/>
                <a:cs typeface="Arial"/>
              </a:rPr>
              <a:t>History </a:t>
            </a:r>
            <a:r>
              <a:rPr sz="1000" spc="-10" dirty="0">
                <a:solidFill>
                  <a:srgbClr val="231F20"/>
                </a:solidFill>
                <a:latin typeface="Arial"/>
                <a:cs typeface="Arial"/>
              </a:rPr>
              <a:t>Museum</a:t>
            </a:r>
            <a:r>
              <a:rPr sz="1000" dirty="0">
                <a:solidFill>
                  <a:srgbClr val="231F20"/>
                </a:solidFill>
                <a:latin typeface="Arial"/>
                <a:cs typeface="Arial"/>
              </a:rPr>
              <a:t> and the Butterfly </a:t>
            </a:r>
            <a:r>
              <a:rPr sz="1000" spc="-10" dirty="0">
                <a:solidFill>
                  <a:srgbClr val="231F20"/>
                </a:solidFill>
                <a:latin typeface="Arial"/>
                <a:cs typeface="Arial"/>
              </a:rPr>
              <a:t>Pavilion</a:t>
            </a:r>
            <a:r>
              <a:rPr sz="1000" dirty="0">
                <a:solidFill>
                  <a:srgbClr val="231F20"/>
                </a:solidFill>
                <a:latin typeface="Arial"/>
                <a:cs typeface="Arial"/>
              </a:rPr>
              <a:t> </a:t>
            </a:r>
            <a:r>
              <a:rPr sz="1000" spc="-25" dirty="0">
                <a:solidFill>
                  <a:srgbClr val="231F20"/>
                </a:solidFill>
                <a:latin typeface="Arial"/>
                <a:cs typeface="Arial"/>
              </a:rPr>
              <a:t>to</a:t>
            </a:r>
            <a:r>
              <a:rPr sz="1000" spc="500" dirty="0">
                <a:solidFill>
                  <a:srgbClr val="231F20"/>
                </a:solidFill>
                <a:latin typeface="Arial"/>
                <a:cs typeface="Arial"/>
              </a:rPr>
              <a:t> </a:t>
            </a:r>
            <a:r>
              <a:rPr sz="1000" dirty="0">
                <a:solidFill>
                  <a:srgbClr val="231F20"/>
                </a:solidFill>
                <a:latin typeface="Arial"/>
                <a:cs typeface="Arial"/>
              </a:rPr>
              <a:t>better</a:t>
            </a:r>
            <a:r>
              <a:rPr sz="1000" spc="10" dirty="0">
                <a:solidFill>
                  <a:srgbClr val="231F20"/>
                </a:solidFill>
                <a:latin typeface="Arial"/>
                <a:cs typeface="Arial"/>
              </a:rPr>
              <a:t> </a:t>
            </a:r>
            <a:r>
              <a:rPr sz="1000" dirty="0">
                <a:solidFill>
                  <a:srgbClr val="231F20"/>
                </a:solidFill>
                <a:latin typeface="Arial"/>
                <a:cs typeface="Arial"/>
              </a:rPr>
              <a:t>understand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natural</a:t>
            </a:r>
            <a:r>
              <a:rPr sz="1000" spc="15" dirty="0">
                <a:solidFill>
                  <a:srgbClr val="231F20"/>
                </a:solidFill>
                <a:latin typeface="Arial"/>
                <a:cs typeface="Arial"/>
              </a:rPr>
              <a:t> </a:t>
            </a:r>
            <a:r>
              <a:rPr sz="1000" dirty="0">
                <a:solidFill>
                  <a:srgbClr val="231F20"/>
                </a:solidFill>
                <a:latin typeface="Arial"/>
                <a:cs typeface="Arial"/>
              </a:rPr>
              <a:t>world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place</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25" dirty="0">
                <a:solidFill>
                  <a:srgbClr val="231F20"/>
                </a:solidFill>
                <a:latin typeface="Arial"/>
                <a:cs typeface="Arial"/>
              </a:rPr>
              <a:t>it</a:t>
            </a:r>
            <a:endParaRPr sz="1000">
              <a:latin typeface="Arial"/>
              <a:cs typeface="Arial"/>
            </a:endParaRPr>
          </a:p>
          <a:p>
            <a:pPr marL="12700">
              <a:lnSpc>
                <a:spcPct val="100000"/>
              </a:lnSpc>
            </a:pP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well</a:t>
            </a:r>
            <a:r>
              <a:rPr sz="1000" spc="-1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role</a:t>
            </a:r>
            <a:r>
              <a:rPr sz="1000" spc="-20" dirty="0">
                <a:solidFill>
                  <a:srgbClr val="231F20"/>
                </a:solidFill>
                <a:latin typeface="Arial"/>
                <a:cs typeface="Arial"/>
              </a:rPr>
              <a:t> </a:t>
            </a:r>
            <a:r>
              <a:rPr sz="1000" dirty="0">
                <a:solidFill>
                  <a:srgbClr val="231F20"/>
                </a:solidFill>
                <a:latin typeface="Arial"/>
                <a:cs typeface="Arial"/>
              </a:rPr>
              <a:t>Butterflies</a:t>
            </a:r>
            <a:r>
              <a:rPr sz="1000" spc="-15" dirty="0">
                <a:solidFill>
                  <a:srgbClr val="231F20"/>
                </a:solidFill>
                <a:latin typeface="Arial"/>
                <a:cs typeface="Arial"/>
              </a:rPr>
              <a:t> </a:t>
            </a:r>
            <a:r>
              <a:rPr sz="1000" dirty="0">
                <a:solidFill>
                  <a:srgbClr val="231F20"/>
                </a:solidFill>
                <a:latin typeface="Arial"/>
                <a:cs typeface="Arial"/>
              </a:rPr>
              <a:t>have</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nature.</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then</a:t>
            </a:r>
            <a:endParaRPr sz="100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311525" cy="6997700"/>
          </a:xfrm>
          <a:prstGeom prst="rect">
            <a:avLst/>
          </a:prstGeom>
        </p:spPr>
        <p:txBody>
          <a:bodyPr vert="horz" wrap="square" lIns="0" tIns="12700" rIns="0" bIns="0" rtlCol="0">
            <a:spAutoFit/>
          </a:bodyPr>
          <a:lstStyle/>
          <a:p>
            <a:pPr marL="12700" marR="51435">
              <a:lnSpc>
                <a:spcPct val="100000"/>
              </a:lnSpc>
              <a:spcBef>
                <a:spcPts val="100"/>
              </a:spcBef>
            </a:pPr>
            <a:r>
              <a:rPr sz="1000" dirty="0">
                <a:solidFill>
                  <a:srgbClr val="231F20"/>
                </a:solidFill>
                <a:latin typeface="Arial"/>
                <a:cs typeface="Arial"/>
              </a:rPr>
              <a:t>received</a:t>
            </a:r>
            <a:r>
              <a:rPr sz="1000" spc="10"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enriching</a:t>
            </a:r>
            <a:r>
              <a:rPr sz="1000" spc="10"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touring</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National</a:t>
            </a:r>
            <a:r>
              <a:rPr sz="1000" spc="-5" dirty="0">
                <a:solidFill>
                  <a:srgbClr val="231F20"/>
                </a:solidFill>
                <a:latin typeface="Arial"/>
                <a:cs typeface="Arial"/>
              </a:rPr>
              <a:t> </a:t>
            </a:r>
            <a:r>
              <a:rPr sz="1000" spc="-10" dirty="0">
                <a:solidFill>
                  <a:srgbClr val="231F20"/>
                </a:solidFill>
                <a:latin typeface="Arial"/>
                <a:cs typeface="Arial"/>
              </a:rPr>
              <a:t>Museum</a:t>
            </a:r>
            <a:r>
              <a:rPr sz="1000" dirty="0">
                <a:solidFill>
                  <a:srgbClr val="231F20"/>
                </a:solidFill>
                <a:latin typeface="Arial"/>
                <a:cs typeface="Arial"/>
              </a:rPr>
              <a:t> of African Art and</a:t>
            </a:r>
            <a:r>
              <a:rPr sz="1000" spc="-5" dirty="0">
                <a:solidFill>
                  <a:srgbClr val="231F20"/>
                </a:solidFill>
                <a:latin typeface="Arial"/>
                <a:cs typeface="Arial"/>
              </a:rPr>
              <a:t> </a:t>
            </a:r>
            <a:r>
              <a:rPr sz="1000" dirty="0">
                <a:solidFill>
                  <a:srgbClr val="231F20"/>
                </a:solidFill>
                <a:latin typeface="Arial"/>
                <a:cs typeface="Arial"/>
              </a:rPr>
              <a:t>learning about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rise</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fall</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ancient</a:t>
            </a:r>
            <a:r>
              <a:rPr sz="1000" spc="-20" dirty="0">
                <a:solidFill>
                  <a:srgbClr val="231F20"/>
                </a:solidFill>
                <a:latin typeface="Arial"/>
                <a:cs typeface="Arial"/>
              </a:rPr>
              <a:t> </a:t>
            </a:r>
            <a:r>
              <a:rPr sz="1000" dirty="0">
                <a:solidFill>
                  <a:srgbClr val="231F20"/>
                </a:solidFill>
                <a:latin typeface="Arial"/>
                <a:cs typeface="Arial"/>
              </a:rPr>
              <a:t>kingdoms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Africa</a:t>
            </a:r>
            <a:r>
              <a:rPr sz="1000" spc="-25" dirty="0">
                <a:solidFill>
                  <a:srgbClr val="231F20"/>
                </a:solidFill>
                <a:latin typeface="Arial"/>
                <a:cs typeface="Arial"/>
              </a:rPr>
              <a:t> </a:t>
            </a:r>
            <a:r>
              <a:rPr sz="1000" spc="-10" dirty="0">
                <a:solidFill>
                  <a:srgbClr val="231F20"/>
                </a:solidFill>
                <a:latin typeface="Arial"/>
                <a:cs typeface="Arial"/>
              </a:rPr>
              <a:t>(like</a:t>
            </a:r>
            <a:r>
              <a:rPr sz="1000" spc="-20" dirty="0">
                <a:solidFill>
                  <a:srgbClr val="231F20"/>
                </a:solidFill>
                <a:latin typeface="Arial"/>
                <a:cs typeface="Arial"/>
              </a:rPr>
              <a:t> </a:t>
            </a:r>
            <a:r>
              <a:rPr sz="1000" dirty="0">
                <a:solidFill>
                  <a:srgbClr val="231F20"/>
                </a:solidFill>
                <a:latin typeface="Arial"/>
                <a:cs typeface="Arial"/>
              </a:rPr>
              <a:t>Mali</a:t>
            </a:r>
            <a:r>
              <a:rPr sz="1000" spc="-20" dirty="0">
                <a:solidFill>
                  <a:srgbClr val="231F20"/>
                </a:solidFill>
                <a:latin typeface="Arial"/>
                <a:cs typeface="Arial"/>
              </a:rPr>
              <a:t> </a:t>
            </a:r>
            <a:r>
              <a:rPr sz="1000" spc="-25" dirty="0">
                <a:solidFill>
                  <a:srgbClr val="231F20"/>
                </a:solidFill>
                <a:latin typeface="Arial"/>
                <a:cs typeface="Arial"/>
              </a:rPr>
              <a:t>and </a:t>
            </a:r>
            <a:r>
              <a:rPr sz="1000" spc="-30" dirty="0">
                <a:solidFill>
                  <a:srgbClr val="231F20"/>
                </a:solidFill>
                <a:latin typeface="Arial"/>
                <a:cs typeface="Arial"/>
              </a:rPr>
              <a:t>Ghana)</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heritage</a:t>
            </a:r>
            <a:r>
              <a:rPr sz="1000" spc="5" dirty="0">
                <a:solidFill>
                  <a:srgbClr val="231F20"/>
                </a:solidFill>
                <a:latin typeface="Arial"/>
                <a:cs typeface="Arial"/>
              </a:rPr>
              <a:t> </a:t>
            </a:r>
            <a:r>
              <a:rPr sz="1000" dirty="0">
                <a:solidFill>
                  <a:srgbClr val="231F20"/>
                </a:solidFill>
                <a:latin typeface="Arial"/>
                <a:cs typeface="Arial"/>
              </a:rPr>
              <a:t>left</a:t>
            </a:r>
            <a:r>
              <a:rPr sz="1000" spc="5" dirty="0">
                <a:solidFill>
                  <a:srgbClr val="231F20"/>
                </a:solidFill>
                <a:latin typeface="Arial"/>
                <a:cs typeface="Arial"/>
              </a:rPr>
              <a:t> </a:t>
            </a:r>
            <a:r>
              <a:rPr sz="1000" dirty="0">
                <a:solidFill>
                  <a:srgbClr val="231F20"/>
                </a:solidFill>
                <a:latin typeface="Arial"/>
                <a:cs typeface="Arial"/>
              </a:rPr>
              <a:t>behind.</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spc="-10" dirty="0">
                <a:solidFill>
                  <a:srgbClr val="231F20"/>
                </a:solidFill>
                <a:latin typeface="Arial"/>
                <a:cs typeface="Arial"/>
              </a:rPr>
              <a:t>Poohs</a:t>
            </a:r>
            <a:r>
              <a:rPr sz="1000" spc="5" dirty="0">
                <a:solidFill>
                  <a:srgbClr val="231F20"/>
                </a:solidFill>
                <a:latin typeface="Arial"/>
                <a:cs typeface="Arial"/>
              </a:rPr>
              <a:t> </a:t>
            </a:r>
            <a:r>
              <a:rPr sz="1000" spc="-20" dirty="0">
                <a:solidFill>
                  <a:srgbClr val="231F20"/>
                </a:solidFill>
                <a:latin typeface="Arial"/>
                <a:cs typeface="Arial"/>
              </a:rPr>
              <a:t>even </a:t>
            </a:r>
            <a:r>
              <a:rPr sz="1000" dirty="0">
                <a:solidFill>
                  <a:srgbClr val="231F20"/>
                </a:solidFill>
                <a:latin typeface="Arial"/>
                <a:cs typeface="Arial"/>
              </a:rPr>
              <a:t>created </a:t>
            </a:r>
            <a:r>
              <a:rPr sz="1000" spc="-20" dirty="0">
                <a:solidFill>
                  <a:srgbClr val="231F20"/>
                </a:solidFill>
                <a:latin typeface="Arial"/>
                <a:cs typeface="Arial"/>
              </a:rPr>
              <a:t>masks</a:t>
            </a:r>
            <a:r>
              <a:rPr sz="1000" dirty="0">
                <a:solidFill>
                  <a:srgbClr val="231F20"/>
                </a:solidFill>
                <a:latin typeface="Arial"/>
                <a:cs typeface="Arial"/>
              </a:rPr>
              <a:t> for</a:t>
            </a:r>
            <a:r>
              <a:rPr sz="1000" spc="5" dirty="0">
                <a:solidFill>
                  <a:srgbClr val="231F20"/>
                </a:solidFill>
                <a:latin typeface="Arial"/>
                <a:cs typeface="Arial"/>
              </a:rPr>
              <a:t> </a:t>
            </a:r>
            <a:r>
              <a:rPr sz="1000" spc="-10" dirty="0">
                <a:solidFill>
                  <a:srgbClr val="231F20"/>
                </a:solidFill>
                <a:latin typeface="Arial"/>
                <a:cs typeface="Arial"/>
              </a:rPr>
              <a:t>themselves!</a:t>
            </a:r>
            <a:r>
              <a:rPr sz="1000" dirty="0">
                <a:solidFill>
                  <a:srgbClr val="231F20"/>
                </a:solidFill>
                <a:latin typeface="Arial"/>
                <a:cs typeface="Arial"/>
              </a:rPr>
              <a:t> They then</a:t>
            </a:r>
            <a:r>
              <a:rPr sz="1000" spc="5" dirty="0">
                <a:solidFill>
                  <a:srgbClr val="231F20"/>
                </a:solidFill>
                <a:latin typeface="Arial"/>
                <a:cs typeface="Arial"/>
              </a:rPr>
              <a:t> </a:t>
            </a:r>
            <a:r>
              <a:rPr sz="1000" dirty="0">
                <a:solidFill>
                  <a:srgbClr val="231F20"/>
                </a:solidFill>
                <a:latin typeface="Arial"/>
                <a:cs typeface="Arial"/>
              </a:rPr>
              <a:t>learned </a:t>
            </a:r>
            <a:r>
              <a:rPr sz="1000" spc="-20" dirty="0">
                <a:solidFill>
                  <a:srgbClr val="231F20"/>
                </a:solidFill>
                <a:latin typeface="Arial"/>
                <a:cs typeface="Arial"/>
              </a:rPr>
              <a:t>about </a:t>
            </a:r>
            <a:r>
              <a:rPr sz="1000" dirty="0">
                <a:solidFill>
                  <a:srgbClr val="231F20"/>
                </a:solidFill>
                <a:latin typeface="Arial"/>
                <a:cs typeface="Arial"/>
              </a:rPr>
              <a:t>monetary</a:t>
            </a:r>
            <a:r>
              <a:rPr sz="1000" spc="-10" dirty="0">
                <a:solidFill>
                  <a:srgbClr val="231F20"/>
                </a:solidFill>
                <a:latin typeface="Arial"/>
                <a:cs typeface="Arial"/>
              </a:rPr>
              <a:t> </a:t>
            </a:r>
            <a:r>
              <a:rPr sz="1000" dirty="0">
                <a:solidFill>
                  <a:srgbClr val="231F20"/>
                </a:solidFill>
                <a:latin typeface="Arial"/>
                <a:cs typeface="Arial"/>
              </a:rPr>
              <a:t>items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different</a:t>
            </a:r>
            <a:r>
              <a:rPr sz="1000" spc="-5" dirty="0">
                <a:solidFill>
                  <a:srgbClr val="231F20"/>
                </a:solidFill>
                <a:latin typeface="Arial"/>
                <a:cs typeface="Arial"/>
              </a:rPr>
              <a:t> </a:t>
            </a:r>
            <a:r>
              <a:rPr sz="1000" dirty="0">
                <a:solidFill>
                  <a:srgbClr val="231F20"/>
                </a:solidFill>
                <a:latin typeface="Arial"/>
                <a:cs typeface="Arial"/>
              </a:rPr>
              <a:t>cultures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time</a:t>
            </a:r>
            <a:r>
              <a:rPr sz="1000" spc="-5" dirty="0">
                <a:solidFill>
                  <a:srgbClr val="231F20"/>
                </a:solidFill>
                <a:latin typeface="Arial"/>
                <a:cs typeface="Arial"/>
              </a:rPr>
              <a:t> </a:t>
            </a:r>
            <a:r>
              <a:rPr sz="1000" spc="-10" dirty="0">
                <a:solidFill>
                  <a:srgbClr val="231F20"/>
                </a:solidFill>
                <a:latin typeface="Arial"/>
                <a:cs typeface="Arial"/>
              </a:rPr>
              <a:t>periods</a:t>
            </a:r>
            <a:r>
              <a:rPr sz="1000" spc="500"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spc="-10" dirty="0">
                <a:solidFill>
                  <a:srgbClr val="231F20"/>
                </a:solidFill>
                <a:latin typeface="Arial"/>
                <a:cs typeface="Arial"/>
              </a:rPr>
              <a:t>Museum</a:t>
            </a:r>
            <a:r>
              <a:rPr sz="1000" spc="-20" dirty="0">
                <a:solidFill>
                  <a:srgbClr val="231F20"/>
                </a:solidFill>
                <a:latin typeface="Arial"/>
                <a:cs typeface="Arial"/>
              </a:rPr>
              <a:t> </a:t>
            </a:r>
            <a:r>
              <a:rPr sz="1000" dirty="0">
                <a:solidFill>
                  <a:srgbClr val="231F20"/>
                </a:solidFill>
                <a:latin typeface="Arial"/>
                <a:cs typeface="Arial"/>
              </a:rPr>
              <a:t>Money</a:t>
            </a:r>
            <a:r>
              <a:rPr sz="1000" spc="-20" dirty="0">
                <a:solidFill>
                  <a:srgbClr val="231F20"/>
                </a:solidFill>
                <a:latin typeface="Arial"/>
                <a:cs typeface="Arial"/>
              </a:rPr>
              <a:t> </a:t>
            </a:r>
            <a:r>
              <a:rPr sz="1000" dirty="0">
                <a:solidFill>
                  <a:srgbClr val="231F20"/>
                </a:solidFill>
                <a:latin typeface="Arial"/>
                <a:cs typeface="Arial"/>
              </a:rPr>
              <a:t>Exhibit.</a:t>
            </a:r>
            <a:r>
              <a:rPr sz="1000" spc="-20" dirty="0">
                <a:solidFill>
                  <a:srgbClr val="231F20"/>
                </a:solidFill>
                <a:latin typeface="Arial"/>
                <a:cs typeface="Arial"/>
              </a:rPr>
              <a:t> They </a:t>
            </a:r>
            <a:r>
              <a:rPr sz="1000" dirty="0">
                <a:solidFill>
                  <a:srgbClr val="231F20"/>
                </a:solidFill>
                <a:latin typeface="Arial"/>
                <a:cs typeface="Arial"/>
              </a:rPr>
              <a:t>discussed</a:t>
            </a:r>
            <a:r>
              <a:rPr sz="1000" spc="-5" dirty="0">
                <a:solidFill>
                  <a:srgbClr val="231F20"/>
                </a:solidFill>
                <a:latin typeface="Arial"/>
                <a:cs typeface="Arial"/>
              </a:rPr>
              <a:t> </a:t>
            </a:r>
            <a:r>
              <a:rPr sz="1000" dirty="0">
                <a:solidFill>
                  <a:srgbClr val="231F20"/>
                </a:solidFill>
                <a:latin typeface="Arial"/>
                <a:cs typeface="Arial"/>
              </a:rPr>
              <a:t>the importance of using money </a:t>
            </a:r>
            <a:r>
              <a:rPr sz="1000" spc="-10" dirty="0">
                <a:solidFill>
                  <a:srgbClr val="231F20"/>
                </a:solidFill>
                <a:latin typeface="Arial"/>
                <a:cs typeface="Arial"/>
              </a:rPr>
              <a:t>responsibly, </a:t>
            </a:r>
            <a:r>
              <a:rPr sz="1000" dirty="0">
                <a:solidFill>
                  <a:srgbClr val="231F20"/>
                </a:solidFill>
                <a:latin typeface="Arial"/>
                <a:cs typeface="Arial"/>
              </a:rPr>
              <a:t>counting</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saving</a:t>
            </a:r>
            <a:r>
              <a:rPr sz="1000" spc="10" dirty="0">
                <a:solidFill>
                  <a:srgbClr val="231F20"/>
                </a:solidFill>
                <a:latin typeface="Arial"/>
                <a:cs typeface="Arial"/>
              </a:rPr>
              <a:t> </a:t>
            </a:r>
            <a:r>
              <a:rPr sz="1000" dirty="0">
                <a:solidFill>
                  <a:srgbClr val="231F20"/>
                </a:solidFill>
                <a:latin typeface="Arial"/>
                <a:cs typeface="Arial"/>
              </a:rPr>
              <a:t>it.</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a:t>
            </a:r>
            <a:r>
              <a:rPr sz="1000" spc="-20" dirty="0">
                <a:solidFill>
                  <a:srgbClr val="231F20"/>
                </a:solidFill>
                <a:latin typeface="Arial"/>
                <a:cs typeface="Arial"/>
              </a:rPr>
              <a:t>size </a:t>
            </a:r>
            <a:r>
              <a:rPr sz="1000" dirty="0">
                <a:solidFill>
                  <a:srgbClr val="231F20"/>
                </a:solidFill>
                <a:latin typeface="Arial"/>
                <a:cs typeface="Arial"/>
              </a:rPr>
              <a:t>kitchen,</a:t>
            </a:r>
            <a:r>
              <a:rPr sz="1000" spc="-10" dirty="0">
                <a:solidFill>
                  <a:srgbClr val="231F20"/>
                </a:solidFill>
                <a:latin typeface="Arial"/>
                <a:cs typeface="Arial"/>
              </a:rPr>
              <a:t> </a:t>
            </a:r>
            <a:r>
              <a:rPr sz="1000" dirty="0">
                <a:solidFill>
                  <a:srgbClr val="231F20"/>
                </a:solidFill>
                <a:latin typeface="Arial"/>
                <a:cs typeface="Arial"/>
              </a:rPr>
              <a:t>farm</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boat</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Wegmans</a:t>
            </a:r>
            <a:r>
              <a:rPr sz="1000" spc="-5" dirty="0">
                <a:solidFill>
                  <a:srgbClr val="231F20"/>
                </a:solidFill>
                <a:latin typeface="Arial"/>
                <a:cs typeface="Arial"/>
              </a:rPr>
              <a:t> </a:t>
            </a:r>
            <a:r>
              <a:rPr sz="1000" dirty="0">
                <a:solidFill>
                  <a:srgbClr val="231F20"/>
                </a:solidFill>
                <a:latin typeface="Arial"/>
                <a:cs typeface="Arial"/>
              </a:rPr>
              <a:t>play</a:t>
            </a:r>
            <a:r>
              <a:rPr sz="1000" spc="-10" dirty="0">
                <a:solidFill>
                  <a:srgbClr val="231F20"/>
                </a:solidFill>
                <a:latin typeface="Arial"/>
                <a:cs typeface="Arial"/>
              </a:rPr>
              <a:t> </a:t>
            </a:r>
            <a:r>
              <a:rPr sz="1000" dirty="0">
                <a:solidFill>
                  <a:srgbClr val="231F20"/>
                </a:solidFill>
                <a:latin typeface="Arial"/>
                <a:cs typeface="Arial"/>
              </a:rPr>
              <a:t>land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finish </a:t>
            </a:r>
            <a:r>
              <a:rPr sz="1000" dirty="0">
                <a:solidFill>
                  <a:srgbClr val="231F20"/>
                </a:solidFill>
                <a:latin typeface="Arial"/>
                <a:cs typeface="Arial"/>
              </a:rPr>
              <a:t>off the day</a:t>
            </a:r>
            <a:r>
              <a:rPr sz="1000" spc="5" dirty="0">
                <a:solidFill>
                  <a:srgbClr val="231F20"/>
                </a:solidFill>
                <a:latin typeface="Arial"/>
                <a:cs typeface="Arial"/>
              </a:rPr>
              <a:t> </a:t>
            </a:r>
            <a:r>
              <a:rPr sz="1000" dirty="0">
                <a:solidFill>
                  <a:srgbClr val="231F20"/>
                </a:solidFill>
                <a:latin typeface="Arial"/>
                <a:cs typeface="Arial"/>
              </a:rPr>
              <a:t>with fun.</a:t>
            </a:r>
            <a:r>
              <a:rPr sz="1000" spc="5" dirty="0">
                <a:solidFill>
                  <a:srgbClr val="231F20"/>
                </a:solidFill>
                <a:latin typeface="Arial"/>
                <a:cs typeface="Arial"/>
              </a:rPr>
              <a:t> </a:t>
            </a:r>
            <a:r>
              <a:rPr sz="1000" dirty="0">
                <a:solidFill>
                  <a:srgbClr val="231F20"/>
                </a:solidFill>
                <a:latin typeface="Arial"/>
                <a:cs typeface="Arial"/>
              </a:rPr>
              <a:t>Our </a:t>
            </a:r>
            <a:r>
              <a:rPr sz="1000" spc="-10" dirty="0">
                <a:solidFill>
                  <a:srgbClr val="231F20"/>
                </a:solidFill>
                <a:latin typeface="Arial"/>
                <a:cs typeface="Arial"/>
              </a:rPr>
              <a:t>Poohs</a:t>
            </a:r>
            <a:r>
              <a:rPr sz="1000" spc="5" dirty="0">
                <a:solidFill>
                  <a:srgbClr val="231F20"/>
                </a:solidFill>
                <a:latin typeface="Arial"/>
                <a:cs typeface="Arial"/>
              </a:rPr>
              <a:t> </a:t>
            </a:r>
            <a:r>
              <a:rPr sz="1000" dirty="0">
                <a:solidFill>
                  <a:srgbClr val="231F20"/>
                </a:solidFill>
                <a:latin typeface="Arial"/>
                <a:cs typeface="Arial"/>
              </a:rPr>
              <a:t>then enjoyed</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Blossom </a:t>
            </a:r>
            <a:r>
              <a:rPr sz="1000" dirty="0">
                <a:solidFill>
                  <a:srgbClr val="231F20"/>
                </a:solidFill>
                <a:latin typeface="Arial"/>
                <a:cs typeface="Arial"/>
              </a:rPr>
              <a:t>Kite</a:t>
            </a:r>
            <a:r>
              <a:rPr sz="1000" spc="-10" dirty="0">
                <a:solidFill>
                  <a:srgbClr val="231F20"/>
                </a:solidFill>
                <a:latin typeface="Arial"/>
                <a:cs typeface="Arial"/>
              </a:rPr>
              <a:t> Festival,</a:t>
            </a:r>
            <a:r>
              <a:rPr sz="1000" spc="-5"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aerodynamic</a:t>
            </a:r>
            <a:r>
              <a:rPr sz="1000" spc="-5" dirty="0">
                <a:solidFill>
                  <a:srgbClr val="231F20"/>
                </a:solidFill>
                <a:latin typeface="Arial"/>
                <a:cs typeface="Arial"/>
              </a:rPr>
              <a:t> </a:t>
            </a:r>
            <a:r>
              <a:rPr sz="1000" dirty="0">
                <a:solidFill>
                  <a:srgbClr val="231F20"/>
                </a:solidFill>
                <a:latin typeface="Arial"/>
                <a:cs typeface="Arial"/>
              </a:rPr>
              <a:t>nature</a:t>
            </a:r>
            <a:r>
              <a:rPr sz="1000" spc="-5" dirty="0">
                <a:solidFill>
                  <a:srgbClr val="231F20"/>
                </a:solidFill>
                <a:latin typeface="Arial"/>
                <a:cs typeface="Arial"/>
              </a:rPr>
              <a:t> </a:t>
            </a:r>
            <a:r>
              <a:rPr sz="1000" spc="-25" dirty="0">
                <a:solidFill>
                  <a:srgbClr val="231F20"/>
                </a:solidFill>
                <a:latin typeface="Arial"/>
                <a:cs typeface="Arial"/>
              </a:rPr>
              <a:t>of</a:t>
            </a:r>
            <a:r>
              <a:rPr sz="1000" dirty="0">
                <a:solidFill>
                  <a:srgbClr val="231F20"/>
                </a:solidFill>
                <a:latin typeface="Arial"/>
                <a:cs typeface="Arial"/>
              </a:rPr>
              <a:t> kite</a:t>
            </a:r>
            <a:r>
              <a:rPr sz="1000" spc="-15" dirty="0">
                <a:solidFill>
                  <a:srgbClr val="231F20"/>
                </a:solidFill>
                <a:latin typeface="Arial"/>
                <a:cs typeface="Arial"/>
              </a:rPr>
              <a:t> </a:t>
            </a:r>
            <a:r>
              <a:rPr sz="1000" dirty="0">
                <a:solidFill>
                  <a:srgbClr val="231F20"/>
                </a:solidFill>
                <a:latin typeface="Arial"/>
                <a:cs typeface="Arial"/>
              </a:rPr>
              <a:t>flying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many </a:t>
            </a:r>
            <a:r>
              <a:rPr sz="1000" dirty="0">
                <a:solidFill>
                  <a:srgbClr val="231F20"/>
                </a:solidFill>
                <a:latin typeface="Arial"/>
                <a:cs typeface="Arial"/>
              </a:rPr>
              <a:t>different</a:t>
            </a:r>
            <a:r>
              <a:rPr sz="1000" spc="-15" dirty="0">
                <a:solidFill>
                  <a:srgbClr val="231F20"/>
                </a:solidFill>
                <a:latin typeface="Arial"/>
                <a:cs typeface="Arial"/>
              </a:rPr>
              <a:t> </a:t>
            </a:r>
            <a:r>
              <a:rPr sz="1000" dirty="0">
                <a:solidFill>
                  <a:srgbClr val="231F20"/>
                </a:solidFill>
                <a:latin typeface="Arial"/>
                <a:cs typeface="Arial"/>
              </a:rPr>
              <a:t>designs.</a:t>
            </a:r>
            <a:r>
              <a:rPr sz="1000" spc="-10" dirty="0">
                <a:solidFill>
                  <a:srgbClr val="231F20"/>
                </a:solidFill>
                <a:latin typeface="Arial"/>
                <a:cs typeface="Arial"/>
              </a:rPr>
              <a:t> </a:t>
            </a:r>
            <a:r>
              <a:rPr sz="1000" dirty="0">
                <a:solidFill>
                  <a:srgbClr val="231F20"/>
                </a:solidFill>
                <a:latin typeface="Arial"/>
                <a:cs typeface="Arial"/>
              </a:rPr>
              <a:t>It</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festive experience </a:t>
            </a:r>
            <a:r>
              <a:rPr sz="1000" spc="-10" dirty="0">
                <a:solidFill>
                  <a:srgbClr val="231F20"/>
                </a:solidFill>
                <a:latin typeface="Arial"/>
                <a:cs typeface="Arial"/>
              </a:rPr>
              <a:t>as</a:t>
            </a:r>
            <a:r>
              <a:rPr sz="1000" dirty="0">
                <a:solidFill>
                  <a:srgbClr val="231F20"/>
                </a:solidFill>
                <a:latin typeface="Arial"/>
                <a:cs typeface="Arial"/>
              </a:rPr>
              <a:t> part of the National Cherry</a:t>
            </a:r>
            <a:r>
              <a:rPr sz="1000" spc="5" dirty="0">
                <a:solidFill>
                  <a:srgbClr val="231F20"/>
                </a:solidFill>
                <a:latin typeface="Arial"/>
                <a:cs typeface="Arial"/>
              </a:rPr>
              <a:t> </a:t>
            </a:r>
            <a:r>
              <a:rPr sz="1000" spc="-10" dirty="0">
                <a:solidFill>
                  <a:srgbClr val="231F20"/>
                </a:solidFill>
                <a:latin typeface="Arial"/>
                <a:cs typeface="Arial"/>
              </a:rPr>
              <a:t>Blossom </a:t>
            </a:r>
            <a:r>
              <a:rPr sz="1000" dirty="0">
                <a:solidFill>
                  <a:srgbClr val="231F20"/>
                </a:solidFill>
                <a:latin typeface="Arial"/>
                <a:cs typeface="Arial"/>
              </a:rPr>
              <a:t>Festival</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Washington</a:t>
            </a:r>
            <a:r>
              <a:rPr sz="1000" spc="-5" dirty="0">
                <a:solidFill>
                  <a:srgbClr val="231F20"/>
                </a:solidFill>
                <a:latin typeface="Arial"/>
                <a:cs typeface="Arial"/>
              </a:rPr>
              <a:t> </a:t>
            </a:r>
            <a:r>
              <a:rPr sz="1000" dirty="0">
                <a:solidFill>
                  <a:srgbClr val="231F20"/>
                </a:solidFill>
                <a:latin typeface="Arial"/>
                <a:cs typeface="Arial"/>
              </a:rPr>
              <a:t>Monument</a:t>
            </a:r>
            <a:r>
              <a:rPr sz="1000" spc="-5" dirty="0">
                <a:solidFill>
                  <a:srgbClr val="231F20"/>
                </a:solidFill>
                <a:latin typeface="Arial"/>
                <a:cs typeface="Arial"/>
              </a:rPr>
              <a:t> </a:t>
            </a:r>
            <a:r>
              <a:rPr sz="1000" spc="-10" dirty="0">
                <a:solidFill>
                  <a:srgbClr val="231F20"/>
                </a:solidFill>
                <a:latin typeface="Arial"/>
                <a:cs typeface="Arial"/>
              </a:rPr>
              <a:t>Grounds.</a:t>
            </a:r>
            <a:r>
              <a:rPr sz="1000" spc="-5" dirty="0">
                <a:solidFill>
                  <a:srgbClr val="231F20"/>
                </a:solidFill>
                <a:latin typeface="Arial"/>
                <a:cs typeface="Arial"/>
              </a:rPr>
              <a:t> </a:t>
            </a:r>
            <a:r>
              <a:rPr sz="1000" spc="-25" dirty="0">
                <a:solidFill>
                  <a:srgbClr val="231F20"/>
                </a:solidFill>
                <a:latin typeface="Arial"/>
                <a:cs typeface="Arial"/>
              </a:rPr>
              <a:t>Our</a:t>
            </a:r>
            <a:endParaRPr sz="1000">
              <a:latin typeface="Arial"/>
              <a:cs typeface="Arial"/>
            </a:endParaRPr>
          </a:p>
          <a:p>
            <a:pPr marL="12700" marR="11430">
              <a:lnSpc>
                <a:spcPct val="100000"/>
              </a:lnSpc>
            </a:pPr>
            <a:r>
              <a:rPr sz="1000" spc="-10" dirty="0">
                <a:solidFill>
                  <a:srgbClr val="231F20"/>
                </a:solidFill>
                <a:latin typeface="Arial"/>
                <a:cs typeface="Arial"/>
              </a:rPr>
              <a:t>Poohs</a:t>
            </a:r>
            <a:r>
              <a:rPr sz="1000" dirty="0">
                <a:solidFill>
                  <a:srgbClr val="231F20"/>
                </a:solidFill>
                <a:latin typeface="Arial"/>
                <a:cs typeface="Arial"/>
              </a:rPr>
              <a:t> finished off</a:t>
            </a:r>
            <a:r>
              <a:rPr sz="1000" spc="5" dirty="0">
                <a:solidFill>
                  <a:srgbClr val="231F20"/>
                </a:solidFill>
                <a:latin typeface="Arial"/>
                <a:cs typeface="Arial"/>
              </a:rPr>
              <a:t> </a:t>
            </a:r>
            <a:r>
              <a:rPr sz="1000" dirty="0">
                <a:solidFill>
                  <a:srgbClr val="231F20"/>
                </a:solidFill>
                <a:latin typeface="Arial"/>
                <a:cs typeface="Arial"/>
              </a:rPr>
              <a:t>the year</a:t>
            </a:r>
            <a:r>
              <a:rPr sz="1000" spc="5" dirty="0">
                <a:solidFill>
                  <a:srgbClr val="231F20"/>
                </a:solidFill>
                <a:latin typeface="Arial"/>
                <a:cs typeface="Arial"/>
              </a:rPr>
              <a:t> </a:t>
            </a:r>
            <a:r>
              <a:rPr sz="1000" dirty="0">
                <a:solidFill>
                  <a:srgbClr val="231F20"/>
                </a:solidFill>
                <a:latin typeface="Arial"/>
                <a:cs typeface="Arial"/>
              </a:rPr>
              <a:t>virtually with</a:t>
            </a:r>
            <a:r>
              <a:rPr sz="1000" spc="5" dirty="0">
                <a:solidFill>
                  <a:srgbClr val="231F20"/>
                </a:solidFill>
                <a:latin typeface="Arial"/>
                <a:cs typeface="Arial"/>
              </a:rPr>
              <a:t> </a:t>
            </a:r>
            <a:r>
              <a:rPr sz="1000" dirty="0">
                <a:solidFill>
                  <a:srgbClr val="231F20"/>
                </a:solidFill>
                <a:latin typeface="Arial"/>
                <a:cs typeface="Arial"/>
              </a:rPr>
              <a:t>an online </a:t>
            </a:r>
            <a:r>
              <a:rPr sz="1000" spc="-10" dirty="0">
                <a:solidFill>
                  <a:srgbClr val="231F20"/>
                </a:solidFill>
                <a:latin typeface="Arial"/>
                <a:cs typeface="Arial"/>
              </a:rPr>
              <a:t>financial </a:t>
            </a:r>
            <a:r>
              <a:rPr sz="1000" dirty="0">
                <a:solidFill>
                  <a:srgbClr val="231F20"/>
                </a:solidFill>
                <a:latin typeface="Arial"/>
                <a:cs typeface="Arial"/>
              </a:rPr>
              <a:t>literacy </a:t>
            </a:r>
            <a:r>
              <a:rPr sz="1000" spc="-10" dirty="0">
                <a:solidFill>
                  <a:srgbClr val="231F20"/>
                </a:solidFill>
                <a:latin typeface="Arial"/>
                <a:cs typeface="Arial"/>
              </a:rPr>
              <a:t>activity.</a:t>
            </a:r>
            <a:endParaRPr sz="1000">
              <a:latin typeface="Arial"/>
              <a:cs typeface="Arial"/>
            </a:endParaRPr>
          </a:p>
          <a:p>
            <a:pPr marL="12700" marR="132080">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kindergarten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kicked-off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Marine</a:t>
            </a:r>
            <a:r>
              <a:rPr sz="1000" spc="-10" dirty="0">
                <a:solidFill>
                  <a:srgbClr val="231F20"/>
                </a:solidFill>
                <a:latin typeface="Arial"/>
                <a:cs typeface="Arial"/>
              </a:rPr>
              <a:t> Museum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Boat</a:t>
            </a:r>
            <a:r>
              <a:rPr sz="1000" spc="-10" dirty="0">
                <a:solidFill>
                  <a:srgbClr val="231F20"/>
                </a:solidFill>
                <a:latin typeface="Arial"/>
                <a:cs typeface="Arial"/>
              </a:rPr>
              <a:t> </a:t>
            </a:r>
            <a:r>
              <a:rPr sz="1000" spc="-20" dirty="0">
                <a:solidFill>
                  <a:srgbClr val="231F20"/>
                </a:solidFill>
                <a:latin typeface="Arial"/>
                <a:cs typeface="Arial"/>
              </a:rPr>
              <a:t>Trip</a:t>
            </a:r>
            <a:r>
              <a:rPr sz="1000" spc="-10"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marine </a:t>
            </a:r>
            <a:r>
              <a:rPr sz="1000" dirty="0">
                <a:solidFill>
                  <a:srgbClr val="231F20"/>
                </a:solidFill>
                <a:latin typeface="Arial"/>
                <a:cs typeface="Arial"/>
              </a:rPr>
              <a:t>biology</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examining</a:t>
            </a:r>
            <a:r>
              <a:rPr sz="1000" spc="-5" dirty="0">
                <a:solidFill>
                  <a:srgbClr val="231F20"/>
                </a:solidFill>
                <a:latin typeface="Arial"/>
                <a:cs typeface="Arial"/>
              </a:rPr>
              <a:t> </a:t>
            </a:r>
            <a:r>
              <a:rPr sz="1000" dirty="0">
                <a:solidFill>
                  <a:srgbClr val="231F20"/>
                </a:solidFill>
                <a:latin typeface="Arial"/>
                <a:cs typeface="Arial"/>
              </a:rPr>
              <a:t>fossils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some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animals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Chesapeake</a:t>
            </a:r>
            <a:r>
              <a:rPr sz="1000" spc="5" dirty="0">
                <a:solidFill>
                  <a:srgbClr val="231F20"/>
                </a:solidFill>
                <a:latin typeface="Arial"/>
                <a:cs typeface="Arial"/>
              </a:rPr>
              <a:t> </a:t>
            </a:r>
            <a:r>
              <a:rPr sz="1000" spc="-45" dirty="0">
                <a:solidFill>
                  <a:srgbClr val="231F20"/>
                </a:solidFill>
                <a:latin typeface="Arial"/>
                <a:cs typeface="Arial"/>
              </a:rPr>
              <a:t>Bay.</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spc="-10" dirty="0">
                <a:solidFill>
                  <a:srgbClr val="231F20"/>
                </a:solidFill>
                <a:latin typeface="Arial"/>
                <a:cs typeface="Arial"/>
              </a:rPr>
              <a:t>culminated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relaxing boat</a:t>
            </a:r>
            <a:r>
              <a:rPr sz="1000" spc="-5" dirty="0">
                <a:solidFill>
                  <a:srgbClr val="231F20"/>
                </a:solidFill>
                <a:latin typeface="Arial"/>
                <a:cs typeface="Arial"/>
              </a:rPr>
              <a:t> </a:t>
            </a:r>
            <a:r>
              <a:rPr sz="1000" dirty="0">
                <a:solidFill>
                  <a:srgbClr val="231F20"/>
                </a:solidFill>
                <a:latin typeface="Arial"/>
                <a:cs typeface="Arial"/>
              </a:rPr>
              <a:t>ride</a:t>
            </a:r>
            <a:r>
              <a:rPr sz="1000" spc="-5" dirty="0">
                <a:solidFill>
                  <a:srgbClr val="231F20"/>
                </a:solidFill>
                <a:latin typeface="Arial"/>
                <a:cs typeface="Arial"/>
              </a:rPr>
              <a:t> </a:t>
            </a:r>
            <a:r>
              <a:rPr sz="1000" dirty="0">
                <a:solidFill>
                  <a:srgbClr val="231F20"/>
                </a:solidFill>
                <a:latin typeface="Arial"/>
                <a:cs typeface="Arial"/>
              </a:rPr>
              <a:t>along the</a:t>
            </a:r>
            <a:r>
              <a:rPr sz="1000" spc="-5" dirty="0">
                <a:solidFill>
                  <a:srgbClr val="231F20"/>
                </a:solidFill>
                <a:latin typeface="Arial"/>
                <a:cs typeface="Arial"/>
              </a:rPr>
              <a:t> </a:t>
            </a:r>
            <a:r>
              <a:rPr sz="1000" spc="-10" dirty="0">
                <a:solidFill>
                  <a:srgbClr val="231F20"/>
                </a:solidFill>
                <a:latin typeface="Arial"/>
                <a:cs typeface="Arial"/>
              </a:rPr>
              <a:t>Patuxent</a:t>
            </a:r>
            <a:r>
              <a:rPr sz="1000" spc="-5" dirty="0">
                <a:solidFill>
                  <a:srgbClr val="231F20"/>
                </a:solidFill>
                <a:latin typeface="Arial"/>
                <a:cs typeface="Arial"/>
              </a:rPr>
              <a:t> </a:t>
            </a:r>
            <a:r>
              <a:rPr sz="1000" spc="-20" dirty="0">
                <a:solidFill>
                  <a:srgbClr val="231F20"/>
                </a:solidFill>
                <a:latin typeface="Arial"/>
                <a:cs typeface="Arial"/>
              </a:rPr>
              <a:t>River</a:t>
            </a:r>
            <a:r>
              <a:rPr sz="1000"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boating</a:t>
            </a:r>
            <a:r>
              <a:rPr sz="1000" spc="20"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prominent</a:t>
            </a:r>
            <a:r>
              <a:rPr sz="1000" spc="20" dirty="0">
                <a:solidFill>
                  <a:srgbClr val="231F20"/>
                </a:solidFill>
                <a:latin typeface="Arial"/>
                <a:cs typeface="Arial"/>
              </a:rPr>
              <a:t> </a:t>
            </a:r>
            <a:r>
              <a:rPr sz="1000" dirty="0">
                <a:solidFill>
                  <a:srgbClr val="231F20"/>
                </a:solidFill>
                <a:latin typeface="Arial"/>
                <a:cs typeface="Arial"/>
              </a:rPr>
              <a:t>sites</a:t>
            </a:r>
            <a:r>
              <a:rPr sz="1000" spc="20" dirty="0">
                <a:solidFill>
                  <a:srgbClr val="231F20"/>
                </a:solidFill>
                <a:latin typeface="Arial"/>
                <a:cs typeface="Arial"/>
              </a:rPr>
              <a:t> </a:t>
            </a:r>
            <a:r>
              <a:rPr sz="1000" dirty="0">
                <a:solidFill>
                  <a:srgbClr val="231F20"/>
                </a:solidFill>
                <a:latin typeface="Arial"/>
                <a:cs typeface="Arial"/>
              </a:rPr>
              <a:t>along</a:t>
            </a:r>
            <a:r>
              <a:rPr sz="1000" spc="20"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spc="-25" dirty="0">
                <a:solidFill>
                  <a:srgbClr val="231F20"/>
                </a:solidFill>
                <a:latin typeface="Arial"/>
                <a:cs typeface="Arial"/>
              </a:rPr>
              <a:t>way.</a:t>
            </a:r>
            <a:r>
              <a:rPr sz="1000" spc="-5" dirty="0">
                <a:solidFill>
                  <a:srgbClr val="231F20"/>
                </a:solidFill>
                <a:latin typeface="Arial"/>
                <a:cs typeface="Arial"/>
              </a:rPr>
              <a:t> </a:t>
            </a:r>
            <a:r>
              <a:rPr sz="1000" dirty="0">
                <a:solidFill>
                  <a:srgbClr val="231F20"/>
                </a:solidFill>
                <a:latin typeface="Arial"/>
                <a:cs typeface="Arial"/>
              </a:rPr>
              <a:t>Then our</a:t>
            </a:r>
            <a:r>
              <a:rPr sz="1000" spc="-5" dirty="0">
                <a:solidFill>
                  <a:srgbClr val="231F20"/>
                </a:solidFill>
                <a:latin typeface="Arial"/>
                <a:cs typeface="Arial"/>
              </a:rPr>
              <a:t> </a:t>
            </a:r>
            <a:r>
              <a:rPr sz="1000" dirty="0">
                <a:solidFill>
                  <a:srgbClr val="231F20"/>
                </a:solidFill>
                <a:latin typeface="Arial"/>
                <a:cs typeface="Arial"/>
              </a:rPr>
              <a:t>kindergarten and first</a:t>
            </a:r>
            <a:r>
              <a:rPr sz="1000" spc="-5" dirty="0">
                <a:solidFill>
                  <a:srgbClr val="231F20"/>
                </a:solidFill>
                <a:latin typeface="Arial"/>
                <a:cs typeface="Arial"/>
              </a:rPr>
              <a:t> </a:t>
            </a:r>
            <a:r>
              <a:rPr sz="1000" dirty="0">
                <a:solidFill>
                  <a:srgbClr val="231F20"/>
                </a:solidFill>
                <a:latin typeface="Arial"/>
                <a:cs typeface="Arial"/>
              </a:rPr>
              <a:t>graders </a:t>
            </a:r>
            <a:r>
              <a:rPr sz="1000" spc="-10" dirty="0">
                <a:solidFill>
                  <a:srgbClr val="231F20"/>
                </a:solidFill>
                <a:latin typeface="Arial"/>
                <a:cs typeface="Arial"/>
              </a:rPr>
              <a:t>enjoyed</a:t>
            </a:r>
            <a:endParaRPr sz="1000">
              <a:latin typeface="Arial"/>
              <a:cs typeface="Arial"/>
            </a:endParaRPr>
          </a:p>
          <a:p>
            <a:pPr marL="12700" marR="45085">
              <a:lnSpc>
                <a:spcPct val="100000"/>
              </a:lnSpc>
            </a:pPr>
            <a:r>
              <a:rPr sz="1000" dirty="0">
                <a:solidFill>
                  <a:srgbClr val="231F20"/>
                </a:solidFill>
                <a:latin typeface="Arial"/>
                <a:cs typeface="Arial"/>
              </a:rPr>
              <a:t>an impactful mental health and emotional</a:t>
            </a:r>
            <a:r>
              <a:rPr sz="1000" spc="5" dirty="0">
                <a:solidFill>
                  <a:srgbClr val="231F20"/>
                </a:solidFill>
                <a:latin typeface="Arial"/>
                <a:cs typeface="Arial"/>
              </a:rPr>
              <a:t> </a:t>
            </a:r>
            <a:r>
              <a:rPr sz="1000" spc="-10" dirty="0">
                <a:solidFill>
                  <a:srgbClr val="231F20"/>
                </a:solidFill>
                <a:latin typeface="Arial"/>
                <a:cs typeface="Arial"/>
              </a:rPr>
              <a:t>wellness </a:t>
            </a:r>
            <a:r>
              <a:rPr sz="1000" dirty="0">
                <a:solidFill>
                  <a:srgbClr val="231F20"/>
                </a:solidFill>
                <a:latin typeface="Arial"/>
                <a:cs typeface="Arial"/>
              </a:rPr>
              <a:t>Meditation</a:t>
            </a:r>
            <a:r>
              <a:rPr sz="1000" spc="25" dirty="0">
                <a:solidFill>
                  <a:srgbClr val="231F20"/>
                </a:solidFill>
                <a:latin typeface="Arial"/>
                <a:cs typeface="Arial"/>
              </a:rPr>
              <a:t> </a:t>
            </a:r>
            <a:r>
              <a:rPr sz="1000" dirty="0">
                <a:solidFill>
                  <a:srgbClr val="231F20"/>
                </a:solidFill>
                <a:latin typeface="Arial"/>
                <a:cs typeface="Arial"/>
              </a:rPr>
              <a:t>activity</a:t>
            </a:r>
            <a:r>
              <a:rPr sz="1000" spc="30" dirty="0">
                <a:solidFill>
                  <a:srgbClr val="231F20"/>
                </a:solidFill>
                <a:latin typeface="Arial"/>
                <a:cs typeface="Arial"/>
              </a:rPr>
              <a:t> </a:t>
            </a:r>
            <a:r>
              <a:rPr sz="1000" dirty="0">
                <a:solidFill>
                  <a:srgbClr val="231F20"/>
                </a:solidFill>
                <a:latin typeface="Arial"/>
                <a:cs typeface="Arial"/>
              </a:rPr>
              <a:t>where</a:t>
            </a:r>
            <a:r>
              <a:rPr sz="1000" spc="25" dirty="0">
                <a:solidFill>
                  <a:srgbClr val="231F20"/>
                </a:solidFill>
                <a:latin typeface="Arial"/>
                <a:cs typeface="Arial"/>
              </a:rPr>
              <a:t> </a:t>
            </a:r>
            <a:r>
              <a:rPr sz="1000" dirty="0">
                <a:solidFill>
                  <a:srgbClr val="231F20"/>
                </a:solidFill>
                <a:latin typeface="Arial"/>
                <a:cs typeface="Arial"/>
              </a:rPr>
              <a:t>they</a:t>
            </a:r>
            <a:r>
              <a:rPr sz="1000" spc="30" dirty="0">
                <a:solidFill>
                  <a:srgbClr val="231F20"/>
                </a:solidFill>
                <a:latin typeface="Arial"/>
                <a:cs typeface="Arial"/>
              </a:rPr>
              <a:t> </a:t>
            </a:r>
            <a:r>
              <a:rPr sz="1000" dirty="0">
                <a:solidFill>
                  <a:srgbClr val="231F20"/>
                </a:solidFill>
                <a:latin typeface="Arial"/>
                <a:cs typeface="Arial"/>
              </a:rPr>
              <a:t>learned</a:t>
            </a:r>
            <a:r>
              <a:rPr sz="1000" spc="25" dirty="0">
                <a:solidFill>
                  <a:srgbClr val="231F20"/>
                </a:solidFill>
                <a:latin typeface="Arial"/>
                <a:cs typeface="Arial"/>
              </a:rPr>
              <a:t> </a:t>
            </a:r>
            <a:r>
              <a:rPr sz="1000" dirty="0">
                <a:solidFill>
                  <a:srgbClr val="231F20"/>
                </a:solidFill>
                <a:latin typeface="Arial"/>
                <a:cs typeface="Arial"/>
              </a:rPr>
              <a:t>how</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center</a:t>
            </a:r>
            <a:r>
              <a:rPr sz="1000" spc="2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minds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find</a:t>
            </a:r>
            <a:r>
              <a:rPr sz="1000" spc="-5" dirty="0">
                <a:solidFill>
                  <a:srgbClr val="231F20"/>
                </a:solidFill>
                <a:latin typeface="Arial"/>
                <a:cs typeface="Arial"/>
              </a:rPr>
              <a:t> </a:t>
            </a:r>
            <a:r>
              <a:rPr sz="1000" dirty="0">
                <a:solidFill>
                  <a:srgbClr val="231F20"/>
                </a:solidFill>
                <a:latin typeface="Arial"/>
                <a:cs typeface="Arial"/>
              </a:rPr>
              <a:t>peace when</a:t>
            </a:r>
            <a:r>
              <a:rPr sz="1000" spc="-5" dirty="0">
                <a:solidFill>
                  <a:srgbClr val="231F20"/>
                </a:solidFill>
                <a:latin typeface="Arial"/>
                <a:cs typeface="Arial"/>
              </a:rPr>
              <a:t> </a:t>
            </a:r>
            <a:r>
              <a:rPr sz="1000" dirty="0">
                <a:solidFill>
                  <a:srgbClr val="231F20"/>
                </a:solidFill>
                <a:latin typeface="Arial"/>
                <a:cs typeface="Arial"/>
              </a:rPr>
              <a:t>emotions</a:t>
            </a:r>
            <a:r>
              <a:rPr sz="1000" spc="-5"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running </a:t>
            </a:r>
            <a:r>
              <a:rPr sz="1000" spc="-20" dirty="0">
                <a:solidFill>
                  <a:srgbClr val="231F20"/>
                </a:solidFill>
                <a:latin typeface="Arial"/>
                <a:cs typeface="Arial"/>
              </a:rPr>
              <a:t>high.</a:t>
            </a:r>
            <a:endParaRPr sz="1000">
              <a:latin typeface="Arial"/>
              <a:cs typeface="Arial"/>
            </a:endParaRPr>
          </a:p>
          <a:p>
            <a:pPr marL="12700" marR="165735">
              <a:lnSpc>
                <a:spcPct val="100000"/>
              </a:lnSpc>
            </a:pP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then</a:t>
            </a:r>
            <a:r>
              <a:rPr sz="1000" spc="-20"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Fire</a:t>
            </a:r>
            <a:r>
              <a:rPr sz="1000" spc="-15" dirty="0">
                <a:solidFill>
                  <a:srgbClr val="231F20"/>
                </a:solidFill>
                <a:latin typeface="Arial"/>
                <a:cs typeface="Arial"/>
              </a:rPr>
              <a:t> </a:t>
            </a:r>
            <a:r>
              <a:rPr sz="1000" dirty="0">
                <a:solidFill>
                  <a:srgbClr val="231F20"/>
                </a:solidFill>
                <a:latin typeface="Arial"/>
                <a:cs typeface="Arial"/>
              </a:rPr>
              <a:t>Station</a:t>
            </a:r>
            <a:r>
              <a:rPr sz="1000" spc="-20" dirty="0">
                <a:solidFill>
                  <a:srgbClr val="231F20"/>
                </a:solidFill>
                <a:latin typeface="Arial"/>
                <a:cs typeface="Arial"/>
              </a:rPr>
              <a:t> Tour </a:t>
            </a:r>
            <a:r>
              <a:rPr sz="1000" dirty="0">
                <a:solidFill>
                  <a:srgbClr val="231F20"/>
                </a:solidFill>
                <a:latin typeface="Arial"/>
                <a:cs typeface="Arial"/>
              </a:rPr>
              <a:t>learning</a:t>
            </a:r>
            <a:r>
              <a:rPr sz="1000" spc="-15" dirty="0">
                <a:solidFill>
                  <a:srgbClr val="231F20"/>
                </a:solidFill>
                <a:latin typeface="Arial"/>
                <a:cs typeface="Arial"/>
              </a:rPr>
              <a:t> </a:t>
            </a:r>
            <a:r>
              <a:rPr sz="1000" spc="-20" dirty="0">
                <a:solidFill>
                  <a:srgbClr val="231F20"/>
                </a:solidFill>
                <a:latin typeface="Arial"/>
                <a:cs typeface="Arial"/>
              </a:rPr>
              <a:t>about</a:t>
            </a:r>
            <a:r>
              <a:rPr sz="1000" spc="500" dirty="0">
                <a:solidFill>
                  <a:srgbClr val="231F20"/>
                </a:solidFill>
                <a:latin typeface="Arial"/>
                <a:cs typeface="Arial"/>
              </a:rPr>
              <a:t> </a:t>
            </a:r>
            <a:r>
              <a:rPr sz="1000" dirty="0">
                <a:solidFill>
                  <a:srgbClr val="231F20"/>
                </a:solidFill>
                <a:latin typeface="Arial"/>
                <a:cs typeface="Arial"/>
              </a:rPr>
              <a:t>the science behind fire</a:t>
            </a:r>
            <a:r>
              <a:rPr sz="1000" spc="5" dirty="0">
                <a:solidFill>
                  <a:srgbClr val="231F20"/>
                </a:solidFill>
                <a:latin typeface="Arial"/>
                <a:cs typeface="Arial"/>
              </a:rPr>
              <a:t> </a:t>
            </a:r>
            <a:r>
              <a:rPr sz="1000" dirty="0">
                <a:solidFill>
                  <a:srgbClr val="231F20"/>
                </a:solidFill>
                <a:latin typeface="Arial"/>
                <a:cs typeface="Arial"/>
              </a:rPr>
              <a:t>prevention, fire safety</a:t>
            </a:r>
            <a:r>
              <a:rPr sz="1000" spc="5" dirty="0">
                <a:solidFill>
                  <a:srgbClr val="231F20"/>
                </a:solidFill>
                <a:latin typeface="Arial"/>
                <a:cs typeface="Arial"/>
              </a:rPr>
              <a:t> </a:t>
            </a:r>
            <a:r>
              <a:rPr sz="1000" dirty="0">
                <a:solidFill>
                  <a:srgbClr val="231F20"/>
                </a:solidFill>
                <a:latin typeface="Arial"/>
                <a:cs typeface="Arial"/>
              </a:rPr>
              <a:t>and </a:t>
            </a:r>
            <a:r>
              <a:rPr sz="1000" spc="-20" dirty="0">
                <a:solidFill>
                  <a:srgbClr val="231F20"/>
                </a:solidFill>
                <a:latin typeface="Arial"/>
                <a:cs typeface="Arial"/>
              </a:rPr>
              <a:t>more </a:t>
            </a:r>
            <a:r>
              <a:rPr sz="1000" dirty="0">
                <a:solidFill>
                  <a:srgbClr val="231F20"/>
                </a:solidFill>
                <a:latin typeface="Arial"/>
                <a:cs typeface="Arial"/>
              </a:rPr>
              <a:t>through</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Fire</a:t>
            </a:r>
            <a:r>
              <a:rPr sz="1000" spc="-20" dirty="0">
                <a:solidFill>
                  <a:srgbClr val="231F20"/>
                </a:solidFill>
                <a:latin typeface="Arial"/>
                <a:cs typeface="Arial"/>
              </a:rPr>
              <a:t> </a:t>
            </a:r>
            <a:r>
              <a:rPr sz="1000" dirty="0">
                <a:solidFill>
                  <a:srgbClr val="231F20"/>
                </a:solidFill>
                <a:latin typeface="Arial"/>
                <a:cs typeface="Arial"/>
              </a:rPr>
              <a:t>Station</a:t>
            </a:r>
            <a:r>
              <a:rPr sz="1000" spc="-15" dirty="0">
                <a:solidFill>
                  <a:srgbClr val="231F20"/>
                </a:solidFill>
                <a:latin typeface="Arial"/>
                <a:cs typeface="Arial"/>
              </a:rPr>
              <a:t> </a:t>
            </a:r>
            <a:r>
              <a:rPr sz="1000" spc="-35" dirty="0">
                <a:solidFill>
                  <a:srgbClr val="231F20"/>
                </a:solidFill>
                <a:latin typeface="Arial"/>
                <a:cs typeface="Arial"/>
              </a:rPr>
              <a:t>Tour.</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partnership</a:t>
            </a:r>
            <a:r>
              <a:rPr sz="1000" spc="35" dirty="0">
                <a:solidFill>
                  <a:srgbClr val="231F20"/>
                </a:solidFill>
                <a:latin typeface="Arial"/>
                <a:cs typeface="Arial"/>
              </a:rPr>
              <a:t> </a:t>
            </a:r>
            <a:r>
              <a:rPr sz="1000" dirty="0">
                <a:solidFill>
                  <a:srgbClr val="231F20"/>
                </a:solidFill>
                <a:latin typeface="Arial"/>
                <a:cs typeface="Arial"/>
              </a:rPr>
              <a:t>between</a:t>
            </a:r>
            <a:r>
              <a:rPr sz="1000" spc="35" dirty="0">
                <a:solidFill>
                  <a:srgbClr val="231F20"/>
                </a:solidFill>
                <a:latin typeface="Arial"/>
                <a:cs typeface="Arial"/>
              </a:rPr>
              <a:t> </a:t>
            </a:r>
            <a:r>
              <a:rPr sz="1000" dirty="0">
                <a:solidFill>
                  <a:srgbClr val="231F20"/>
                </a:solidFill>
                <a:latin typeface="Arial"/>
                <a:cs typeface="Arial"/>
              </a:rPr>
              <a:t>local</a:t>
            </a:r>
            <a:r>
              <a:rPr sz="1000" spc="40" dirty="0">
                <a:solidFill>
                  <a:srgbClr val="231F20"/>
                </a:solidFill>
                <a:latin typeface="Arial"/>
                <a:cs typeface="Arial"/>
              </a:rPr>
              <a:t> </a:t>
            </a:r>
            <a:r>
              <a:rPr sz="1000" dirty="0">
                <a:solidFill>
                  <a:srgbClr val="231F20"/>
                </a:solidFill>
                <a:latin typeface="Arial"/>
                <a:cs typeface="Arial"/>
              </a:rPr>
              <a:t>government</a:t>
            </a:r>
            <a:r>
              <a:rPr sz="1000" spc="3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safety through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member</a:t>
            </a:r>
            <a:r>
              <a:rPr sz="1000" spc="5" dirty="0">
                <a:solidFill>
                  <a:srgbClr val="231F20"/>
                </a:solidFill>
                <a:latin typeface="Arial"/>
                <a:cs typeface="Arial"/>
              </a:rPr>
              <a:t> </a:t>
            </a:r>
            <a:r>
              <a:rPr sz="1000" dirty="0">
                <a:solidFill>
                  <a:srgbClr val="231F20"/>
                </a:solidFill>
                <a:latin typeface="Arial"/>
                <a:cs typeface="Arial"/>
              </a:rPr>
              <a:t>of the</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county</a:t>
            </a:r>
            <a:r>
              <a:rPr sz="1000" spc="5" dirty="0">
                <a:solidFill>
                  <a:srgbClr val="231F20"/>
                </a:solidFill>
                <a:latin typeface="Arial"/>
                <a:cs typeface="Arial"/>
              </a:rPr>
              <a:t> </a:t>
            </a:r>
            <a:r>
              <a:rPr sz="1000" spc="-10" dirty="0">
                <a:solidFill>
                  <a:srgbClr val="231F20"/>
                </a:solidFill>
                <a:latin typeface="Arial"/>
                <a:cs typeface="Arial"/>
              </a:rPr>
              <a:t>council.</a:t>
            </a:r>
            <a:endParaRPr sz="1000">
              <a:latin typeface="Arial"/>
              <a:cs typeface="Arial"/>
            </a:endParaRPr>
          </a:p>
          <a:p>
            <a:pPr marL="12700" marR="116839">
              <a:lnSpc>
                <a:spcPct val="100000"/>
              </a:lnSpc>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kindergarten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20" dirty="0">
                <a:solidFill>
                  <a:srgbClr val="231F20"/>
                </a:solidFill>
                <a:latin typeface="Arial"/>
                <a:cs typeface="Arial"/>
              </a:rPr>
              <a:t>about</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value</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dollar</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as </a:t>
            </a:r>
            <a:r>
              <a:rPr sz="1000" dirty="0">
                <a:solidFill>
                  <a:srgbClr val="231F20"/>
                </a:solidFill>
                <a:latin typeface="Arial"/>
                <a:cs typeface="Arial"/>
              </a:rPr>
              <a:t>part</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Shopping </a:t>
            </a:r>
            <a:r>
              <a:rPr sz="1000" spc="-20" dirty="0">
                <a:solidFill>
                  <a:srgbClr val="231F20"/>
                </a:solidFill>
                <a:latin typeface="Arial"/>
                <a:cs typeface="Arial"/>
              </a:rPr>
              <a:t>Trip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purchasing</a:t>
            </a:r>
            <a:r>
              <a:rPr sz="1000" spc="-20" dirty="0">
                <a:solidFill>
                  <a:srgbClr val="231F20"/>
                </a:solidFill>
                <a:latin typeface="Arial"/>
                <a:cs typeface="Arial"/>
              </a:rPr>
              <a:t> </a:t>
            </a:r>
            <a:r>
              <a:rPr sz="1000" dirty="0">
                <a:solidFill>
                  <a:srgbClr val="231F20"/>
                </a:solidFill>
                <a:latin typeface="Arial"/>
                <a:cs typeface="Arial"/>
              </a:rPr>
              <a:t>school</a:t>
            </a:r>
            <a:r>
              <a:rPr sz="1000" spc="-15" dirty="0">
                <a:solidFill>
                  <a:srgbClr val="231F20"/>
                </a:solidFill>
                <a:latin typeface="Arial"/>
                <a:cs typeface="Arial"/>
              </a:rPr>
              <a:t> </a:t>
            </a:r>
            <a:r>
              <a:rPr sz="1000" dirty="0">
                <a:solidFill>
                  <a:srgbClr val="231F20"/>
                </a:solidFill>
                <a:latin typeface="Arial"/>
                <a:cs typeface="Arial"/>
              </a:rPr>
              <a:t>supplies.</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20" dirty="0">
                <a:solidFill>
                  <a:srgbClr val="231F20"/>
                </a:solidFill>
                <a:latin typeface="Arial"/>
                <a:cs typeface="Arial"/>
              </a:rPr>
              <a:t>also </a:t>
            </a:r>
            <a:r>
              <a:rPr sz="1000" dirty="0">
                <a:solidFill>
                  <a:srgbClr val="231F20"/>
                </a:solidFill>
                <a:latin typeface="Arial"/>
                <a:cs typeface="Arial"/>
              </a:rPr>
              <a:t>learned the value of community service by </a:t>
            </a:r>
            <a:r>
              <a:rPr sz="1000" spc="-10" dirty="0">
                <a:solidFill>
                  <a:srgbClr val="231F20"/>
                </a:solidFill>
                <a:latin typeface="Arial"/>
                <a:cs typeface="Arial"/>
              </a:rPr>
              <a:t>donating</a:t>
            </a:r>
            <a:endParaRPr sz="1000">
              <a:latin typeface="Arial"/>
              <a:cs typeface="Arial"/>
            </a:endParaRPr>
          </a:p>
          <a:p>
            <a:pPr marL="12700" marR="80645">
              <a:lnSpc>
                <a:spcPct val="100000"/>
              </a:lnSpc>
            </a:pP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purchased</a:t>
            </a:r>
            <a:r>
              <a:rPr sz="1000" spc="-15" dirty="0">
                <a:solidFill>
                  <a:srgbClr val="231F20"/>
                </a:solidFill>
                <a:latin typeface="Arial"/>
                <a:cs typeface="Arial"/>
              </a:rPr>
              <a:t> </a:t>
            </a:r>
            <a:r>
              <a:rPr sz="1000" dirty="0">
                <a:solidFill>
                  <a:srgbClr val="231F20"/>
                </a:solidFill>
                <a:latin typeface="Arial"/>
                <a:cs typeface="Arial"/>
              </a:rPr>
              <a:t>supplies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homeless</a:t>
            </a:r>
            <a:r>
              <a:rPr sz="1000" spc="-15" dirty="0">
                <a:solidFill>
                  <a:srgbClr val="231F20"/>
                </a:solidFill>
                <a:latin typeface="Arial"/>
                <a:cs typeface="Arial"/>
              </a:rPr>
              <a:t> </a:t>
            </a:r>
            <a:r>
              <a:rPr sz="1000" spc="-10" dirty="0">
                <a:solidFill>
                  <a:srgbClr val="231F20"/>
                </a:solidFill>
                <a:latin typeface="Arial"/>
                <a:cs typeface="Arial"/>
              </a:rPr>
              <a:t>shelter.</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kindergarten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practical</a:t>
            </a:r>
            <a:r>
              <a:rPr sz="1000" spc="1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Defense</a:t>
            </a:r>
            <a:r>
              <a:rPr sz="1000" spc="5" dirty="0">
                <a:solidFill>
                  <a:srgbClr val="231F20"/>
                </a:solidFill>
                <a:latin typeface="Arial"/>
                <a:cs typeface="Arial"/>
              </a:rPr>
              <a:t> </a:t>
            </a:r>
            <a:r>
              <a:rPr sz="1000" dirty="0">
                <a:solidFill>
                  <a:srgbClr val="231F20"/>
                </a:solidFill>
                <a:latin typeface="Arial"/>
                <a:cs typeface="Arial"/>
              </a:rPr>
              <a:t>workshop</a:t>
            </a:r>
            <a:r>
              <a:rPr sz="1000" spc="10" dirty="0">
                <a:solidFill>
                  <a:srgbClr val="231F20"/>
                </a:solidFill>
                <a:latin typeface="Arial"/>
                <a:cs typeface="Arial"/>
              </a:rPr>
              <a:t> </a:t>
            </a:r>
            <a:r>
              <a:rPr sz="1000" dirty="0">
                <a:solidFill>
                  <a:srgbClr val="231F20"/>
                </a:solidFill>
                <a:latin typeface="Arial"/>
                <a:cs typeface="Arial"/>
              </a:rPr>
              <a:t>centered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10" dirty="0">
                <a:solidFill>
                  <a:srgbClr val="231F20"/>
                </a:solidFill>
                <a:latin typeface="Arial"/>
                <a:cs typeface="Arial"/>
              </a:rPr>
              <a:t>safety,</a:t>
            </a:r>
            <a:r>
              <a:rPr sz="1000" spc="10" dirty="0">
                <a:solidFill>
                  <a:srgbClr val="231F20"/>
                </a:solidFill>
                <a:latin typeface="Arial"/>
                <a:cs typeface="Arial"/>
              </a:rPr>
              <a:t> </a:t>
            </a:r>
            <a:r>
              <a:rPr sz="1000" spc="-10" dirty="0">
                <a:solidFill>
                  <a:srgbClr val="231F20"/>
                </a:solidFill>
                <a:latin typeface="Arial"/>
                <a:cs typeface="Arial"/>
              </a:rPr>
              <a:t>health, </a:t>
            </a:r>
            <a:r>
              <a:rPr sz="1000" dirty="0">
                <a:solidFill>
                  <a:srgbClr val="231F20"/>
                </a:solidFill>
                <a:latin typeface="Arial"/>
                <a:cs typeface="Arial"/>
              </a:rPr>
              <a:t>wellness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recreation.</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spc="-10" dirty="0">
                <a:solidFill>
                  <a:srgbClr val="231F20"/>
                </a:solidFill>
                <a:latin typeface="Arial"/>
                <a:cs typeface="Arial"/>
              </a:rPr>
              <a:t>enriching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at the</a:t>
            </a:r>
            <a:r>
              <a:rPr sz="1000" spc="-5" dirty="0">
                <a:solidFill>
                  <a:srgbClr val="231F20"/>
                </a:solidFill>
                <a:latin typeface="Arial"/>
                <a:cs typeface="Arial"/>
              </a:rPr>
              <a:t> </a:t>
            </a:r>
            <a:r>
              <a:rPr sz="1000" dirty="0">
                <a:solidFill>
                  <a:srgbClr val="231F20"/>
                </a:solidFill>
                <a:latin typeface="Arial"/>
                <a:cs typeface="Arial"/>
              </a:rPr>
              <a:t>National </a:t>
            </a:r>
            <a:r>
              <a:rPr sz="1000" spc="-10" dirty="0">
                <a:solidFill>
                  <a:srgbClr val="231F20"/>
                </a:solidFill>
                <a:latin typeface="Arial"/>
                <a:cs typeface="Arial"/>
              </a:rPr>
              <a:t>Museum</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African</a:t>
            </a:r>
            <a:r>
              <a:rPr sz="1000" spc="500"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rise</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fall</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ancient</a:t>
            </a:r>
            <a:r>
              <a:rPr sz="1000" spc="5" dirty="0">
                <a:solidFill>
                  <a:srgbClr val="231F20"/>
                </a:solidFill>
                <a:latin typeface="Arial"/>
                <a:cs typeface="Arial"/>
              </a:rPr>
              <a:t> </a:t>
            </a:r>
            <a:r>
              <a:rPr sz="1000" dirty="0">
                <a:solidFill>
                  <a:srgbClr val="231F20"/>
                </a:solidFill>
                <a:latin typeface="Arial"/>
                <a:cs typeface="Arial"/>
              </a:rPr>
              <a:t>kingdoms</a:t>
            </a:r>
            <a:r>
              <a:rPr sz="1000" spc="5" dirty="0">
                <a:solidFill>
                  <a:srgbClr val="231F20"/>
                </a:solidFill>
                <a:latin typeface="Arial"/>
                <a:cs typeface="Arial"/>
              </a:rPr>
              <a:t> </a:t>
            </a:r>
            <a:r>
              <a:rPr sz="1000" spc="-25" dirty="0">
                <a:solidFill>
                  <a:srgbClr val="231F20"/>
                </a:solidFill>
                <a:latin typeface="Arial"/>
                <a:cs typeface="Arial"/>
              </a:rPr>
              <a:t>in</a:t>
            </a:r>
            <a:endParaRPr sz="1000">
              <a:latin typeface="Arial"/>
              <a:cs typeface="Arial"/>
            </a:endParaRPr>
          </a:p>
          <a:p>
            <a:pPr marL="12700">
              <a:lnSpc>
                <a:spcPct val="100000"/>
              </a:lnSpc>
            </a:pPr>
            <a:r>
              <a:rPr sz="1000" spc="-10" dirty="0">
                <a:solidFill>
                  <a:srgbClr val="231F20"/>
                </a:solidFill>
                <a:latin typeface="Arial"/>
                <a:cs typeface="Arial"/>
              </a:rPr>
              <a:t>Africa.</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even</a:t>
            </a:r>
            <a:r>
              <a:rPr sz="1000" spc="-10" dirty="0">
                <a:solidFill>
                  <a:srgbClr val="231F20"/>
                </a:solidFill>
                <a:latin typeface="Arial"/>
                <a:cs typeface="Arial"/>
              </a:rPr>
              <a:t> </a:t>
            </a:r>
            <a:r>
              <a:rPr sz="1000" dirty="0">
                <a:solidFill>
                  <a:srgbClr val="231F20"/>
                </a:solidFill>
                <a:latin typeface="Arial"/>
                <a:cs typeface="Arial"/>
              </a:rPr>
              <a:t>created</a:t>
            </a:r>
            <a:r>
              <a:rPr sz="1000" spc="-15" dirty="0">
                <a:solidFill>
                  <a:srgbClr val="231F20"/>
                </a:solidFill>
                <a:latin typeface="Arial"/>
                <a:cs typeface="Arial"/>
              </a:rPr>
              <a:t> </a:t>
            </a:r>
            <a:r>
              <a:rPr sz="1000" spc="-20" dirty="0">
                <a:solidFill>
                  <a:srgbClr val="231F20"/>
                </a:solidFill>
                <a:latin typeface="Arial"/>
                <a:cs typeface="Arial"/>
              </a:rPr>
              <a:t>masks</a:t>
            </a:r>
            <a:r>
              <a:rPr sz="1000" spc="-10" dirty="0">
                <a:solidFill>
                  <a:srgbClr val="231F20"/>
                </a:solidFill>
                <a:latin typeface="Arial"/>
                <a:cs typeface="Arial"/>
              </a:rPr>
              <a:t> </a:t>
            </a:r>
            <a:r>
              <a:rPr sz="1000" spc="-2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part</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32384">
              <a:lnSpc>
                <a:spcPct val="100000"/>
              </a:lnSpc>
            </a:pPr>
            <a:r>
              <a:rPr sz="1000" dirty="0">
                <a:solidFill>
                  <a:srgbClr val="231F20"/>
                </a:solidFill>
                <a:latin typeface="Arial"/>
                <a:cs typeface="Arial"/>
              </a:rPr>
              <a:t>Our kindergarten and</a:t>
            </a:r>
            <a:r>
              <a:rPr sz="1000" spc="5" dirty="0">
                <a:solidFill>
                  <a:srgbClr val="231F20"/>
                </a:solidFill>
                <a:latin typeface="Arial"/>
                <a:cs typeface="Arial"/>
              </a:rPr>
              <a:t> </a:t>
            </a:r>
            <a:r>
              <a:rPr sz="1000" dirty="0">
                <a:solidFill>
                  <a:srgbClr val="231F20"/>
                </a:solidFill>
                <a:latin typeface="Arial"/>
                <a:cs typeface="Arial"/>
              </a:rPr>
              <a:t>first graders</a:t>
            </a:r>
            <a:r>
              <a:rPr sz="1000" spc="5" dirty="0">
                <a:solidFill>
                  <a:srgbClr val="231F20"/>
                </a:solidFill>
                <a:latin typeface="Arial"/>
                <a:cs typeface="Arial"/>
              </a:rPr>
              <a:t> </a:t>
            </a:r>
            <a:r>
              <a:rPr sz="1000" dirty="0">
                <a:solidFill>
                  <a:srgbClr val="231F20"/>
                </a:solidFill>
                <a:latin typeface="Arial"/>
                <a:cs typeface="Arial"/>
              </a:rPr>
              <a:t>then had fun</a:t>
            </a:r>
            <a:r>
              <a:rPr sz="1000" spc="5" dirty="0">
                <a:solidFill>
                  <a:srgbClr val="231F20"/>
                </a:solidFill>
                <a:latin typeface="Arial"/>
                <a:cs typeface="Arial"/>
              </a:rPr>
              <a:t> </a:t>
            </a:r>
            <a:r>
              <a:rPr sz="1000" dirty="0">
                <a:solidFill>
                  <a:srgbClr val="231F20"/>
                </a:solidFill>
                <a:latin typeface="Arial"/>
                <a:cs typeface="Arial"/>
              </a:rPr>
              <a:t>at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play</a:t>
            </a:r>
            <a:r>
              <a:rPr sz="1000" spc="-5" dirty="0">
                <a:solidFill>
                  <a:srgbClr val="231F20"/>
                </a:solidFill>
                <a:latin typeface="Arial"/>
                <a:cs typeface="Arial"/>
              </a:rPr>
              <a:t> </a:t>
            </a:r>
            <a:r>
              <a:rPr sz="1000" dirty="0">
                <a:solidFill>
                  <a:srgbClr val="231F20"/>
                </a:solidFill>
                <a:latin typeface="Arial"/>
                <a:cs typeface="Arial"/>
              </a:rPr>
              <a:t>“Zomo the </a:t>
            </a:r>
            <a:r>
              <a:rPr sz="1000" spc="-10" dirty="0">
                <a:solidFill>
                  <a:srgbClr val="231F20"/>
                </a:solidFill>
                <a:latin typeface="Arial"/>
                <a:cs typeface="Arial"/>
              </a:rPr>
              <a:t>Rabbit:</a:t>
            </a:r>
            <a:r>
              <a:rPr sz="1000" spc="-5" dirty="0">
                <a:solidFill>
                  <a:srgbClr val="231F20"/>
                </a:solidFill>
                <a:latin typeface="Arial"/>
                <a:cs typeface="Arial"/>
              </a:rPr>
              <a:t> </a:t>
            </a:r>
            <a:r>
              <a:rPr sz="1000" dirty="0">
                <a:solidFill>
                  <a:srgbClr val="231F20"/>
                </a:solidFill>
                <a:latin typeface="Arial"/>
                <a:cs typeface="Arial"/>
              </a:rPr>
              <a:t>A Hip Hop</a:t>
            </a:r>
            <a:r>
              <a:rPr sz="1000" spc="-5" dirty="0">
                <a:solidFill>
                  <a:srgbClr val="231F20"/>
                </a:solidFill>
                <a:latin typeface="Arial"/>
                <a:cs typeface="Arial"/>
              </a:rPr>
              <a:t> </a:t>
            </a:r>
            <a:r>
              <a:rPr sz="1000" dirty="0">
                <a:solidFill>
                  <a:srgbClr val="231F20"/>
                </a:solidFill>
                <a:latin typeface="Arial"/>
                <a:cs typeface="Arial"/>
              </a:rPr>
              <a:t>Creation Myth” </a:t>
            </a:r>
            <a:r>
              <a:rPr sz="1000" spc="-10" dirty="0">
                <a:solidFill>
                  <a:srgbClr val="231F20"/>
                </a:solidFill>
                <a:latin typeface="Arial"/>
                <a:cs typeface="Arial"/>
              </a:rPr>
              <a:t>learning</a:t>
            </a:r>
            <a:endParaRPr sz="1000">
              <a:latin typeface="Arial"/>
              <a:cs typeface="Arial"/>
            </a:endParaRPr>
          </a:p>
        </p:txBody>
      </p:sp>
      <p:sp>
        <p:nvSpPr>
          <p:cNvPr id="5" name="object 5"/>
          <p:cNvSpPr txBox="1">
            <a:spLocks noGrp="1"/>
          </p:cNvSpPr>
          <p:nvPr>
            <p:ph type="sldNum" sz="quarter" idx="7"/>
          </p:nvPr>
        </p:nvSpPr>
        <p:spPr>
          <a:xfrm>
            <a:off x="7067294" y="9529590"/>
            <a:ext cx="324105" cy="157094"/>
          </a:xfrm>
          <a:prstGeom prst="rect">
            <a:avLst/>
          </a:prstGeom>
        </p:spPr>
        <p:txBody>
          <a:bodyPr vert="horz" wrap="square" lIns="0" tIns="18415" rIns="0" bIns="0" rtlCol="0">
            <a:spAutoFit/>
          </a:bodyPr>
          <a:lstStyle/>
          <a:p>
            <a:pPr marL="38100">
              <a:lnSpc>
                <a:spcPct val="100000"/>
              </a:lnSpc>
              <a:spcBef>
                <a:spcPts val="145"/>
              </a:spcBef>
            </a:pPr>
            <a:r>
              <a:rPr spc="-25" dirty="0"/>
              <a:t>3</a:t>
            </a:r>
            <a:r>
              <a:rPr lang="en-US" spc="-25" dirty="0"/>
              <a:t>8</a:t>
            </a:r>
            <a:endParaRPr spc="-25" dirty="0"/>
          </a:p>
        </p:txBody>
      </p:sp>
      <p:sp>
        <p:nvSpPr>
          <p:cNvPr id="3" name="object 3"/>
          <p:cNvSpPr txBox="1"/>
          <p:nvPr/>
        </p:nvSpPr>
        <p:spPr>
          <a:xfrm>
            <a:off x="4016375" y="2012175"/>
            <a:ext cx="3291204" cy="7112000"/>
          </a:xfrm>
          <a:prstGeom prst="rect">
            <a:avLst/>
          </a:prstGeom>
        </p:spPr>
        <p:txBody>
          <a:bodyPr vert="horz" wrap="square" lIns="0" tIns="12700" rIns="0" bIns="0" rtlCol="0">
            <a:spAutoFit/>
          </a:bodyPr>
          <a:lstStyle/>
          <a:p>
            <a:pPr marL="12700" marR="102235">
              <a:lnSpc>
                <a:spcPct val="100000"/>
              </a:lnSpc>
              <a:spcBef>
                <a:spcPts val="100"/>
              </a:spcBef>
            </a:pPr>
            <a:r>
              <a:rPr sz="1000" dirty="0">
                <a:solidFill>
                  <a:srgbClr val="231F20"/>
                </a:solidFill>
                <a:latin typeface="Arial"/>
                <a:cs typeface="Arial"/>
              </a:rPr>
              <a:t>about local</a:t>
            </a:r>
            <a:r>
              <a:rPr sz="1000" spc="5" dirty="0">
                <a:solidFill>
                  <a:srgbClr val="231F20"/>
                </a:solidFill>
                <a:latin typeface="Arial"/>
                <a:cs typeface="Arial"/>
              </a:rPr>
              <a:t> </a:t>
            </a:r>
            <a:r>
              <a:rPr sz="1000" dirty="0">
                <a:solidFill>
                  <a:srgbClr val="231F20"/>
                </a:solidFill>
                <a:latin typeface="Arial"/>
                <a:cs typeface="Arial"/>
              </a:rPr>
              <a:t>African American</a:t>
            </a:r>
            <a:r>
              <a:rPr sz="1000" spc="5" dirty="0">
                <a:solidFill>
                  <a:srgbClr val="231F20"/>
                </a:solidFill>
                <a:latin typeface="Arial"/>
                <a:cs typeface="Arial"/>
              </a:rPr>
              <a:t> </a:t>
            </a:r>
            <a:r>
              <a:rPr sz="1000" dirty="0">
                <a:solidFill>
                  <a:srgbClr val="231F20"/>
                </a:solidFill>
                <a:latin typeface="Arial"/>
                <a:cs typeface="Arial"/>
              </a:rPr>
              <a:t>culture</a:t>
            </a:r>
            <a:r>
              <a:rPr sz="1000" spc="5" dirty="0">
                <a:solidFill>
                  <a:srgbClr val="231F20"/>
                </a:solidFill>
                <a:latin typeface="Arial"/>
                <a:cs typeface="Arial"/>
              </a:rPr>
              <a:t> </a:t>
            </a:r>
            <a:r>
              <a:rPr sz="1000" dirty="0">
                <a:solidFill>
                  <a:srgbClr val="231F20"/>
                </a:solidFill>
                <a:latin typeface="Arial"/>
                <a:cs typeface="Arial"/>
              </a:rPr>
              <a:t>through </a:t>
            </a:r>
            <a:r>
              <a:rPr sz="1000" spc="-10" dirty="0">
                <a:solidFill>
                  <a:srgbClr val="231F20"/>
                </a:solidFill>
                <a:latin typeface="Arial"/>
                <a:cs typeface="Arial"/>
              </a:rPr>
              <a:t>music. </a:t>
            </a:r>
            <a:r>
              <a:rPr sz="1000" dirty="0">
                <a:solidFill>
                  <a:srgbClr val="231F20"/>
                </a:solidFill>
                <a:latin typeface="Arial"/>
                <a:cs typeface="Arial"/>
              </a:rPr>
              <a:t>Then our</a:t>
            </a:r>
            <a:r>
              <a:rPr sz="1000" spc="5" dirty="0">
                <a:solidFill>
                  <a:srgbClr val="231F20"/>
                </a:solidFill>
                <a:latin typeface="Arial"/>
                <a:cs typeface="Arial"/>
              </a:rPr>
              <a:t> </a:t>
            </a:r>
            <a:r>
              <a:rPr sz="1000" dirty="0">
                <a:solidFill>
                  <a:srgbClr val="231F20"/>
                </a:solidFill>
                <a:latin typeface="Arial"/>
                <a:cs typeface="Arial"/>
              </a:rPr>
              <a:t>kindergarten and</a:t>
            </a:r>
            <a:r>
              <a:rPr sz="1000" spc="5" dirty="0">
                <a:solidFill>
                  <a:srgbClr val="231F20"/>
                </a:solidFill>
                <a:latin typeface="Arial"/>
                <a:cs typeface="Arial"/>
              </a:rPr>
              <a:t> </a:t>
            </a:r>
            <a:r>
              <a:rPr sz="1000" dirty="0">
                <a:solidFill>
                  <a:srgbClr val="231F20"/>
                </a:solidFill>
                <a:latin typeface="Arial"/>
                <a:cs typeface="Arial"/>
              </a:rPr>
              <a:t>first graders</a:t>
            </a:r>
            <a:r>
              <a:rPr sz="1000" spc="5" dirty="0">
                <a:solidFill>
                  <a:srgbClr val="231F20"/>
                </a:solidFill>
                <a:latin typeface="Arial"/>
                <a:cs typeface="Arial"/>
              </a:rPr>
              <a:t> </a:t>
            </a:r>
            <a:r>
              <a:rPr sz="1000" dirty="0">
                <a:solidFill>
                  <a:srgbClr val="231F20"/>
                </a:solidFill>
                <a:latin typeface="Arial"/>
                <a:cs typeface="Arial"/>
              </a:rPr>
              <a:t>enjoyed a</a:t>
            </a:r>
            <a:r>
              <a:rPr sz="1000" spc="5" dirty="0">
                <a:solidFill>
                  <a:srgbClr val="231F20"/>
                </a:solidFill>
                <a:latin typeface="Arial"/>
                <a:cs typeface="Arial"/>
              </a:rPr>
              <a:t> </a:t>
            </a:r>
            <a:r>
              <a:rPr sz="1000" spc="-25" dirty="0">
                <a:solidFill>
                  <a:srgbClr val="231F20"/>
                </a:solidFill>
                <a:latin typeface="Arial"/>
                <a:cs typeface="Arial"/>
              </a:rPr>
              <a:t>fun </a:t>
            </a:r>
            <a:r>
              <a:rPr sz="1000" dirty="0">
                <a:solidFill>
                  <a:srgbClr val="231F20"/>
                </a:solidFill>
                <a:latin typeface="Arial"/>
                <a:cs typeface="Arial"/>
              </a:rPr>
              <a:t>and educational</a:t>
            </a:r>
            <a:r>
              <a:rPr sz="1000" spc="5" dirty="0">
                <a:solidFill>
                  <a:srgbClr val="231F20"/>
                </a:solidFill>
                <a:latin typeface="Arial"/>
                <a:cs typeface="Arial"/>
              </a:rPr>
              <a:t> </a:t>
            </a:r>
            <a:r>
              <a:rPr sz="1000" dirty="0">
                <a:solidFill>
                  <a:srgbClr val="231F20"/>
                </a:solidFill>
                <a:latin typeface="Arial"/>
                <a:cs typeface="Arial"/>
              </a:rPr>
              <a:t>Bee</a:t>
            </a:r>
            <a:r>
              <a:rPr sz="1000" spc="5" dirty="0">
                <a:solidFill>
                  <a:srgbClr val="231F20"/>
                </a:solidFill>
                <a:latin typeface="Arial"/>
                <a:cs typeface="Arial"/>
              </a:rPr>
              <a:t> </a:t>
            </a:r>
            <a:r>
              <a:rPr sz="1000" dirty="0">
                <a:solidFill>
                  <a:srgbClr val="231F20"/>
                </a:solidFill>
                <a:latin typeface="Arial"/>
                <a:cs typeface="Arial"/>
              </a:rPr>
              <a:t>Keeping experience</a:t>
            </a:r>
            <a:r>
              <a:rPr sz="1000" spc="5"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inner</a:t>
            </a:r>
            <a:r>
              <a:rPr sz="1000" spc="10" dirty="0">
                <a:solidFill>
                  <a:srgbClr val="231F20"/>
                </a:solidFill>
                <a:latin typeface="Arial"/>
                <a:cs typeface="Arial"/>
              </a:rPr>
              <a:t> </a:t>
            </a:r>
            <a:r>
              <a:rPr sz="1000" dirty="0">
                <a:solidFill>
                  <a:srgbClr val="231F20"/>
                </a:solidFill>
                <a:latin typeface="Arial"/>
                <a:cs typeface="Arial"/>
              </a:rPr>
              <a:t>workings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bee</a:t>
            </a:r>
            <a:r>
              <a:rPr sz="1000" spc="10" dirty="0">
                <a:solidFill>
                  <a:srgbClr val="231F20"/>
                </a:solidFill>
                <a:latin typeface="Arial"/>
                <a:cs typeface="Arial"/>
              </a:rPr>
              <a:t> </a:t>
            </a:r>
            <a:r>
              <a:rPr sz="1000" dirty="0">
                <a:solidFill>
                  <a:srgbClr val="231F20"/>
                </a:solidFill>
                <a:latin typeface="Arial"/>
                <a:cs typeface="Arial"/>
              </a:rPr>
              <a:t>colony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importance</a:t>
            </a:r>
            <a:r>
              <a:rPr sz="1000" spc="50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bees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nature</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eco-</a:t>
            </a:r>
            <a:r>
              <a:rPr sz="1000" spc="-10" dirty="0">
                <a:solidFill>
                  <a:srgbClr val="231F20"/>
                </a:solidFill>
                <a:latin typeface="Arial"/>
                <a:cs typeface="Arial"/>
              </a:rPr>
              <a:t>system.</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aspects</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beekeeping</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tools </a:t>
            </a:r>
            <a:r>
              <a:rPr sz="1000" dirty="0">
                <a:solidFill>
                  <a:srgbClr val="231F20"/>
                </a:solidFill>
                <a:latin typeface="Arial"/>
                <a:cs typeface="Arial"/>
              </a:rPr>
              <a:t>necessary</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be</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beekeeper.</a:t>
            </a:r>
            <a:endParaRPr sz="1000">
              <a:latin typeface="Arial"/>
              <a:cs typeface="Arial"/>
            </a:endParaRPr>
          </a:p>
          <a:p>
            <a:pPr marL="12700" marR="14604">
              <a:lnSpc>
                <a:spcPct val="100000"/>
              </a:lnSpc>
              <a:spcBef>
                <a:spcPts val="900"/>
              </a:spcBef>
            </a:pPr>
            <a:r>
              <a:rPr sz="1000" dirty="0">
                <a:solidFill>
                  <a:srgbClr val="231F20"/>
                </a:solidFill>
                <a:latin typeface="Arial"/>
                <a:cs typeface="Arial"/>
              </a:rPr>
              <a:t>Our second</a:t>
            </a:r>
            <a:r>
              <a:rPr sz="1000" spc="5" dirty="0">
                <a:solidFill>
                  <a:srgbClr val="231F20"/>
                </a:solidFill>
                <a:latin typeface="Arial"/>
                <a:cs typeface="Arial"/>
              </a:rPr>
              <a:t> </a:t>
            </a:r>
            <a:r>
              <a:rPr sz="1000" dirty="0">
                <a:solidFill>
                  <a:srgbClr val="231F20"/>
                </a:solidFill>
                <a:latin typeface="Arial"/>
                <a:cs typeface="Arial"/>
              </a:rPr>
              <a:t>and third</a:t>
            </a:r>
            <a:r>
              <a:rPr sz="1000" spc="5" dirty="0">
                <a:solidFill>
                  <a:srgbClr val="231F20"/>
                </a:solidFill>
                <a:latin typeface="Arial"/>
                <a:cs typeface="Arial"/>
              </a:rPr>
              <a:t> </a:t>
            </a:r>
            <a:r>
              <a:rPr sz="1000" dirty="0">
                <a:solidFill>
                  <a:srgbClr val="231F20"/>
                </a:solidFill>
                <a:latin typeface="Arial"/>
                <a:cs typeface="Arial"/>
              </a:rPr>
              <a:t>graders kicked</a:t>
            </a:r>
            <a:r>
              <a:rPr sz="1000" spc="5" dirty="0">
                <a:solidFill>
                  <a:srgbClr val="231F20"/>
                </a:solidFill>
                <a:latin typeface="Arial"/>
                <a:cs typeface="Arial"/>
              </a:rPr>
              <a:t> </a:t>
            </a:r>
            <a:r>
              <a:rPr sz="1000" dirty="0">
                <a:solidFill>
                  <a:srgbClr val="231F20"/>
                </a:solidFill>
                <a:latin typeface="Arial"/>
                <a:cs typeface="Arial"/>
              </a:rPr>
              <a:t>off the</a:t>
            </a:r>
            <a:r>
              <a:rPr sz="1000" spc="5" dirty="0">
                <a:solidFill>
                  <a:srgbClr val="231F20"/>
                </a:solidFill>
                <a:latin typeface="Arial"/>
                <a:cs typeface="Arial"/>
              </a:rPr>
              <a:t> </a:t>
            </a:r>
            <a:r>
              <a:rPr sz="1000" dirty="0">
                <a:solidFill>
                  <a:srgbClr val="231F20"/>
                </a:solidFill>
                <a:latin typeface="Arial"/>
                <a:cs typeface="Arial"/>
              </a:rPr>
              <a:t>year with</a:t>
            </a:r>
            <a:r>
              <a:rPr sz="1000" spc="5" dirty="0">
                <a:solidFill>
                  <a:srgbClr val="231F20"/>
                </a:solidFill>
                <a:latin typeface="Arial"/>
                <a:cs typeface="Arial"/>
              </a:rPr>
              <a:t> </a:t>
            </a:r>
            <a:r>
              <a:rPr sz="1000" spc="-25" dirty="0">
                <a:solidFill>
                  <a:srgbClr val="231F20"/>
                </a:solidFill>
                <a:latin typeface="Arial"/>
                <a:cs typeface="Arial"/>
              </a:rPr>
              <a:t>an </a:t>
            </a:r>
            <a:r>
              <a:rPr sz="1000" spc="-10" dirty="0">
                <a:solidFill>
                  <a:srgbClr val="231F20"/>
                </a:solidFill>
                <a:latin typeface="Arial"/>
                <a:cs typeface="Arial"/>
              </a:rPr>
              <a:t>amazing</a:t>
            </a:r>
            <a:r>
              <a:rPr sz="1000" spc="-5" dirty="0">
                <a:solidFill>
                  <a:srgbClr val="231F20"/>
                </a:solidFill>
                <a:latin typeface="Arial"/>
                <a:cs typeface="Arial"/>
              </a:rPr>
              <a:t> </a:t>
            </a:r>
            <a:r>
              <a:rPr sz="1000" spc="-25" dirty="0">
                <a:solidFill>
                  <a:srgbClr val="231F20"/>
                </a:solidFill>
                <a:latin typeface="Arial"/>
                <a:cs typeface="Arial"/>
              </a:rPr>
              <a:t>Eco-</a:t>
            </a:r>
            <a:r>
              <a:rPr sz="1000" dirty="0">
                <a:solidFill>
                  <a:srgbClr val="231F20"/>
                </a:solidFill>
                <a:latin typeface="Arial"/>
                <a:cs typeface="Arial"/>
              </a:rPr>
              <a:t>Adventures </a:t>
            </a:r>
            <a:r>
              <a:rPr sz="1000" spc="-10" dirty="0">
                <a:solidFill>
                  <a:srgbClr val="231F20"/>
                </a:solidFill>
                <a:latin typeface="Arial"/>
                <a:cs typeface="Arial"/>
              </a:rPr>
              <a:t>Rainforest</a:t>
            </a:r>
            <a:r>
              <a:rPr sz="1000" spc="-5" dirty="0">
                <a:solidFill>
                  <a:srgbClr val="231F20"/>
                </a:solidFill>
                <a:latin typeface="Arial"/>
                <a:cs typeface="Arial"/>
              </a:rPr>
              <a:t> </a:t>
            </a:r>
            <a:r>
              <a:rPr sz="1000" dirty="0">
                <a:solidFill>
                  <a:srgbClr val="231F20"/>
                </a:solidFill>
                <a:latin typeface="Arial"/>
                <a:cs typeface="Arial"/>
              </a:rPr>
              <a:t>Overnight </a:t>
            </a:r>
            <a:r>
              <a:rPr sz="1000" spc="-10" dirty="0">
                <a:solidFill>
                  <a:srgbClr val="231F20"/>
                </a:solidFill>
                <a:latin typeface="Arial"/>
                <a:cs typeface="Arial"/>
              </a:rPr>
              <a:t>experience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an</a:t>
            </a:r>
            <a:r>
              <a:rPr sz="1000" spc="25" dirty="0">
                <a:solidFill>
                  <a:srgbClr val="231F20"/>
                </a:solidFill>
                <a:latin typeface="Arial"/>
                <a:cs typeface="Arial"/>
              </a:rPr>
              <a:t> </a:t>
            </a:r>
            <a:r>
              <a:rPr sz="1000" dirty="0">
                <a:solidFill>
                  <a:srgbClr val="231F20"/>
                </a:solidFill>
                <a:latin typeface="Arial"/>
                <a:cs typeface="Arial"/>
              </a:rPr>
              <a:t>interactive</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engaging</a:t>
            </a:r>
            <a:r>
              <a:rPr sz="1000" spc="30" dirty="0">
                <a:solidFill>
                  <a:srgbClr val="231F20"/>
                </a:solidFill>
                <a:latin typeface="Arial"/>
                <a:cs typeface="Arial"/>
              </a:rPr>
              <a:t> </a:t>
            </a:r>
            <a:r>
              <a:rPr sz="1000" dirty="0">
                <a:solidFill>
                  <a:srgbClr val="231F20"/>
                </a:solidFill>
                <a:latin typeface="Arial"/>
                <a:cs typeface="Arial"/>
              </a:rPr>
              <a:t>presentation</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20" dirty="0">
                <a:solidFill>
                  <a:srgbClr val="231F20"/>
                </a:solidFill>
                <a:latin typeface="Arial"/>
                <a:cs typeface="Arial"/>
              </a:rPr>
              <a:t>live </a:t>
            </a:r>
            <a:r>
              <a:rPr sz="1000" spc="-10" dirty="0">
                <a:solidFill>
                  <a:srgbClr val="231F20"/>
                </a:solidFill>
                <a:latin typeface="Arial"/>
                <a:cs typeface="Arial"/>
              </a:rPr>
              <a:t>animals</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habitat.</a:t>
            </a:r>
            <a:r>
              <a:rPr sz="1000" spc="10"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dirty="0">
                <a:solidFill>
                  <a:srgbClr val="231F20"/>
                </a:solidFill>
                <a:latin typeface="Arial"/>
                <a:cs typeface="Arial"/>
              </a:rPr>
              <a:t>dinner</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movie,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camped out</a:t>
            </a:r>
            <a:r>
              <a:rPr sz="1000" spc="-5" dirty="0">
                <a:solidFill>
                  <a:srgbClr val="231F20"/>
                </a:solidFill>
                <a:latin typeface="Arial"/>
                <a:cs typeface="Arial"/>
              </a:rPr>
              <a:t> </a:t>
            </a:r>
            <a:r>
              <a:rPr sz="1000" dirty="0">
                <a:solidFill>
                  <a:srgbClr val="231F20"/>
                </a:solidFill>
                <a:latin typeface="Arial"/>
                <a:cs typeface="Arial"/>
              </a:rPr>
              <a:t>“under</a:t>
            </a:r>
            <a:r>
              <a:rPr sz="1000" spc="-5" dirty="0">
                <a:solidFill>
                  <a:srgbClr val="231F20"/>
                </a:solidFill>
                <a:latin typeface="Arial"/>
                <a:cs typeface="Arial"/>
              </a:rPr>
              <a:t> </a:t>
            </a:r>
            <a:r>
              <a:rPr sz="1000" dirty="0">
                <a:solidFill>
                  <a:srgbClr val="231F20"/>
                </a:solidFill>
                <a:latin typeface="Arial"/>
                <a:cs typeface="Arial"/>
              </a:rPr>
              <a:t>the stars”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simulated </a:t>
            </a:r>
            <a:r>
              <a:rPr sz="1000" dirty="0">
                <a:solidFill>
                  <a:srgbClr val="231F20"/>
                </a:solidFill>
                <a:latin typeface="Arial"/>
                <a:cs typeface="Arial"/>
              </a:rPr>
              <a:t>rainforest environment. Then they learned how </a:t>
            </a:r>
            <a:r>
              <a:rPr sz="1000" spc="-10" dirty="0">
                <a:solidFill>
                  <a:srgbClr val="231F20"/>
                </a:solidFill>
                <a:latin typeface="Arial"/>
                <a:cs typeface="Arial"/>
              </a:rPr>
              <a:t>nature </a:t>
            </a:r>
            <a:r>
              <a:rPr sz="1000" dirty="0">
                <a:solidFill>
                  <a:srgbClr val="231F20"/>
                </a:solidFill>
                <a:latin typeface="Arial"/>
                <a:cs typeface="Arial"/>
              </a:rPr>
              <a:t>supports</a:t>
            </a:r>
            <a:r>
              <a:rPr sz="1000" spc="10" dirty="0">
                <a:solidFill>
                  <a:srgbClr val="231F20"/>
                </a:solidFill>
                <a:latin typeface="Arial"/>
                <a:cs typeface="Arial"/>
              </a:rPr>
              <a:t> </a:t>
            </a:r>
            <a:r>
              <a:rPr sz="1000" dirty="0">
                <a:solidFill>
                  <a:srgbClr val="231F20"/>
                </a:solidFill>
                <a:latin typeface="Arial"/>
                <a:cs typeface="Arial"/>
              </a:rPr>
              <a:t>them</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feelings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emotions</a:t>
            </a:r>
            <a:r>
              <a:rPr sz="1000" spc="15" dirty="0">
                <a:solidFill>
                  <a:srgbClr val="231F20"/>
                </a:solidFill>
                <a:latin typeface="Arial"/>
                <a:cs typeface="Arial"/>
              </a:rPr>
              <a:t> </a:t>
            </a:r>
            <a:r>
              <a:rPr sz="1000" spc="-10" dirty="0">
                <a:solidFill>
                  <a:srgbClr val="231F20"/>
                </a:solidFill>
                <a:latin typeface="Arial"/>
                <a:cs typeface="Arial"/>
              </a:rPr>
              <a:t>followed</a:t>
            </a:r>
            <a:endParaRPr sz="1000">
              <a:latin typeface="Arial"/>
              <a:cs typeface="Arial"/>
            </a:endParaRPr>
          </a:p>
          <a:p>
            <a:pPr marL="12700" marR="86995">
              <a:lnSpc>
                <a:spcPct val="100000"/>
              </a:lnSpc>
            </a:pP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educational</a:t>
            </a:r>
            <a:r>
              <a:rPr sz="1000" spc="-5" dirty="0">
                <a:solidFill>
                  <a:srgbClr val="231F20"/>
                </a:solidFill>
                <a:latin typeface="Arial"/>
                <a:cs typeface="Arial"/>
              </a:rPr>
              <a:t> </a:t>
            </a:r>
            <a:r>
              <a:rPr sz="1000" dirty="0">
                <a:solidFill>
                  <a:srgbClr val="231F20"/>
                </a:solidFill>
                <a:latin typeface="Arial"/>
                <a:cs typeface="Arial"/>
              </a:rPr>
              <a:t>guided</a:t>
            </a:r>
            <a:r>
              <a:rPr sz="1000" spc="-5" dirty="0">
                <a:solidFill>
                  <a:srgbClr val="231F20"/>
                </a:solidFill>
                <a:latin typeface="Arial"/>
                <a:cs typeface="Arial"/>
              </a:rPr>
              <a:t> </a:t>
            </a:r>
            <a:r>
              <a:rPr sz="1000" dirty="0">
                <a:solidFill>
                  <a:srgbClr val="231F20"/>
                </a:solidFill>
                <a:latin typeface="Arial"/>
                <a:cs typeface="Arial"/>
              </a:rPr>
              <a:t>tour</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Great</a:t>
            </a:r>
            <a:r>
              <a:rPr sz="1000" spc="-5" dirty="0">
                <a:solidFill>
                  <a:srgbClr val="231F20"/>
                </a:solidFill>
                <a:latin typeface="Arial"/>
                <a:cs typeface="Arial"/>
              </a:rPr>
              <a:t> </a:t>
            </a:r>
            <a:r>
              <a:rPr sz="1000" spc="-20" dirty="0">
                <a:solidFill>
                  <a:srgbClr val="231F20"/>
                </a:solidFill>
                <a:latin typeface="Arial"/>
                <a:cs typeface="Arial"/>
              </a:rPr>
              <a:t>Falls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lovely Canal</a:t>
            </a:r>
            <a:r>
              <a:rPr sz="1000" spc="-20" dirty="0">
                <a:solidFill>
                  <a:srgbClr val="231F20"/>
                </a:solidFill>
                <a:latin typeface="Arial"/>
                <a:cs typeface="Arial"/>
              </a:rPr>
              <a:t> </a:t>
            </a:r>
            <a:r>
              <a:rPr sz="1000" dirty="0">
                <a:solidFill>
                  <a:srgbClr val="231F20"/>
                </a:solidFill>
                <a:latin typeface="Arial"/>
                <a:cs typeface="Arial"/>
              </a:rPr>
              <a:t>Boat</a:t>
            </a:r>
            <a:r>
              <a:rPr sz="1000" spc="-20" dirty="0">
                <a:solidFill>
                  <a:srgbClr val="231F20"/>
                </a:solidFill>
                <a:latin typeface="Arial"/>
                <a:cs typeface="Arial"/>
              </a:rPr>
              <a:t> </a:t>
            </a:r>
            <a:r>
              <a:rPr sz="1000" dirty="0">
                <a:solidFill>
                  <a:srgbClr val="231F20"/>
                </a:solidFill>
                <a:latin typeface="Arial"/>
                <a:cs typeface="Arial"/>
              </a:rPr>
              <a:t>ride.</a:t>
            </a:r>
            <a:r>
              <a:rPr sz="1000" spc="-15"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second</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third</a:t>
            </a:r>
            <a:r>
              <a:rPr sz="1000" spc="-2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newly</a:t>
            </a:r>
            <a:r>
              <a:rPr sz="1000" spc="15" dirty="0">
                <a:solidFill>
                  <a:srgbClr val="231F20"/>
                </a:solidFill>
                <a:latin typeface="Arial"/>
                <a:cs typeface="Arial"/>
              </a:rPr>
              <a:t> </a:t>
            </a:r>
            <a:r>
              <a:rPr sz="1000" dirty="0">
                <a:solidFill>
                  <a:srgbClr val="231F20"/>
                </a:solidFill>
                <a:latin typeface="Arial"/>
                <a:cs typeface="Arial"/>
              </a:rPr>
              <a:t>erected</a:t>
            </a:r>
            <a:r>
              <a:rPr sz="1000" spc="20" dirty="0">
                <a:solidFill>
                  <a:srgbClr val="231F20"/>
                </a:solidFill>
                <a:latin typeface="Arial"/>
                <a:cs typeface="Arial"/>
              </a:rPr>
              <a:t> </a:t>
            </a:r>
            <a:r>
              <a:rPr sz="1000" spc="-10" dirty="0">
                <a:solidFill>
                  <a:srgbClr val="231F20"/>
                </a:solidFill>
                <a:latin typeface="Arial"/>
                <a:cs typeface="Arial"/>
              </a:rPr>
              <a:t>Silver</a:t>
            </a:r>
            <a:r>
              <a:rPr sz="1000" spc="15" dirty="0">
                <a:solidFill>
                  <a:srgbClr val="231F20"/>
                </a:solidFill>
                <a:latin typeface="Arial"/>
                <a:cs typeface="Arial"/>
              </a:rPr>
              <a:t> </a:t>
            </a:r>
            <a:r>
              <a:rPr sz="1000" dirty="0">
                <a:solidFill>
                  <a:srgbClr val="231F20"/>
                </a:solidFill>
                <a:latin typeface="Arial"/>
                <a:cs typeface="Arial"/>
              </a:rPr>
              <a:t>Spring</a:t>
            </a:r>
            <a:r>
              <a:rPr sz="1000" spc="20" dirty="0">
                <a:solidFill>
                  <a:srgbClr val="231F20"/>
                </a:solidFill>
                <a:latin typeface="Arial"/>
                <a:cs typeface="Arial"/>
              </a:rPr>
              <a:t> </a:t>
            </a:r>
            <a:r>
              <a:rPr sz="1000" dirty="0">
                <a:solidFill>
                  <a:srgbClr val="231F20"/>
                </a:solidFill>
                <a:latin typeface="Arial"/>
                <a:cs typeface="Arial"/>
              </a:rPr>
              <a:t>Art</a:t>
            </a:r>
            <a:r>
              <a:rPr sz="1000" spc="15" dirty="0">
                <a:solidFill>
                  <a:srgbClr val="231F20"/>
                </a:solidFill>
                <a:latin typeface="Arial"/>
                <a:cs typeface="Arial"/>
              </a:rPr>
              <a:t> </a:t>
            </a:r>
            <a:r>
              <a:rPr sz="1000" spc="-10" dirty="0">
                <a:solidFill>
                  <a:srgbClr val="231F20"/>
                </a:solidFill>
                <a:latin typeface="Arial"/>
                <a:cs typeface="Arial"/>
              </a:rPr>
              <a:t>Library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myriad</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technology</a:t>
            </a:r>
            <a:r>
              <a:rPr sz="1000" spc="15" dirty="0">
                <a:solidFill>
                  <a:srgbClr val="231F20"/>
                </a:solidFill>
                <a:latin typeface="Arial"/>
                <a:cs typeface="Arial"/>
              </a:rPr>
              <a:t> </a:t>
            </a:r>
            <a:r>
              <a:rPr sz="1000" dirty="0">
                <a:solidFill>
                  <a:srgbClr val="231F20"/>
                </a:solidFill>
                <a:latin typeface="Arial"/>
                <a:cs typeface="Arial"/>
              </a:rPr>
              <a:t>used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today’s </a:t>
            </a:r>
            <a:r>
              <a:rPr sz="1000" dirty="0">
                <a:solidFill>
                  <a:srgbClr val="231F20"/>
                </a:solidFill>
                <a:latin typeface="Arial"/>
                <a:cs typeface="Arial"/>
              </a:rPr>
              <a:t>modern</a:t>
            </a:r>
            <a:r>
              <a:rPr sz="1000" spc="5"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spc="-10" dirty="0">
                <a:solidFill>
                  <a:srgbClr val="231F20"/>
                </a:solidFill>
                <a:latin typeface="Arial"/>
                <a:cs typeface="Arial"/>
              </a:rPr>
              <a:t>library.</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evening</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grade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spc="-20" dirty="0">
                <a:solidFill>
                  <a:srgbClr val="231F20"/>
                </a:solidFill>
                <a:latin typeface="Arial"/>
                <a:cs typeface="Arial"/>
              </a:rPr>
              <a:t>family,</a:t>
            </a:r>
            <a:r>
              <a:rPr sz="1000" spc="-10"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music</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s’mores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annual</a:t>
            </a:r>
            <a:r>
              <a:rPr sz="1000" spc="-15" dirty="0">
                <a:solidFill>
                  <a:srgbClr val="231F20"/>
                </a:solidFill>
                <a:latin typeface="Arial"/>
                <a:cs typeface="Arial"/>
              </a:rPr>
              <a:t> </a:t>
            </a:r>
            <a:r>
              <a:rPr sz="1000" dirty="0">
                <a:solidFill>
                  <a:srgbClr val="231F20"/>
                </a:solidFill>
                <a:latin typeface="Arial"/>
                <a:cs typeface="Arial"/>
              </a:rPr>
              <a:t>Holiday</a:t>
            </a:r>
            <a:r>
              <a:rPr sz="1000" spc="-15" dirty="0">
                <a:solidFill>
                  <a:srgbClr val="231F20"/>
                </a:solidFill>
                <a:latin typeface="Arial"/>
                <a:cs typeface="Arial"/>
              </a:rPr>
              <a:t> </a:t>
            </a:r>
            <a:r>
              <a:rPr sz="1000" dirty="0">
                <a:solidFill>
                  <a:srgbClr val="231F20"/>
                </a:solidFill>
                <a:latin typeface="Arial"/>
                <a:cs typeface="Arial"/>
              </a:rPr>
              <a:t>Party</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spc="-10" dirty="0">
                <a:solidFill>
                  <a:srgbClr val="231F20"/>
                </a:solidFill>
                <a:latin typeface="Arial"/>
                <a:cs typeface="Arial"/>
              </a:rPr>
              <a:t>Service.</a:t>
            </a:r>
            <a:endParaRPr sz="1000">
              <a:latin typeface="Arial"/>
              <a:cs typeface="Arial"/>
            </a:endParaRPr>
          </a:p>
          <a:p>
            <a:pPr marL="12700" marR="243204">
              <a:lnSpc>
                <a:spcPct val="100000"/>
              </a:lnSpc>
            </a:pP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supported</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troops</a:t>
            </a:r>
            <a:r>
              <a:rPr sz="1000" spc="15" dirty="0">
                <a:solidFill>
                  <a:srgbClr val="231F20"/>
                </a:solidFill>
                <a:latin typeface="Arial"/>
                <a:cs typeface="Arial"/>
              </a:rPr>
              <a:t> </a:t>
            </a:r>
            <a:r>
              <a:rPr sz="1000" dirty="0">
                <a:solidFill>
                  <a:srgbClr val="231F20"/>
                </a:solidFill>
                <a:latin typeface="Arial"/>
                <a:cs typeface="Arial"/>
              </a:rPr>
              <a:t>writing</a:t>
            </a:r>
            <a:r>
              <a:rPr sz="1000" spc="15" dirty="0">
                <a:solidFill>
                  <a:srgbClr val="231F20"/>
                </a:solidFill>
                <a:latin typeface="Arial"/>
                <a:cs typeface="Arial"/>
              </a:rPr>
              <a:t> </a:t>
            </a:r>
            <a:r>
              <a:rPr sz="1000" dirty="0">
                <a:solidFill>
                  <a:srgbClr val="231F20"/>
                </a:solidFill>
                <a:latin typeface="Arial"/>
                <a:cs typeface="Arial"/>
              </a:rPr>
              <a:t>holiday</a:t>
            </a:r>
            <a:r>
              <a:rPr sz="1000" spc="15" dirty="0">
                <a:solidFill>
                  <a:srgbClr val="231F20"/>
                </a:solidFill>
                <a:latin typeface="Arial"/>
                <a:cs typeface="Arial"/>
              </a:rPr>
              <a:t> </a:t>
            </a:r>
            <a:r>
              <a:rPr sz="1000" dirty="0">
                <a:solidFill>
                  <a:srgbClr val="231F20"/>
                </a:solidFill>
                <a:latin typeface="Arial"/>
                <a:cs typeface="Arial"/>
              </a:rPr>
              <a:t>cards</a:t>
            </a:r>
            <a:r>
              <a:rPr sz="1000" spc="15" dirty="0">
                <a:solidFill>
                  <a:srgbClr val="231F20"/>
                </a:solidFill>
                <a:latin typeface="Arial"/>
                <a:cs typeface="Arial"/>
              </a:rPr>
              <a:t> </a:t>
            </a:r>
            <a:r>
              <a:rPr sz="1000" spc="-20" dirty="0">
                <a:solidFill>
                  <a:srgbClr val="231F20"/>
                </a:solidFill>
                <a:latin typeface="Arial"/>
                <a:cs typeface="Arial"/>
              </a:rPr>
              <a:t>while </a:t>
            </a:r>
            <a:r>
              <a:rPr sz="1000" dirty="0">
                <a:solidFill>
                  <a:srgbClr val="231F20"/>
                </a:solidFill>
                <a:latin typeface="Arial"/>
                <a:cs typeface="Arial"/>
              </a:rPr>
              <a:t>bonding</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enjoying</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festive</a:t>
            </a:r>
            <a:r>
              <a:rPr sz="1000" spc="35" dirty="0">
                <a:solidFill>
                  <a:srgbClr val="231F20"/>
                </a:solidFill>
                <a:latin typeface="Arial"/>
                <a:cs typeface="Arial"/>
              </a:rPr>
              <a:t> </a:t>
            </a:r>
            <a:r>
              <a:rPr sz="1000" dirty="0">
                <a:solidFill>
                  <a:srgbClr val="231F20"/>
                </a:solidFill>
                <a:latin typeface="Arial"/>
                <a:cs typeface="Arial"/>
              </a:rPr>
              <a:t>holiday</a:t>
            </a:r>
            <a:r>
              <a:rPr sz="1000" spc="35" dirty="0">
                <a:solidFill>
                  <a:srgbClr val="231F20"/>
                </a:solidFill>
                <a:latin typeface="Arial"/>
                <a:cs typeface="Arial"/>
              </a:rPr>
              <a:t> </a:t>
            </a:r>
            <a:r>
              <a:rPr sz="1000" dirty="0">
                <a:solidFill>
                  <a:srgbClr val="231F20"/>
                </a:solidFill>
                <a:latin typeface="Arial"/>
                <a:cs typeface="Arial"/>
              </a:rPr>
              <a:t>party</a:t>
            </a:r>
            <a:r>
              <a:rPr sz="1000" spc="35" dirty="0">
                <a:solidFill>
                  <a:srgbClr val="231F20"/>
                </a:solidFill>
                <a:latin typeface="Arial"/>
                <a:cs typeface="Arial"/>
              </a:rPr>
              <a:t> </a:t>
            </a:r>
            <a:r>
              <a:rPr sz="1000" spc="-10" dirty="0">
                <a:solidFill>
                  <a:srgbClr val="231F20"/>
                </a:solidFill>
                <a:latin typeface="Arial"/>
                <a:cs typeface="Arial"/>
              </a:rPr>
              <a:t>scene.</a:t>
            </a:r>
            <a:endParaRPr sz="1000">
              <a:latin typeface="Arial"/>
              <a:cs typeface="Arial"/>
            </a:endParaRPr>
          </a:p>
          <a:p>
            <a:pPr marL="12700" marR="5080">
              <a:lnSpc>
                <a:spcPct val="100000"/>
              </a:lnSpc>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second</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third</a:t>
            </a:r>
            <a:r>
              <a:rPr sz="1000" spc="10"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enriching</a:t>
            </a:r>
            <a:r>
              <a:rPr sz="1000" spc="-25" dirty="0">
                <a:solidFill>
                  <a:srgbClr val="231F20"/>
                </a:solidFill>
                <a:latin typeface="Arial"/>
                <a:cs typeface="Arial"/>
              </a:rPr>
              <a:t> </a:t>
            </a:r>
            <a:r>
              <a:rPr sz="1000" spc="-1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Literacy</a:t>
            </a:r>
            <a:r>
              <a:rPr sz="1000" spc="-25" dirty="0">
                <a:solidFill>
                  <a:srgbClr val="231F20"/>
                </a:solidFill>
                <a:latin typeface="Arial"/>
                <a:cs typeface="Arial"/>
              </a:rPr>
              <a:t> </a:t>
            </a:r>
            <a:r>
              <a:rPr sz="1000" dirty="0">
                <a:solidFill>
                  <a:srgbClr val="231F20"/>
                </a:solidFill>
                <a:latin typeface="Arial"/>
                <a:cs typeface="Arial"/>
              </a:rPr>
              <a:t>experience.</a:t>
            </a:r>
            <a:r>
              <a:rPr sz="1000" spc="-2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25" dirty="0">
                <a:solidFill>
                  <a:srgbClr val="231F20"/>
                </a:solidFill>
                <a:latin typeface="Arial"/>
                <a:cs typeface="Arial"/>
              </a:rPr>
              <a:t>lot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managing</a:t>
            </a:r>
            <a:r>
              <a:rPr sz="1000" spc="10" dirty="0">
                <a:solidFill>
                  <a:srgbClr val="231F20"/>
                </a:solidFill>
                <a:latin typeface="Arial"/>
                <a:cs typeface="Arial"/>
              </a:rPr>
              <a:t> </a:t>
            </a:r>
            <a:r>
              <a:rPr sz="1000" dirty="0">
                <a:solidFill>
                  <a:srgbClr val="231F20"/>
                </a:solidFill>
                <a:latin typeface="Arial"/>
                <a:cs typeface="Arial"/>
              </a:rPr>
              <a:t>money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other</a:t>
            </a:r>
            <a:r>
              <a:rPr sz="1000" spc="5" dirty="0">
                <a:solidFill>
                  <a:srgbClr val="231F20"/>
                </a:solidFill>
                <a:latin typeface="Arial"/>
                <a:cs typeface="Arial"/>
              </a:rPr>
              <a:t> </a:t>
            </a:r>
            <a:r>
              <a:rPr sz="1000" spc="-10" dirty="0">
                <a:solidFill>
                  <a:srgbClr val="231F20"/>
                </a:solidFill>
                <a:latin typeface="Arial"/>
                <a:cs typeface="Arial"/>
              </a:rPr>
              <a:t>resources </a:t>
            </a:r>
            <a:r>
              <a:rPr sz="1000" dirty="0">
                <a:solidFill>
                  <a:srgbClr val="231F20"/>
                </a:solidFill>
                <a:latin typeface="Arial"/>
                <a:cs typeface="Arial"/>
              </a:rPr>
              <a:t>well.</a:t>
            </a:r>
            <a:r>
              <a:rPr sz="1000" spc="-10"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engaging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emotionally</a:t>
            </a:r>
            <a:r>
              <a:rPr sz="1000" spc="-5" dirty="0">
                <a:solidFill>
                  <a:srgbClr val="231F20"/>
                </a:solidFill>
                <a:latin typeface="Arial"/>
                <a:cs typeface="Arial"/>
              </a:rPr>
              <a:t> </a:t>
            </a:r>
            <a:r>
              <a:rPr sz="1000" spc="-10" dirty="0">
                <a:solidFill>
                  <a:srgbClr val="231F20"/>
                </a:solidFill>
                <a:latin typeface="Arial"/>
                <a:cs typeface="Arial"/>
              </a:rPr>
              <a:t>moving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Sandy </a:t>
            </a:r>
            <a:r>
              <a:rPr sz="1000" dirty="0">
                <a:solidFill>
                  <a:srgbClr val="231F20"/>
                </a:solidFill>
                <a:latin typeface="Arial"/>
                <a:cs typeface="Arial"/>
              </a:rPr>
              <a:t>Spring</a:t>
            </a:r>
            <a:r>
              <a:rPr sz="1000" spc="-10" dirty="0">
                <a:solidFill>
                  <a:srgbClr val="231F20"/>
                </a:solidFill>
                <a:latin typeface="Arial"/>
                <a:cs typeface="Arial"/>
              </a:rPr>
              <a:t> </a:t>
            </a:r>
            <a:r>
              <a:rPr sz="1000" spc="-20" dirty="0">
                <a:solidFill>
                  <a:srgbClr val="231F20"/>
                </a:solidFill>
                <a:latin typeface="Arial"/>
                <a:cs typeface="Arial"/>
              </a:rPr>
              <a:t>Slave</a:t>
            </a:r>
            <a:r>
              <a:rPr sz="1000" spc="-10" dirty="0">
                <a:solidFill>
                  <a:srgbClr val="231F20"/>
                </a:solidFill>
                <a:latin typeface="Arial"/>
                <a:cs typeface="Arial"/>
              </a:rPr>
              <a:t> Museum</a:t>
            </a:r>
            <a:r>
              <a:rPr sz="1000" spc="-15" dirty="0">
                <a:solidFill>
                  <a:srgbClr val="231F20"/>
                </a:solidFill>
                <a:latin typeface="Arial"/>
                <a:cs typeface="Arial"/>
              </a:rPr>
              <a:t> </a:t>
            </a:r>
            <a:r>
              <a:rPr sz="1000" spc="-20" dirty="0">
                <a:solidFill>
                  <a:srgbClr val="231F20"/>
                </a:solidFill>
                <a:latin typeface="Arial"/>
                <a:cs typeface="Arial"/>
              </a:rPr>
              <a:t>where</a:t>
            </a:r>
            <a:r>
              <a:rPr sz="1000" spc="500" dirty="0">
                <a:solidFill>
                  <a:srgbClr val="231F20"/>
                </a:solidFill>
                <a:latin typeface="Arial"/>
                <a:cs typeface="Arial"/>
              </a:rPr>
              <a:t> </a:t>
            </a:r>
            <a:r>
              <a:rPr sz="1000" dirty="0">
                <a:solidFill>
                  <a:srgbClr val="231F20"/>
                </a:solidFill>
                <a:latin typeface="Arial"/>
                <a:cs typeface="Arial"/>
              </a:rPr>
              <a:t>they learned about African American heritage from </a:t>
            </a:r>
            <a:r>
              <a:rPr sz="1000" spc="-10" dirty="0">
                <a:solidFill>
                  <a:srgbClr val="231F20"/>
                </a:solidFill>
                <a:latin typeface="Arial"/>
                <a:cs typeface="Arial"/>
              </a:rPr>
              <a:t>Africa </a:t>
            </a:r>
            <a:r>
              <a:rPr sz="1000" dirty="0">
                <a:solidFill>
                  <a:srgbClr val="231F20"/>
                </a:solidFill>
                <a:latin typeface="Arial"/>
                <a:cs typeface="Arial"/>
              </a:rPr>
              <a:t>through</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Middle</a:t>
            </a:r>
            <a:r>
              <a:rPr sz="1000" spc="30" dirty="0">
                <a:solidFill>
                  <a:srgbClr val="231F20"/>
                </a:solidFill>
                <a:latin typeface="Arial"/>
                <a:cs typeface="Arial"/>
              </a:rPr>
              <a:t> </a:t>
            </a:r>
            <a:r>
              <a:rPr sz="1000" spc="-25" dirty="0">
                <a:solidFill>
                  <a:srgbClr val="231F20"/>
                </a:solidFill>
                <a:latin typeface="Arial"/>
                <a:cs typeface="Arial"/>
              </a:rPr>
              <a:t>Passage,</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Underground</a:t>
            </a:r>
            <a:r>
              <a:rPr sz="1000" spc="30" dirty="0">
                <a:solidFill>
                  <a:srgbClr val="231F20"/>
                </a:solidFill>
                <a:latin typeface="Arial"/>
                <a:cs typeface="Arial"/>
              </a:rPr>
              <a:t> </a:t>
            </a:r>
            <a:r>
              <a:rPr sz="1000" spc="-10" dirty="0">
                <a:solidFill>
                  <a:srgbClr val="231F20"/>
                </a:solidFill>
                <a:latin typeface="Arial"/>
                <a:cs typeface="Arial"/>
              </a:rPr>
              <a:t>Railroad,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struggle</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Civil</a:t>
            </a:r>
            <a:r>
              <a:rPr sz="1000" spc="-5" dirty="0">
                <a:solidFill>
                  <a:srgbClr val="231F20"/>
                </a:solidFill>
                <a:latin typeface="Arial"/>
                <a:cs typeface="Arial"/>
              </a:rPr>
              <a:t> </a:t>
            </a:r>
            <a:r>
              <a:rPr sz="1000" spc="-10" dirty="0">
                <a:solidFill>
                  <a:srgbClr val="231F20"/>
                </a:solidFill>
                <a:latin typeface="Arial"/>
                <a:cs typeface="Arial"/>
              </a:rPr>
              <a:t>Rights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accomplishments</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the</a:t>
            </a:r>
            <a:r>
              <a:rPr sz="1000" spc="5" dirty="0">
                <a:solidFill>
                  <a:srgbClr val="231F20"/>
                </a:solidFill>
                <a:latin typeface="Arial"/>
                <a:cs typeface="Arial"/>
              </a:rPr>
              <a:t> </a:t>
            </a:r>
            <a:r>
              <a:rPr sz="1000" spc="-60" dirty="0">
                <a:solidFill>
                  <a:srgbClr val="231F20"/>
                </a:solidFill>
                <a:latin typeface="Arial"/>
                <a:cs typeface="Arial"/>
              </a:rPr>
              <a:t>US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Diaspora.</a:t>
            </a:r>
            <a:r>
              <a:rPr sz="1000" spc="10" dirty="0">
                <a:solidFill>
                  <a:srgbClr val="231F20"/>
                </a:solidFill>
                <a:latin typeface="Arial"/>
                <a:cs typeface="Arial"/>
              </a:rPr>
              <a:t> </a:t>
            </a:r>
            <a:r>
              <a:rPr sz="1000" dirty="0">
                <a:solidFill>
                  <a:srgbClr val="231F20"/>
                </a:solidFill>
                <a:latin typeface="Arial"/>
                <a:cs typeface="Arial"/>
              </a:rPr>
              <a:t>Afterwards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mindfulness/meditation</a:t>
            </a:r>
            <a:r>
              <a:rPr sz="1000" spc="25" dirty="0">
                <a:solidFill>
                  <a:srgbClr val="231F20"/>
                </a:solidFill>
                <a:latin typeface="Arial"/>
                <a:cs typeface="Arial"/>
              </a:rPr>
              <a:t> </a:t>
            </a:r>
            <a:r>
              <a:rPr sz="1000" dirty="0">
                <a:solidFill>
                  <a:srgbClr val="231F20"/>
                </a:solidFill>
                <a:latin typeface="Arial"/>
                <a:cs typeface="Arial"/>
              </a:rPr>
              <a:t>experience</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help</a:t>
            </a:r>
            <a:r>
              <a:rPr sz="1000" spc="30" dirty="0">
                <a:solidFill>
                  <a:srgbClr val="231F20"/>
                </a:solidFill>
                <a:latin typeface="Arial"/>
                <a:cs typeface="Arial"/>
              </a:rPr>
              <a:t> </a:t>
            </a:r>
            <a:r>
              <a:rPr sz="1000" dirty="0">
                <a:solidFill>
                  <a:srgbClr val="231F20"/>
                </a:solidFill>
                <a:latin typeface="Arial"/>
                <a:cs typeface="Arial"/>
              </a:rPr>
              <a:t>them</a:t>
            </a:r>
            <a:r>
              <a:rPr sz="1000" spc="25" dirty="0">
                <a:solidFill>
                  <a:srgbClr val="231F20"/>
                </a:solidFill>
                <a:latin typeface="Arial"/>
                <a:cs typeface="Arial"/>
              </a:rPr>
              <a:t> </a:t>
            </a:r>
            <a:r>
              <a:rPr sz="1000" spc="-10" dirty="0">
                <a:solidFill>
                  <a:srgbClr val="231F20"/>
                </a:solidFill>
                <a:latin typeface="Arial"/>
                <a:cs typeface="Arial"/>
              </a:rPr>
              <a:t>process </a:t>
            </a:r>
            <a:r>
              <a:rPr sz="1000" dirty="0">
                <a:solidFill>
                  <a:srgbClr val="231F20"/>
                </a:solidFill>
                <a:latin typeface="Arial"/>
                <a:cs typeface="Arial"/>
              </a:rPr>
              <a:t>what</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second</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third</a:t>
            </a:r>
            <a:r>
              <a:rPr sz="1000" spc="-5"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learned </a:t>
            </a:r>
            <a:r>
              <a:rPr sz="1000" dirty="0">
                <a:solidFill>
                  <a:srgbClr val="231F20"/>
                </a:solidFill>
                <a:latin typeface="Arial"/>
                <a:cs typeface="Arial"/>
              </a:rPr>
              <a:t>the ropes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how to</a:t>
            </a:r>
            <a:r>
              <a:rPr sz="1000" spc="5" dirty="0">
                <a:solidFill>
                  <a:srgbClr val="231F20"/>
                </a:solidFill>
                <a:latin typeface="Arial"/>
                <a:cs typeface="Arial"/>
              </a:rPr>
              <a:t> </a:t>
            </a:r>
            <a:r>
              <a:rPr sz="1000" dirty="0">
                <a:solidFill>
                  <a:srgbClr val="231F20"/>
                </a:solidFill>
                <a:latin typeface="Arial"/>
                <a:cs typeface="Arial"/>
              </a:rPr>
              <a:t>conduct</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Legislative </a:t>
            </a:r>
            <a:r>
              <a:rPr sz="1000" spc="-10" dirty="0">
                <a:solidFill>
                  <a:srgbClr val="231F20"/>
                </a:solidFill>
                <a:latin typeface="Arial"/>
                <a:cs typeface="Arial"/>
              </a:rPr>
              <a:t>Campaign,</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exercising</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right</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vote</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what</a:t>
            </a:r>
            <a:r>
              <a:rPr sz="1000" spc="5" dirty="0">
                <a:solidFill>
                  <a:srgbClr val="231F20"/>
                </a:solidFill>
                <a:latin typeface="Arial"/>
                <a:cs typeface="Arial"/>
              </a:rPr>
              <a:t> </a:t>
            </a:r>
            <a:r>
              <a:rPr sz="1000" spc="-20" dirty="0">
                <a:solidFill>
                  <a:srgbClr val="231F20"/>
                </a:solidFill>
                <a:latin typeface="Arial"/>
                <a:cs typeface="Arial"/>
              </a:rPr>
              <a:t>it’s</a:t>
            </a:r>
            <a:r>
              <a:rPr sz="1000" spc="500" dirty="0">
                <a:solidFill>
                  <a:srgbClr val="231F20"/>
                </a:solidFill>
                <a:latin typeface="Arial"/>
                <a:cs typeface="Arial"/>
              </a:rPr>
              <a:t> </a:t>
            </a:r>
            <a:r>
              <a:rPr sz="1000" dirty="0">
                <a:solidFill>
                  <a:srgbClr val="231F20"/>
                </a:solidFill>
                <a:latin typeface="Arial"/>
                <a:cs typeface="Arial"/>
              </a:rPr>
              <a:t>like</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serve</a:t>
            </a:r>
            <a:r>
              <a:rPr sz="1000" spc="-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County</a:t>
            </a:r>
            <a:r>
              <a:rPr sz="1000" spc="-5" dirty="0">
                <a:solidFill>
                  <a:srgbClr val="231F20"/>
                </a:solidFill>
                <a:latin typeface="Arial"/>
                <a:cs typeface="Arial"/>
              </a:rPr>
              <a:t> </a:t>
            </a:r>
            <a:r>
              <a:rPr sz="1000" dirty="0">
                <a:solidFill>
                  <a:srgbClr val="231F20"/>
                </a:solidFill>
                <a:latin typeface="Arial"/>
                <a:cs typeface="Arial"/>
              </a:rPr>
              <a:t>Council</a:t>
            </a:r>
            <a:r>
              <a:rPr sz="1000" spc="-10" dirty="0">
                <a:solidFill>
                  <a:srgbClr val="231F20"/>
                </a:solidFill>
                <a:latin typeface="Arial"/>
                <a:cs typeface="Arial"/>
              </a:rPr>
              <a:t> leader</a:t>
            </a:r>
            <a:endParaRPr sz="1000">
              <a:latin typeface="Arial"/>
              <a:cs typeface="Arial"/>
            </a:endParaRPr>
          </a:p>
          <a:p>
            <a:pPr marL="12700" marR="129539" algn="just">
              <a:lnSpc>
                <a:spcPct val="100000"/>
              </a:lnSpc>
            </a:pP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legislator.</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preparation</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upcoming</a:t>
            </a:r>
            <a:r>
              <a:rPr sz="1000" spc="10" dirty="0">
                <a:solidFill>
                  <a:srgbClr val="231F20"/>
                </a:solidFill>
                <a:latin typeface="Arial"/>
                <a:cs typeface="Arial"/>
              </a:rPr>
              <a:t> </a:t>
            </a:r>
            <a:r>
              <a:rPr sz="1000" spc="-10" dirty="0">
                <a:solidFill>
                  <a:srgbClr val="231F20"/>
                </a:solidFill>
                <a:latin typeface="Arial"/>
                <a:cs typeface="Arial"/>
              </a:rPr>
              <a:t>election, </a:t>
            </a:r>
            <a:r>
              <a:rPr sz="1000" dirty="0">
                <a:solidFill>
                  <a:srgbClr val="231F20"/>
                </a:solidFill>
                <a:latin typeface="Arial"/>
                <a:cs typeface="Arial"/>
              </a:rPr>
              <a:t>our second</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third</a:t>
            </a:r>
            <a:r>
              <a:rPr sz="1000" spc="5" dirty="0">
                <a:solidFill>
                  <a:srgbClr val="231F20"/>
                </a:solidFill>
                <a:latin typeface="Arial"/>
                <a:cs typeface="Arial"/>
              </a:rPr>
              <a:t> </a:t>
            </a:r>
            <a:r>
              <a:rPr sz="1000" dirty="0">
                <a:solidFill>
                  <a:srgbClr val="231F20"/>
                </a:solidFill>
                <a:latin typeface="Arial"/>
                <a:cs typeface="Arial"/>
              </a:rPr>
              <a:t>graders finished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 with</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home</a:t>
            </a:r>
            <a:r>
              <a:rPr sz="1000" spc="-5" dirty="0">
                <a:solidFill>
                  <a:srgbClr val="231F20"/>
                </a:solidFill>
                <a:latin typeface="Arial"/>
                <a:cs typeface="Arial"/>
              </a:rPr>
              <a:t> </a:t>
            </a:r>
            <a:r>
              <a:rPr sz="1000" spc="-10" dirty="0">
                <a:solidFill>
                  <a:srgbClr val="231F20"/>
                </a:solidFill>
                <a:latin typeface="Arial"/>
                <a:cs typeface="Arial"/>
              </a:rPr>
              <a:t>election.</a:t>
            </a:r>
            <a:endParaRPr sz="1000">
              <a:latin typeface="Arial"/>
              <a:cs typeface="Arial"/>
            </a:endParaRPr>
          </a:p>
          <a:p>
            <a:pPr marL="12700" marR="44450">
              <a:lnSpc>
                <a:spcPct val="100000"/>
              </a:lnSpc>
              <a:spcBef>
                <a:spcPts val="900"/>
              </a:spcBef>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fourth</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fifth</a:t>
            </a:r>
            <a:r>
              <a:rPr sz="1000" spc="15" dirty="0">
                <a:solidFill>
                  <a:srgbClr val="231F20"/>
                </a:solidFill>
                <a:latin typeface="Arial"/>
                <a:cs typeface="Arial"/>
              </a:rPr>
              <a:t> </a:t>
            </a:r>
            <a:r>
              <a:rPr sz="1000" dirty="0">
                <a:solidFill>
                  <a:srgbClr val="231F20"/>
                </a:solidFill>
                <a:latin typeface="Arial"/>
                <a:cs typeface="Arial"/>
              </a:rPr>
              <a:t>graders</a:t>
            </a:r>
            <a:r>
              <a:rPr sz="1000" spc="10" dirty="0">
                <a:solidFill>
                  <a:srgbClr val="231F20"/>
                </a:solidFill>
                <a:latin typeface="Arial"/>
                <a:cs typeface="Arial"/>
              </a:rPr>
              <a:t> </a:t>
            </a:r>
            <a:r>
              <a:rPr sz="1000" dirty="0">
                <a:solidFill>
                  <a:srgbClr val="231F20"/>
                </a:solidFill>
                <a:latin typeface="Arial"/>
                <a:cs typeface="Arial"/>
              </a:rPr>
              <a:t>kicked</a:t>
            </a:r>
            <a:r>
              <a:rPr sz="1000" spc="15" dirty="0">
                <a:solidFill>
                  <a:srgbClr val="231F20"/>
                </a:solidFill>
                <a:latin typeface="Arial"/>
                <a:cs typeface="Arial"/>
              </a:rPr>
              <a:t> </a:t>
            </a:r>
            <a:r>
              <a:rPr sz="1000" dirty="0">
                <a:solidFill>
                  <a:srgbClr val="231F20"/>
                </a:solidFill>
                <a:latin typeface="Arial"/>
                <a:cs typeface="Arial"/>
              </a:rPr>
              <a:t>off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inspiring</a:t>
            </a:r>
            <a:r>
              <a:rPr sz="1000" spc="5" dirty="0">
                <a:solidFill>
                  <a:srgbClr val="231F20"/>
                </a:solidFill>
                <a:latin typeface="Arial"/>
                <a:cs typeface="Arial"/>
              </a:rPr>
              <a:t> </a:t>
            </a:r>
            <a:r>
              <a:rPr sz="1000" dirty="0">
                <a:solidFill>
                  <a:srgbClr val="231F20"/>
                </a:solidFill>
                <a:latin typeface="Arial"/>
                <a:cs typeface="Arial"/>
              </a:rPr>
              <a:t>historical</a:t>
            </a:r>
            <a:r>
              <a:rPr sz="1000" spc="5" dirty="0">
                <a:solidFill>
                  <a:srgbClr val="231F20"/>
                </a:solidFill>
                <a:latin typeface="Arial"/>
                <a:cs typeface="Arial"/>
              </a:rPr>
              <a:t> </a:t>
            </a:r>
            <a:r>
              <a:rPr sz="1000" dirty="0">
                <a:solidFill>
                  <a:srgbClr val="231F20"/>
                </a:solidFill>
                <a:latin typeface="Arial"/>
                <a:cs typeface="Arial"/>
              </a:rPr>
              <a:t>journey</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legacy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Pullman Porters!</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rode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train</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Washington</a:t>
            </a:r>
            <a:r>
              <a:rPr sz="1000" spc="-15" dirty="0">
                <a:solidFill>
                  <a:srgbClr val="231F20"/>
                </a:solidFill>
                <a:latin typeface="Arial"/>
                <a:cs typeface="Arial"/>
              </a:rPr>
              <a:t> </a:t>
            </a:r>
            <a:r>
              <a:rPr sz="1000" spc="-30" dirty="0">
                <a:solidFill>
                  <a:srgbClr val="231F20"/>
                </a:solidFill>
                <a:latin typeface="Arial"/>
                <a:cs typeface="Arial"/>
              </a:rPr>
              <a:t>DC</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Baltimore and</a:t>
            </a:r>
            <a:r>
              <a:rPr sz="1000" spc="5" dirty="0">
                <a:solidFill>
                  <a:srgbClr val="231F20"/>
                </a:solidFill>
                <a:latin typeface="Arial"/>
                <a:cs typeface="Arial"/>
              </a:rPr>
              <a:t> </a:t>
            </a:r>
            <a:r>
              <a:rPr sz="1000" dirty="0">
                <a:solidFill>
                  <a:srgbClr val="231F20"/>
                </a:solidFill>
                <a:latin typeface="Arial"/>
                <a:cs typeface="Arial"/>
              </a:rPr>
              <a:t>back</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most </a:t>
            </a:r>
            <a:r>
              <a:rPr sz="1000" dirty="0">
                <a:solidFill>
                  <a:srgbClr val="231F20"/>
                </a:solidFill>
                <a:latin typeface="Arial"/>
                <a:cs typeface="Arial"/>
              </a:rPr>
              <a:t>famous</a:t>
            </a:r>
            <a:r>
              <a:rPr sz="1000" spc="-10"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Americans</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100</a:t>
            </a:r>
            <a:r>
              <a:rPr sz="1000" spc="-5" dirty="0">
                <a:solidFill>
                  <a:srgbClr val="231F20"/>
                </a:solidFill>
                <a:latin typeface="Arial"/>
                <a:cs typeface="Arial"/>
              </a:rPr>
              <a:t> </a:t>
            </a:r>
            <a:r>
              <a:rPr sz="1000" spc="-10" dirty="0">
                <a:solidFill>
                  <a:srgbClr val="231F20"/>
                </a:solidFill>
                <a:latin typeface="Arial"/>
                <a:cs typeface="Arial"/>
              </a:rPr>
              <a:t>years </a:t>
            </a:r>
            <a:r>
              <a:rPr sz="1000" dirty="0">
                <a:solidFill>
                  <a:srgbClr val="231F20"/>
                </a:solidFill>
                <a:latin typeface="Arial"/>
                <a:cs typeface="Arial"/>
              </a:rPr>
              <a:t>following</a:t>
            </a:r>
            <a:r>
              <a:rPr sz="1000" spc="-5"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986775"/>
            <a:ext cx="3300729" cy="71501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end of</a:t>
            </a:r>
            <a:r>
              <a:rPr sz="1000" spc="5" dirty="0">
                <a:solidFill>
                  <a:srgbClr val="231F20"/>
                </a:solidFill>
                <a:latin typeface="Arial"/>
                <a:cs typeface="Arial"/>
              </a:rPr>
              <a:t> </a:t>
            </a:r>
            <a:r>
              <a:rPr sz="1000" dirty="0">
                <a:solidFill>
                  <a:srgbClr val="231F20"/>
                </a:solidFill>
                <a:latin typeface="Arial"/>
                <a:cs typeface="Arial"/>
              </a:rPr>
              <a:t>the civil</a:t>
            </a:r>
            <a:r>
              <a:rPr sz="1000" spc="5" dirty="0">
                <a:solidFill>
                  <a:srgbClr val="231F20"/>
                </a:solidFill>
                <a:latin typeface="Arial"/>
                <a:cs typeface="Arial"/>
              </a:rPr>
              <a:t> </a:t>
            </a:r>
            <a:r>
              <a:rPr sz="1000" spc="-25" dirty="0">
                <a:solidFill>
                  <a:srgbClr val="231F20"/>
                </a:solidFill>
                <a:latin typeface="Arial"/>
                <a:cs typeface="Arial"/>
              </a:rPr>
              <a:t>war,</a:t>
            </a:r>
            <a:r>
              <a:rPr sz="1000" spc="5" dirty="0">
                <a:solidFill>
                  <a:srgbClr val="231F20"/>
                </a:solidFill>
                <a:latin typeface="Arial"/>
                <a:cs typeface="Arial"/>
              </a:rPr>
              <a:t> </a:t>
            </a:r>
            <a:r>
              <a:rPr sz="1000" dirty="0">
                <a:solidFill>
                  <a:srgbClr val="231F20"/>
                </a:solidFill>
                <a:latin typeface="Arial"/>
                <a:cs typeface="Arial"/>
              </a:rPr>
              <a:t>having been</a:t>
            </a:r>
            <a:r>
              <a:rPr sz="1000" spc="5" dirty="0">
                <a:solidFill>
                  <a:srgbClr val="231F20"/>
                </a:solidFill>
                <a:latin typeface="Arial"/>
                <a:cs typeface="Arial"/>
              </a:rPr>
              <a:t> </a:t>
            </a:r>
            <a:r>
              <a:rPr sz="1000" dirty="0">
                <a:solidFill>
                  <a:srgbClr val="231F20"/>
                </a:solidFill>
                <a:latin typeface="Arial"/>
                <a:cs typeface="Arial"/>
              </a:rPr>
              <a:t>featured</a:t>
            </a:r>
            <a:r>
              <a:rPr sz="1000" spc="5" dirty="0">
                <a:solidFill>
                  <a:srgbClr val="231F20"/>
                </a:solidFill>
                <a:latin typeface="Arial"/>
                <a:cs typeface="Arial"/>
              </a:rPr>
              <a:t> </a:t>
            </a:r>
            <a:r>
              <a:rPr sz="1000" dirty="0">
                <a:solidFill>
                  <a:srgbClr val="231F20"/>
                </a:solidFill>
                <a:latin typeface="Arial"/>
                <a:cs typeface="Arial"/>
              </a:rPr>
              <a:t>in more</a:t>
            </a:r>
            <a:r>
              <a:rPr sz="1000" spc="5" dirty="0">
                <a:solidFill>
                  <a:srgbClr val="231F20"/>
                </a:solidFill>
                <a:latin typeface="Arial"/>
                <a:cs typeface="Arial"/>
              </a:rPr>
              <a:t> </a:t>
            </a:r>
            <a:r>
              <a:rPr sz="1000" spc="-10" dirty="0">
                <a:solidFill>
                  <a:srgbClr val="231F20"/>
                </a:solidFill>
                <a:latin typeface="Arial"/>
                <a:cs typeface="Arial"/>
              </a:rPr>
              <a:t>movies </a:t>
            </a:r>
            <a:r>
              <a:rPr sz="1000" dirty="0">
                <a:solidFill>
                  <a:srgbClr val="231F20"/>
                </a:solidFill>
                <a:latin typeface="Arial"/>
                <a:cs typeface="Arial"/>
              </a:rPr>
              <a:t>than</a:t>
            </a:r>
            <a:r>
              <a:rPr sz="1000" spc="-10" dirty="0">
                <a:solidFill>
                  <a:srgbClr val="231F20"/>
                </a:solidFill>
                <a:latin typeface="Arial"/>
                <a:cs typeface="Arial"/>
              </a:rPr>
              <a:t> </a:t>
            </a:r>
            <a:r>
              <a:rPr sz="1000" dirty="0">
                <a:solidFill>
                  <a:srgbClr val="231F20"/>
                </a:solidFill>
                <a:latin typeface="Arial"/>
                <a:cs typeface="Arial"/>
              </a:rPr>
              <a:t>any</a:t>
            </a:r>
            <a:r>
              <a:rPr sz="1000" spc="-10" dirty="0">
                <a:solidFill>
                  <a:srgbClr val="231F20"/>
                </a:solidFill>
                <a:latin typeface="Arial"/>
                <a:cs typeface="Arial"/>
              </a:rPr>
              <a:t> </a:t>
            </a:r>
            <a:r>
              <a:rPr sz="1000" dirty="0">
                <a:solidFill>
                  <a:srgbClr val="231F20"/>
                </a:solidFill>
                <a:latin typeface="Arial"/>
                <a:cs typeface="Arial"/>
              </a:rPr>
              <a:t>other</a:t>
            </a:r>
            <a:r>
              <a:rPr sz="1000" spc="-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American</a:t>
            </a:r>
            <a:r>
              <a:rPr sz="1000" spc="-10" dirty="0">
                <a:solidFill>
                  <a:srgbClr val="231F20"/>
                </a:solidFill>
                <a:latin typeface="Arial"/>
                <a:cs typeface="Arial"/>
              </a:rPr>
              <a:t> actor,</a:t>
            </a:r>
            <a:r>
              <a:rPr sz="1000" spc="-5" dirty="0">
                <a:solidFill>
                  <a:srgbClr val="231F20"/>
                </a:solidFill>
                <a:latin typeface="Arial"/>
                <a:cs typeface="Arial"/>
              </a:rPr>
              <a:t> </a:t>
            </a:r>
            <a:r>
              <a:rPr sz="1000" dirty="0">
                <a:solidFill>
                  <a:srgbClr val="231F20"/>
                </a:solidFill>
                <a:latin typeface="Arial"/>
                <a:cs typeface="Arial"/>
              </a:rPr>
              <a:t>having</a:t>
            </a:r>
            <a:r>
              <a:rPr sz="1000" spc="-10" dirty="0">
                <a:solidFill>
                  <a:srgbClr val="231F20"/>
                </a:solidFill>
                <a:latin typeface="Arial"/>
                <a:cs typeface="Arial"/>
              </a:rPr>
              <a:t> </a:t>
            </a:r>
            <a:r>
              <a:rPr sz="1000" dirty="0">
                <a:solidFill>
                  <a:srgbClr val="231F20"/>
                </a:solidFill>
                <a:latin typeface="Arial"/>
                <a:cs typeface="Arial"/>
              </a:rPr>
              <a:t>helped</a:t>
            </a:r>
            <a:r>
              <a:rPr sz="1000" spc="-10" dirty="0">
                <a:solidFill>
                  <a:srgbClr val="231F20"/>
                </a:solidFill>
                <a:latin typeface="Arial"/>
                <a:cs typeface="Arial"/>
              </a:rPr>
              <a:t> start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Civil</a:t>
            </a:r>
            <a:r>
              <a:rPr sz="1000" spc="-10" dirty="0">
                <a:solidFill>
                  <a:srgbClr val="231F20"/>
                </a:solidFill>
                <a:latin typeface="Arial"/>
                <a:cs typeface="Arial"/>
              </a:rPr>
              <a:t> Rights</a:t>
            </a:r>
            <a:r>
              <a:rPr sz="1000" spc="-15" dirty="0">
                <a:solidFill>
                  <a:srgbClr val="231F20"/>
                </a:solidFill>
                <a:latin typeface="Arial"/>
                <a:cs typeface="Arial"/>
              </a:rPr>
              <a:t> </a:t>
            </a:r>
            <a:r>
              <a:rPr sz="1000" dirty="0">
                <a:solidFill>
                  <a:srgbClr val="231F20"/>
                </a:solidFill>
                <a:latin typeface="Arial"/>
                <a:cs typeface="Arial"/>
              </a:rPr>
              <a:t>movement</a:t>
            </a:r>
            <a:r>
              <a:rPr sz="1000" spc="-10"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spc="-45" dirty="0">
                <a:solidFill>
                  <a:srgbClr val="231F20"/>
                </a:solidFill>
                <a:latin typeface="Arial"/>
                <a:cs typeface="Arial"/>
              </a:rPr>
              <a:t>WWII</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whose</a:t>
            </a:r>
            <a:r>
              <a:rPr sz="1000" spc="-10" dirty="0">
                <a:solidFill>
                  <a:srgbClr val="231F20"/>
                </a:solidFill>
                <a:latin typeface="Arial"/>
                <a:cs typeface="Arial"/>
              </a:rPr>
              <a:t> children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grandchildren became</a:t>
            </a:r>
            <a:r>
              <a:rPr sz="1000" spc="-5" dirty="0">
                <a:solidFill>
                  <a:srgbClr val="231F20"/>
                </a:solidFill>
                <a:latin typeface="Arial"/>
                <a:cs typeface="Arial"/>
              </a:rPr>
              <a:t> </a:t>
            </a:r>
            <a:r>
              <a:rPr sz="1000" dirty="0">
                <a:solidFill>
                  <a:srgbClr val="231F20"/>
                </a:solidFill>
                <a:latin typeface="Arial"/>
                <a:cs typeface="Arial"/>
              </a:rPr>
              <a:t>doctors, lawyers,</a:t>
            </a:r>
            <a:r>
              <a:rPr sz="1000" spc="-5" dirty="0">
                <a:solidFill>
                  <a:srgbClr val="231F20"/>
                </a:solidFill>
                <a:latin typeface="Arial"/>
                <a:cs typeface="Arial"/>
              </a:rPr>
              <a:t> </a:t>
            </a:r>
            <a:r>
              <a:rPr sz="1000" spc="-10" dirty="0">
                <a:solidFill>
                  <a:srgbClr val="231F20"/>
                </a:solidFill>
                <a:latin typeface="Arial"/>
                <a:cs typeface="Arial"/>
              </a:rPr>
              <a:t>preachers, </a:t>
            </a:r>
            <a:r>
              <a:rPr sz="1000" dirty="0">
                <a:solidFill>
                  <a:srgbClr val="231F20"/>
                </a:solidFill>
                <a:latin typeface="Arial"/>
                <a:cs typeface="Arial"/>
              </a:rPr>
              <a:t>teachers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great</a:t>
            </a:r>
            <a:r>
              <a:rPr sz="1000" spc="-15" dirty="0">
                <a:solidFill>
                  <a:srgbClr val="231F20"/>
                </a:solidFill>
                <a:latin typeface="Arial"/>
                <a:cs typeface="Arial"/>
              </a:rPr>
              <a:t> </a:t>
            </a:r>
            <a:r>
              <a:rPr sz="1000" dirty="0">
                <a:solidFill>
                  <a:srgbClr val="231F20"/>
                </a:solidFill>
                <a:latin typeface="Arial"/>
                <a:cs typeface="Arial"/>
              </a:rPr>
              <a:t>national</a:t>
            </a:r>
            <a:r>
              <a:rPr sz="1000" spc="-20" dirty="0">
                <a:solidFill>
                  <a:srgbClr val="231F20"/>
                </a:solidFill>
                <a:latin typeface="Arial"/>
                <a:cs typeface="Arial"/>
              </a:rPr>
              <a:t> </a:t>
            </a:r>
            <a:r>
              <a:rPr sz="1000" dirty="0">
                <a:solidFill>
                  <a:srgbClr val="231F20"/>
                </a:solidFill>
                <a:latin typeface="Arial"/>
                <a:cs typeface="Arial"/>
              </a:rPr>
              <a:t>leaders.</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then </a:t>
            </a:r>
            <a:r>
              <a:rPr sz="1000" dirty="0">
                <a:solidFill>
                  <a:srgbClr val="231F20"/>
                </a:solidFill>
                <a:latin typeface="Arial"/>
                <a:cs typeface="Arial"/>
              </a:rPr>
              <a:t>served their community</a:t>
            </a:r>
            <a:r>
              <a:rPr sz="1000" spc="5" dirty="0">
                <a:solidFill>
                  <a:srgbClr val="231F20"/>
                </a:solidFill>
                <a:latin typeface="Arial"/>
                <a:cs typeface="Arial"/>
              </a:rPr>
              <a:t> </a:t>
            </a:r>
            <a:r>
              <a:rPr sz="1000" dirty="0">
                <a:solidFill>
                  <a:srgbClr val="231F20"/>
                </a:solidFill>
                <a:latin typeface="Arial"/>
                <a:cs typeface="Arial"/>
              </a:rPr>
              <a:t>by assembling comfort</a:t>
            </a:r>
            <a:r>
              <a:rPr sz="1000" spc="5" dirty="0">
                <a:solidFill>
                  <a:srgbClr val="231F20"/>
                </a:solidFill>
                <a:latin typeface="Arial"/>
                <a:cs typeface="Arial"/>
              </a:rPr>
              <a:t> </a:t>
            </a:r>
            <a:r>
              <a:rPr sz="1000" spc="-20" dirty="0">
                <a:solidFill>
                  <a:srgbClr val="231F20"/>
                </a:solidFill>
                <a:latin typeface="Arial"/>
                <a:cs typeface="Arial"/>
              </a:rPr>
              <a:t>cases </a:t>
            </a:r>
            <a:r>
              <a:rPr sz="1000" spc="-10" dirty="0">
                <a:solidFill>
                  <a:srgbClr val="231F20"/>
                </a:solidFill>
                <a:latin typeface="Arial"/>
                <a:cs typeface="Arial"/>
              </a:rPr>
              <a:t>(backpacks</a:t>
            </a:r>
            <a:r>
              <a:rPr sz="1000" spc="-20" dirty="0">
                <a:solidFill>
                  <a:srgbClr val="231F20"/>
                </a:solidFill>
                <a:latin typeface="Arial"/>
                <a:cs typeface="Arial"/>
              </a:rPr>
              <a:t> </a:t>
            </a:r>
            <a:r>
              <a:rPr sz="1000" dirty="0">
                <a:solidFill>
                  <a:srgbClr val="231F20"/>
                </a:solidFill>
                <a:latin typeface="Arial"/>
                <a:cs typeface="Arial"/>
              </a:rPr>
              <a:t>containing</a:t>
            </a:r>
            <a:r>
              <a:rPr sz="1000" spc="-20" dirty="0">
                <a:solidFill>
                  <a:srgbClr val="231F20"/>
                </a:solidFill>
                <a:latin typeface="Arial"/>
                <a:cs typeface="Arial"/>
              </a:rPr>
              <a:t> </a:t>
            </a:r>
            <a:r>
              <a:rPr sz="1000" dirty="0">
                <a:solidFill>
                  <a:srgbClr val="231F20"/>
                </a:solidFill>
                <a:latin typeface="Arial"/>
                <a:cs typeface="Arial"/>
              </a:rPr>
              <a:t>necessities</a:t>
            </a:r>
            <a:r>
              <a:rPr sz="1000" spc="-20" dirty="0">
                <a:solidFill>
                  <a:srgbClr val="231F20"/>
                </a:solidFill>
                <a:latin typeface="Arial"/>
                <a:cs typeface="Arial"/>
              </a:rPr>
              <a:t> </a:t>
            </a:r>
            <a:r>
              <a:rPr sz="1000" dirty="0">
                <a:solidFill>
                  <a:srgbClr val="231F20"/>
                </a:solidFill>
                <a:latin typeface="Arial"/>
                <a:cs typeface="Arial"/>
              </a:rPr>
              <a:t>such</a:t>
            </a:r>
            <a:r>
              <a:rPr sz="1000" spc="-20"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spc="-10" dirty="0">
                <a:solidFill>
                  <a:srgbClr val="231F20"/>
                </a:solidFill>
                <a:latin typeface="Arial"/>
                <a:cs typeface="Arial"/>
              </a:rPr>
              <a:t>toiletries, pajamas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coloring</a:t>
            </a:r>
            <a:r>
              <a:rPr sz="1000" spc="-15" dirty="0">
                <a:solidFill>
                  <a:srgbClr val="231F20"/>
                </a:solidFill>
                <a:latin typeface="Arial"/>
                <a:cs typeface="Arial"/>
              </a:rPr>
              <a:t> </a:t>
            </a:r>
            <a:r>
              <a:rPr sz="1000" dirty="0">
                <a:solidFill>
                  <a:srgbClr val="231F20"/>
                </a:solidFill>
                <a:latin typeface="Arial"/>
                <a:cs typeface="Arial"/>
              </a:rPr>
              <a:t>books/crayons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nice</a:t>
            </a:r>
            <a:r>
              <a:rPr sz="1000" spc="-15" dirty="0">
                <a:solidFill>
                  <a:srgbClr val="231F20"/>
                </a:solidFill>
                <a:latin typeface="Arial"/>
                <a:cs typeface="Arial"/>
              </a:rPr>
              <a:t> </a:t>
            </a:r>
            <a:r>
              <a:rPr sz="1000" spc="-10" dirty="0">
                <a:solidFill>
                  <a:srgbClr val="231F20"/>
                </a:solidFill>
                <a:latin typeface="Arial"/>
                <a:cs typeface="Arial"/>
              </a:rPr>
              <a:t>note)</a:t>
            </a:r>
            <a:r>
              <a:rPr sz="1000" spc="-20"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children</a:t>
            </a:r>
            <a:r>
              <a:rPr sz="1000" spc="30" dirty="0">
                <a:solidFill>
                  <a:srgbClr val="231F20"/>
                </a:solidFill>
                <a:latin typeface="Arial"/>
                <a:cs typeface="Arial"/>
              </a:rPr>
              <a:t> </a:t>
            </a:r>
            <a:r>
              <a:rPr sz="1000" dirty="0">
                <a:solidFill>
                  <a:srgbClr val="231F20"/>
                </a:solidFill>
                <a:latin typeface="Arial"/>
                <a:cs typeface="Arial"/>
              </a:rPr>
              <a:t>left</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child</a:t>
            </a:r>
            <a:r>
              <a:rPr sz="1000" spc="30" dirty="0">
                <a:solidFill>
                  <a:srgbClr val="231F20"/>
                </a:solidFill>
                <a:latin typeface="Arial"/>
                <a:cs typeface="Arial"/>
              </a:rPr>
              <a:t> </a:t>
            </a:r>
            <a:r>
              <a:rPr sz="1000" dirty="0">
                <a:solidFill>
                  <a:srgbClr val="231F20"/>
                </a:solidFill>
                <a:latin typeface="Arial"/>
                <a:cs typeface="Arial"/>
              </a:rPr>
              <a:t>protective</a:t>
            </a:r>
            <a:r>
              <a:rPr sz="1000" spc="30" dirty="0">
                <a:solidFill>
                  <a:srgbClr val="231F20"/>
                </a:solidFill>
                <a:latin typeface="Arial"/>
                <a:cs typeface="Arial"/>
              </a:rPr>
              <a:t> </a:t>
            </a:r>
            <a:r>
              <a:rPr sz="1000" spc="-10" dirty="0">
                <a:solidFill>
                  <a:srgbClr val="231F20"/>
                </a:solidFill>
                <a:latin typeface="Arial"/>
                <a:cs typeface="Arial"/>
              </a:rPr>
              <a:t>services.</a:t>
            </a:r>
            <a:r>
              <a:rPr sz="1000" spc="30" dirty="0">
                <a:solidFill>
                  <a:srgbClr val="231F20"/>
                </a:solidFill>
                <a:latin typeface="Arial"/>
                <a:cs typeface="Arial"/>
              </a:rPr>
              <a:t> </a:t>
            </a:r>
            <a:r>
              <a:rPr sz="1000" dirty="0">
                <a:solidFill>
                  <a:srgbClr val="231F20"/>
                </a:solidFill>
                <a:latin typeface="Arial"/>
                <a:cs typeface="Arial"/>
              </a:rPr>
              <a:t>Our</a:t>
            </a:r>
            <a:r>
              <a:rPr sz="1000" spc="30" dirty="0">
                <a:solidFill>
                  <a:srgbClr val="231F20"/>
                </a:solidFill>
                <a:latin typeface="Arial"/>
                <a:cs typeface="Arial"/>
              </a:rPr>
              <a:t> </a:t>
            </a:r>
            <a:r>
              <a:rPr sz="1000" dirty="0">
                <a:solidFill>
                  <a:srgbClr val="231F20"/>
                </a:solidFill>
                <a:latin typeface="Arial"/>
                <a:cs typeface="Arial"/>
              </a:rPr>
              <a:t>fourth</a:t>
            </a:r>
            <a:r>
              <a:rPr sz="1000" spc="3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fifth</a:t>
            </a:r>
            <a:r>
              <a:rPr sz="1000" spc="15" dirty="0">
                <a:solidFill>
                  <a:srgbClr val="231F20"/>
                </a:solidFill>
                <a:latin typeface="Arial"/>
                <a:cs typeface="Arial"/>
              </a:rPr>
              <a:t> </a:t>
            </a:r>
            <a:r>
              <a:rPr sz="1000" dirty="0">
                <a:solidFill>
                  <a:srgbClr val="231F20"/>
                </a:solidFill>
                <a:latin typeface="Arial"/>
                <a:cs typeface="Arial"/>
              </a:rPr>
              <a:t>graders</a:t>
            </a:r>
            <a:r>
              <a:rPr sz="1000" spc="2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enjoyed</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55" dirty="0">
                <a:solidFill>
                  <a:srgbClr val="231F20"/>
                </a:solidFill>
                <a:latin typeface="Arial"/>
                <a:cs typeface="Arial"/>
              </a:rPr>
              <a:t>STEMKIDS</a:t>
            </a:r>
            <a:r>
              <a:rPr sz="1000" spc="20" dirty="0">
                <a:solidFill>
                  <a:srgbClr val="231F20"/>
                </a:solidFill>
                <a:latin typeface="Arial"/>
                <a:cs typeface="Arial"/>
              </a:rPr>
              <a:t> </a:t>
            </a:r>
            <a:r>
              <a:rPr sz="1000" dirty="0">
                <a:solidFill>
                  <a:srgbClr val="231F20"/>
                </a:solidFill>
                <a:latin typeface="Arial"/>
                <a:cs typeface="Arial"/>
              </a:rPr>
              <a:t>experience</a:t>
            </a:r>
            <a:r>
              <a:rPr sz="1000" spc="20" dirty="0">
                <a:solidFill>
                  <a:srgbClr val="231F20"/>
                </a:solidFill>
                <a:latin typeface="Arial"/>
                <a:cs typeface="Arial"/>
              </a:rPr>
              <a:t> </a:t>
            </a:r>
            <a:r>
              <a:rPr sz="1000" spc="-20" dirty="0">
                <a:solidFill>
                  <a:srgbClr val="231F20"/>
                </a:solidFill>
                <a:latin typeface="Arial"/>
                <a:cs typeface="Arial"/>
              </a:rPr>
              <a:t>with </a:t>
            </a:r>
            <a:r>
              <a:rPr sz="1000" spc="-10" dirty="0">
                <a:solidFill>
                  <a:srgbClr val="231F20"/>
                </a:solidFill>
                <a:latin typeface="Arial"/>
                <a:cs typeface="Arial"/>
              </a:rPr>
              <a:t>hands-</a:t>
            </a:r>
            <a:r>
              <a:rPr sz="1000" dirty="0">
                <a:solidFill>
                  <a:srgbClr val="231F20"/>
                </a:solidFill>
                <a:latin typeface="Arial"/>
                <a:cs typeface="Arial"/>
              </a:rPr>
              <a:t>on,</a:t>
            </a:r>
            <a:r>
              <a:rPr sz="1000" spc="30" dirty="0">
                <a:solidFill>
                  <a:srgbClr val="231F20"/>
                </a:solidFill>
                <a:latin typeface="Arial"/>
                <a:cs typeface="Arial"/>
              </a:rPr>
              <a:t> </a:t>
            </a:r>
            <a:r>
              <a:rPr sz="1000" dirty="0">
                <a:solidFill>
                  <a:srgbClr val="231F20"/>
                </a:solidFill>
                <a:latin typeface="Arial"/>
                <a:cs typeface="Arial"/>
              </a:rPr>
              <a:t>educational</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fun</a:t>
            </a:r>
            <a:r>
              <a:rPr sz="1000" spc="35" dirty="0">
                <a:solidFill>
                  <a:srgbClr val="231F20"/>
                </a:solidFill>
                <a:latin typeface="Arial"/>
                <a:cs typeface="Arial"/>
              </a:rPr>
              <a:t> </a:t>
            </a:r>
            <a:r>
              <a:rPr sz="1000" dirty="0">
                <a:solidFill>
                  <a:srgbClr val="231F20"/>
                </a:solidFill>
                <a:latin typeface="Arial"/>
                <a:cs typeface="Arial"/>
              </a:rPr>
              <a:t>opportunities</a:t>
            </a:r>
            <a:r>
              <a:rPr sz="1000" spc="35"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spc="-10" dirty="0">
                <a:solidFill>
                  <a:srgbClr val="231F20"/>
                </a:solidFill>
                <a:latin typeface="Arial"/>
                <a:cs typeface="Arial"/>
              </a:rPr>
              <a:t>conduct </a:t>
            </a:r>
            <a:r>
              <a:rPr sz="1000" dirty="0">
                <a:solidFill>
                  <a:srgbClr val="231F20"/>
                </a:solidFill>
                <a:latin typeface="Arial"/>
                <a:cs typeface="Arial"/>
              </a:rPr>
              <a:t>interactive</a:t>
            </a:r>
            <a:r>
              <a:rPr sz="1000" spc="20" dirty="0">
                <a:solidFill>
                  <a:srgbClr val="231F20"/>
                </a:solidFill>
                <a:latin typeface="Arial"/>
                <a:cs typeface="Arial"/>
              </a:rPr>
              <a:t> </a:t>
            </a:r>
            <a:r>
              <a:rPr sz="1000" dirty="0">
                <a:solidFill>
                  <a:srgbClr val="231F20"/>
                </a:solidFill>
                <a:latin typeface="Arial"/>
                <a:cs typeface="Arial"/>
              </a:rPr>
              <a:t>experiments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projects</a:t>
            </a:r>
            <a:r>
              <a:rPr sz="1000" spc="25" dirty="0">
                <a:solidFill>
                  <a:srgbClr val="231F20"/>
                </a:solidFill>
                <a:latin typeface="Arial"/>
                <a:cs typeface="Arial"/>
              </a:rPr>
              <a:t> </a:t>
            </a:r>
            <a:r>
              <a:rPr sz="1000" dirty="0">
                <a:solidFill>
                  <a:srgbClr val="231F20"/>
                </a:solidFill>
                <a:latin typeface="Arial"/>
                <a:cs typeface="Arial"/>
              </a:rPr>
              <a:t>that</a:t>
            </a:r>
            <a:r>
              <a:rPr sz="1000" spc="25" dirty="0">
                <a:solidFill>
                  <a:srgbClr val="231F20"/>
                </a:solidFill>
                <a:latin typeface="Arial"/>
                <a:cs typeface="Arial"/>
              </a:rPr>
              <a:t> </a:t>
            </a:r>
            <a:r>
              <a:rPr sz="1000" dirty="0">
                <a:solidFill>
                  <a:srgbClr val="231F20"/>
                </a:solidFill>
                <a:latin typeface="Arial"/>
                <a:cs typeface="Arial"/>
              </a:rPr>
              <a:t>will</a:t>
            </a:r>
            <a:r>
              <a:rPr sz="1000" spc="25" dirty="0">
                <a:solidFill>
                  <a:srgbClr val="231F20"/>
                </a:solidFill>
                <a:latin typeface="Arial"/>
                <a:cs typeface="Arial"/>
              </a:rPr>
              <a:t> </a:t>
            </a:r>
            <a:r>
              <a:rPr sz="1000" spc="-10" dirty="0">
                <a:solidFill>
                  <a:srgbClr val="231F20"/>
                </a:solidFill>
                <a:latin typeface="Arial"/>
                <a:cs typeface="Arial"/>
              </a:rPr>
              <a:t>encourage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become</a:t>
            </a:r>
            <a:r>
              <a:rPr sz="1000" spc="10" dirty="0">
                <a:solidFill>
                  <a:srgbClr val="231F20"/>
                </a:solidFill>
                <a:latin typeface="Arial"/>
                <a:cs typeface="Arial"/>
              </a:rPr>
              <a:t> </a:t>
            </a:r>
            <a:r>
              <a:rPr sz="1000" dirty="0">
                <a:solidFill>
                  <a:srgbClr val="231F20"/>
                </a:solidFill>
                <a:latin typeface="Arial"/>
                <a:cs typeface="Arial"/>
              </a:rPr>
              <a:t>problem-</a:t>
            </a:r>
            <a:r>
              <a:rPr sz="1000" spc="-10" dirty="0">
                <a:solidFill>
                  <a:srgbClr val="231F20"/>
                </a:solidFill>
                <a:latin typeface="Arial"/>
                <a:cs typeface="Arial"/>
              </a:rPr>
              <a:t>solvers.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interactive</a:t>
            </a:r>
            <a:r>
              <a:rPr sz="1000" spc="20" dirty="0">
                <a:solidFill>
                  <a:srgbClr val="231F20"/>
                </a:solidFill>
                <a:latin typeface="Arial"/>
                <a:cs typeface="Arial"/>
              </a:rPr>
              <a:t> </a:t>
            </a:r>
            <a:r>
              <a:rPr sz="1000" dirty="0">
                <a:solidFill>
                  <a:srgbClr val="231F20"/>
                </a:solidFill>
                <a:latin typeface="Arial"/>
                <a:cs typeface="Arial"/>
              </a:rPr>
              <a:t>experience</a:t>
            </a:r>
            <a:r>
              <a:rPr sz="1000" spc="25"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science</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art</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pottery</a:t>
            </a:r>
            <a:r>
              <a:rPr sz="1000" spc="15" dirty="0">
                <a:solidFill>
                  <a:srgbClr val="231F20"/>
                </a:solidFill>
                <a:latin typeface="Arial"/>
                <a:cs typeface="Arial"/>
              </a:rPr>
              <a:t> </a:t>
            </a: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made</a:t>
            </a:r>
            <a:r>
              <a:rPr sz="1000" spc="500" dirty="0">
                <a:solidFill>
                  <a:srgbClr val="231F20"/>
                </a:solidFill>
                <a:latin typeface="Arial"/>
                <a:cs typeface="Arial"/>
              </a:rPr>
              <a:t> </a:t>
            </a:r>
            <a:r>
              <a:rPr sz="1000" dirty="0">
                <a:solidFill>
                  <a:srgbClr val="231F20"/>
                </a:solidFill>
                <a:latin typeface="Arial"/>
                <a:cs typeface="Arial"/>
              </a:rPr>
              <a:t>their own</a:t>
            </a:r>
            <a:r>
              <a:rPr sz="1000" spc="5" dirty="0">
                <a:solidFill>
                  <a:srgbClr val="231F20"/>
                </a:solidFill>
                <a:latin typeface="Arial"/>
                <a:cs typeface="Arial"/>
              </a:rPr>
              <a:t> </a:t>
            </a:r>
            <a:r>
              <a:rPr sz="1000" dirty="0">
                <a:solidFill>
                  <a:srgbClr val="231F20"/>
                </a:solidFill>
                <a:latin typeface="Arial"/>
                <a:cs typeface="Arial"/>
              </a:rPr>
              <a:t>pottery</a:t>
            </a:r>
            <a:r>
              <a:rPr sz="1000" spc="5" dirty="0">
                <a:solidFill>
                  <a:srgbClr val="231F20"/>
                </a:solidFill>
                <a:latin typeface="Arial"/>
                <a:cs typeface="Arial"/>
              </a:rPr>
              <a:t> </a:t>
            </a:r>
            <a:r>
              <a:rPr sz="1000" dirty="0">
                <a:solidFill>
                  <a:srgbClr val="231F20"/>
                </a:solidFill>
                <a:latin typeface="Arial"/>
                <a:cs typeface="Arial"/>
              </a:rPr>
              <a:t>pieces.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appreciate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role</a:t>
            </a:r>
            <a:r>
              <a:rPr sz="1000" spc="-10" dirty="0">
                <a:solidFill>
                  <a:srgbClr val="231F20"/>
                </a:solidFill>
                <a:latin typeface="Arial"/>
                <a:cs typeface="Arial"/>
              </a:rPr>
              <a:t> </a:t>
            </a:r>
            <a:r>
              <a:rPr sz="1000" dirty="0">
                <a:solidFill>
                  <a:srgbClr val="231F20"/>
                </a:solidFill>
                <a:latin typeface="Arial"/>
                <a:cs typeface="Arial"/>
              </a:rPr>
              <a:t>art</a:t>
            </a:r>
            <a:r>
              <a:rPr sz="1000" spc="-10" dirty="0">
                <a:solidFill>
                  <a:srgbClr val="231F20"/>
                </a:solidFill>
                <a:latin typeface="Arial"/>
                <a:cs typeface="Arial"/>
              </a:rPr>
              <a:t> </a:t>
            </a:r>
            <a:r>
              <a:rPr sz="1000" dirty="0">
                <a:solidFill>
                  <a:srgbClr val="231F20"/>
                </a:solidFill>
                <a:latin typeface="Arial"/>
                <a:cs typeface="Arial"/>
              </a:rPr>
              <a:t>creation</a:t>
            </a:r>
            <a:r>
              <a:rPr sz="1000" spc="-10" dirty="0">
                <a:solidFill>
                  <a:srgbClr val="231F20"/>
                </a:solidFill>
                <a:latin typeface="Arial"/>
                <a:cs typeface="Arial"/>
              </a:rPr>
              <a:t> </a:t>
            </a:r>
            <a:r>
              <a:rPr sz="1000" dirty="0">
                <a:solidFill>
                  <a:srgbClr val="231F20"/>
                </a:solidFill>
                <a:latin typeface="Arial"/>
                <a:cs typeface="Arial"/>
              </a:rPr>
              <a:t>plays</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mental</a:t>
            </a:r>
            <a:r>
              <a:rPr sz="1000" spc="-10" dirty="0">
                <a:solidFill>
                  <a:srgbClr val="231F20"/>
                </a:solidFill>
                <a:latin typeface="Arial"/>
                <a:cs typeface="Arial"/>
              </a:rPr>
              <a:t> </a:t>
            </a:r>
            <a:r>
              <a:rPr sz="1000" dirty="0">
                <a:solidFill>
                  <a:srgbClr val="231F20"/>
                </a:solidFill>
                <a:latin typeface="Arial"/>
                <a:cs typeface="Arial"/>
              </a:rPr>
              <a:t>health.</a:t>
            </a:r>
            <a:r>
              <a:rPr sz="1000" spc="-1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fourth</a:t>
            </a:r>
            <a:endParaRPr sz="1000">
              <a:latin typeface="Arial"/>
              <a:cs typeface="Arial"/>
            </a:endParaRPr>
          </a:p>
          <a:p>
            <a:pPr marL="12700" marR="97155">
              <a:lnSpc>
                <a:spcPct val="100000"/>
              </a:lnSpc>
            </a:pP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fifth</a:t>
            </a:r>
            <a:r>
              <a:rPr sz="1000" spc="20" dirty="0">
                <a:solidFill>
                  <a:srgbClr val="231F20"/>
                </a:solidFill>
                <a:latin typeface="Arial"/>
                <a:cs typeface="Arial"/>
              </a:rPr>
              <a:t> </a:t>
            </a:r>
            <a:r>
              <a:rPr sz="1000" dirty="0">
                <a:solidFill>
                  <a:srgbClr val="231F20"/>
                </a:solidFill>
                <a:latin typeface="Arial"/>
                <a:cs typeface="Arial"/>
              </a:rPr>
              <a:t>graders</a:t>
            </a:r>
            <a:r>
              <a:rPr sz="1000" spc="15" dirty="0">
                <a:solidFill>
                  <a:srgbClr val="231F20"/>
                </a:solidFill>
                <a:latin typeface="Arial"/>
                <a:cs typeface="Arial"/>
              </a:rPr>
              <a:t> </a:t>
            </a:r>
            <a:r>
              <a:rPr sz="1000" dirty="0">
                <a:solidFill>
                  <a:srgbClr val="231F20"/>
                </a:solidFill>
                <a:latin typeface="Arial"/>
                <a:cs typeface="Arial"/>
              </a:rPr>
              <a:t>then</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25" dirty="0">
                <a:solidFill>
                  <a:srgbClr val="231F20"/>
                </a:solidFill>
                <a:latin typeface="Arial"/>
                <a:cs typeface="Arial"/>
              </a:rPr>
              <a:t>art</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fencing.</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important</a:t>
            </a:r>
            <a:r>
              <a:rPr sz="1000" spc="-20" dirty="0">
                <a:solidFill>
                  <a:srgbClr val="231F20"/>
                </a:solidFill>
                <a:latin typeface="Arial"/>
                <a:cs typeface="Arial"/>
              </a:rPr>
              <a:t> </a:t>
            </a:r>
            <a:r>
              <a:rPr sz="1000" dirty="0">
                <a:solidFill>
                  <a:srgbClr val="231F20"/>
                </a:solidFill>
                <a:latin typeface="Arial"/>
                <a:cs typeface="Arial"/>
              </a:rPr>
              <a:t>life</a:t>
            </a:r>
            <a:r>
              <a:rPr sz="1000" spc="-15" dirty="0">
                <a:solidFill>
                  <a:srgbClr val="231F20"/>
                </a:solidFill>
                <a:latin typeface="Arial"/>
                <a:cs typeface="Arial"/>
              </a:rPr>
              <a:t> </a:t>
            </a:r>
            <a:r>
              <a:rPr sz="1000" dirty="0">
                <a:solidFill>
                  <a:srgbClr val="231F20"/>
                </a:solidFill>
                <a:latin typeface="Arial"/>
                <a:cs typeface="Arial"/>
              </a:rPr>
              <a:t>skills</a:t>
            </a:r>
            <a:r>
              <a:rPr sz="1000" spc="-15" dirty="0">
                <a:solidFill>
                  <a:srgbClr val="231F20"/>
                </a:solidFill>
                <a:latin typeface="Arial"/>
                <a:cs typeface="Arial"/>
              </a:rPr>
              <a:t> </a:t>
            </a:r>
            <a:r>
              <a:rPr sz="1000" dirty="0">
                <a:solidFill>
                  <a:srgbClr val="231F20"/>
                </a:solidFill>
                <a:latin typeface="Arial"/>
                <a:cs typeface="Arial"/>
              </a:rPr>
              <a:t>such</a:t>
            </a:r>
            <a:r>
              <a:rPr sz="1000" spc="-20"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decision-making,</a:t>
            </a:r>
            <a:r>
              <a:rPr sz="1000" spc="-15" dirty="0">
                <a:solidFill>
                  <a:srgbClr val="231F20"/>
                </a:solidFill>
                <a:latin typeface="Arial"/>
                <a:cs typeface="Arial"/>
              </a:rPr>
              <a:t> </a:t>
            </a:r>
            <a:r>
              <a:rPr sz="1000" spc="-10" dirty="0">
                <a:solidFill>
                  <a:srgbClr val="231F20"/>
                </a:solidFill>
                <a:latin typeface="Arial"/>
                <a:cs typeface="Arial"/>
              </a:rPr>
              <a:t>confidence, self-</a:t>
            </a:r>
            <a:r>
              <a:rPr sz="1000" dirty="0">
                <a:solidFill>
                  <a:srgbClr val="231F20"/>
                </a:solidFill>
                <a:latin typeface="Arial"/>
                <a:cs typeface="Arial"/>
              </a:rPr>
              <a:t>discipline, focus and</a:t>
            </a:r>
            <a:r>
              <a:rPr sz="1000" spc="5" dirty="0">
                <a:solidFill>
                  <a:srgbClr val="231F20"/>
                </a:solidFill>
                <a:latin typeface="Arial"/>
                <a:cs typeface="Arial"/>
              </a:rPr>
              <a:t> </a:t>
            </a:r>
            <a:r>
              <a:rPr sz="1000" dirty="0">
                <a:solidFill>
                  <a:srgbClr val="231F20"/>
                </a:solidFill>
                <a:latin typeface="Arial"/>
                <a:cs typeface="Arial"/>
              </a:rPr>
              <a:t>respect. They</a:t>
            </a:r>
            <a:r>
              <a:rPr sz="1000" spc="5" dirty="0">
                <a:solidFill>
                  <a:srgbClr val="231F20"/>
                </a:solidFill>
                <a:latin typeface="Arial"/>
                <a:cs typeface="Arial"/>
              </a:rPr>
              <a:t> </a:t>
            </a:r>
            <a:r>
              <a:rPr sz="1000" dirty="0">
                <a:solidFill>
                  <a:srgbClr val="231F20"/>
                </a:solidFill>
                <a:latin typeface="Arial"/>
                <a:cs typeface="Arial"/>
              </a:rPr>
              <a:t>then enjoyed</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moving</a:t>
            </a:r>
            <a:r>
              <a:rPr sz="1000" spc="-5"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National</a:t>
            </a:r>
            <a:r>
              <a:rPr sz="1000" spc="-5" dirty="0">
                <a:solidFill>
                  <a:srgbClr val="231F20"/>
                </a:solidFill>
                <a:latin typeface="Arial"/>
                <a:cs typeface="Arial"/>
              </a:rPr>
              <a:t> </a:t>
            </a:r>
            <a:r>
              <a:rPr sz="1000" spc="-10" dirty="0">
                <a:solidFill>
                  <a:srgbClr val="231F20"/>
                </a:solidFill>
                <a:latin typeface="Arial"/>
                <a:cs typeface="Arial"/>
              </a:rPr>
              <a:t>Great</a:t>
            </a:r>
            <a:r>
              <a:rPr sz="1000" spc="-5" dirty="0">
                <a:solidFill>
                  <a:srgbClr val="231F20"/>
                </a:solidFill>
                <a:latin typeface="Arial"/>
                <a:cs typeface="Arial"/>
              </a:rPr>
              <a:t> </a:t>
            </a:r>
            <a:r>
              <a:rPr sz="1000" spc="-10" dirty="0">
                <a:solidFill>
                  <a:srgbClr val="231F20"/>
                </a:solidFill>
                <a:latin typeface="Arial"/>
                <a:cs typeface="Arial"/>
              </a:rPr>
              <a:t>Blacks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25" dirty="0">
                <a:solidFill>
                  <a:srgbClr val="231F20"/>
                </a:solidFill>
                <a:latin typeface="Arial"/>
                <a:cs typeface="Arial"/>
              </a:rPr>
              <a:t>Wax </a:t>
            </a:r>
            <a:r>
              <a:rPr sz="1000" spc="-10" dirty="0">
                <a:solidFill>
                  <a:srgbClr val="231F20"/>
                </a:solidFill>
                <a:latin typeface="Arial"/>
                <a:cs typeface="Arial"/>
              </a:rPr>
              <a:t>Museum </a:t>
            </a:r>
            <a:r>
              <a:rPr sz="1000" dirty="0">
                <a:solidFill>
                  <a:srgbClr val="231F20"/>
                </a:solidFill>
                <a:latin typeface="Arial"/>
                <a:cs typeface="Arial"/>
              </a:rPr>
              <a:t>in</a:t>
            </a:r>
            <a:r>
              <a:rPr sz="1000" spc="-10" dirty="0">
                <a:solidFill>
                  <a:srgbClr val="231F20"/>
                </a:solidFill>
                <a:latin typeface="Arial"/>
                <a:cs typeface="Arial"/>
              </a:rPr>
              <a:t> Baltimore,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dirty="0">
                <a:solidFill>
                  <a:srgbClr val="231F20"/>
                </a:solidFill>
                <a:latin typeface="Arial"/>
                <a:cs typeface="Arial"/>
              </a:rPr>
              <a:t>wax</a:t>
            </a:r>
            <a:r>
              <a:rPr sz="1000" spc="-10" dirty="0">
                <a:solidFill>
                  <a:srgbClr val="231F20"/>
                </a:solidFill>
                <a:latin typeface="Arial"/>
                <a:cs typeface="Arial"/>
              </a:rPr>
              <a:t> museum </a:t>
            </a:r>
            <a:r>
              <a:rPr sz="1000" dirty="0">
                <a:solidFill>
                  <a:srgbClr val="231F20"/>
                </a:solidFill>
                <a:latin typeface="Arial"/>
                <a:cs typeface="Arial"/>
              </a:rPr>
              <a:t>of</a:t>
            </a:r>
            <a:r>
              <a:rPr sz="1000" spc="-10" dirty="0">
                <a:solidFill>
                  <a:srgbClr val="231F20"/>
                </a:solidFill>
                <a:latin typeface="Arial"/>
                <a:cs typeface="Arial"/>
              </a:rPr>
              <a:t> African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United</a:t>
            </a:r>
            <a:r>
              <a:rPr sz="1000" spc="-10" dirty="0">
                <a:solidFill>
                  <a:srgbClr val="231F20"/>
                </a:solidFill>
                <a:latin typeface="Arial"/>
                <a:cs typeface="Arial"/>
              </a:rPr>
              <a:t> </a:t>
            </a:r>
            <a:r>
              <a:rPr sz="1000" spc="-20" dirty="0">
                <a:solidFill>
                  <a:srgbClr val="231F20"/>
                </a:solidFill>
                <a:latin typeface="Arial"/>
                <a:cs typeface="Arial"/>
              </a:rPr>
              <a:t>States.</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learned</a:t>
            </a:r>
            <a:r>
              <a:rPr sz="1000" spc="500" dirty="0">
                <a:solidFill>
                  <a:srgbClr val="231F20"/>
                </a:solidFill>
                <a:latin typeface="Arial"/>
                <a:cs typeface="Arial"/>
              </a:rPr>
              <a:t> </a:t>
            </a:r>
            <a:r>
              <a:rPr sz="1000" dirty="0">
                <a:solidFill>
                  <a:srgbClr val="231F20"/>
                </a:solidFill>
                <a:latin typeface="Arial"/>
                <a:cs typeface="Arial"/>
              </a:rPr>
              <a:t>about the</a:t>
            </a:r>
            <a:r>
              <a:rPr sz="1000" spc="5" dirty="0">
                <a:solidFill>
                  <a:srgbClr val="231F20"/>
                </a:solidFill>
                <a:latin typeface="Arial"/>
                <a:cs typeface="Arial"/>
              </a:rPr>
              <a:t> </a:t>
            </a:r>
            <a:r>
              <a:rPr sz="1000" spc="50" dirty="0">
                <a:solidFill>
                  <a:srgbClr val="231F20"/>
                </a:solidFill>
                <a:latin typeface="Arial"/>
                <a:cs typeface="Arial"/>
              </a:rPr>
              <a:t>400</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of the</a:t>
            </a:r>
            <a:r>
              <a:rPr sz="1000" spc="5" dirty="0">
                <a:solidFill>
                  <a:srgbClr val="231F20"/>
                </a:solidFill>
                <a:latin typeface="Arial"/>
                <a:cs typeface="Arial"/>
              </a:rPr>
              <a:t> </a:t>
            </a:r>
            <a:r>
              <a:rPr sz="1000" dirty="0">
                <a:solidFill>
                  <a:srgbClr val="231F20"/>
                </a:solidFill>
                <a:latin typeface="Arial"/>
                <a:cs typeface="Arial"/>
              </a:rPr>
              <a:t>Atlantic</a:t>
            </a:r>
            <a:r>
              <a:rPr sz="1000" spc="5" dirty="0">
                <a:solidFill>
                  <a:srgbClr val="231F20"/>
                </a:solidFill>
                <a:latin typeface="Arial"/>
                <a:cs typeface="Arial"/>
              </a:rPr>
              <a:t> </a:t>
            </a:r>
            <a:r>
              <a:rPr sz="1000" spc="-20" dirty="0">
                <a:solidFill>
                  <a:srgbClr val="231F20"/>
                </a:solidFill>
                <a:latin typeface="Arial"/>
                <a:cs typeface="Arial"/>
              </a:rPr>
              <a:t>Slave</a:t>
            </a:r>
            <a:r>
              <a:rPr sz="1000" spc="5" dirty="0">
                <a:solidFill>
                  <a:srgbClr val="231F20"/>
                </a:solidFill>
                <a:latin typeface="Arial"/>
                <a:cs typeface="Arial"/>
              </a:rPr>
              <a:t> </a:t>
            </a:r>
            <a:r>
              <a:rPr sz="1000" spc="-10" dirty="0">
                <a:solidFill>
                  <a:srgbClr val="231F20"/>
                </a:solidFill>
                <a:latin typeface="Arial"/>
                <a:cs typeface="Arial"/>
              </a:rPr>
              <a:t>trade,</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role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youth</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contributions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Marylander</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Americans.</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fourth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fifth</a:t>
            </a:r>
            <a:endParaRPr sz="1000">
              <a:latin typeface="Arial"/>
              <a:cs typeface="Arial"/>
            </a:endParaRPr>
          </a:p>
          <a:p>
            <a:pPr marL="12700" marR="56515">
              <a:lnSpc>
                <a:spcPct val="100000"/>
              </a:lnSpc>
            </a:pPr>
            <a:r>
              <a:rPr sz="1000" dirty="0">
                <a:solidFill>
                  <a:srgbClr val="231F20"/>
                </a:solidFill>
                <a:latin typeface="Arial"/>
                <a:cs typeface="Arial"/>
              </a:rPr>
              <a:t>graders then engaged in a fun and interactive </a:t>
            </a:r>
            <a:r>
              <a:rPr sz="1000" spc="-10" dirty="0">
                <a:solidFill>
                  <a:srgbClr val="231F20"/>
                </a:solidFill>
                <a:latin typeface="Arial"/>
                <a:cs typeface="Arial"/>
              </a:rPr>
              <a:t>Shark</a:t>
            </a:r>
            <a:r>
              <a:rPr sz="1000" dirty="0">
                <a:solidFill>
                  <a:srgbClr val="231F20"/>
                </a:solidFill>
                <a:latin typeface="Arial"/>
                <a:cs typeface="Arial"/>
              </a:rPr>
              <a:t> </a:t>
            </a:r>
            <a:r>
              <a:rPr sz="1000" spc="-20" dirty="0">
                <a:solidFill>
                  <a:srgbClr val="231F20"/>
                </a:solidFill>
                <a:latin typeface="Arial"/>
                <a:cs typeface="Arial"/>
              </a:rPr>
              <a:t>Tank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challenged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think</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innovative</a:t>
            </a:r>
            <a:r>
              <a:rPr sz="1000" spc="20" dirty="0">
                <a:solidFill>
                  <a:srgbClr val="231F20"/>
                </a:solidFill>
                <a:latin typeface="Arial"/>
                <a:cs typeface="Arial"/>
              </a:rPr>
              <a:t> </a:t>
            </a:r>
            <a:r>
              <a:rPr sz="1000" spc="-10" dirty="0">
                <a:solidFill>
                  <a:srgbClr val="231F20"/>
                </a:solidFill>
                <a:latin typeface="Arial"/>
                <a:cs typeface="Arial"/>
              </a:rPr>
              <a:t>business </a:t>
            </a:r>
            <a:r>
              <a:rPr sz="1000" dirty="0">
                <a:solidFill>
                  <a:srgbClr val="231F20"/>
                </a:solidFill>
                <a:latin typeface="Arial"/>
                <a:cs typeface="Arial"/>
              </a:rPr>
              <a:t>ideas</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teams.</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great</a:t>
            </a:r>
            <a:r>
              <a:rPr sz="1000" spc="-20" dirty="0">
                <a:solidFill>
                  <a:srgbClr val="231F20"/>
                </a:solidFill>
                <a:latin typeface="Arial"/>
                <a:cs typeface="Arial"/>
              </a:rPr>
              <a:t> </a:t>
            </a:r>
            <a:r>
              <a:rPr sz="1000" dirty="0">
                <a:solidFill>
                  <a:srgbClr val="231F20"/>
                </a:solidFill>
                <a:latin typeface="Arial"/>
                <a:cs typeface="Arial"/>
              </a:rPr>
              <a:t>time</a:t>
            </a:r>
            <a:r>
              <a:rPr sz="1000" spc="-15"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how</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25" dirty="0">
                <a:solidFill>
                  <a:srgbClr val="231F20"/>
                </a:solidFill>
                <a:latin typeface="Arial"/>
                <a:cs typeface="Arial"/>
              </a:rPr>
              <a:t>put </a:t>
            </a:r>
            <a:r>
              <a:rPr sz="1000" dirty="0">
                <a:solidFill>
                  <a:srgbClr val="231F20"/>
                </a:solidFill>
                <a:latin typeface="Arial"/>
                <a:cs typeface="Arial"/>
              </a:rPr>
              <a:t>together a</a:t>
            </a:r>
            <a:r>
              <a:rPr sz="1000" spc="5" dirty="0">
                <a:solidFill>
                  <a:srgbClr val="231F20"/>
                </a:solidFill>
                <a:latin typeface="Arial"/>
                <a:cs typeface="Arial"/>
              </a:rPr>
              <a:t> </a:t>
            </a:r>
            <a:r>
              <a:rPr sz="1000" dirty="0">
                <a:solidFill>
                  <a:srgbClr val="231F20"/>
                </a:solidFill>
                <a:latin typeface="Arial"/>
                <a:cs typeface="Arial"/>
              </a:rPr>
              <a:t>business</a:t>
            </a:r>
            <a:r>
              <a:rPr sz="1000" spc="5" dirty="0">
                <a:solidFill>
                  <a:srgbClr val="231F20"/>
                </a:solidFill>
                <a:latin typeface="Arial"/>
                <a:cs typeface="Arial"/>
              </a:rPr>
              <a:t> </a:t>
            </a:r>
            <a:r>
              <a:rPr sz="1000" dirty="0">
                <a:solidFill>
                  <a:srgbClr val="231F20"/>
                </a:solidFill>
                <a:latin typeface="Arial"/>
                <a:cs typeface="Arial"/>
              </a:rPr>
              <a:t>pitch,</a:t>
            </a:r>
            <a:r>
              <a:rPr sz="1000" spc="5" dirty="0">
                <a:solidFill>
                  <a:srgbClr val="231F20"/>
                </a:solidFill>
                <a:latin typeface="Arial"/>
                <a:cs typeface="Arial"/>
              </a:rPr>
              <a:t> </a:t>
            </a:r>
            <a:r>
              <a:rPr sz="1000" dirty="0">
                <a:solidFill>
                  <a:srgbClr val="231F20"/>
                </a:solidFill>
                <a:latin typeface="Arial"/>
                <a:cs typeface="Arial"/>
              </a:rPr>
              <a:t>estimate</a:t>
            </a:r>
            <a:r>
              <a:rPr sz="1000" spc="5" dirty="0">
                <a:solidFill>
                  <a:srgbClr val="231F20"/>
                </a:solidFill>
                <a:latin typeface="Arial"/>
                <a:cs typeface="Arial"/>
              </a:rPr>
              <a:t> </a:t>
            </a:r>
            <a:r>
              <a:rPr sz="1000" dirty="0">
                <a:solidFill>
                  <a:srgbClr val="231F20"/>
                </a:solidFill>
                <a:latin typeface="Arial"/>
                <a:cs typeface="Arial"/>
              </a:rPr>
              <a:t>funding</a:t>
            </a:r>
            <a:r>
              <a:rPr sz="1000" spc="5" dirty="0">
                <a:solidFill>
                  <a:srgbClr val="231F20"/>
                </a:solidFill>
                <a:latin typeface="Arial"/>
                <a:cs typeface="Arial"/>
              </a:rPr>
              <a:t> </a:t>
            </a:r>
            <a:r>
              <a:rPr sz="1000" dirty="0">
                <a:solidFill>
                  <a:srgbClr val="231F20"/>
                </a:solidFill>
                <a:latin typeface="Arial"/>
                <a:cs typeface="Arial"/>
              </a:rPr>
              <a:t>needs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other</a:t>
            </a:r>
            <a:r>
              <a:rPr sz="1000" spc="25" dirty="0">
                <a:solidFill>
                  <a:srgbClr val="231F20"/>
                </a:solidFill>
                <a:latin typeface="Arial"/>
                <a:cs typeface="Arial"/>
              </a:rPr>
              <a:t> </a:t>
            </a:r>
            <a:r>
              <a:rPr sz="1000" dirty="0">
                <a:solidFill>
                  <a:srgbClr val="231F20"/>
                </a:solidFill>
                <a:latin typeface="Arial"/>
                <a:cs typeface="Arial"/>
              </a:rPr>
              <a:t>aspects</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entrepreneurship</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business.</a:t>
            </a:r>
            <a:endParaRPr sz="1000">
              <a:latin typeface="Arial"/>
              <a:cs typeface="Arial"/>
            </a:endParaRPr>
          </a:p>
          <a:p>
            <a:pPr marL="12700" marR="17780">
              <a:lnSpc>
                <a:spcPct val="100000"/>
              </a:lnSpc>
              <a:spcBef>
                <a:spcPts val="900"/>
              </a:spcBef>
            </a:pPr>
            <a:r>
              <a:rPr sz="1000" dirty="0">
                <a:solidFill>
                  <a:srgbClr val="231F20"/>
                </a:solidFill>
                <a:latin typeface="Arial"/>
                <a:cs typeface="Arial"/>
              </a:rPr>
              <a:t>Our middle</a:t>
            </a:r>
            <a:r>
              <a:rPr sz="1000" spc="5" dirty="0">
                <a:solidFill>
                  <a:srgbClr val="231F20"/>
                </a:solidFill>
                <a:latin typeface="Arial"/>
                <a:cs typeface="Arial"/>
              </a:rPr>
              <a:t> </a:t>
            </a:r>
            <a:r>
              <a:rPr sz="1000" dirty="0">
                <a:solidFill>
                  <a:srgbClr val="231F20"/>
                </a:solidFill>
                <a:latin typeface="Arial"/>
                <a:cs typeface="Arial"/>
              </a:rPr>
              <a:t>schoolers</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educational and</a:t>
            </a:r>
            <a:r>
              <a:rPr sz="1000" spc="5" dirty="0">
                <a:solidFill>
                  <a:srgbClr val="231F20"/>
                </a:solidFill>
                <a:latin typeface="Arial"/>
                <a:cs typeface="Arial"/>
              </a:rPr>
              <a:t> </a:t>
            </a:r>
            <a:r>
              <a:rPr sz="1000" dirty="0">
                <a:solidFill>
                  <a:srgbClr val="231F20"/>
                </a:solidFill>
                <a:latin typeface="Arial"/>
                <a:cs typeface="Arial"/>
              </a:rPr>
              <a:t>fun overnight</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They did</a:t>
            </a:r>
            <a:r>
              <a:rPr sz="1000" spc="5" dirty="0">
                <a:solidFill>
                  <a:srgbClr val="231F20"/>
                </a:solidFill>
                <a:latin typeface="Arial"/>
                <a:cs typeface="Arial"/>
              </a:rPr>
              <a:t> </a:t>
            </a:r>
            <a:r>
              <a:rPr sz="1000" spc="-10" dirty="0">
                <a:solidFill>
                  <a:srgbClr val="231F20"/>
                </a:solidFill>
                <a:latin typeface="Arial"/>
                <a:cs typeface="Arial"/>
              </a:rPr>
              <a:t>leadership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financial literacy</a:t>
            </a:r>
            <a:r>
              <a:rPr sz="1000" spc="-5" dirty="0">
                <a:solidFill>
                  <a:srgbClr val="231F20"/>
                </a:solidFill>
                <a:latin typeface="Arial"/>
                <a:cs typeface="Arial"/>
              </a:rPr>
              <a:t> </a:t>
            </a:r>
            <a:r>
              <a:rPr sz="1000" dirty="0">
                <a:solidFill>
                  <a:srgbClr val="231F20"/>
                </a:solidFill>
                <a:latin typeface="Arial"/>
                <a:cs typeface="Arial"/>
              </a:rPr>
              <a:t>modules, did teambuilding</a:t>
            </a:r>
            <a:r>
              <a:rPr sz="1000" spc="-5" dirty="0">
                <a:solidFill>
                  <a:srgbClr val="231F20"/>
                </a:solidFill>
                <a:latin typeface="Arial"/>
                <a:cs typeface="Arial"/>
              </a:rPr>
              <a:t> </a:t>
            </a:r>
            <a:r>
              <a:rPr sz="1000" spc="-10" dirty="0">
                <a:solidFill>
                  <a:srgbClr val="231F20"/>
                </a:solidFill>
                <a:latin typeface="Arial"/>
                <a:cs typeface="Arial"/>
              </a:rPr>
              <a:t>exercises, </a:t>
            </a:r>
            <a:r>
              <a:rPr sz="1000" dirty="0">
                <a:solidFill>
                  <a:srgbClr val="231F20"/>
                </a:solidFill>
                <a:latin typeface="Arial"/>
                <a:cs typeface="Arial"/>
              </a:rPr>
              <a:t>played basketball, did</a:t>
            </a:r>
            <a:r>
              <a:rPr sz="1000" spc="5" dirty="0">
                <a:solidFill>
                  <a:srgbClr val="231F20"/>
                </a:solidFill>
                <a:latin typeface="Arial"/>
                <a:cs typeface="Arial"/>
              </a:rPr>
              <a:t> </a:t>
            </a:r>
            <a:r>
              <a:rPr sz="1000" dirty="0">
                <a:solidFill>
                  <a:srgbClr val="231F20"/>
                </a:solidFill>
                <a:latin typeface="Arial"/>
                <a:cs typeface="Arial"/>
              </a:rPr>
              <a:t>a bungee</a:t>
            </a:r>
            <a:r>
              <a:rPr sz="1000" spc="5" dirty="0">
                <a:solidFill>
                  <a:srgbClr val="231F20"/>
                </a:solidFill>
                <a:latin typeface="Arial"/>
                <a:cs typeface="Arial"/>
              </a:rPr>
              <a:t> </a:t>
            </a:r>
            <a:r>
              <a:rPr sz="1000" dirty="0">
                <a:solidFill>
                  <a:srgbClr val="231F20"/>
                </a:solidFill>
                <a:latin typeface="Arial"/>
                <a:cs typeface="Arial"/>
              </a:rPr>
              <a:t>rope jump and</a:t>
            </a:r>
            <a:r>
              <a:rPr sz="1000" spc="5" dirty="0">
                <a:solidFill>
                  <a:srgbClr val="231F20"/>
                </a:solidFill>
                <a:latin typeface="Arial"/>
                <a:cs typeface="Arial"/>
              </a:rPr>
              <a:t> </a:t>
            </a:r>
            <a:r>
              <a:rPr sz="1000" spc="-20" dirty="0">
                <a:solidFill>
                  <a:srgbClr val="231F20"/>
                </a:solidFill>
                <a:latin typeface="Arial"/>
                <a:cs typeface="Arial"/>
              </a:rPr>
              <a:t>more.</a:t>
            </a:r>
            <a:endParaRPr sz="1000">
              <a:latin typeface="Arial"/>
              <a:cs typeface="Arial"/>
            </a:endParaRPr>
          </a:p>
          <a:p>
            <a:pPr marL="12700" marR="125730">
              <a:lnSpc>
                <a:spcPct val="100000"/>
              </a:lnSpc>
            </a:pP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are already looking forward to</a:t>
            </a:r>
            <a:r>
              <a:rPr sz="1000" spc="-5" dirty="0">
                <a:solidFill>
                  <a:srgbClr val="231F20"/>
                </a:solidFill>
                <a:latin typeface="Arial"/>
                <a:cs typeface="Arial"/>
              </a:rPr>
              <a:t> </a:t>
            </a:r>
            <a:r>
              <a:rPr sz="1000" dirty="0">
                <a:solidFill>
                  <a:srgbClr val="231F20"/>
                </a:solidFill>
                <a:latin typeface="Arial"/>
                <a:cs typeface="Arial"/>
              </a:rPr>
              <a:t>next </a:t>
            </a:r>
            <a:r>
              <a:rPr sz="1000" spc="-10" dirty="0">
                <a:solidFill>
                  <a:srgbClr val="231F20"/>
                </a:solidFill>
                <a:latin typeface="Arial"/>
                <a:cs typeface="Arial"/>
              </a:rPr>
              <a:t>year’s</a:t>
            </a:r>
            <a:r>
              <a:rPr sz="1000"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built</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confidence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strength</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handle </a:t>
            </a:r>
            <a:r>
              <a:rPr sz="1000" dirty="0">
                <a:solidFill>
                  <a:srgbClr val="231F20"/>
                </a:solidFill>
                <a:latin typeface="Arial"/>
                <a:cs typeface="Arial"/>
              </a:rPr>
              <a:t>bullying </a:t>
            </a:r>
            <a:r>
              <a:rPr sz="1000" spc="-10" dirty="0">
                <a:solidFill>
                  <a:srgbClr val="231F20"/>
                </a:solidFill>
                <a:latin typeface="Arial"/>
                <a:cs typeface="Arial"/>
              </a:rPr>
              <a:t>scenarios</a:t>
            </a:r>
            <a:r>
              <a:rPr sz="1000" spc="-5" dirty="0">
                <a:solidFill>
                  <a:srgbClr val="231F20"/>
                </a:solidFill>
                <a:latin typeface="Arial"/>
                <a:cs typeface="Arial"/>
              </a:rPr>
              <a:t> </a:t>
            </a:r>
            <a:r>
              <a:rPr sz="1000" dirty="0">
                <a:solidFill>
                  <a:srgbClr val="231F20"/>
                </a:solidFill>
                <a:latin typeface="Arial"/>
                <a:cs typeface="Arial"/>
              </a:rPr>
              <a:t>for themselves and to </a:t>
            </a:r>
            <a:r>
              <a:rPr sz="1000" spc="-10" dirty="0">
                <a:solidFill>
                  <a:srgbClr val="231F20"/>
                </a:solidFill>
                <a:latin typeface="Arial"/>
                <a:cs typeface="Arial"/>
              </a:rPr>
              <a:t>assist</a:t>
            </a:r>
            <a:r>
              <a:rPr sz="1000" dirty="0">
                <a:solidFill>
                  <a:srgbClr val="231F20"/>
                </a:solidFill>
                <a:latin typeface="Arial"/>
                <a:cs typeface="Arial"/>
              </a:rPr>
              <a:t> </a:t>
            </a:r>
            <a:r>
              <a:rPr sz="1000" spc="-10" dirty="0">
                <a:solidFill>
                  <a:srgbClr val="231F20"/>
                </a:solidFill>
                <a:latin typeface="Arial"/>
                <a:cs typeface="Arial"/>
              </a:rPr>
              <a:t>others </a:t>
            </a:r>
            <a:r>
              <a:rPr sz="1000" dirty="0">
                <a:solidFill>
                  <a:srgbClr val="231F20"/>
                </a:solidFill>
                <a:latin typeface="Arial"/>
                <a:cs typeface="Arial"/>
              </a:rPr>
              <a:t>being</a:t>
            </a:r>
            <a:r>
              <a:rPr sz="1000" spc="55" dirty="0">
                <a:solidFill>
                  <a:srgbClr val="231F20"/>
                </a:solidFill>
                <a:latin typeface="Arial"/>
                <a:cs typeface="Arial"/>
              </a:rPr>
              <a:t> </a:t>
            </a:r>
            <a:r>
              <a:rPr sz="1000" dirty="0">
                <a:solidFill>
                  <a:srgbClr val="231F20"/>
                </a:solidFill>
                <a:latin typeface="Arial"/>
                <a:cs typeface="Arial"/>
              </a:rPr>
              <a:t>bullied</a:t>
            </a:r>
            <a:r>
              <a:rPr sz="1000" spc="55" dirty="0">
                <a:solidFill>
                  <a:srgbClr val="231F20"/>
                </a:solidFill>
                <a:latin typeface="Arial"/>
                <a:cs typeface="Arial"/>
              </a:rPr>
              <a:t> </a:t>
            </a:r>
            <a:r>
              <a:rPr sz="1000" dirty="0">
                <a:solidFill>
                  <a:srgbClr val="231F20"/>
                </a:solidFill>
                <a:latin typeface="Arial"/>
                <a:cs typeface="Arial"/>
              </a:rPr>
              <a:t>through</a:t>
            </a:r>
            <a:r>
              <a:rPr sz="1000" spc="55" dirty="0">
                <a:solidFill>
                  <a:srgbClr val="231F20"/>
                </a:solidFill>
                <a:latin typeface="Arial"/>
                <a:cs typeface="Arial"/>
              </a:rPr>
              <a:t> </a:t>
            </a:r>
            <a:r>
              <a:rPr sz="1000" dirty="0">
                <a:solidFill>
                  <a:srgbClr val="231F20"/>
                </a:solidFill>
                <a:latin typeface="Arial"/>
                <a:cs typeface="Arial"/>
              </a:rPr>
              <a:t>practicing</a:t>
            </a:r>
            <a:r>
              <a:rPr sz="1000" spc="55" dirty="0">
                <a:solidFill>
                  <a:srgbClr val="231F20"/>
                </a:solidFill>
                <a:latin typeface="Arial"/>
                <a:cs typeface="Arial"/>
              </a:rPr>
              <a:t> </a:t>
            </a:r>
            <a:r>
              <a:rPr sz="1000" dirty="0">
                <a:solidFill>
                  <a:srgbClr val="231F20"/>
                </a:solidFill>
                <a:latin typeface="Arial"/>
                <a:cs typeface="Arial"/>
              </a:rPr>
              <a:t>kid-based</a:t>
            </a:r>
            <a:r>
              <a:rPr sz="1000" spc="55" dirty="0">
                <a:solidFill>
                  <a:srgbClr val="231F20"/>
                </a:solidFill>
                <a:latin typeface="Arial"/>
                <a:cs typeface="Arial"/>
              </a:rPr>
              <a:t> </a:t>
            </a:r>
            <a:r>
              <a:rPr sz="1000" spc="-10" dirty="0">
                <a:solidFill>
                  <a:srgbClr val="231F20"/>
                </a:solidFill>
                <a:latin typeface="Arial"/>
                <a:cs typeface="Arial"/>
              </a:rPr>
              <a:t>strategies</a:t>
            </a:r>
            <a:r>
              <a:rPr sz="1000" spc="50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well</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defense</a:t>
            </a:r>
            <a:r>
              <a:rPr sz="1000" spc="-10" dirty="0">
                <a:solidFill>
                  <a:srgbClr val="231F20"/>
                </a:solidFill>
                <a:latin typeface="Arial"/>
                <a:cs typeface="Arial"/>
              </a:rPr>
              <a:t> </a:t>
            </a:r>
            <a:r>
              <a:rPr sz="1000" dirty="0">
                <a:solidFill>
                  <a:srgbClr val="231F20"/>
                </a:solidFill>
                <a:latin typeface="Arial"/>
                <a:cs typeface="Arial"/>
              </a:rPr>
              <a:t>techniques.</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middle </a:t>
            </a:r>
            <a:r>
              <a:rPr sz="1000" dirty="0">
                <a:solidFill>
                  <a:srgbClr val="231F20"/>
                </a:solidFill>
                <a:latin typeface="Arial"/>
                <a:cs typeface="Arial"/>
              </a:rPr>
              <a:t>schoolers</a:t>
            </a:r>
            <a:r>
              <a:rPr sz="1000" spc="30" dirty="0">
                <a:solidFill>
                  <a:srgbClr val="231F20"/>
                </a:solidFill>
                <a:latin typeface="Arial"/>
                <a:cs typeface="Arial"/>
              </a:rPr>
              <a:t>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about</a:t>
            </a:r>
            <a:r>
              <a:rPr sz="1000" spc="30" dirty="0">
                <a:solidFill>
                  <a:srgbClr val="231F20"/>
                </a:solidFill>
                <a:latin typeface="Arial"/>
                <a:cs typeface="Arial"/>
              </a:rPr>
              <a:t> </a:t>
            </a:r>
            <a:r>
              <a:rPr sz="1000" dirty="0">
                <a:solidFill>
                  <a:srgbClr val="231F20"/>
                </a:solidFill>
                <a:latin typeface="Arial"/>
                <a:cs typeface="Arial"/>
              </a:rPr>
              <a:t>budgeting,</a:t>
            </a:r>
            <a:r>
              <a:rPr sz="1000" spc="35" dirty="0">
                <a:solidFill>
                  <a:srgbClr val="231F20"/>
                </a:solidFill>
                <a:latin typeface="Arial"/>
                <a:cs typeface="Arial"/>
              </a:rPr>
              <a:t> </a:t>
            </a:r>
            <a:r>
              <a:rPr sz="1000" dirty="0">
                <a:solidFill>
                  <a:srgbClr val="231F20"/>
                </a:solidFill>
                <a:latin typeface="Arial"/>
                <a:cs typeface="Arial"/>
              </a:rPr>
              <a:t>healthy</a:t>
            </a:r>
            <a:r>
              <a:rPr sz="1000" spc="30" dirty="0">
                <a:solidFill>
                  <a:srgbClr val="231F20"/>
                </a:solidFill>
                <a:latin typeface="Arial"/>
                <a:cs typeface="Arial"/>
              </a:rPr>
              <a:t> </a:t>
            </a:r>
            <a:r>
              <a:rPr sz="1000" dirty="0">
                <a:solidFill>
                  <a:srgbClr val="231F20"/>
                </a:solidFill>
                <a:latin typeface="Arial"/>
                <a:cs typeface="Arial"/>
              </a:rPr>
              <a:t>eating</a:t>
            </a:r>
            <a:r>
              <a:rPr sz="1000" spc="3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giving</a:t>
            </a:r>
            <a:r>
              <a:rPr sz="1000" spc="5" dirty="0">
                <a:solidFill>
                  <a:srgbClr val="231F20"/>
                </a:solidFill>
                <a:latin typeface="Arial"/>
                <a:cs typeface="Arial"/>
              </a:rPr>
              <a:t> </a:t>
            </a:r>
            <a:r>
              <a:rPr sz="1000" dirty="0">
                <a:solidFill>
                  <a:srgbClr val="231F20"/>
                </a:solidFill>
                <a:latin typeface="Arial"/>
                <a:cs typeface="Arial"/>
              </a:rPr>
              <a:t>back</a:t>
            </a:r>
            <a:r>
              <a:rPr sz="1000" spc="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Shopping</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Serve</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had fun creating Thanksgiving</a:t>
            </a:r>
            <a:r>
              <a:rPr sz="1000" spc="5" dirty="0">
                <a:solidFill>
                  <a:srgbClr val="231F20"/>
                </a:solidFill>
                <a:latin typeface="Arial"/>
                <a:cs typeface="Arial"/>
              </a:rPr>
              <a:t> </a:t>
            </a:r>
            <a:r>
              <a:rPr sz="1000" dirty="0">
                <a:solidFill>
                  <a:srgbClr val="231F20"/>
                </a:solidFill>
                <a:latin typeface="Arial"/>
                <a:cs typeface="Arial"/>
              </a:rPr>
              <a:t>baskets for donation</a:t>
            </a:r>
            <a:r>
              <a:rPr sz="1000" spc="5" dirty="0">
                <a:solidFill>
                  <a:srgbClr val="231F20"/>
                </a:solidFill>
                <a:latin typeface="Arial"/>
                <a:cs typeface="Arial"/>
              </a:rPr>
              <a:t> </a:t>
            </a:r>
            <a:r>
              <a:rPr sz="1000" spc="-25" dirty="0">
                <a:solidFill>
                  <a:srgbClr val="231F20"/>
                </a:solidFill>
                <a:latin typeface="Arial"/>
                <a:cs typeface="Arial"/>
              </a:rPr>
              <a:t>to </a:t>
            </a:r>
            <a:r>
              <a:rPr sz="1000" spc="-10" dirty="0">
                <a:solidFill>
                  <a:srgbClr val="231F20"/>
                </a:solidFill>
                <a:latin typeface="Arial"/>
                <a:cs typeface="Arial"/>
              </a:rPr>
              <a:t>Wings</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Joy,</a:t>
            </a:r>
            <a:r>
              <a:rPr sz="1000" spc="10"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provides</a:t>
            </a:r>
            <a:r>
              <a:rPr sz="1000" spc="10" dirty="0">
                <a:solidFill>
                  <a:srgbClr val="231F20"/>
                </a:solidFill>
                <a:latin typeface="Arial"/>
                <a:cs typeface="Arial"/>
              </a:rPr>
              <a:t> </a:t>
            </a:r>
            <a:r>
              <a:rPr sz="1000" dirty="0">
                <a:solidFill>
                  <a:srgbClr val="231F20"/>
                </a:solidFill>
                <a:latin typeface="Arial"/>
                <a:cs typeface="Arial"/>
              </a:rPr>
              <a:t>guidance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support</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women</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underserved</a:t>
            </a:r>
            <a:r>
              <a:rPr sz="1000" spc="20" dirty="0">
                <a:solidFill>
                  <a:srgbClr val="231F20"/>
                </a:solidFill>
                <a:latin typeface="Arial"/>
                <a:cs typeface="Arial"/>
              </a:rPr>
              <a:t> </a:t>
            </a:r>
            <a:r>
              <a:rPr sz="1000" spc="-10" dirty="0">
                <a:solidFill>
                  <a:srgbClr val="231F20"/>
                </a:solidFill>
                <a:latin typeface="Arial"/>
                <a:cs typeface="Arial"/>
              </a:rPr>
              <a:t>communities.</a:t>
            </a:r>
            <a:r>
              <a:rPr sz="1000" spc="20" dirty="0">
                <a:solidFill>
                  <a:srgbClr val="231F20"/>
                </a:solidFill>
                <a:latin typeface="Arial"/>
                <a:cs typeface="Arial"/>
              </a:rPr>
              <a:t> </a:t>
            </a:r>
            <a:r>
              <a:rPr sz="1000" spc="-25" dirty="0">
                <a:solidFill>
                  <a:srgbClr val="231F20"/>
                </a:solidFill>
                <a:latin typeface="Arial"/>
                <a:cs typeface="Arial"/>
              </a:rPr>
              <a:t>Our</a:t>
            </a:r>
            <a:endParaRPr sz="1000">
              <a:latin typeface="Arial"/>
              <a:cs typeface="Arial"/>
            </a:endParaRPr>
          </a:p>
        </p:txBody>
      </p:sp>
      <p:sp>
        <p:nvSpPr>
          <p:cNvPr id="5" name="object 5"/>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lang="en-US" spc="-25" dirty="0"/>
              <a:t>39</a:t>
            </a:r>
            <a:endParaRPr spc="-25" dirty="0"/>
          </a:p>
        </p:txBody>
      </p:sp>
      <p:sp>
        <p:nvSpPr>
          <p:cNvPr id="3" name="object 3"/>
          <p:cNvSpPr txBox="1"/>
          <p:nvPr/>
        </p:nvSpPr>
        <p:spPr>
          <a:xfrm>
            <a:off x="4016375" y="1986775"/>
            <a:ext cx="3299460" cy="7150100"/>
          </a:xfrm>
          <a:prstGeom prst="rect">
            <a:avLst/>
          </a:prstGeom>
        </p:spPr>
        <p:txBody>
          <a:bodyPr vert="horz" wrap="square" lIns="0" tIns="12700" rIns="0" bIns="0" rtlCol="0">
            <a:spAutoFit/>
          </a:bodyPr>
          <a:lstStyle/>
          <a:p>
            <a:pPr marL="12700" marR="23495">
              <a:lnSpc>
                <a:spcPct val="100000"/>
              </a:lnSpc>
              <a:spcBef>
                <a:spcPts val="100"/>
              </a:spcBef>
            </a:pPr>
            <a:r>
              <a:rPr sz="1000" dirty="0">
                <a:solidFill>
                  <a:srgbClr val="231F20"/>
                </a:solidFill>
                <a:latin typeface="Arial"/>
                <a:cs typeface="Arial"/>
              </a:rPr>
              <a:t>middle</a:t>
            </a:r>
            <a:r>
              <a:rPr sz="1000" spc="-5" dirty="0">
                <a:solidFill>
                  <a:srgbClr val="231F20"/>
                </a:solidFill>
                <a:latin typeface="Arial"/>
                <a:cs typeface="Arial"/>
              </a:rPr>
              <a:t> </a:t>
            </a:r>
            <a:r>
              <a:rPr sz="1000" dirty="0">
                <a:solidFill>
                  <a:srgbClr val="231F20"/>
                </a:solidFill>
                <a:latin typeface="Arial"/>
                <a:cs typeface="Arial"/>
              </a:rPr>
              <a:t>schoolers participated in a</a:t>
            </a:r>
            <a:r>
              <a:rPr sz="1000" spc="-5" dirty="0">
                <a:solidFill>
                  <a:srgbClr val="231F20"/>
                </a:solidFill>
                <a:latin typeface="Arial"/>
                <a:cs typeface="Arial"/>
              </a:rPr>
              <a:t> </a:t>
            </a:r>
            <a:r>
              <a:rPr sz="1000" spc="-10" dirty="0">
                <a:solidFill>
                  <a:srgbClr val="231F20"/>
                </a:solidFill>
                <a:latin typeface="Arial"/>
                <a:cs typeface="Arial"/>
              </a:rPr>
              <a:t>First</a:t>
            </a:r>
            <a:r>
              <a:rPr sz="1000" dirty="0">
                <a:solidFill>
                  <a:srgbClr val="231F20"/>
                </a:solidFill>
                <a:latin typeface="Arial"/>
                <a:cs typeface="Arial"/>
              </a:rPr>
              <a:t> Aid &amp; </a:t>
            </a:r>
            <a:r>
              <a:rPr sz="1000" spc="-10" dirty="0">
                <a:solidFill>
                  <a:srgbClr val="231F20"/>
                </a:solidFill>
                <a:latin typeface="Arial"/>
                <a:cs typeface="Arial"/>
              </a:rPr>
              <a:t>Safety </a:t>
            </a:r>
            <a:r>
              <a:rPr sz="1000" dirty="0">
                <a:solidFill>
                  <a:srgbClr val="231F20"/>
                </a:solidFill>
                <a:latin typeface="Arial"/>
                <a:cs typeface="Arial"/>
              </a:rPr>
              <a:t>workshop</a:t>
            </a:r>
            <a:r>
              <a:rPr sz="1000" spc="35"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learned</a:t>
            </a:r>
            <a:r>
              <a:rPr sz="1000" spc="35" dirty="0">
                <a:solidFill>
                  <a:srgbClr val="231F20"/>
                </a:solidFill>
                <a:latin typeface="Arial"/>
                <a:cs typeface="Arial"/>
              </a:rPr>
              <a:t> </a:t>
            </a:r>
            <a:r>
              <a:rPr sz="1000" dirty="0">
                <a:solidFill>
                  <a:srgbClr val="231F20"/>
                </a:solidFill>
                <a:latin typeface="Arial"/>
                <a:cs typeface="Arial"/>
              </a:rPr>
              <a:t>proper</a:t>
            </a:r>
            <a:r>
              <a:rPr sz="1000" spc="35" dirty="0">
                <a:solidFill>
                  <a:srgbClr val="231F20"/>
                </a:solidFill>
                <a:latin typeface="Arial"/>
                <a:cs typeface="Arial"/>
              </a:rPr>
              <a:t> </a:t>
            </a:r>
            <a:r>
              <a:rPr sz="1000" dirty="0">
                <a:solidFill>
                  <a:srgbClr val="231F20"/>
                </a:solidFill>
                <a:latin typeface="Arial"/>
                <a:cs typeface="Arial"/>
              </a:rPr>
              <a:t>bandaging</a:t>
            </a:r>
            <a:r>
              <a:rPr sz="1000" spc="35" dirty="0">
                <a:solidFill>
                  <a:srgbClr val="231F20"/>
                </a:solidFill>
                <a:latin typeface="Arial"/>
                <a:cs typeface="Arial"/>
              </a:rPr>
              <a:t> </a:t>
            </a:r>
            <a:r>
              <a:rPr sz="1000" dirty="0">
                <a:solidFill>
                  <a:srgbClr val="231F20"/>
                </a:solidFill>
                <a:latin typeface="Arial"/>
                <a:cs typeface="Arial"/>
              </a:rPr>
              <a:t>techniques</a:t>
            </a:r>
            <a:r>
              <a:rPr sz="1000" spc="35"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ways</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prevent</a:t>
            </a:r>
            <a:r>
              <a:rPr sz="1000" spc="-10" dirty="0">
                <a:solidFill>
                  <a:srgbClr val="231F20"/>
                </a:solidFill>
                <a:latin typeface="Arial"/>
                <a:cs typeface="Arial"/>
              </a:rPr>
              <a:t> injuries. </a:t>
            </a:r>
            <a:r>
              <a:rPr sz="1000" dirty="0">
                <a:solidFill>
                  <a:srgbClr val="231F20"/>
                </a:solidFill>
                <a:latin typeface="Arial"/>
                <a:cs typeface="Arial"/>
              </a:rPr>
              <a:t>It</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great</a:t>
            </a:r>
            <a:r>
              <a:rPr sz="1000" spc="-10" dirty="0">
                <a:solidFill>
                  <a:srgbClr val="231F20"/>
                </a:solidFill>
                <a:latin typeface="Arial"/>
                <a:cs typeface="Arial"/>
              </a:rPr>
              <a:t> </a:t>
            </a:r>
            <a:r>
              <a:rPr sz="1000" dirty="0">
                <a:solidFill>
                  <a:srgbClr val="231F20"/>
                </a:solidFill>
                <a:latin typeface="Arial"/>
                <a:cs typeface="Arial"/>
              </a:rPr>
              <a:t>practical</a:t>
            </a:r>
            <a:r>
              <a:rPr sz="1000" spc="-10" dirty="0">
                <a:solidFill>
                  <a:srgbClr val="231F20"/>
                </a:solidFill>
                <a:latin typeface="Arial"/>
                <a:cs typeface="Arial"/>
              </a:rPr>
              <a:t> training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will</a:t>
            </a:r>
            <a:r>
              <a:rPr sz="1000" spc="15" dirty="0">
                <a:solidFill>
                  <a:srgbClr val="231F20"/>
                </a:solidFill>
                <a:latin typeface="Arial"/>
                <a:cs typeface="Arial"/>
              </a:rPr>
              <a:t> </a:t>
            </a:r>
            <a:r>
              <a:rPr sz="1000" dirty="0">
                <a:solidFill>
                  <a:srgbClr val="231F20"/>
                </a:solidFill>
                <a:latin typeface="Arial"/>
                <a:cs typeface="Arial"/>
              </a:rPr>
              <a:t>be</a:t>
            </a:r>
            <a:r>
              <a:rPr sz="1000" spc="15" dirty="0">
                <a:solidFill>
                  <a:srgbClr val="231F20"/>
                </a:solidFill>
                <a:latin typeface="Arial"/>
                <a:cs typeface="Arial"/>
              </a:rPr>
              <a:t> </a:t>
            </a:r>
            <a:r>
              <a:rPr sz="1000" dirty="0">
                <a:solidFill>
                  <a:srgbClr val="231F20"/>
                </a:solidFill>
                <a:latin typeface="Arial"/>
                <a:cs typeface="Arial"/>
              </a:rPr>
              <a:t>able</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use</a:t>
            </a:r>
            <a:r>
              <a:rPr sz="1000" spc="15" dirty="0">
                <a:solidFill>
                  <a:srgbClr val="231F20"/>
                </a:solidFill>
                <a:latin typeface="Arial"/>
                <a:cs typeface="Arial"/>
              </a:rPr>
              <a:t> </a:t>
            </a:r>
            <a:r>
              <a:rPr sz="1000" dirty="0">
                <a:solidFill>
                  <a:srgbClr val="231F20"/>
                </a:solidFill>
                <a:latin typeface="Arial"/>
                <a:cs typeface="Arial"/>
              </a:rPr>
              <a:t>throughout</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lives.</a:t>
            </a:r>
            <a:r>
              <a:rPr sz="1000" spc="1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then</a:t>
            </a:r>
            <a:r>
              <a:rPr sz="1000" spc="-20"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spc="-10" dirty="0">
                <a:solidFill>
                  <a:srgbClr val="231F20"/>
                </a:solidFill>
                <a:latin typeface="Arial"/>
                <a:cs typeface="Arial"/>
              </a:rPr>
              <a:t>amazing</a:t>
            </a:r>
            <a:r>
              <a:rPr sz="1000" spc="-20" dirty="0">
                <a:solidFill>
                  <a:srgbClr val="231F20"/>
                </a:solidFill>
                <a:latin typeface="Arial"/>
                <a:cs typeface="Arial"/>
              </a:rPr>
              <a:t> </a:t>
            </a:r>
            <a:r>
              <a:rPr sz="1000" dirty="0">
                <a:solidFill>
                  <a:srgbClr val="231F20"/>
                </a:solidFill>
                <a:latin typeface="Arial"/>
                <a:cs typeface="Arial"/>
              </a:rPr>
              <a:t>multi-day</a:t>
            </a:r>
            <a:r>
              <a:rPr sz="1000" spc="-15" dirty="0">
                <a:solidFill>
                  <a:srgbClr val="231F20"/>
                </a:solidFill>
                <a:latin typeface="Arial"/>
                <a:cs typeface="Arial"/>
              </a:rPr>
              <a:t> </a:t>
            </a:r>
            <a:r>
              <a:rPr sz="1000" dirty="0">
                <a:solidFill>
                  <a:srgbClr val="231F20"/>
                </a:solidFill>
                <a:latin typeface="Arial"/>
                <a:cs typeface="Arial"/>
              </a:rPr>
              <a:t>Civil</a:t>
            </a:r>
            <a:r>
              <a:rPr sz="1000" spc="-15" dirty="0">
                <a:solidFill>
                  <a:srgbClr val="231F20"/>
                </a:solidFill>
                <a:latin typeface="Arial"/>
                <a:cs typeface="Arial"/>
              </a:rPr>
              <a:t> </a:t>
            </a:r>
            <a:r>
              <a:rPr sz="1000" spc="-10" dirty="0">
                <a:solidFill>
                  <a:srgbClr val="231F20"/>
                </a:solidFill>
                <a:latin typeface="Arial"/>
                <a:cs typeface="Arial"/>
              </a:rPr>
              <a:t>Rights</a:t>
            </a:r>
            <a:r>
              <a:rPr sz="1000" spc="-20" dirty="0">
                <a:solidFill>
                  <a:srgbClr val="231F20"/>
                </a:solidFill>
                <a:latin typeface="Arial"/>
                <a:cs typeface="Arial"/>
              </a:rPr>
              <a:t> Trip</a:t>
            </a:r>
            <a:r>
              <a:rPr sz="1000" spc="-15" dirty="0">
                <a:solidFill>
                  <a:srgbClr val="231F20"/>
                </a:solidFill>
                <a:latin typeface="Arial"/>
                <a:cs typeface="Arial"/>
              </a:rPr>
              <a:t> </a:t>
            </a:r>
            <a:r>
              <a:rPr sz="1000" spc="-25" dirty="0">
                <a:solidFill>
                  <a:srgbClr val="231F20"/>
                </a:solidFill>
                <a:latin typeface="Arial"/>
                <a:cs typeface="Arial"/>
              </a:rPr>
              <a:t>to </a:t>
            </a:r>
            <a:r>
              <a:rPr sz="1000" spc="-10" dirty="0">
                <a:solidFill>
                  <a:srgbClr val="231F20"/>
                </a:solidFill>
                <a:latin typeface="Arial"/>
                <a:cs typeface="Arial"/>
              </a:rPr>
              <a:t>Charleston, </a:t>
            </a:r>
            <a:r>
              <a:rPr sz="1000" dirty="0">
                <a:solidFill>
                  <a:srgbClr val="231F20"/>
                </a:solidFill>
                <a:latin typeface="Arial"/>
                <a:cs typeface="Arial"/>
              </a:rPr>
              <a:t>South</a:t>
            </a:r>
            <a:r>
              <a:rPr sz="1000" spc="-5" dirty="0">
                <a:solidFill>
                  <a:srgbClr val="231F20"/>
                </a:solidFill>
                <a:latin typeface="Arial"/>
                <a:cs typeface="Arial"/>
              </a:rPr>
              <a:t> </a:t>
            </a:r>
            <a:r>
              <a:rPr sz="1000" spc="-10" dirty="0">
                <a:solidFill>
                  <a:srgbClr val="231F20"/>
                </a:solidFill>
                <a:latin typeface="Arial"/>
                <a:cs typeface="Arial"/>
              </a:rPr>
              <a:t>Carolina.</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struggle</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Civil</a:t>
            </a:r>
            <a:r>
              <a:rPr sz="1000" spc="-5" dirty="0">
                <a:solidFill>
                  <a:srgbClr val="231F20"/>
                </a:solidFill>
                <a:latin typeface="Arial"/>
                <a:cs typeface="Arial"/>
              </a:rPr>
              <a:t> </a:t>
            </a:r>
            <a:r>
              <a:rPr sz="1000" spc="-10" dirty="0">
                <a:solidFill>
                  <a:srgbClr val="231F20"/>
                </a:solidFill>
                <a:latin typeface="Arial"/>
                <a:cs typeface="Arial"/>
              </a:rPr>
              <a:t>Rights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America</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lens </a:t>
            </a:r>
            <a:r>
              <a:rPr sz="1000" spc="-25" dirty="0">
                <a:solidFill>
                  <a:srgbClr val="231F20"/>
                </a:solidFill>
                <a:latin typeface="Arial"/>
                <a:cs typeface="Arial"/>
              </a:rPr>
              <a:t>of </a:t>
            </a:r>
            <a:r>
              <a:rPr sz="1000" dirty="0">
                <a:solidFill>
                  <a:srgbClr val="231F20"/>
                </a:solidFill>
                <a:latin typeface="Arial"/>
                <a:cs typeface="Arial"/>
              </a:rPr>
              <a:t>South</a:t>
            </a:r>
            <a:r>
              <a:rPr sz="1000" spc="10" dirty="0">
                <a:solidFill>
                  <a:srgbClr val="231F20"/>
                </a:solidFill>
                <a:latin typeface="Arial"/>
                <a:cs typeface="Arial"/>
              </a:rPr>
              <a:t> </a:t>
            </a:r>
            <a:r>
              <a:rPr sz="1000" spc="-20" dirty="0">
                <a:solidFill>
                  <a:srgbClr val="231F20"/>
                </a:solidFill>
                <a:latin typeface="Arial"/>
                <a:cs typeface="Arial"/>
              </a:rPr>
              <a:t>Carolina’s</a:t>
            </a:r>
            <a:r>
              <a:rPr sz="1000" spc="10" dirty="0">
                <a:solidFill>
                  <a:srgbClr val="231F20"/>
                </a:solidFill>
                <a:latin typeface="Arial"/>
                <a:cs typeface="Arial"/>
              </a:rPr>
              <a:t> </a:t>
            </a:r>
            <a:r>
              <a:rPr sz="1000" dirty="0">
                <a:solidFill>
                  <a:srgbClr val="231F20"/>
                </a:solidFill>
                <a:latin typeface="Arial"/>
                <a:cs typeface="Arial"/>
              </a:rPr>
              <a:t>institutions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leaders,</a:t>
            </a:r>
            <a:r>
              <a:rPr sz="1000" spc="10" dirty="0">
                <a:solidFill>
                  <a:srgbClr val="231F20"/>
                </a:solidFill>
                <a:latin typeface="Arial"/>
                <a:cs typeface="Arial"/>
              </a:rPr>
              <a:t> </a:t>
            </a:r>
            <a:r>
              <a:rPr sz="1000" dirty="0">
                <a:solidFill>
                  <a:srgbClr val="231F20"/>
                </a:solidFill>
                <a:latin typeface="Arial"/>
                <a:cs typeface="Arial"/>
              </a:rPr>
              <a:t>including</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Gullah/Geechie</a:t>
            </a:r>
            <a:r>
              <a:rPr sz="1000" spc="-15" dirty="0">
                <a:solidFill>
                  <a:srgbClr val="231F20"/>
                </a:solidFill>
                <a:latin typeface="Arial"/>
                <a:cs typeface="Arial"/>
              </a:rPr>
              <a:t> </a:t>
            </a:r>
            <a:r>
              <a:rPr sz="1000" dirty="0">
                <a:solidFill>
                  <a:srgbClr val="231F20"/>
                </a:solidFill>
                <a:latin typeface="Arial"/>
                <a:cs typeface="Arial"/>
              </a:rPr>
              <a:t>traditions.</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experience</a:t>
            </a:r>
            <a:r>
              <a:rPr sz="1000" spc="-15" dirty="0">
                <a:solidFill>
                  <a:srgbClr val="231F20"/>
                </a:solidFill>
                <a:latin typeface="Arial"/>
                <a:cs typeface="Arial"/>
              </a:rPr>
              <a:t> </a:t>
            </a:r>
            <a:r>
              <a:rPr sz="1000" spc="-10" dirty="0">
                <a:solidFill>
                  <a:srgbClr val="231F20"/>
                </a:solidFill>
                <a:latin typeface="Arial"/>
                <a:cs typeface="Arial"/>
              </a:rPr>
              <a:t>encompassed </a:t>
            </a:r>
            <a:r>
              <a:rPr sz="1000" dirty="0">
                <a:solidFill>
                  <a:srgbClr val="231F20"/>
                </a:solidFill>
                <a:latin typeface="Arial"/>
                <a:cs typeface="Arial"/>
              </a:rPr>
              <a:t>cultural,</a:t>
            </a:r>
            <a:r>
              <a:rPr sz="1000" spc="-25" dirty="0">
                <a:solidFill>
                  <a:srgbClr val="231F20"/>
                </a:solidFill>
                <a:latin typeface="Arial"/>
                <a:cs typeface="Arial"/>
              </a:rPr>
              <a:t> </a:t>
            </a:r>
            <a:r>
              <a:rPr sz="1000" dirty="0">
                <a:solidFill>
                  <a:srgbClr val="231F20"/>
                </a:solidFill>
                <a:latin typeface="Arial"/>
                <a:cs typeface="Arial"/>
              </a:rPr>
              <a:t>educational,</a:t>
            </a:r>
            <a:r>
              <a:rPr sz="1000" spc="-25" dirty="0">
                <a:solidFill>
                  <a:srgbClr val="231F20"/>
                </a:solidFill>
                <a:latin typeface="Arial"/>
                <a:cs typeface="Arial"/>
              </a:rPr>
              <a:t> </a:t>
            </a:r>
            <a:r>
              <a:rPr sz="1000" spc="-10" dirty="0">
                <a:solidFill>
                  <a:srgbClr val="231F20"/>
                </a:solidFill>
                <a:latin typeface="Arial"/>
                <a:cs typeface="Arial"/>
              </a:rPr>
              <a:t>social,</a:t>
            </a:r>
            <a:r>
              <a:rPr sz="1000" spc="-25" dirty="0">
                <a:solidFill>
                  <a:srgbClr val="231F20"/>
                </a:solidFill>
                <a:latin typeface="Arial"/>
                <a:cs typeface="Arial"/>
              </a:rPr>
              <a:t> </a:t>
            </a:r>
            <a:r>
              <a:rPr sz="1000" dirty="0">
                <a:solidFill>
                  <a:srgbClr val="231F20"/>
                </a:solidFill>
                <a:latin typeface="Arial"/>
                <a:cs typeface="Arial"/>
              </a:rPr>
              <a:t>recreational</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service experiences that our junior teens will</a:t>
            </a:r>
            <a:r>
              <a:rPr sz="1000" spc="5" dirty="0">
                <a:solidFill>
                  <a:srgbClr val="231F20"/>
                </a:solidFill>
                <a:latin typeface="Arial"/>
                <a:cs typeface="Arial"/>
              </a:rPr>
              <a:t> </a:t>
            </a:r>
            <a:r>
              <a:rPr sz="1000" dirty="0">
                <a:solidFill>
                  <a:srgbClr val="231F20"/>
                </a:solidFill>
                <a:latin typeface="Arial"/>
                <a:cs typeface="Arial"/>
              </a:rPr>
              <a:t>never </a:t>
            </a:r>
            <a:r>
              <a:rPr sz="1000" spc="-10" dirty="0">
                <a:solidFill>
                  <a:srgbClr val="231F20"/>
                </a:solidFill>
                <a:latin typeface="Arial"/>
                <a:cs typeface="Arial"/>
              </a:rPr>
              <a:t>forget.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expressed</a:t>
            </a:r>
            <a:r>
              <a:rPr sz="1000" spc="-5" dirty="0">
                <a:solidFill>
                  <a:srgbClr val="231F20"/>
                </a:solidFill>
                <a:latin typeface="Arial"/>
                <a:cs typeface="Arial"/>
              </a:rPr>
              <a:t> </a:t>
            </a:r>
            <a:r>
              <a:rPr sz="1000" dirty="0">
                <a:solidFill>
                  <a:srgbClr val="231F20"/>
                </a:solidFill>
                <a:latin typeface="Arial"/>
                <a:cs typeface="Arial"/>
              </a:rPr>
              <a:t>themselves</a:t>
            </a:r>
            <a:r>
              <a:rPr sz="1000" spc="-5" dirty="0">
                <a:solidFill>
                  <a:srgbClr val="231F20"/>
                </a:solidFill>
                <a:latin typeface="Arial"/>
                <a:cs typeface="Arial"/>
              </a:rPr>
              <a:t> </a:t>
            </a:r>
            <a:r>
              <a:rPr sz="1000" dirty="0">
                <a:solidFill>
                  <a:srgbClr val="231F20"/>
                </a:solidFill>
                <a:latin typeface="Arial"/>
                <a:cs typeface="Arial"/>
              </a:rPr>
              <a:t>creatively</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unique</a:t>
            </a:r>
            <a:r>
              <a:rPr sz="1000" spc="55" dirty="0">
                <a:solidFill>
                  <a:srgbClr val="231F20"/>
                </a:solidFill>
                <a:latin typeface="Arial"/>
                <a:cs typeface="Arial"/>
              </a:rPr>
              <a:t> </a:t>
            </a:r>
            <a:r>
              <a:rPr sz="1000" dirty="0">
                <a:solidFill>
                  <a:srgbClr val="231F20"/>
                </a:solidFill>
                <a:latin typeface="Arial"/>
                <a:cs typeface="Arial"/>
              </a:rPr>
              <a:t>woodworking</a:t>
            </a:r>
            <a:r>
              <a:rPr sz="1000" spc="55" dirty="0">
                <a:solidFill>
                  <a:srgbClr val="231F20"/>
                </a:solidFill>
                <a:latin typeface="Arial"/>
                <a:cs typeface="Arial"/>
              </a:rPr>
              <a:t> </a:t>
            </a:r>
            <a:r>
              <a:rPr sz="1000" dirty="0">
                <a:solidFill>
                  <a:srgbClr val="231F20"/>
                </a:solidFill>
                <a:latin typeface="Arial"/>
                <a:cs typeface="Arial"/>
              </a:rPr>
              <a:t>and</a:t>
            </a:r>
            <a:r>
              <a:rPr sz="1000" spc="55" dirty="0">
                <a:solidFill>
                  <a:srgbClr val="231F20"/>
                </a:solidFill>
                <a:latin typeface="Arial"/>
                <a:cs typeface="Arial"/>
              </a:rPr>
              <a:t> </a:t>
            </a:r>
            <a:r>
              <a:rPr sz="1000" dirty="0">
                <a:solidFill>
                  <a:srgbClr val="231F20"/>
                </a:solidFill>
                <a:latin typeface="Arial"/>
                <a:cs typeface="Arial"/>
              </a:rPr>
              <a:t>painting</a:t>
            </a:r>
            <a:r>
              <a:rPr sz="1000" spc="55" dirty="0">
                <a:solidFill>
                  <a:srgbClr val="231F20"/>
                </a:solidFill>
                <a:latin typeface="Arial"/>
                <a:cs typeface="Arial"/>
              </a:rPr>
              <a:t> </a:t>
            </a:r>
            <a:r>
              <a:rPr sz="1000" dirty="0">
                <a:solidFill>
                  <a:srgbClr val="231F20"/>
                </a:solidFill>
                <a:latin typeface="Arial"/>
                <a:cs typeface="Arial"/>
              </a:rPr>
              <a:t>experience</a:t>
            </a:r>
            <a:r>
              <a:rPr sz="1000" spc="60" dirty="0">
                <a:solidFill>
                  <a:srgbClr val="231F20"/>
                </a:solidFill>
                <a:latin typeface="Arial"/>
                <a:cs typeface="Arial"/>
              </a:rPr>
              <a:t> </a:t>
            </a:r>
            <a:r>
              <a:rPr sz="1000" spc="-20" dirty="0">
                <a:solidFill>
                  <a:srgbClr val="231F20"/>
                </a:solidFill>
                <a:latin typeface="Arial"/>
                <a:cs typeface="Arial"/>
              </a:rPr>
              <a:t>being </a:t>
            </a:r>
            <a:r>
              <a:rPr sz="1000" dirty="0">
                <a:solidFill>
                  <a:srgbClr val="231F20"/>
                </a:solidFill>
                <a:latin typeface="Arial"/>
                <a:cs typeface="Arial"/>
              </a:rPr>
              <a:t>guided by</a:t>
            </a:r>
            <a:r>
              <a:rPr sz="1000" spc="5" dirty="0">
                <a:solidFill>
                  <a:srgbClr val="231F20"/>
                </a:solidFill>
                <a:latin typeface="Arial"/>
                <a:cs typeface="Arial"/>
              </a:rPr>
              <a:t> </a:t>
            </a:r>
            <a:r>
              <a:rPr sz="1000" dirty="0">
                <a:solidFill>
                  <a:srgbClr val="231F20"/>
                </a:solidFill>
                <a:latin typeface="Arial"/>
                <a:cs typeface="Arial"/>
              </a:rPr>
              <a:t>professional</a:t>
            </a:r>
            <a:r>
              <a:rPr sz="1000" spc="5" dirty="0">
                <a:solidFill>
                  <a:srgbClr val="231F20"/>
                </a:solidFill>
                <a:latin typeface="Arial"/>
                <a:cs typeface="Arial"/>
              </a:rPr>
              <a:t> </a:t>
            </a:r>
            <a:r>
              <a:rPr sz="1000" dirty="0">
                <a:solidFill>
                  <a:srgbClr val="231F20"/>
                </a:solidFill>
                <a:latin typeface="Arial"/>
                <a:cs typeface="Arial"/>
              </a:rPr>
              <a:t>instructors.</a:t>
            </a:r>
            <a:r>
              <a:rPr sz="1000" spc="5" dirty="0">
                <a:solidFill>
                  <a:srgbClr val="231F20"/>
                </a:solidFill>
                <a:latin typeface="Arial"/>
                <a:cs typeface="Arial"/>
              </a:rPr>
              <a:t> </a:t>
            </a:r>
            <a:r>
              <a:rPr sz="1000" dirty="0">
                <a:solidFill>
                  <a:srgbClr val="231F20"/>
                </a:solidFill>
                <a:latin typeface="Arial"/>
                <a:cs typeface="Arial"/>
              </a:rPr>
              <a:t>Next, our</a:t>
            </a:r>
            <a:r>
              <a:rPr sz="1000" spc="5" dirty="0">
                <a:solidFill>
                  <a:srgbClr val="231F20"/>
                </a:solidFill>
                <a:latin typeface="Arial"/>
                <a:cs typeface="Arial"/>
              </a:rPr>
              <a:t> </a:t>
            </a:r>
            <a:r>
              <a:rPr sz="1000" spc="-10" dirty="0">
                <a:solidFill>
                  <a:srgbClr val="231F20"/>
                </a:solidFill>
                <a:latin typeface="Arial"/>
                <a:cs typeface="Arial"/>
              </a:rPr>
              <a:t>middle </a:t>
            </a:r>
            <a:r>
              <a:rPr sz="1000" dirty="0">
                <a:solidFill>
                  <a:srgbClr val="231F20"/>
                </a:solidFill>
                <a:latin typeface="Arial"/>
                <a:cs typeface="Arial"/>
              </a:rPr>
              <a:t>schoolers participated in</a:t>
            </a:r>
            <a:r>
              <a:rPr sz="1000" spc="5" dirty="0">
                <a:solidFill>
                  <a:srgbClr val="231F20"/>
                </a:solidFill>
                <a:latin typeface="Arial"/>
                <a:cs typeface="Arial"/>
              </a:rPr>
              <a:t> </a:t>
            </a:r>
            <a:r>
              <a:rPr sz="1000" dirty="0">
                <a:solidFill>
                  <a:srgbClr val="231F20"/>
                </a:solidFill>
                <a:latin typeface="Arial"/>
                <a:cs typeface="Arial"/>
              </a:rPr>
              <a:t>a Voter</a:t>
            </a:r>
            <a:r>
              <a:rPr sz="1000" spc="5" dirty="0">
                <a:solidFill>
                  <a:srgbClr val="231F20"/>
                </a:solidFill>
                <a:latin typeface="Arial"/>
                <a:cs typeface="Arial"/>
              </a:rPr>
              <a:t> </a:t>
            </a:r>
            <a:r>
              <a:rPr sz="1000" spc="-10" dirty="0">
                <a:solidFill>
                  <a:srgbClr val="231F20"/>
                </a:solidFill>
                <a:latin typeface="Arial"/>
                <a:cs typeface="Arial"/>
              </a:rPr>
              <a:t>Registration</a:t>
            </a:r>
            <a:r>
              <a:rPr sz="1000" dirty="0">
                <a:solidFill>
                  <a:srgbClr val="231F20"/>
                </a:solidFill>
                <a:latin typeface="Arial"/>
                <a:cs typeface="Arial"/>
              </a:rPr>
              <a:t> </a:t>
            </a:r>
            <a:r>
              <a:rPr sz="1000" spc="-10" dirty="0">
                <a:solidFill>
                  <a:srgbClr val="231F20"/>
                </a:solidFill>
                <a:latin typeface="Arial"/>
                <a:cs typeface="Arial"/>
              </a:rPr>
              <a:t>Drive,</a:t>
            </a:r>
            <a:r>
              <a:rPr sz="1000" spc="5" dirty="0">
                <a:solidFill>
                  <a:srgbClr val="231F20"/>
                </a:solidFill>
                <a:latin typeface="Arial"/>
                <a:cs typeface="Arial"/>
              </a:rPr>
              <a:t> </a:t>
            </a:r>
            <a:r>
              <a:rPr sz="1000" spc="-20" dirty="0">
                <a:solidFill>
                  <a:srgbClr val="231F20"/>
                </a:solidFill>
                <a:latin typeface="Arial"/>
                <a:cs typeface="Arial"/>
              </a:rPr>
              <a:t>first </a:t>
            </a:r>
            <a:r>
              <a:rPr sz="1000" dirty="0">
                <a:solidFill>
                  <a:srgbClr val="231F20"/>
                </a:solidFill>
                <a:latin typeface="Arial"/>
                <a:cs typeface="Arial"/>
              </a:rPr>
              <a:t>discussing</a:t>
            </a:r>
            <a:r>
              <a:rPr sz="1000" spc="5" dirty="0">
                <a:solidFill>
                  <a:srgbClr val="231F20"/>
                </a:solidFill>
                <a:latin typeface="Arial"/>
                <a:cs typeface="Arial"/>
              </a:rPr>
              <a:t> </a:t>
            </a:r>
            <a:r>
              <a:rPr sz="1000" dirty="0">
                <a:solidFill>
                  <a:srgbClr val="231F20"/>
                </a:solidFill>
                <a:latin typeface="Arial"/>
                <a:cs typeface="Arial"/>
              </a:rPr>
              <a:t>voting</a:t>
            </a:r>
            <a:r>
              <a:rPr sz="1000" spc="10" dirty="0">
                <a:solidFill>
                  <a:srgbClr val="231F20"/>
                </a:solidFill>
                <a:latin typeface="Arial"/>
                <a:cs typeface="Arial"/>
              </a:rPr>
              <a:t> </a:t>
            </a:r>
            <a:r>
              <a:rPr sz="1000" dirty="0">
                <a:solidFill>
                  <a:srgbClr val="231F20"/>
                </a:solidFill>
                <a:latin typeface="Arial"/>
                <a:cs typeface="Arial"/>
              </a:rPr>
              <a:t>rights,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voter</a:t>
            </a:r>
            <a:r>
              <a:rPr sz="1000" spc="10" dirty="0">
                <a:solidFill>
                  <a:srgbClr val="231F20"/>
                </a:solidFill>
                <a:latin typeface="Arial"/>
                <a:cs typeface="Arial"/>
              </a:rPr>
              <a:t> </a:t>
            </a:r>
            <a:r>
              <a:rPr sz="1000" dirty="0">
                <a:solidFill>
                  <a:srgbClr val="231F20"/>
                </a:solidFill>
                <a:latin typeface="Arial"/>
                <a:cs typeface="Arial"/>
              </a:rPr>
              <a:t>registration</a:t>
            </a:r>
            <a:r>
              <a:rPr sz="1000" spc="5" dirty="0">
                <a:solidFill>
                  <a:srgbClr val="231F20"/>
                </a:solidFill>
                <a:latin typeface="Arial"/>
                <a:cs typeface="Arial"/>
              </a:rPr>
              <a:t> </a:t>
            </a:r>
            <a:r>
              <a:rPr sz="1000" spc="-10" dirty="0">
                <a:solidFill>
                  <a:srgbClr val="231F20"/>
                </a:solidFill>
                <a:latin typeface="Arial"/>
                <a:cs typeface="Arial"/>
              </a:rPr>
              <a:t>process</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tools</a:t>
            </a:r>
            <a:r>
              <a:rPr sz="1000" spc="-5" dirty="0">
                <a:solidFill>
                  <a:srgbClr val="231F20"/>
                </a:solidFill>
                <a:latin typeface="Arial"/>
                <a:cs typeface="Arial"/>
              </a:rPr>
              <a:t> </a:t>
            </a:r>
            <a:r>
              <a:rPr sz="1000" dirty="0">
                <a:solidFill>
                  <a:srgbClr val="231F20"/>
                </a:solidFill>
                <a:latin typeface="Arial"/>
                <a:cs typeface="Arial"/>
              </a:rPr>
              <a:t>available</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voter</a:t>
            </a:r>
            <a:r>
              <a:rPr sz="1000" spc="-10" dirty="0">
                <a:solidFill>
                  <a:srgbClr val="231F20"/>
                </a:solidFill>
                <a:latin typeface="Arial"/>
                <a:cs typeface="Arial"/>
              </a:rPr>
              <a:t> </a:t>
            </a:r>
            <a:r>
              <a:rPr sz="1000" dirty="0">
                <a:solidFill>
                  <a:srgbClr val="231F20"/>
                </a:solidFill>
                <a:latin typeface="Arial"/>
                <a:cs typeface="Arial"/>
              </a:rPr>
              <a:t>registration.</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spc="-25" dirty="0">
                <a:solidFill>
                  <a:srgbClr val="231F20"/>
                </a:solidFill>
                <a:latin typeface="Arial"/>
                <a:cs typeface="Arial"/>
              </a:rPr>
              <a:t>put</a:t>
            </a:r>
            <a:endParaRPr sz="1000">
              <a:latin typeface="Arial"/>
              <a:cs typeface="Arial"/>
            </a:endParaRPr>
          </a:p>
          <a:p>
            <a:pPr marL="12700" marR="42545">
              <a:lnSpc>
                <a:spcPct val="100000"/>
              </a:lnSpc>
            </a:pP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training</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good</a:t>
            </a:r>
            <a:r>
              <a:rPr sz="1000" spc="30" dirty="0">
                <a:solidFill>
                  <a:srgbClr val="231F20"/>
                </a:solidFill>
                <a:latin typeface="Arial"/>
                <a:cs typeface="Arial"/>
              </a:rPr>
              <a:t> </a:t>
            </a:r>
            <a:r>
              <a:rPr sz="1000" dirty="0">
                <a:solidFill>
                  <a:srgbClr val="231F20"/>
                </a:solidFill>
                <a:latin typeface="Arial"/>
                <a:cs typeface="Arial"/>
              </a:rPr>
              <a:t>use</a:t>
            </a:r>
            <a:r>
              <a:rPr sz="1000" spc="30" dirty="0">
                <a:solidFill>
                  <a:srgbClr val="231F20"/>
                </a:solidFill>
                <a:latin typeface="Arial"/>
                <a:cs typeface="Arial"/>
              </a:rPr>
              <a:t> </a:t>
            </a:r>
            <a:r>
              <a:rPr sz="1000" dirty="0">
                <a:solidFill>
                  <a:srgbClr val="231F20"/>
                </a:solidFill>
                <a:latin typeface="Arial"/>
                <a:cs typeface="Arial"/>
              </a:rPr>
              <a:t>by</a:t>
            </a:r>
            <a:r>
              <a:rPr sz="1000" spc="30" dirty="0">
                <a:solidFill>
                  <a:srgbClr val="231F20"/>
                </a:solidFill>
                <a:latin typeface="Arial"/>
                <a:cs typeface="Arial"/>
              </a:rPr>
              <a:t> </a:t>
            </a:r>
            <a:r>
              <a:rPr sz="1000" dirty="0">
                <a:solidFill>
                  <a:srgbClr val="231F20"/>
                </a:solidFill>
                <a:latin typeface="Arial"/>
                <a:cs typeface="Arial"/>
              </a:rPr>
              <a:t>actively</a:t>
            </a:r>
            <a:r>
              <a:rPr sz="1000" spc="30" dirty="0">
                <a:solidFill>
                  <a:srgbClr val="231F20"/>
                </a:solidFill>
                <a:latin typeface="Arial"/>
                <a:cs typeface="Arial"/>
              </a:rPr>
              <a:t> </a:t>
            </a:r>
            <a:r>
              <a:rPr sz="1000" dirty="0">
                <a:solidFill>
                  <a:srgbClr val="231F20"/>
                </a:solidFill>
                <a:latin typeface="Arial"/>
                <a:cs typeface="Arial"/>
              </a:rPr>
              <a:t>registering</a:t>
            </a:r>
            <a:r>
              <a:rPr sz="1000" spc="30" dirty="0">
                <a:solidFill>
                  <a:srgbClr val="231F20"/>
                </a:solidFill>
                <a:latin typeface="Arial"/>
                <a:cs typeface="Arial"/>
              </a:rPr>
              <a:t> </a:t>
            </a:r>
            <a:r>
              <a:rPr sz="1000" dirty="0">
                <a:solidFill>
                  <a:srgbClr val="231F20"/>
                </a:solidFill>
                <a:latin typeface="Arial"/>
                <a:cs typeface="Arial"/>
              </a:rPr>
              <a:t>people</a:t>
            </a:r>
            <a:r>
              <a:rPr sz="1000" spc="3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vote</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outdoor</a:t>
            </a:r>
            <a:r>
              <a:rPr sz="1000" spc="10" dirty="0">
                <a:solidFill>
                  <a:srgbClr val="231F20"/>
                </a:solidFill>
                <a:latin typeface="Arial"/>
                <a:cs typeface="Arial"/>
              </a:rPr>
              <a:t> </a:t>
            </a:r>
            <a:r>
              <a:rPr sz="1000" dirty="0">
                <a:solidFill>
                  <a:srgbClr val="231F20"/>
                </a:solidFill>
                <a:latin typeface="Arial"/>
                <a:cs typeface="Arial"/>
              </a:rPr>
              <a:t>shopping</a:t>
            </a:r>
            <a:r>
              <a:rPr sz="1000" spc="5" dirty="0">
                <a:solidFill>
                  <a:srgbClr val="231F20"/>
                </a:solidFill>
                <a:latin typeface="Arial"/>
                <a:cs typeface="Arial"/>
              </a:rPr>
              <a:t> </a:t>
            </a:r>
            <a:r>
              <a:rPr sz="1000" dirty="0">
                <a:solidFill>
                  <a:srgbClr val="231F20"/>
                </a:solidFill>
                <a:latin typeface="Arial"/>
                <a:cs typeface="Arial"/>
              </a:rPr>
              <a:t>venue.</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middle</a:t>
            </a:r>
            <a:r>
              <a:rPr sz="1000" spc="10" dirty="0">
                <a:solidFill>
                  <a:srgbClr val="231F20"/>
                </a:solidFill>
                <a:latin typeface="Arial"/>
                <a:cs typeface="Arial"/>
              </a:rPr>
              <a:t> </a:t>
            </a:r>
            <a:r>
              <a:rPr sz="1000" spc="-10" dirty="0">
                <a:solidFill>
                  <a:srgbClr val="231F20"/>
                </a:solidFill>
                <a:latin typeface="Arial"/>
                <a:cs typeface="Arial"/>
              </a:rPr>
              <a:t>schoolers </a:t>
            </a:r>
            <a:r>
              <a:rPr sz="1000" dirty="0">
                <a:solidFill>
                  <a:srgbClr val="231F20"/>
                </a:solidFill>
                <a:latin typeface="Arial"/>
                <a:cs typeface="Arial"/>
              </a:rPr>
              <a:t>then hosted a fundraiser dance party,</a:t>
            </a:r>
            <a:r>
              <a:rPr sz="1000" spc="5" dirty="0">
                <a:solidFill>
                  <a:srgbClr val="231F20"/>
                </a:solidFill>
                <a:latin typeface="Arial"/>
                <a:cs typeface="Arial"/>
              </a:rPr>
              <a:t> </a:t>
            </a:r>
            <a:r>
              <a:rPr sz="1000" dirty="0">
                <a:solidFill>
                  <a:srgbClr val="231F20"/>
                </a:solidFill>
                <a:latin typeface="Arial"/>
                <a:cs typeface="Arial"/>
              </a:rPr>
              <a:t>planning the </a:t>
            </a:r>
            <a:r>
              <a:rPr sz="1000" spc="-20" dirty="0">
                <a:solidFill>
                  <a:srgbClr val="231F20"/>
                </a:solidFill>
                <a:latin typeface="Arial"/>
                <a:cs typeface="Arial"/>
              </a:rPr>
              <a:t>event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soup</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nuts</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ensure</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successful event.</a:t>
            </a:r>
            <a:endParaRPr sz="1000">
              <a:latin typeface="Arial"/>
              <a:cs typeface="Arial"/>
            </a:endParaRPr>
          </a:p>
          <a:p>
            <a:pPr marL="12700" marR="45720">
              <a:lnSpc>
                <a:spcPct val="100000"/>
              </a:lnSpc>
            </a:pPr>
            <a:r>
              <a:rPr sz="1000" dirty="0">
                <a:solidFill>
                  <a:srgbClr val="231F20"/>
                </a:solidFill>
                <a:latin typeface="Arial"/>
                <a:cs typeface="Arial"/>
              </a:rPr>
              <a:t>They donated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proceeds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Stepping</a:t>
            </a:r>
            <a:r>
              <a:rPr sz="1000" spc="5" dirty="0">
                <a:solidFill>
                  <a:srgbClr val="231F20"/>
                </a:solidFill>
                <a:latin typeface="Arial"/>
                <a:cs typeface="Arial"/>
              </a:rPr>
              <a:t> </a:t>
            </a:r>
            <a:r>
              <a:rPr sz="1000" spc="-10" dirty="0">
                <a:solidFill>
                  <a:srgbClr val="231F20"/>
                </a:solidFill>
                <a:latin typeface="Arial"/>
                <a:cs typeface="Arial"/>
              </a:rPr>
              <a:t>Stones</a:t>
            </a:r>
            <a:r>
              <a:rPr sz="1000" spc="5" dirty="0">
                <a:solidFill>
                  <a:srgbClr val="231F20"/>
                </a:solidFill>
                <a:latin typeface="Arial"/>
                <a:cs typeface="Arial"/>
              </a:rPr>
              <a:t> </a:t>
            </a:r>
            <a:r>
              <a:rPr sz="1000" dirty="0">
                <a:solidFill>
                  <a:srgbClr val="231F20"/>
                </a:solidFill>
                <a:latin typeface="Arial"/>
                <a:cs typeface="Arial"/>
              </a:rPr>
              <a:t>Shelter</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benefit homeless </a:t>
            </a:r>
            <a:r>
              <a:rPr sz="1000" spc="-10" dirty="0">
                <a:solidFill>
                  <a:srgbClr val="231F20"/>
                </a:solidFill>
                <a:latin typeface="Arial"/>
                <a:cs typeface="Arial"/>
              </a:rPr>
              <a:t>families.</a:t>
            </a:r>
            <a:r>
              <a:rPr sz="1000" dirty="0">
                <a:solidFill>
                  <a:srgbClr val="231F20"/>
                </a:solidFill>
                <a:latin typeface="Arial"/>
                <a:cs typeface="Arial"/>
              </a:rPr>
              <a:t> Our middle</a:t>
            </a:r>
            <a:r>
              <a:rPr sz="1000" spc="5" dirty="0">
                <a:solidFill>
                  <a:srgbClr val="231F20"/>
                </a:solidFill>
                <a:latin typeface="Arial"/>
                <a:cs typeface="Arial"/>
              </a:rPr>
              <a:t> </a:t>
            </a:r>
            <a:r>
              <a:rPr sz="1000" dirty="0">
                <a:solidFill>
                  <a:srgbClr val="231F20"/>
                </a:solidFill>
                <a:latin typeface="Arial"/>
                <a:cs typeface="Arial"/>
              </a:rPr>
              <a:t>schoolers </a:t>
            </a:r>
            <a:r>
              <a:rPr sz="1000" spc="-10" dirty="0">
                <a:solidFill>
                  <a:srgbClr val="231F20"/>
                </a:solidFill>
                <a:latin typeface="Arial"/>
                <a:cs typeface="Arial"/>
              </a:rPr>
              <a:t>wrapped </a:t>
            </a:r>
            <a:r>
              <a:rPr sz="1000" dirty="0">
                <a:solidFill>
                  <a:srgbClr val="231F20"/>
                </a:solidFill>
                <a:latin typeface="Arial"/>
                <a:cs typeface="Arial"/>
              </a:rPr>
              <a:t>up</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demonstration</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one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5" dirty="0">
                <a:solidFill>
                  <a:srgbClr val="231F20"/>
                </a:solidFill>
                <a:latin typeface="Arial"/>
                <a:cs typeface="Arial"/>
              </a:rPr>
              <a:t>our </a:t>
            </a:r>
            <a:r>
              <a:rPr sz="1000" spc="-10" dirty="0">
                <a:solidFill>
                  <a:srgbClr val="231F20"/>
                </a:solidFill>
                <a:latin typeface="Arial"/>
                <a:cs typeface="Arial"/>
              </a:rPr>
              <a:t>Fathers</a:t>
            </a:r>
            <a:r>
              <a:rPr sz="1000" dirty="0">
                <a:solidFill>
                  <a:srgbClr val="231F20"/>
                </a:solidFill>
                <a:latin typeface="Arial"/>
                <a:cs typeface="Arial"/>
              </a:rPr>
              <a:t> who talked to the </a:t>
            </a:r>
            <a:r>
              <a:rPr sz="1000" spc="-25" dirty="0">
                <a:solidFill>
                  <a:srgbClr val="231F20"/>
                </a:solidFill>
                <a:latin typeface="Arial"/>
                <a:cs typeface="Arial"/>
              </a:rPr>
              <a:t>jr.</a:t>
            </a:r>
            <a:r>
              <a:rPr sz="1000" dirty="0">
                <a:solidFill>
                  <a:srgbClr val="231F20"/>
                </a:solidFill>
                <a:latin typeface="Arial"/>
                <a:cs typeface="Arial"/>
              </a:rPr>
              <a:t> teens about physical </a:t>
            </a:r>
            <a:r>
              <a:rPr sz="1000" spc="-10" dirty="0">
                <a:solidFill>
                  <a:srgbClr val="231F20"/>
                </a:solidFill>
                <a:latin typeface="Arial"/>
                <a:cs typeface="Arial"/>
              </a:rPr>
              <a:t>fitness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good</a:t>
            </a:r>
            <a:r>
              <a:rPr sz="1000" spc="35" dirty="0">
                <a:solidFill>
                  <a:srgbClr val="231F20"/>
                </a:solidFill>
                <a:latin typeface="Arial"/>
                <a:cs typeface="Arial"/>
              </a:rPr>
              <a:t> </a:t>
            </a:r>
            <a:r>
              <a:rPr sz="1000" spc="-10" dirty="0">
                <a:solidFill>
                  <a:srgbClr val="231F20"/>
                </a:solidFill>
                <a:latin typeface="Arial"/>
                <a:cs typeface="Arial"/>
              </a:rPr>
              <a:t>health.</a:t>
            </a:r>
            <a:endParaRPr sz="1000">
              <a:latin typeface="Arial"/>
              <a:cs typeface="Arial"/>
            </a:endParaRPr>
          </a:p>
          <a:p>
            <a:pPr marL="12700" marR="236854">
              <a:lnSpc>
                <a:spcPct val="100000"/>
              </a:lnSpc>
              <a:spcBef>
                <a:spcPts val="9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high</a:t>
            </a:r>
            <a:r>
              <a:rPr sz="1000" spc="-5" dirty="0">
                <a:solidFill>
                  <a:srgbClr val="231F20"/>
                </a:solidFill>
                <a:latin typeface="Arial"/>
                <a:cs typeface="Arial"/>
              </a:rPr>
              <a:t> </a:t>
            </a:r>
            <a:r>
              <a:rPr sz="1000" dirty="0">
                <a:solidFill>
                  <a:srgbClr val="231F20"/>
                </a:solidFill>
                <a:latin typeface="Arial"/>
                <a:cs typeface="Arial"/>
              </a:rPr>
              <a:t>school</a:t>
            </a:r>
            <a:r>
              <a:rPr sz="1000" spc="-5" dirty="0">
                <a:solidFill>
                  <a:srgbClr val="231F20"/>
                </a:solidFill>
                <a:latin typeface="Arial"/>
                <a:cs typeface="Arial"/>
              </a:rPr>
              <a:t> </a:t>
            </a:r>
            <a:r>
              <a:rPr sz="1000" dirty="0">
                <a:solidFill>
                  <a:srgbClr val="231F20"/>
                </a:solidFill>
                <a:latin typeface="Arial"/>
                <a:cs typeface="Arial"/>
              </a:rPr>
              <a:t>senior teens</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 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exciting</a:t>
            </a:r>
            <a:r>
              <a:rPr sz="1000" spc="-10" dirty="0">
                <a:solidFill>
                  <a:srgbClr val="231F20"/>
                </a:solidFill>
                <a:latin typeface="Arial"/>
                <a:cs typeface="Arial"/>
              </a:rPr>
              <a:t> </a:t>
            </a:r>
            <a:r>
              <a:rPr sz="1000" dirty="0">
                <a:solidFill>
                  <a:srgbClr val="231F20"/>
                </a:solidFill>
                <a:latin typeface="Arial"/>
                <a:cs typeface="Arial"/>
              </a:rPr>
              <a:t>weekend</a:t>
            </a:r>
            <a:r>
              <a:rPr sz="1000" spc="-10" dirty="0">
                <a:solidFill>
                  <a:srgbClr val="231F20"/>
                </a:solidFill>
                <a:latin typeface="Arial"/>
                <a:cs typeface="Arial"/>
              </a:rPr>
              <a:t> </a:t>
            </a:r>
            <a:r>
              <a:rPr sz="1000" dirty="0">
                <a:solidFill>
                  <a:srgbClr val="231F20"/>
                </a:solidFill>
                <a:latin typeface="Arial"/>
                <a:cs typeface="Arial"/>
              </a:rPr>
              <a:t>retreat</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10" dirty="0">
                <a:solidFill>
                  <a:srgbClr val="231F20"/>
                </a:solidFill>
                <a:latin typeface="Arial"/>
                <a:cs typeface="Arial"/>
              </a:rPr>
              <a:t>Camp Wabanna.</a:t>
            </a:r>
            <a:endParaRPr sz="1000">
              <a:latin typeface="Arial"/>
              <a:cs typeface="Arial"/>
            </a:endParaRPr>
          </a:p>
          <a:p>
            <a:pPr marL="12700" marR="5080">
              <a:lnSpc>
                <a:spcPct val="100000"/>
              </a:lnSpc>
            </a:pP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participated</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teambuilding</a:t>
            </a:r>
            <a:r>
              <a:rPr sz="1000" spc="15" dirty="0">
                <a:solidFill>
                  <a:srgbClr val="231F20"/>
                </a:solidFill>
                <a:latin typeface="Arial"/>
                <a:cs typeface="Arial"/>
              </a:rPr>
              <a:t> </a:t>
            </a:r>
            <a:r>
              <a:rPr sz="1000" dirty="0">
                <a:solidFill>
                  <a:srgbClr val="231F20"/>
                </a:solidFill>
                <a:latin typeface="Arial"/>
                <a:cs typeface="Arial"/>
              </a:rPr>
              <a:t>activities,</a:t>
            </a:r>
            <a:r>
              <a:rPr sz="1000" spc="15" dirty="0">
                <a:solidFill>
                  <a:srgbClr val="231F20"/>
                </a:solidFill>
                <a:latin typeface="Arial"/>
                <a:cs typeface="Arial"/>
              </a:rPr>
              <a:t> </a:t>
            </a:r>
            <a:r>
              <a:rPr sz="1000" spc="-10" dirty="0">
                <a:solidFill>
                  <a:srgbClr val="231F20"/>
                </a:solidFill>
                <a:latin typeface="Arial"/>
                <a:cs typeface="Arial"/>
              </a:rPr>
              <a:t>leadership</a:t>
            </a:r>
            <a:r>
              <a:rPr sz="1000" spc="50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financial</a:t>
            </a:r>
            <a:r>
              <a:rPr sz="1000" spc="-25" dirty="0">
                <a:solidFill>
                  <a:srgbClr val="231F20"/>
                </a:solidFill>
                <a:latin typeface="Arial"/>
                <a:cs typeface="Arial"/>
              </a:rPr>
              <a:t> </a:t>
            </a:r>
            <a:r>
              <a:rPr sz="1000" dirty="0">
                <a:solidFill>
                  <a:srgbClr val="231F20"/>
                </a:solidFill>
                <a:latin typeface="Arial"/>
                <a:cs typeface="Arial"/>
              </a:rPr>
              <a:t>modules,</a:t>
            </a:r>
            <a:r>
              <a:rPr sz="1000" spc="-25" dirty="0">
                <a:solidFill>
                  <a:srgbClr val="231F20"/>
                </a:solidFill>
                <a:latin typeface="Arial"/>
                <a:cs typeface="Arial"/>
              </a:rPr>
              <a:t> </a:t>
            </a:r>
            <a:r>
              <a:rPr sz="1000" dirty="0">
                <a:solidFill>
                  <a:srgbClr val="231F20"/>
                </a:solidFill>
                <a:latin typeface="Arial"/>
                <a:cs typeface="Arial"/>
              </a:rPr>
              <a:t>basketball,</a:t>
            </a:r>
            <a:r>
              <a:rPr sz="1000" spc="-25" dirty="0">
                <a:solidFill>
                  <a:srgbClr val="231F20"/>
                </a:solidFill>
                <a:latin typeface="Arial"/>
                <a:cs typeface="Arial"/>
              </a:rPr>
              <a:t> </a:t>
            </a:r>
            <a:r>
              <a:rPr sz="1000" spc="-20" dirty="0">
                <a:solidFill>
                  <a:srgbClr val="231F20"/>
                </a:solidFill>
                <a:latin typeface="Arial"/>
                <a:cs typeface="Arial"/>
              </a:rPr>
              <a:t>s’mores</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fire,</a:t>
            </a:r>
            <a:r>
              <a:rPr sz="1000" spc="-25" dirty="0">
                <a:solidFill>
                  <a:srgbClr val="231F20"/>
                </a:solidFill>
                <a:latin typeface="Arial"/>
                <a:cs typeface="Arial"/>
              </a:rPr>
              <a:t> an </a:t>
            </a:r>
            <a:r>
              <a:rPr sz="1000" dirty="0">
                <a:solidFill>
                  <a:srgbClr val="231F20"/>
                </a:solidFill>
                <a:latin typeface="Arial"/>
                <a:cs typeface="Arial"/>
              </a:rPr>
              <a:t>enriching</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 project</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more.</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highlight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Game</a:t>
            </a:r>
            <a:r>
              <a:rPr sz="1000" spc="-5" dirty="0">
                <a:solidFill>
                  <a:srgbClr val="231F20"/>
                </a:solidFill>
                <a:latin typeface="Arial"/>
                <a:cs typeface="Arial"/>
              </a:rPr>
              <a:t> </a:t>
            </a:r>
            <a:r>
              <a:rPr sz="1000" dirty="0">
                <a:solidFill>
                  <a:srgbClr val="231F20"/>
                </a:solidFill>
                <a:latin typeface="Arial"/>
                <a:cs typeface="Arial"/>
              </a:rPr>
              <a:t>of Life</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simulated</a:t>
            </a:r>
            <a:r>
              <a:rPr sz="1000" spc="-20" dirty="0">
                <a:solidFill>
                  <a:srgbClr val="231F20"/>
                </a:solidFill>
                <a:latin typeface="Arial"/>
                <a:cs typeface="Arial"/>
              </a:rPr>
              <a:t> </a:t>
            </a:r>
            <a:r>
              <a:rPr sz="1000" dirty="0">
                <a:solidFill>
                  <a:srgbClr val="231F20"/>
                </a:solidFill>
                <a:latin typeface="Arial"/>
                <a:cs typeface="Arial"/>
              </a:rPr>
              <a:t>real</a:t>
            </a:r>
            <a:r>
              <a:rPr sz="1000" spc="-15" dirty="0">
                <a:solidFill>
                  <a:srgbClr val="231F20"/>
                </a:solidFill>
                <a:latin typeface="Arial"/>
                <a:cs typeface="Arial"/>
              </a:rPr>
              <a:t> </a:t>
            </a:r>
            <a:r>
              <a:rPr sz="1000" dirty="0">
                <a:solidFill>
                  <a:srgbClr val="231F20"/>
                </a:solidFill>
                <a:latin typeface="Arial"/>
                <a:cs typeface="Arial"/>
              </a:rPr>
              <a:t>life</a:t>
            </a:r>
            <a:r>
              <a:rPr sz="1000" spc="-15" dirty="0">
                <a:solidFill>
                  <a:srgbClr val="231F20"/>
                </a:solidFill>
                <a:latin typeface="Arial"/>
                <a:cs typeface="Arial"/>
              </a:rPr>
              <a:t> </a:t>
            </a:r>
            <a:r>
              <a:rPr sz="1000" dirty="0">
                <a:solidFill>
                  <a:srgbClr val="231F20"/>
                </a:solidFill>
                <a:latin typeface="Arial"/>
                <a:cs typeface="Arial"/>
              </a:rPr>
              <a:t>choices</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decisions</a:t>
            </a:r>
            <a:r>
              <a:rPr sz="1000" spc="-15" dirty="0">
                <a:solidFill>
                  <a:srgbClr val="231F20"/>
                </a:solidFill>
                <a:latin typeface="Arial"/>
                <a:cs typeface="Arial"/>
              </a:rPr>
              <a:t> </a:t>
            </a:r>
            <a:r>
              <a:rPr sz="1000" dirty="0">
                <a:solidFill>
                  <a:srgbClr val="231F20"/>
                </a:solidFill>
                <a:latin typeface="Arial"/>
                <a:cs typeface="Arial"/>
              </a:rPr>
              <a:t>around</a:t>
            </a:r>
            <a:r>
              <a:rPr sz="1000" spc="-15" dirty="0">
                <a:solidFill>
                  <a:srgbClr val="231F20"/>
                </a:solidFill>
                <a:latin typeface="Arial"/>
                <a:cs typeface="Arial"/>
              </a:rPr>
              <a:t> </a:t>
            </a:r>
            <a:r>
              <a:rPr sz="1000" spc="-10" dirty="0">
                <a:solidFill>
                  <a:srgbClr val="231F20"/>
                </a:solidFill>
                <a:latin typeface="Arial"/>
                <a:cs typeface="Arial"/>
              </a:rPr>
              <a:t>careers, </a:t>
            </a:r>
            <a:r>
              <a:rPr sz="1000" dirty="0">
                <a:solidFill>
                  <a:srgbClr val="231F20"/>
                </a:solidFill>
                <a:latin typeface="Arial"/>
                <a:cs typeface="Arial"/>
              </a:rPr>
              <a:t>budgeting,</a:t>
            </a:r>
            <a:r>
              <a:rPr sz="1000" spc="10" dirty="0">
                <a:solidFill>
                  <a:srgbClr val="231F20"/>
                </a:solidFill>
                <a:latin typeface="Arial"/>
                <a:cs typeface="Arial"/>
              </a:rPr>
              <a:t> </a:t>
            </a:r>
            <a:r>
              <a:rPr sz="1000" dirty="0">
                <a:solidFill>
                  <a:srgbClr val="231F20"/>
                </a:solidFill>
                <a:latin typeface="Arial"/>
                <a:cs typeface="Arial"/>
              </a:rPr>
              <a:t>paying</a:t>
            </a:r>
            <a:r>
              <a:rPr sz="1000" spc="10" dirty="0">
                <a:solidFill>
                  <a:srgbClr val="231F20"/>
                </a:solidFill>
                <a:latin typeface="Arial"/>
                <a:cs typeface="Arial"/>
              </a:rPr>
              <a:t> </a:t>
            </a:r>
            <a:r>
              <a:rPr sz="1000" dirty="0">
                <a:solidFill>
                  <a:srgbClr val="231F20"/>
                </a:solidFill>
                <a:latin typeface="Arial"/>
                <a:cs typeface="Arial"/>
              </a:rPr>
              <a:t>bills,</a:t>
            </a:r>
            <a:r>
              <a:rPr sz="1000" spc="10" dirty="0">
                <a:solidFill>
                  <a:srgbClr val="231F20"/>
                </a:solidFill>
                <a:latin typeface="Arial"/>
                <a:cs typeface="Arial"/>
              </a:rPr>
              <a:t> </a:t>
            </a:r>
            <a:r>
              <a:rPr sz="1000" dirty="0">
                <a:solidFill>
                  <a:srgbClr val="231F20"/>
                </a:solidFill>
                <a:latin typeface="Arial"/>
                <a:cs typeface="Arial"/>
              </a:rPr>
              <a:t>investment</a:t>
            </a:r>
            <a:r>
              <a:rPr sz="1000" spc="10" dirty="0">
                <a:solidFill>
                  <a:srgbClr val="231F20"/>
                </a:solidFill>
                <a:latin typeface="Arial"/>
                <a:cs typeface="Arial"/>
              </a:rPr>
              <a:t> </a:t>
            </a:r>
            <a:r>
              <a:rPr sz="1000" dirty="0">
                <a:solidFill>
                  <a:srgbClr val="231F20"/>
                </a:solidFill>
                <a:latin typeface="Arial"/>
                <a:cs typeface="Arial"/>
              </a:rPr>
              <a:t>options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more.</a:t>
            </a:r>
            <a:r>
              <a:rPr sz="1000" spc="10" dirty="0">
                <a:solidFill>
                  <a:srgbClr val="231F20"/>
                </a:solidFill>
                <a:latin typeface="Arial"/>
                <a:cs typeface="Arial"/>
              </a:rPr>
              <a:t> </a:t>
            </a:r>
            <a:r>
              <a:rPr sz="1000" spc="-25" dirty="0">
                <a:solidFill>
                  <a:srgbClr val="231F20"/>
                </a:solidFill>
                <a:latin typeface="Arial"/>
                <a:cs typeface="Arial"/>
              </a:rPr>
              <a:t>It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both</a:t>
            </a:r>
            <a:r>
              <a:rPr sz="1000" spc="10" dirty="0">
                <a:solidFill>
                  <a:srgbClr val="231F20"/>
                </a:solidFill>
                <a:latin typeface="Arial"/>
                <a:cs typeface="Arial"/>
              </a:rPr>
              <a:t> </a:t>
            </a:r>
            <a:r>
              <a:rPr sz="1000" dirty="0">
                <a:solidFill>
                  <a:srgbClr val="231F20"/>
                </a:solidFill>
                <a:latin typeface="Arial"/>
                <a:cs typeface="Arial"/>
              </a:rPr>
              <a:t>educational</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opened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eyes</a:t>
            </a:r>
            <a:r>
              <a:rPr sz="1000" spc="5"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108585">
              <a:lnSpc>
                <a:spcPct val="100000"/>
              </a:lnSpc>
            </a:pP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realities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managing</a:t>
            </a:r>
            <a:r>
              <a:rPr sz="1000" spc="-5" dirty="0">
                <a:solidFill>
                  <a:srgbClr val="231F20"/>
                </a:solidFill>
                <a:latin typeface="Arial"/>
                <a:cs typeface="Arial"/>
              </a:rPr>
              <a:t> </a:t>
            </a:r>
            <a:r>
              <a:rPr sz="1000" spc="-10" dirty="0">
                <a:solidFill>
                  <a:srgbClr val="231F20"/>
                </a:solidFill>
                <a:latin typeface="Arial"/>
                <a:cs typeface="Arial"/>
              </a:rPr>
              <a:t>money, careers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life</a:t>
            </a:r>
            <a:r>
              <a:rPr sz="1000" spc="-10" dirty="0">
                <a:solidFill>
                  <a:srgbClr val="231F20"/>
                </a:solidFill>
                <a:latin typeface="Arial"/>
                <a:cs typeface="Arial"/>
              </a:rPr>
              <a:t> as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adult.</a:t>
            </a:r>
            <a:r>
              <a:rPr sz="1000" spc="-10"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engaged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meaningful</a:t>
            </a:r>
            <a:endParaRPr sz="1000">
              <a:latin typeface="Arial"/>
              <a:cs typeface="Arial"/>
            </a:endParaRPr>
          </a:p>
          <a:p>
            <a:pPr marL="12700" marR="42545" algn="just">
              <a:lnSpc>
                <a:spcPct val="100000"/>
              </a:lnSpc>
            </a:pPr>
            <a:r>
              <a:rPr sz="1000" dirty="0">
                <a:solidFill>
                  <a:srgbClr val="231F20"/>
                </a:solidFill>
                <a:latin typeface="Arial"/>
                <a:cs typeface="Arial"/>
              </a:rPr>
              <a:t>exploration</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teen</a:t>
            </a:r>
            <a:r>
              <a:rPr sz="1000" spc="15" dirty="0">
                <a:solidFill>
                  <a:srgbClr val="231F20"/>
                </a:solidFill>
                <a:latin typeface="Arial"/>
                <a:cs typeface="Arial"/>
              </a:rPr>
              <a:t> </a:t>
            </a:r>
            <a:r>
              <a:rPr sz="1000" dirty="0">
                <a:solidFill>
                  <a:srgbClr val="231F20"/>
                </a:solidFill>
                <a:latin typeface="Arial"/>
                <a:cs typeface="Arial"/>
              </a:rPr>
              <a:t>mental</a:t>
            </a:r>
            <a:r>
              <a:rPr sz="1000" spc="10" dirty="0">
                <a:solidFill>
                  <a:srgbClr val="231F20"/>
                </a:solidFill>
                <a:latin typeface="Arial"/>
                <a:cs typeface="Arial"/>
              </a:rPr>
              <a:t> </a:t>
            </a:r>
            <a:r>
              <a:rPr sz="1000" dirty="0">
                <a:solidFill>
                  <a:srgbClr val="231F20"/>
                </a:solidFill>
                <a:latin typeface="Arial"/>
                <a:cs typeface="Arial"/>
              </a:rPr>
              <a:t>health</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challenges</a:t>
            </a:r>
            <a:r>
              <a:rPr sz="1000" spc="1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face</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coping</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stresses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daily</a:t>
            </a:r>
            <a:r>
              <a:rPr sz="1000" spc="-5" dirty="0">
                <a:solidFill>
                  <a:srgbClr val="231F20"/>
                </a:solidFill>
                <a:latin typeface="Arial"/>
                <a:cs typeface="Arial"/>
              </a:rPr>
              <a:t> </a:t>
            </a:r>
            <a:r>
              <a:rPr sz="1000" dirty="0">
                <a:solidFill>
                  <a:srgbClr val="231F20"/>
                </a:solidFill>
                <a:latin typeface="Arial"/>
                <a:cs typeface="Arial"/>
              </a:rPr>
              <a:t>life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teenager </a:t>
            </a:r>
            <a:r>
              <a:rPr sz="1000" dirty="0">
                <a:solidFill>
                  <a:srgbClr val="231F20"/>
                </a:solidFill>
                <a:latin typeface="Arial"/>
                <a:cs typeface="Arial"/>
              </a:rPr>
              <a:t>in</a:t>
            </a:r>
            <a:r>
              <a:rPr sz="1000" spc="-25" dirty="0">
                <a:solidFill>
                  <a:srgbClr val="231F20"/>
                </a:solidFill>
                <a:latin typeface="Arial"/>
                <a:cs typeface="Arial"/>
              </a:rPr>
              <a:t> </a:t>
            </a:r>
            <a:r>
              <a:rPr sz="1000" spc="-10" dirty="0">
                <a:solidFill>
                  <a:srgbClr val="231F20"/>
                </a:solidFill>
                <a:latin typeface="Arial"/>
                <a:cs typeface="Arial"/>
              </a:rPr>
              <a:t>America,</a:t>
            </a:r>
            <a:r>
              <a:rPr sz="1000" spc="-20" dirty="0">
                <a:solidFill>
                  <a:srgbClr val="231F20"/>
                </a:solidFill>
                <a:latin typeface="Arial"/>
                <a:cs typeface="Arial"/>
              </a:rPr>
              <a:t> </a:t>
            </a:r>
            <a:r>
              <a:rPr sz="1000" dirty="0">
                <a:solidFill>
                  <a:srgbClr val="231F20"/>
                </a:solidFill>
                <a:latin typeface="Arial"/>
                <a:cs typeface="Arial"/>
              </a:rPr>
              <a:t>particularly</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teens.</a:t>
            </a:r>
            <a:r>
              <a:rPr sz="1000" spc="-20" dirty="0">
                <a:solidFill>
                  <a:srgbClr val="231F20"/>
                </a:solidFill>
                <a:latin typeface="Arial"/>
                <a:cs typeface="Arial"/>
              </a:rPr>
              <a:t> Teens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opportunity</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express</a:t>
            </a:r>
            <a:r>
              <a:rPr sz="1000" spc="-5" dirty="0">
                <a:solidFill>
                  <a:srgbClr val="231F20"/>
                </a:solidFill>
                <a:latin typeface="Arial"/>
                <a:cs typeface="Arial"/>
              </a:rPr>
              <a:t> </a:t>
            </a:r>
            <a:r>
              <a:rPr sz="1000" dirty="0">
                <a:solidFill>
                  <a:srgbClr val="231F20"/>
                </a:solidFill>
                <a:latin typeface="Arial"/>
                <a:cs typeface="Arial"/>
              </a:rPr>
              <a:t>themselves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safe</a:t>
            </a:r>
            <a:r>
              <a:rPr sz="1000" spc="-5" dirty="0">
                <a:solidFill>
                  <a:srgbClr val="231F20"/>
                </a:solidFill>
                <a:latin typeface="Arial"/>
                <a:cs typeface="Arial"/>
              </a:rPr>
              <a:t> </a:t>
            </a:r>
            <a:r>
              <a:rPr sz="1000" spc="-20" dirty="0">
                <a:solidFill>
                  <a:srgbClr val="231F20"/>
                </a:solidFill>
                <a:latin typeface="Arial"/>
                <a:cs typeface="Arial"/>
              </a:rPr>
              <a:t>space </a:t>
            </a:r>
            <a:r>
              <a:rPr sz="1000" dirty="0">
                <a:solidFill>
                  <a:srgbClr val="231F20"/>
                </a:solidFill>
                <a:latin typeface="Arial"/>
                <a:cs typeface="Arial"/>
              </a:rPr>
              <a:t>guided</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professional,</a:t>
            </a:r>
            <a:r>
              <a:rPr sz="1000" spc="-10" dirty="0">
                <a:solidFill>
                  <a:srgbClr val="231F20"/>
                </a:solidFill>
                <a:latin typeface="Arial"/>
                <a:cs typeface="Arial"/>
              </a:rPr>
              <a:t> </a:t>
            </a:r>
            <a:r>
              <a:rPr sz="1000" dirty="0">
                <a:solidFill>
                  <a:srgbClr val="231F20"/>
                </a:solidFill>
                <a:latin typeface="Arial"/>
                <a:cs typeface="Arial"/>
              </a:rPr>
              <a:t>licensed</a:t>
            </a:r>
            <a:r>
              <a:rPr sz="1000" spc="-10" dirty="0">
                <a:solidFill>
                  <a:srgbClr val="231F20"/>
                </a:solidFill>
                <a:latin typeface="Arial"/>
                <a:cs typeface="Arial"/>
              </a:rPr>
              <a:t> </a:t>
            </a:r>
            <a:r>
              <a:rPr sz="1000" dirty="0">
                <a:solidFill>
                  <a:srgbClr val="231F20"/>
                </a:solidFill>
                <a:latin typeface="Arial"/>
                <a:cs typeface="Arial"/>
              </a:rPr>
              <a:t>clinical</a:t>
            </a:r>
            <a:r>
              <a:rPr sz="1000" spc="-10" dirty="0">
                <a:solidFill>
                  <a:srgbClr val="231F20"/>
                </a:solidFill>
                <a:latin typeface="Arial"/>
                <a:cs typeface="Arial"/>
              </a:rPr>
              <a:t> psychologist.</a:t>
            </a:r>
            <a:endParaRPr sz="1000">
              <a:latin typeface="Arial"/>
              <a:cs typeface="Arial"/>
            </a:endParaRPr>
          </a:p>
          <a:p>
            <a:pPr marL="12700" marR="50165">
              <a:lnSpc>
                <a:spcPct val="100000"/>
              </a:lnSpc>
            </a:pPr>
            <a:r>
              <a:rPr sz="1000" dirty="0">
                <a:solidFill>
                  <a:srgbClr val="231F20"/>
                </a:solidFill>
                <a:latin typeface="Arial"/>
                <a:cs typeface="Arial"/>
              </a:rPr>
              <a:t>There</a:t>
            </a:r>
            <a:r>
              <a:rPr sz="1000" spc="-15"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separate</a:t>
            </a:r>
            <a:r>
              <a:rPr sz="1000" spc="-10" dirty="0">
                <a:solidFill>
                  <a:srgbClr val="231F20"/>
                </a:solidFill>
                <a:latin typeface="Arial"/>
                <a:cs typeface="Arial"/>
              </a:rPr>
              <a:t> session</a:t>
            </a:r>
            <a:r>
              <a:rPr sz="1000" spc="-15" dirty="0">
                <a:solidFill>
                  <a:srgbClr val="231F20"/>
                </a:solidFill>
                <a:latin typeface="Arial"/>
                <a:cs typeface="Arial"/>
              </a:rPr>
              <a:t> </a:t>
            </a:r>
            <a:r>
              <a:rPr sz="1000" dirty="0">
                <a:solidFill>
                  <a:srgbClr val="231F20"/>
                </a:solidFill>
                <a:latin typeface="Arial"/>
                <a:cs typeface="Arial"/>
              </a:rPr>
              <a:t>held</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parents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0" dirty="0">
                <a:solidFill>
                  <a:srgbClr val="231F20"/>
                </a:solidFill>
                <a:latin typeface="Arial"/>
                <a:cs typeface="Arial"/>
              </a:rPr>
              <a:t>help </a:t>
            </a:r>
            <a:r>
              <a:rPr sz="1000" dirty="0">
                <a:solidFill>
                  <a:srgbClr val="231F20"/>
                </a:solidFill>
                <a:latin typeface="Arial"/>
                <a:cs typeface="Arial"/>
              </a:rPr>
              <a:t>them learn about the</a:t>
            </a:r>
            <a:r>
              <a:rPr sz="1000" spc="5" dirty="0">
                <a:solidFill>
                  <a:srgbClr val="231F20"/>
                </a:solidFill>
                <a:latin typeface="Arial"/>
                <a:cs typeface="Arial"/>
              </a:rPr>
              <a:t> </a:t>
            </a:r>
            <a:r>
              <a:rPr sz="1000" dirty="0">
                <a:solidFill>
                  <a:srgbClr val="231F20"/>
                </a:solidFill>
                <a:latin typeface="Arial"/>
                <a:cs typeface="Arial"/>
              </a:rPr>
              <a:t>signs of anxiety</a:t>
            </a:r>
            <a:r>
              <a:rPr sz="1000" spc="5" dirty="0">
                <a:solidFill>
                  <a:srgbClr val="231F20"/>
                </a:solidFill>
                <a:latin typeface="Arial"/>
                <a:cs typeface="Arial"/>
              </a:rPr>
              <a:t> </a:t>
            </a:r>
            <a:r>
              <a:rPr sz="1000" dirty="0">
                <a:solidFill>
                  <a:srgbClr val="231F20"/>
                </a:solidFill>
                <a:latin typeface="Arial"/>
                <a:cs typeface="Arial"/>
              </a:rPr>
              <a:t>and depression </a:t>
            </a:r>
            <a:r>
              <a:rPr sz="1000" spc="-25" dirty="0">
                <a:solidFill>
                  <a:srgbClr val="231F20"/>
                </a:solidFill>
                <a:latin typeface="Arial"/>
                <a:cs typeface="Arial"/>
              </a:rPr>
              <a:t>and </a:t>
            </a:r>
            <a:r>
              <a:rPr sz="1000" dirty="0">
                <a:solidFill>
                  <a:srgbClr val="231F20"/>
                </a:solidFill>
                <a:latin typeface="Arial"/>
                <a:cs typeface="Arial"/>
              </a:rPr>
              <a:t>equip</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tools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strategies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address</a:t>
            </a:r>
            <a:r>
              <a:rPr sz="1000" spc="5" dirty="0">
                <a:solidFill>
                  <a:srgbClr val="231F20"/>
                </a:solidFill>
                <a:latin typeface="Arial"/>
                <a:cs typeface="Arial"/>
              </a:rPr>
              <a:t> </a:t>
            </a:r>
            <a:r>
              <a:rPr sz="1000" spc="-20" dirty="0">
                <a:solidFill>
                  <a:srgbClr val="231F20"/>
                </a:solidFill>
                <a:latin typeface="Arial"/>
                <a:cs typeface="Arial"/>
              </a:rPr>
              <a:t>these </a:t>
            </a:r>
            <a:r>
              <a:rPr sz="1000" dirty="0">
                <a:solidFill>
                  <a:srgbClr val="231F20"/>
                </a:solidFill>
                <a:latin typeface="Arial"/>
                <a:cs typeface="Arial"/>
              </a:rPr>
              <a:t>matters</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attended</a:t>
            </a:r>
            <a:endParaRPr sz="1000">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139175"/>
            <a:ext cx="3304540" cy="6807200"/>
          </a:xfrm>
          <a:prstGeom prst="rect">
            <a:avLst/>
          </a:prstGeom>
        </p:spPr>
        <p:txBody>
          <a:bodyPr vert="horz" wrap="square" lIns="0" tIns="12700" rIns="0" bIns="0" rtlCol="0">
            <a:spAutoFit/>
          </a:bodyPr>
          <a:lstStyle/>
          <a:p>
            <a:pPr marL="12700" marR="16510">
              <a:lnSpc>
                <a:spcPct val="100000"/>
              </a:lnSpc>
              <a:spcBef>
                <a:spcPts val="100"/>
              </a:spcBef>
            </a:pPr>
            <a:r>
              <a:rPr sz="1000" dirty="0">
                <a:solidFill>
                  <a:srgbClr val="231F20"/>
                </a:solidFill>
                <a:latin typeface="Arial"/>
                <a:cs typeface="Arial"/>
              </a:rPr>
              <a:t>August</a:t>
            </a:r>
            <a:r>
              <a:rPr sz="1000" spc="5" dirty="0">
                <a:solidFill>
                  <a:srgbClr val="231F20"/>
                </a:solidFill>
                <a:latin typeface="Arial"/>
                <a:cs typeface="Arial"/>
              </a:rPr>
              <a:t> </a:t>
            </a:r>
            <a:r>
              <a:rPr sz="1000" spc="-20" dirty="0">
                <a:solidFill>
                  <a:srgbClr val="231F20"/>
                </a:solidFill>
                <a:latin typeface="Arial"/>
                <a:cs typeface="Arial"/>
              </a:rPr>
              <a:t>Wilson’s</a:t>
            </a:r>
            <a:r>
              <a:rPr sz="1000" spc="10" dirty="0">
                <a:solidFill>
                  <a:srgbClr val="231F20"/>
                </a:solidFill>
                <a:latin typeface="Arial"/>
                <a:cs typeface="Arial"/>
              </a:rPr>
              <a:t> </a:t>
            </a:r>
            <a:r>
              <a:rPr sz="1000" dirty="0">
                <a:solidFill>
                  <a:srgbClr val="231F20"/>
                </a:solidFill>
                <a:latin typeface="Arial"/>
                <a:cs typeface="Arial"/>
              </a:rPr>
              <a:t>play</a:t>
            </a:r>
            <a:r>
              <a:rPr sz="1000" spc="5" dirty="0">
                <a:solidFill>
                  <a:srgbClr val="231F20"/>
                </a:solidFill>
                <a:latin typeface="Arial"/>
                <a:cs typeface="Arial"/>
              </a:rPr>
              <a:t> </a:t>
            </a:r>
            <a:r>
              <a:rPr sz="1000" dirty="0">
                <a:solidFill>
                  <a:srgbClr val="231F20"/>
                </a:solidFill>
                <a:latin typeface="Arial"/>
                <a:cs typeface="Arial"/>
              </a:rPr>
              <a:t>“Fences”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unique </a:t>
            </a:r>
            <a:r>
              <a:rPr sz="1000" dirty="0">
                <a:solidFill>
                  <a:srgbClr val="231F20"/>
                </a:solidFill>
                <a:latin typeface="Arial"/>
                <a:cs typeface="Arial"/>
              </a:rPr>
              <a:t>opportunity</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talking</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cast</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sharing</a:t>
            </a:r>
            <a:r>
              <a:rPr sz="1000" spc="25" dirty="0">
                <a:solidFill>
                  <a:srgbClr val="231F20"/>
                </a:solidFill>
                <a:latin typeface="Arial"/>
                <a:cs typeface="Arial"/>
              </a:rPr>
              <a:t> </a:t>
            </a:r>
            <a:r>
              <a:rPr sz="1000" spc="-10" dirty="0">
                <a:solidFill>
                  <a:srgbClr val="231F20"/>
                </a:solidFill>
                <a:latin typeface="Arial"/>
                <a:cs typeface="Arial"/>
              </a:rPr>
              <a:t>reflections </a:t>
            </a:r>
            <a:r>
              <a:rPr sz="1000" dirty="0">
                <a:solidFill>
                  <a:srgbClr val="231F20"/>
                </a:solidFill>
                <a:latin typeface="Arial"/>
                <a:cs typeface="Arial"/>
              </a:rPr>
              <a:t>afterwards.</a:t>
            </a:r>
            <a:r>
              <a:rPr sz="1000" spc="-20" dirty="0">
                <a:solidFill>
                  <a:srgbClr val="231F20"/>
                </a:solidFill>
                <a:latin typeface="Arial"/>
                <a:cs typeface="Arial"/>
              </a:rPr>
              <a:t>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special</a:t>
            </a:r>
            <a:r>
              <a:rPr sz="1000" spc="-20" dirty="0">
                <a:solidFill>
                  <a:srgbClr val="231F20"/>
                </a:solidFill>
                <a:latin typeface="Arial"/>
                <a:cs typeface="Arial"/>
              </a:rPr>
              <a:t> </a:t>
            </a:r>
            <a:r>
              <a:rPr sz="1000" dirty="0">
                <a:solidFill>
                  <a:srgbClr val="231F20"/>
                </a:solidFill>
                <a:latin typeface="Arial"/>
                <a:cs typeface="Arial"/>
              </a:rPr>
              <a:t>way</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understand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arts.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engaged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module</a:t>
            </a:r>
            <a:r>
              <a:rPr sz="1000" spc="10" dirty="0">
                <a:solidFill>
                  <a:srgbClr val="231F20"/>
                </a:solidFill>
                <a:latin typeface="Arial"/>
                <a:cs typeface="Arial"/>
              </a:rPr>
              <a:t> </a:t>
            </a:r>
            <a:r>
              <a:rPr sz="1000" spc="-10" dirty="0">
                <a:solidFill>
                  <a:srgbClr val="231F20"/>
                </a:solidFill>
                <a:latin typeface="Arial"/>
                <a:cs typeface="Arial"/>
              </a:rPr>
              <a:t>madness</a:t>
            </a:r>
            <a:r>
              <a:rPr sz="1000" spc="15"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completing</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wide range of leadership and financial literacy </a:t>
            </a:r>
            <a:r>
              <a:rPr sz="1000" spc="-10" dirty="0">
                <a:solidFill>
                  <a:srgbClr val="231F20"/>
                </a:solidFill>
                <a:latin typeface="Arial"/>
                <a:cs typeface="Arial"/>
              </a:rPr>
              <a:t>modules </a:t>
            </a:r>
            <a:r>
              <a:rPr sz="1000" dirty="0">
                <a:solidFill>
                  <a:srgbClr val="231F20"/>
                </a:solidFill>
                <a:latin typeface="Arial"/>
                <a:cs typeface="Arial"/>
              </a:rPr>
              <a:t>taught</a:t>
            </a:r>
            <a:r>
              <a:rPr sz="1000" spc="-1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professionals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fields.</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obtained</a:t>
            </a:r>
            <a:r>
              <a:rPr sz="1000" spc="15" dirty="0">
                <a:solidFill>
                  <a:srgbClr val="231F20"/>
                </a:solidFill>
                <a:latin typeface="Arial"/>
                <a:cs typeface="Arial"/>
              </a:rPr>
              <a:t> </a:t>
            </a:r>
            <a:r>
              <a:rPr sz="1000" dirty="0">
                <a:solidFill>
                  <a:srgbClr val="231F20"/>
                </a:solidFill>
                <a:latin typeface="Arial"/>
                <a:cs typeface="Arial"/>
              </a:rPr>
              <a:t>skills</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will</a:t>
            </a:r>
            <a:r>
              <a:rPr sz="1000" spc="15" dirty="0">
                <a:solidFill>
                  <a:srgbClr val="231F20"/>
                </a:solidFill>
                <a:latin typeface="Arial"/>
                <a:cs typeface="Arial"/>
              </a:rPr>
              <a:t> </a:t>
            </a:r>
            <a:r>
              <a:rPr sz="1000" dirty="0">
                <a:solidFill>
                  <a:srgbClr val="231F20"/>
                </a:solidFill>
                <a:latin typeface="Arial"/>
                <a:cs typeface="Arial"/>
              </a:rPr>
              <a:t>be</a:t>
            </a:r>
            <a:r>
              <a:rPr sz="1000" spc="15" dirty="0">
                <a:solidFill>
                  <a:srgbClr val="231F20"/>
                </a:solidFill>
                <a:latin typeface="Arial"/>
                <a:cs typeface="Arial"/>
              </a:rPr>
              <a:t> </a:t>
            </a:r>
            <a:r>
              <a:rPr sz="1000" dirty="0">
                <a:solidFill>
                  <a:srgbClr val="231F20"/>
                </a:solidFill>
                <a:latin typeface="Arial"/>
                <a:cs typeface="Arial"/>
              </a:rPr>
              <a:t>able</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25" dirty="0">
                <a:solidFill>
                  <a:srgbClr val="231F20"/>
                </a:solidFill>
                <a:latin typeface="Arial"/>
                <a:cs typeface="Arial"/>
              </a:rPr>
              <a:t>use</a:t>
            </a:r>
            <a:endParaRPr sz="1000">
              <a:latin typeface="Arial"/>
              <a:cs typeface="Arial"/>
            </a:endParaRPr>
          </a:p>
          <a:p>
            <a:pPr marL="12700" marR="172720">
              <a:lnSpc>
                <a:spcPct val="100000"/>
              </a:lnSpc>
            </a:pP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lifetime!</a:t>
            </a:r>
            <a:r>
              <a:rPr sz="1000" spc="-2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senior</a:t>
            </a:r>
            <a:r>
              <a:rPr sz="1000" spc="-15" dirty="0">
                <a:solidFill>
                  <a:srgbClr val="231F20"/>
                </a:solidFill>
                <a:latin typeface="Arial"/>
                <a:cs typeface="Arial"/>
              </a:rPr>
              <a:t> </a:t>
            </a:r>
            <a:r>
              <a:rPr sz="1000" dirty="0">
                <a:solidFill>
                  <a:srgbClr val="231F20"/>
                </a:solidFill>
                <a:latin typeface="Arial"/>
                <a:cs typeface="Arial"/>
              </a:rPr>
              <a:t>teens</a:t>
            </a:r>
            <a:r>
              <a:rPr sz="1000" spc="-2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blast</a:t>
            </a:r>
            <a:r>
              <a:rPr sz="1000" spc="-1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their </a:t>
            </a:r>
            <a:r>
              <a:rPr sz="1000" dirty="0">
                <a:solidFill>
                  <a:srgbClr val="231F20"/>
                </a:solidFill>
                <a:latin typeface="Arial"/>
                <a:cs typeface="Arial"/>
              </a:rPr>
              <a:t>festive</a:t>
            </a:r>
            <a:r>
              <a:rPr sz="1000" spc="-5" dirty="0">
                <a:solidFill>
                  <a:srgbClr val="231F20"/>
                </a:solidFill>
                <a:latin typeface="Arial"/>
                <a:cs typeface="Arial"/>
              </a:rPr>
              <a:t> </a:t>
            </a:r>
            <a:r>
              <a:rPr sz="1000" dirty="0">
                <a:solidFill>
                  <a:srgbClr val="231F20"/>
                </a:solidFill>
                <a:latin typeface="Arial"/>
                <a:cs typeface="Arial"/>
              </a:rPr>
              <a:t>and fun </a:t>
            </a:r>
            <a:r>
              <a:rPr sz="1000" spc="-20" dirty="0">
                <a:solidFill>
                  <a:srgbClr val="231F20"/>
                </a:solidFill>
                <a:latin typeface="Arial"/>
                <a:cs typeface="Arial"/>
              </a:rPr>
              <a:t>Teen</a:t>
            </a:r>
            <a:r>
              <a:rPr sz="1000" dirty="0">
                <a:solidFill>
                  <a:srgbClr val="231F20"/>
                </a:solidFill>
                <a:latin typeface="Arial"/>
                <a:cs typeface="Arial"/>
              </a:rPr>
              <a:t> Holiday </a:t>
            </a:r>
            <a:r>
              <a:rPr sz="1000" spc="-20" dirty="0">
                <a:solidFill>
                  <a:srgbClr val="231F20"/>
                </a:solidFill>
                <a:latin typeface="Arial"/>
                <a:cs typeface="Arial"/>
              </a:rPr>
              <a:t>Party.</a:t>
            </a:r>
            <a:r>
              <a:rPr sz="1000" dirty="0">
                <a:solidFill>
                  <a:srgbClr val="231F20"/>
                </a:solidFill>
                <a:latin typeface="Arial"/>
                <a:cs typeface="Arial"/>
              </a:rPr>
              <a:t> They bonded</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created</a:t>
            </a:r>
            <a:r>
              <a:rPr sz="1000" spc="5"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dirty="0">
                <a:solidFill>
                  <a:srgbClr val="231F20"/>
                </a:solidFill>
                <a:latin typeface="Arial"/>
                <a:cs typeface="Arial"/>
              </a:rPr>
              <a:t>memories</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dirty="0">
                <a:solidFill>
                  <a:srgbClr val="231F20"/>
                </a:solidFill>
                <a:latin typeface="Arial"/>
                <a:cs typeface="Arial"/>
              </a:rPr>
              <a:t>another</a:t>
            </a:r>
            <a:r>
              <a:rPr sz="1000" spc="5"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spc="-10" dirty="0">
                <a:solidFill>
                  <a:srgbClr val="231F20"/>
                </a:solidFill>
                <a:latin typeface="Arial"/>
                <a:cs typeface="Arial"/>
              </a:rPr>
              <a:t>dancing, </a:t>
            </a:r>
            <a:r>
              <a:rPr sz="1000" dirty="0">
                <a:solidFill>
                  <a:srgbClr val="231F20"/>
                </a:solidFill>
                <a:latin typeface="Arial"/>
                <a:cs typeface="Arial"/>
              </a:rPr>
              <a:t>enjoying food, bowling and more! The </a:t>
            </a:r>
            <a:r>
              <a:rPr sz="1000" spc="-20" dirty="0">
                <a:solidFill>
                  <a:srgbClr val="231F20"/>
                </a:solidFill>
                <a:latin typeface="Arial"/>
                <a:cs typeface="Arial"/>
              </a:rPr>
              <a:t>Teens</a:t>
            </a:r>
            <a:r>
              <a:rPr sz="1000"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5" dirty="0">
                <a:solidFill>
                  <a:srgbClr val="231F20"/>
                </a:solidFill>
                <a:latin typeface="Arial"/>
                <a:cs typeface="Arial"/>
              </a:rPr>
              <a:t>Women’s</a:t>
            </a:r>
            <a:r>
              <a:rPr sz="1000" spc="10" dirty="0">
                <a:solidFill>
                  <a:srgbClr val="231F20"/>
                </a:solidFill>
                <a:latin typeface="Arial"/>
                <a:cs typeface="Arial"/>
              </a:rPr>
              <a:t> </a:t>
            </a:r>
            <a:r>
              <a:rPr sz="1000" dirty="0">
                <a:solidFill>
                  <a:srgbClr val="231F20"/>
                </a:solidFill>
                <a:latin typeface="Arial"/>
                <a:cs typeface="Arial"/>
              </a:rPr>
              <a:t>Legislative</a:t>
            </a:r>
            <a:r>
              <a:rPr sz="1000" spc="10" dirty="0">
                <a:solidFill>
                  <a:srgbClr val="231F20"/>
                </a:solidFill>
                <a:latin typeface="Arial"/>
                <a:cs typeface="Arial"/>
              </a:rPr>
              <a:t> </a:t>
            </a:r>
            <a:r>
              <a:rPr sz="1000" dirty="0">
                <a:solidFill>
                  <a:srgbClr val="231F20"/>
                </a:solidFill>
                <a:latin typeface="Arial"/>
                <a:cs typeface="Arial"/>
              </a:rPr>
              <a:t>Briefing</a:t>
            </a:r>
            <a:r>
              <a:rPr sz="1000" spc="10" dirty="0">
                <a:solidFill>
                  <a:srgbClr val="231F20"/>
                </a:solidFill>
                <a:latin typeface="Arial"/>
                <a:cs typeface="Arial"/>
              </a:rPr>
              <a:t> </a:t>
            </a:r>
            <a:r>
              <a:rPr sz="1000" spc="-10" dirty="0">
                <a:solidFill>
                  <a:srgbClr val="231F20"/>
                </a:solidFill>
                <a:latin typeface="Arial"/>
                <a:cs typeface="Arial"/>
              </a:rPr>
              <a:t>hosted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spc="-10" dirty="0">
                <a:solidFill>
                  <a:srgbClr val="231F20"/>
                </a:solidFill>
                <a:latin typeface="Arial"/>
                <a:cs typeface="Arial"/>
              </a:rPr>
              <a:t>Commission</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spc="-10" dirty="0">
                <a:solidFill>
                  <a:srgbClr val="231F20"/>
                </a:solidFill>
                <a:latin typeface="Arial"/>
                <a:cs typeface="Arial"/>
              </a:rPr>
              <a:t>Women.</a:t>
            </a:r>
            <a:endParaRPr sz="1000">
              <a:latin typeface="Arial"/>
              <a:cs typeface="Arial"/>
            </a:endParaRPr>
          </a:p>
          <a:p>
            <a:pPr marL="12700" marR="34290">
              <a:lnSpc>
                <a:spcPct val="100000"/>
              </a:lnSpc>
            </a:pP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local,</a:t>
            </a:r>
            <a:r>
              <a:rPr sz="1000" spc="-20" dirty="0">
                <a:solidFill>
                  <a:srgbClr val="231F20"/>
                </a:solidFill>
                <a:latin typeface="Arial"/>
                <a:cs typeface="Arial"/>
              </a:rPr>
              <a:t> </a:t>
            </a:r>
            <a:r>
              <a:rPr sz="1000" dirty="0">
                <a:solidFill>
                  <a:srgbClr val="231F20"/>
                </a:solidFill>
                <a:latin typeface="Arial"/>
                <a:cs typeface="Arial"/>
              </a:rPr>
              <a:t>state,</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national</a:t>
            </a:r>
            <a:r>
              <a:rPr sz="1000" spc="-20" dirty="0">
                <a:solidFill>
                  <a:srgbClr val="231F20"/>
                </a:solidFill>
                <a:latin typeface="Arial"/>
                <a:cs typeface="Arial"/>
              </a:rPr>
              <a:t> </a:t>
            </a:r>
            <a:r>
              <a:rPr sz="1000" spc="-10" dirty="0">
                <a:solidFill>
                  <a:srgbClr val="231F20"/>
                </a:solidFill>
                <a:latin typeface="Arial"/>
                <a:cs typeface="Arial"/>
              </a:rPr>
              <a:t>legislation </a:t>
            </a:r>
            <a:r>
              <a:rPr sz="1000" dirty="0">
                <a:solidFill>
                  <a:srgbClr val="231F20"/>
                </a:solidFill>
                <a:latin typeface="Arial"/>
                <a:cs typeface="Arial"/>
              </a:rPr>
              <a:t>addressing </a:t>
            </a:r>
            <a:r>
              <a:rPr sz="1000" spc="-10" dirty="0">
                <a:solidFill>
                  <a:srgbClr val="231F20"/>
                </a:solidFill>
                <a:latin typeface="Arial"/>
                <a:cs typeface="Arial"/>
              </a:rPr>
              <a:t>issues</a:t>
            </a:r>
            <a:r>
              <a:rPr sz="1000" dirty="0">
                <a:solidFill>
                  <a:srgbClr val="231F20"/>
                </a:solidFill>
                <a:latin typeface="Arial"/>
                <a:cs typeface="Arial"/>
              </a:rPr>
              <a:t> of concern to women and hosted </a:t>
            </a:r>
            <a:r>
              <a:rPr sz="1000" spc="-50" dirty="0">
                <a:solidFill>
                  <a:srgbClr val="231F20"/>
                </a:solidFill>
                <a:latin typeface="Arial"/>
                <a:cs typeface="Arial"/>
              </a:rPr>
              <a:t>a </a:t>
            </a:r>
            <a:r>
              <a:rPr sz="1000" dirty="0">
                <a:solidFill>
                  <a:srgbClr val="231F20"/>
                </a:solidFill>
                <a:latin typeface="Arial"/>
                <a:cs typeface="Arial"/>
              </a:rPr>
              <a:t>table,</a:t>
            </a:r>
            <a:r>
              <a:rPr sz="1000" spc="10" dirty="0">
                <a:solidFill>
                  <a:srgbClr val="231F20"/>
                </a:solidFill>
                <a:latin typeface="Arial"/>
                <a:cs typeface="Arial"/>
              </a:rPr>
              <a:t> </a:t>
            </a:r>
            <a:r>
              <a:rPr sz="1000" dirty="0">
                <a:solidFill>
                  <a:srgbClr val="231F20"/>
                </a:solidFill>
                <a:latin typeface="Arial"/>
                <a:cs typeface="Arial"/>
              </a:rPr>
              <a:t>attended</a:t>
            </a:r>
            <a:r>
              <a:rPr sz="1000" spc="15" dirty="0">
                <a:solidFill>
                  <a:srgbClr val="231F20"/>
                </a:solidFill>
                <a:latin typeface="Arial"/>
                <a:cs typeface="Arial"/>
              </a:rPr>
              <a:t> </a:t>
            </a:r>
            <a:r>
              <a:rPr sz="1000" spc="-10" dirty="0">
                <a:solidFill>
                  <a:srgbClr val="231F20"/>
                </a:solidFill>
                <a:latin typeface="Arial"/>
                <a:cs typeface="Arial"/>
              </a:rPr>
              <a:t>sessions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networked.</a:t>
            </a:r>
            <a:r>
              <a:rPr sz="1000" spc="15"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high</a:t>
            </a:r>
            <a:r>
              <a:rPr sz="1000" spc="15" dirty="0">
                <a:solidFill>
                  <a:srgbClr val="231F20"/>
                </a:solidFill>
                <a:latin typeface="Arial"/>
                <a:cs typeface="Arial"/>
              </a:rPr>
              <a:t> </a:t>
            </a:r>
            <a:r>
              <a:rPr sz="1000" spc="-10" dirty="0">
                <a:solidFill>
                  <a:srgbClr val="231F20"/>
                </a:solidFill>
                <a:latin typeface="Arial"/>
                <a:cs typeface="Arial"/>
              </a:rPr>
              <a:t>school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served</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volunteering</a:t>
            </a:r>
            <a:r>
              <a:rPr sz="1000" spc="15"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Shepherd’s</a:t>
            </a:r>
            <a:r>
              <a:rPr sz="1000" spc="5" dirty="0">
                <a:solidFill>
                  <a:srgbClr val="231F20"/>
                </a:solidFill>
                <a:latin typeface="Arial"/>
                <a:cs typeface="Arial"/>
              </a:rPr>
              <a:t> </a:t>
            </a:r>
            <a:r>
              <a:rPr sz="1000" spc="-25" dirty="0">
                <a:solidFill>
                  <a:srgbClr val="231F20"/>
                </a:solidFill>
                <a:latin typeface="Arial"/>
                <a:cs typeface="Arial"/>
              </a:rPr>
              <a:t>Table,</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non-profit</a:t>
            </a:r>
            <a:r>
              <a:rPr sz="1000" spc="10" dirty="0">
                <a:solidFill>
                  <a:srgbClr val="231F20"/>
                </a:solidFill>
                <a:latin typeface="Arial"/>
                <a:cs typeface="Arial"/>
              </a:rPr>
              <a:t> </a:t>
            </a:r>
            <a:r>
              <a:rPr sz="1000" dirty="0">
                <a:solidFill>
                  <a:srgbClr val="231F20"/>
                </a:solidFill>
                <a:latin typeface="Arial"/>
                <a:cs typeface="Arial"/>
              </a:rPr>
              <a:t>organization</a:t>
            </a:r>
            <a:r>
              <a:rPr sz="1000" spc="10" dirty="0">
                <a:solidFill>
                  <a:srgbClr val="231F20"/>
                </a:solidFill>
                <a:latin typeface="Arial"/>
                <a:cs typeface="Arial"/>
              </a:rPr>
              <a:t> </a:t>
            </a:r>
            <a:r>
              <a:rPr sz="1000" dirty="0">
                <a:solidFill>
                  <a:srgbClr val="231F20"/>
                </a:solidFill>
                <a:latin typeface="Arial"/>
                <a:cs typeface="Arial"/>
              </a:rPr>
              <a:t>devoted</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assisting</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homeless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need.</a:t>
            </a:r>
            <a:r>
              <a:rPr sz="1000" spc="-15" dirty="0">
                <a:solidFill>
                  <a:srgbClr val="231F20"/>
                </a:solidFill>
                <a:latin typeface="Arial"/>
                <a:cs typeface="Arial"/>
              </a:rPr>
              <a:t> </a:t>
            </a:r>
            <a:r>
              <a:rPr sz="1000" dirty="0">
                <a:solidFill>
                  <a:srgbClr val="231F20"/>
                </a:solidFill>
                <a:latin typeface="Arial"/>
                <a:cs typeface="Arial"/>
              </a:rPr>
              <a:t>Due</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worldwide </a:t>
            </a:r>
            <a:r>
              <a:rPr sz="1000" dirty="0">
                <a:solidFill>
                  <a:srgbClr val="231F20"/>
                </a:solidFill>
                <a:latin typeface="Arial"/>
                <a:cs typeface="Arial"/>
              </a:rPr>
              <a:t>pandemic,</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final</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virtual</a:t>
            </a:r>
            <a:r>
              <a:rPr sz="1000" spc="-10" dirty="0">
                <a:solidFill>
                  <a:srgbClr val="231F20"/>
                </a:solidFill>
                <a:latin typeface="Arial"/>
                <a:cs typeface="Arial"/>
              </a:rPr>
              <a:t> mental </a:t>
            </a:r>
            <a:r>
              <a:rPr sz="1000" dirty="0">
                <a:solidFill>
                  <a:srgbClr val="231F20"/>
                </a:solidFill>
                <a:latin typeface="Arial"/>
                <a:cs typeface="Arial"/>
              </a:rPr>
              <a:t>health</a:t>
            </a:r>
            <a:r>
              <a:rPr sz="1000" spc="15" dirty="0">
                <a:solidFill>
                  <a:srgbClr val="231F20"/>
                </a:solidFill>
                <a:latin typeface="Arial"/>
                <a:cs typeface="Arial"/>
              </a:rPr>
              <a:t> </a:t>
            </a:r>
            <a:r>
              <a:rPr sz="1000" spc="-10" dirty="0">
                <a:solidFill>
                  <a:srgbClr val="231F20"/>
                </a:solidFill>
                <a:latin typeface="Arial"/>
                <a:cs typeface="Arial"/>
              </a:rPr>
              <a:t>workshop.</a:t>
            </a:r>
            <a:endParaRPr sz="1000">
              <a:latin typeface="Arial"/>
              <a:cs typeface="Arial"/>
            </a:endParaRPr>
          </a:p>
          <a:p>
            <a:pPr marL="12700" marR="13970">
              <a:lnSpc>
                <a:spcPct val="100000"/>
              </a:lnSpc>
              <a:spcBef>
                <a:spcPts val="900"/>
              </a:spcBef>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world</a:t>
            </a:r>
            <a:r>
              <a:rPr sz="1000" spc="5" dirty="0">
                <a:solidFill>
                  <a:srgbClr val="231F20"/>
                </a:solidFill>
                <a:latin typeface="Arial"/>
                <a:cs typeface="Arial"/>
              </a:rPr>
              <a:t> </a:t>
            </a:r>
            <a:r>
              <a:rPr sz="1000" dirty="0">
                <a:solidFill>
                  <a:srgbClr val="231F20"/>
                </a:solidFill>
                <a:latin typeface="Arial"/>
                <a:cs typeface="Arial"/>
              </a:rPr>
              <a:t>pandemic</a:t>
            </a:r>
            <a:r>
              <a:rPr sz="1000" spc="5" dirty="0">
                <a:solidFill>
                  <a:srgbClr val="231F20"/>
                </a:solidFill>
                <a:latin typeface="Arial"/>
                <a:cs typeface="Arial"/>
              </a:rPr>
              <a:t> </a:t>
            </a:r>
            <a:r>
              <a:rPr sz="1000" dirty="0">
                <a:solidFill>
                  <a:srgbClr val="231F20"/>
                </a:solidFill>
                <a:latin typeface="Arial"/>
                <a:cs typeface="Arial"/>
              </a:rPr>
              <a:t>shut</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t>
            </a:r>
            <a:r>
              <a:rPr sz="1000" spc="5" dirty="0">
                <a:solidFill>
                  <a:srgbClr val="231F20"/>
                </a:solidFill>
                <a:latin typeface="Arial"/>
                <a:cs typeface="Arial"/>
              </a:rPr>
              <a:t> </a:t>
            </a:r>
            <a:r>
              <a:rPr sz="1000" dirty="0">
                <a:solidFill>
                  <a:srgbClr val="231F20"/>
                </a:solidFill>
                <a:latin typeface="Arial"/>
                <a:cs typeface="Arial"/>
              </a:rPr>
              <a:t>down</a:t>
            </a:r>
            <a:r>
              <a:rPr sz="1000" spc="10"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spc="-10" dirty="0">
                <a:solidFill>
                  <a:srgbClr val="231F20"/>
                </a:solidFill>
                <a:latin typeface="Arial"/>
                <a:cs typeface="Arial"/>
              </a:rPr>
              <a:t>required </a:t>
            </a:r>
            <a:r>
              <a:rPr sz="1000" dirty="0">
                <a:solidFill>
                  <a:srgbClr val="231F20"/>
                </a:solidFill>
                <a:latin typeface="Arial"/>
                <a:cs typeface="Arial"/>
              </a:rPr>
              <a:t>that</a:t>
            </a:r>
            <a:r>
              <a:rPr sz="1000" spc="-25" dirty="0">
                <a:solidFill>
                  <a:srgbClr val="231F20"/>
                </a:solidFill>
                <a:latin typeface="Arial"/>
                <a:cs typeface="Arial"/>
              </a:rPr>
              <a:t> </a:t>
            </a:r>
            <a:r>
              <a:rPr sz="1000"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move</a:t>
            </a:r>
            <a:r>
              <a:rPr sz="1000" spc="-20" dirty="0">
                <a:solidFill>
                  <a:srgbClr val="231F20"/>
                </a:solidFill>
                <a:latin typeface="Arial"/>
                <a:cs typeface="Arial"/>
              </a:rPr>
              <a:t> </a:t>
            </a:r>
            <a:r>
              <a:rPr sz="1000" dirty="0">
                <a:solidFill>
                  <a:srgbClr val="231F20"/>
                </a:solidFill>
                <a:latin typeface="Arial"/>
                <a:cs typeface="Arial"/>
              </a:rPr>
              <a:t>all</a:t>
            </a:r>
            <a:r>
              <a:rPr sz="1000" spc="-20"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Jill</a:t>
            </a:r>
            <a:r>
              <a:rPr sz="1000" spc="-20" dirty="0">
                <a:solidFill>
                  <a:srgbClr val="231F20"/>
                </a:solidFill>
                <a:latin typeface="Arial"/>
                <a:cs typeface="Arial"/>
              </a:rPr>
              <a:t> </a:t>
            </a:r>
            <a:r>
              <a:rPr sz="1000" dirty="0">
                <a:solidFill>
                  <a:srgbClr val="231F20"/>
                </a:solidFill>
                <a:latin typeface="Arial"/>
                <a:cs typeface="Arial"/>
              </a:rPr>
              <a:t>programming</a:t>
            </a:r>
            <a:r>
              <a:rPr sz="1000" spc="-20" dirty="0">
                <a:solidFill>
                  <a:srgbClr val="231F20"/>
                </a:solidFill>
                <a:latin typeface="Arial"/>
                <a:cs typeface="Arial"/>
              </a:rPr>
              <a:t> </a:t>
            </a:r>
            <a:r>
              <a:rPr sz="1000" dirty="0">
                <a:solidFill>
                  <a:srgbClr val="231F20"/>
                </a:solidFill>
                <a:latin typeface="Arial"/>
                <a:cs typeface="Arial"/>
              </a:rPr>
              <a:t>online.</a:t>
            </a:r>
            <a:r>
              <a:rPr sz="1000" spc="-20"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spc="-25" dirty="0">
                <a:solidFill>
                  <a:srgbClr val="231F20"/>
                </a:solidFill>
                <a:latin typeface="Arial"/>
                <a:cs typeface="Arial"/>
              </a:rPr>
              <a:t>bid </a:t>
            </a:r>
            <a:r>
              <a:rPr sz="1000" dirty="0">
                <a:solidFill>
                  <a:srgbClr val="231F20"/>
                </a:solidFill>
                <a:latin typeface="Arial"/>
                <a:cs typeface="Arial"/>
              </a:rPr>
              <a:t>farewell to</a:t>
            </a:r>
            <a:r>
              <a:rPr sz="1000" spc="5" dirty="0">
                <a:solidFill>
                  <a:srgbClr val="231F20"/>
                </a:solidFill>
                <a:latin typeface="Arial"/>
                <a:cs typeface="Arial"/>
              </a:rPr>
              <a:t> </a:t>
            </a:r>
            <a:r>
              <a:rPr sz="1000" dirty="0">
                <a:solidFill>
                  <a:srgbClr val="231F20"/>
                </a:solidFill>
                <a:latin typeface="Arial"/>
                <a:cs typeface="Arial"/>
              </a:rPr>
              <a:t>six mothers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twelve graduating</a:t>
            </a:r>
            <a:r>
              <a:rPr sz="1000" spc="5" dirty="0">
                <a:solidFill>
                  <a:srgbClr val="231F20"/>
                </a:solidFill>
                <a:latin typeface="Arial"/>
                <a:cs typeface="Arial"/>
              </a:rPr>
              <a:t> </a:t>
            </a:r>
            <a:r>
              <a:rPr sz="1000" spc="-10" dirty="0">
                <a:solidFill>
                  <a:srgbClr val="231F20"/>
                </a:solidFill>
                <a:latin typeface="Arial"/>
                <a:cs typeface="Arial"/>
              </a:rPr>
              <a:t>seniors.</a:t>
            </a:r>
            <a:r>
              <a:rPr sz="1000" spc="5" dirty="0">
                <a:solidFill>
                  <a:srgbClr val="231F20"/>
                </a:solidFill>
                <a:latin typeface="Arial"/>
                <a:cs typeface="Arial"/>
              </a:rPr>
              <a:t> </a:t>
            </a:r>
            <a:r>
              <a:rPr sz="1000" spc="-25" dirty="0">
                <a:solidFill>
                  <a:srgbClr val="231F20"/>
                </a:solidFill>
                <a:latin typeface="Arial"/>
                <a:cs typeface="Arial"/>
              </a:rPr>
              <a:t>We </a:t>
            </a:r>
            <a:r>
              <a:rPr sz="1000" dirty="0">
                <a:solidFill>
                  <a:srgbClr val="231F20"/>
                </a:solidFill>
                <a:latin typeface="Arial"/>
                <a:cs typeface="Arial"/>
              </a:rPr>
              <a:t>inducted</a:t>
            </a:r>
            <a:r>
              <a:rPr sz="1000" spc="20" dirty="0">
                <a:solidFill>
                  <a:srgbClr val="231F20"/>
                </a:solidFill>
                <a:latin typeface="Arial"/>
                <a:cs typeface="Arial"/>
              </a:rPr>
              <a:t> </a:t>
            </a:r>
            <a:r>
              <a:rPr sz="1000" dirty="0">
                <a:solidFill>
                  <a:srgbClr val="231F20"/>
                </a:solidFill>
                <a:latin typeface="Arial"/>
                <a:cs typeface="Arial"/>
              </a:rPr>
              <a:t>seventeen</a:t>
            </a:r>
            <a:r>
              <a:rPr sz="1000" spc="25" dirty="0">
                <a:solidFill>
                  <a:srgbClr val="231F20"/>
                </a:solidFill>
                <a:latin typeface="Arial"/>
                <a:cs typeface="Arial"/>
              </a:rPr>
              <a:t> </a:t>
            </a:r>
            <a:r>
              <a:rPr sz="1000" dirty="0">
                <a:solidFill>
                  <a:srgbClr val="231F20"/>
                </a:solidFill>
                <a:latin typeface="Arial"/>
                <a:cs typeface="Arial"/>
              </a:rPr>
              <a:t>new</a:t>
            </a:r>
            <a:r>
              <a:rPr sz="1000" spc="25" dirty="0">
                <a:solidFill>
                  <a:srgbClr val="231F20"/>
                </a:solidFill>
                <a:latin typeface="Arial"/>
                <a:cs typeface="Arial"/>
              </a:rPr>
              <a:t> </a:t>
            </a:r>
            <a:r>
              <a:rPr sz="1000" dirty="0">
                <a:solidFill>
                  <a:srgbClr val="231F20"/>
                </a:solidFill>
                <a:latin typeface="Arial"/>
                <a:cs typeface="Arial"/>
              </a:rPr>
              <a:t>mothers</a:t>
            </a:r>
            <a:r>
              <a:rPr sz="1000" spc="25" dirty="0">
                <a:solidFill>
                  <a:srgbClr val="231F20"/>
                </a:solidFill>
                <a:latin typeface="Arial"/>
                <a:cs typeface="Arial"/>
              </a:rPr>
              <a:t> </a:t>
            </a:r>
            <a:r>
              <a:rPr sz="1000" dirty="0">
                <a:solidFill>
                  <a:srgbClr val="231F20"/>
                </a:solidFill>
                <a:latin typeface="Arial"/>
                <a:cs typeface="Arial"/>
              </a:rPr>
              <a:t>which</a:t>
            </a:r>
            <a:r>
              <a:rPr sz="1000" spc="25" dirty="0">
                <a:solidFill>
                  <a:srgbClr val="231F20"/>
                </a:solidFill>
                <a:latin typeface="Arial"/>
                <a:cs typeface="Arial"/>
              </a:rPr>
              <a:t> </a:t>
            </a:r>
            <a:r>
              <a:rPr sz="1000" dirty="0">
                <a:solidFill>
                  <a:srgbClr val="231F20"/>
                </a:solidFill>
                <a:latin typeface="Arial"/>
                <a:cs typeface="Arial"/>
              </a:rPr>
              <a:t>included</a:t>
            </a:r>
            <a:r>
              <a:rPr sz="1000" spc="25" dirty="0">
                <a:solidFill>
                  <a:srgbClr val="231F20"/>
                </a:solidFill>
                <a:latin typeface="Arial"/>
                <a:cs typeface="Arial"/>
              </a:rPr>
              <a:t> </a:t>
            </a:r>
            <a:r>
              <a:rPr sz="1000" spc="-20" dirty="0">
                <a:solidFill>
                  <a:srgbClr val="231F20"/>
                </a:solidFill>
                <a:latin typeface="Arial"/>
                <a:cs typeface="Arial"/>
              </a:rPr>
              <a:t>seven </a:t>
            </a:r>
            <a:r>
              <a:rPr sz="1000" dirty="0">
                <a:solidFill>
                  <a:srgbClr val="231F20"/>
                </a:solidFill>
                <a:latin typeface="Arial"/>
                <a:cs typeface="Arial"/>
              </a:rPr>
              <a:t>new</a:t>
            </a:r>
            <a:r>
              <a:rPr sz="1000" spc="-15" dirty="0">
                <a:solidFill>
                  <a:srgbClr val="231F20"/>
                </a:solidFill>
                <a:latin typeface="Arial"/>
                <a:cs typeface="Arial"/>
              </a:rPr>
              <a:t> </a:t>
            </a:r>
            <a:r>
              <a:rPr sz="1000" dirty="0">
                <a:solidFill>
                  <a:srgbClr val="231F20"/>
                </a:solidFill>
                <a:latin typeface="Arial"/>
                <a:cs typeface="Arial"/>
              </a:rPr>
              <a:t>mothers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ten</a:t>
            </a:r>
            <a:r>
              <a:rPr sz="1000" spc="-15" dirty="0">
                <a:solidFill>
                  <a:srgbClr val="231F20"/>
                </a:solidFill>
                <a:latin typeface="Arial"/>
                <a:cs typeface="Arial"/>
              </a:rPr>
              <a:t> </a:t>
            </a:r>
            <a:r>
              <a:rPr sz="1000" dirty="0">
                <a:solidFill>
                  <a:srgbClr val="231F20"/>
                </a:solidFill>
                <a:latin typeface="Arial"/>
                <a:cs typeface="Arial"/>
              </a:rPr>
              <a:t>legacy</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transfer</a:t>
            </a:r>
            <a:r>
              <a:rPr sz="1000" spc="-10" dirty="0">
                <a:solidFill>
                  <a:srgbClr val="231F20"/>
                </a:solidFill>
                <a:latin typeface="Arial"/>
                <a:cs typeface="Arial"/>
              </a:rPr>
              <a:t> </a:t>
            </a:r>
            <a:r>
              <a:rPr sz="1000" dirty="0">
                <a:solidFill>
                  <a:srgbClr val="231F20"/>
                </a:solidFill>
                <a:latin typeface="Arial"/>
                <a:cs typeface="Arial"/>
              </a:rPr>
              <a:t>mothers.</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received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Five</a:t>
            </a:r>
            <a:r>
              <a:rPr sz="1000" spc="5" dirty="0">
                <a:solidFill>
                  <a:srgbClr val="231F20"/>
                </a:solidFill>
                <a:latin typeface="Arial"/>
                <a:cs typeface="Arial"/>
              </a:rPr>
              <a:t> </a:t>
            </a:r>
            <a:r>
              <a:rPr sz="1000" spc="-20" dirty="0">
                <a:solidFill>
                  <a:srgbClr val="231F20"/>
                </a:solidFill>
                <a:latin typeface="Arial"/>
                <a:cs typeface="Arial"/>
              </a:rPr>
              <a:t>Star</a:t>
            </a:r>
            <a:r>
              <a:rPr sz="1000" spc="5" dirty="0">
                <a:solidFill>
                  <a:srgbClr val="231F20"/>
                </a:solidFill>
                <a:latin typeface="Arial"/>
                <a:cs typeface="Arial"/>
              </a:rPr>
              <a:t> </a:t>
            </a:r>
            <a:r>
              <a:rPr sz="1000" dirty="0">
                <a:solidFill>
                  <a:srgbClr val="231F20"/>
                </a:solidFill>
                <a:latin typeface="Arial"/>
                <a:cs typeface="Arial"/>
              </a:rPr>
              <a:t>designation</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44th</a:t>
            </a:r>
            <a:r>
              <a:rPr sz="1000" spc="-5" dirty="0">
                <a:solidFill>
                  <a:srgbClr val="231F20"/>
                </a:solidFill>
                <a:latin typeface="Arial"/>
                <a:cs typeface="Arial"/>
              </a:rPr>
              <a:t> </a:t>
            </a:r>
            <a:r>
              <a:rPr sz="1000" dirty="0">
                <a:solidFill>
                  <a:srgbClr val="231F20"/>
                </a:solidFill>
                <a:latin typeface="Arial"/>
                <a:cs typeface="Arial"/>
              </a:rPr>
              <a:t>National Biennial</a:t>
            </a:r>
            <a:r>
              <a:rPr sz="1000" spc="-5" dirty="0">
                <a:solidFill>
                  <a:srgbClr val="231F20"/>
                </a:solidFill>
                <a:latin typeface="Arial"/>
                <a:cs typeface="Arial"/>
              </a:rPr>
              <a:t> </a:t>
            </a:r>
            <a:r>
              <a:rPr sz="1000" dirty="0">
                <a:solidFill>
                  <a:srgbClr val="231F20"/>
                </a:solidFill>
                <a:latin typeface="Arial"/>
                <a:cs typeface="Arial"/>
              </a:rPr>
              <a:t>Convention. During</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conference, </a:t>
            </a:r>
            <a:r>
              <a:rPr sz="1000" dirty="0">
                <a:solidFill>
                  <a:srgbClr val="231F20"/>
                </a:solidFill>
                <a:latin typeface="Arial"/>
                <a:cs typeface="Arial"/>
              </a:rPr>
              <a:t>group 6 teen</a:t>
            </a:r>
            <a:r>
              <a:rPr sz="1000" spc="5" dirty="0">
                <a:solidFill>
                  <a:srgbClr val="231F20"/>
                </a:solidFill>
                <a:latin typeface="Arial"/>
                <a:cs typeface="Arial"/>
              </a:rPr>
              <a:t> </a:t>
            </a:r>
            <a:r>
              <a:rPr sz="1000" spc="-25" dirty="0">
                <a:solidFill>
                  <a:srgbClr val="231F20"/>
                </a:solidFill>
                <a:latin typeface="Arial"/>
                <a:cs typeface="Arial"/>
              </a:rPr>
              <a:t>Tatiana</a:t>
            </a:r>
            <a:r>
              <a:rPr sz="1000" dirty="0">
                <a:solidFill>
                  <a:srgbClr val="231F20"/>
                </a:solidFill>
                <a:latin typeface="Arial"/>
                <a:cs typeface="Arial"/>
              </a:rPr>
              <a:t> </a:t>
            </a:r>
            <a:r>
              <a:rPr sz="1000" spc="-10" dirty="0">
                <a:solidFill>
                  <a:srgbClr val="231F20"/>
                </a:solidFill>
                <a:latin typeface="Arial"/>
                <a:cs typeface="Arial"/>
              </a:rPr>
              <a:t>Young</a:t>
            </a:r>
            <a:r>
              <a:rPr sz="1000" dirty="0">
                <a:solidFill>
                  <a:srgbClr val="231F20"/>
                </a:solidFill>
                <a:latin typeface="Arial"/>
                <a:cs typeface="Arial"/>
              </a:rPr>
              <a:t> was recognized</a:t>
            </a:r>
            <a:r>
              <a:rPr sz="1000" spc="5" dirty="0">
                <a:solidFill>
                  <a:srgbClr val="231F20"/>
                </a:solidFill>
                <a:latin typeface="Arial"/>
                <a:cs typeface="Arial"/>
              </a:rPr>
              <a:t> </a:t>
            </a:r>
            <a:r>
              <a:rPr sz="1000" dirty="0">
                <a:solidFill>
                  <a:srgbClr val="231F20"/>
                </a:solidFill>
                <a:latin typeface="Arial"/>
                <a:cs typeface="Arial"/>
              </a:rPr>
              <a:t>for </a:t>
            </a:r>
            <a:r>
              <a:rPr sz="1000" spc="-10" dirty="0">
                <a:solidFill>
                  <a:srgbClr val="231F20"/>
                </a:solidFill>
                <a:latin typeface="Arial"/>
                <a:cs typeface="Arial"/>
              </a:rPr>
              <a:t>having</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highest</a:t>
            </a:r>
            <a:r>
              <a:rPr sz="1000" spc="5" dirty="0">
                <a:solidFill>
                  <a:srgbClr val="231F20"/>
                </a:solidFill>
                <a:latin typeface="Arial"/>
                <a:cs typeface="Arial"/>
              </a:rPr>
              <a:t> </a:t>
            </a:r>
            <a:r>
              <a:rPr sz="1000" dirty="0">
                <a:solidFill>
                  <a:srgbClr val="231F20"/>
                </a:solidFill>
                <a:latin typeface="Arial"/>
                <a:cs typeface="Arial"/>
              </a:rPr>
              <a:t>number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hours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5" dirty="0">
                <a:solidFill>
                  <a:srgbClr val="231F20"/>
                </a:solidFill>
                <a:latin typeface="Arial"/>
                <a:cs typeface="Arial"/>
              </a:rPr>
              <a:t>all</a:t>
            </a:r>
            <a:endParaRPr sz="1000">
              <a:latin typeface="Arial"/>
              <a:cs typeface="Arial"/>
            </a:endParaRPr>
          </a:p>
          <a:p>
            <a:pPr marL="12700" marR="5080">
              <a:lnSpc>
                <a:spcPct val="100000"/>
              </a:lnSpc>
            </a:pP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in the</a:t>
            </a:r>
            <a:r>
              <a:rPr sz="1000" spc="-5" dirty="0">
                <a:solidFill>
                  <a:srgbClr val="231F20"/>
                </a:solidFill>
                <a:latin typeface="Arial"/>
                <a:cs typeface="Arial"/>
              </a:rPr>
              <a:t> </a:t>
            </a:r>
            <a:r>
              <a:rPr sz="1000" spc="-20" dirty="0">
                <a:solidFill>
                  <a:srgbClr val="231F20"/>
                </a:solidFill>
                <a:latin typeface="Arial"/>
                <a:cs typeface="Arial"/>
              </a:rPr>
              <a:t>Eastern</a:t>
            </a:r>
            <a:r>
              <a:rPr sz="1000" dirty="0">
                <a:solidFill>
                  <a:srgbClr val="231F20"/>
                </a:solidFill>
                <a:latin typeface="Arial"/>
                <a:cs typeface="Arial"/>
              </a:rPr>
              <a:t> </a:t>
            </a:r>
            <a:r>
              <a:rPr sz="1000" spc="-10" dirty="0">
                <a:solidFill>
                  <a:srgbClr val="231F20"/>
                </a:solidFill>
                <a:latin typeface="Arial"/>
                <a:cs typeface="Arial"/>
              </a:rPr>
              <a:t>Region</a:t>
            </a:r>
            <a:r>
              <a:rPr sz="1000" dirty="0">
                <a:solidFill>
                  <a:srgbClr val="231F20"/>
                </a:solidFill>
                <a:latin typeface="Arial"/>
                <a:cs typeface="Arial"/>
              </a:rPr>
              <a:t> with</a:t>
            </a:r>
            <a:r>
              <a:rPr sz="1000" spc="-5" dirty="0">
                <a:solidFill>
                  <a:srgbClr val="231F20"/>
                </a:solidFill>
                <a:latin typeface="Arial"/>
                <a:cs typeface="Arial"/>
              </a:rPr>
              <a:t> </a:t>
            </a:r>
            <a:r>
              <a:rPr sz="1000" spc="-40" dirty="0">
                <a:solidFill>
                  <a:srgbClr val="231F20"/>
                </a:solidFill>
                <a:latin typeface="Arial"/>
                <a:cs typeface="Arial"/>
              </a:rPr>
              <a:t>2,514</a:t>
            </a:r>
            <a:r>
              <a:rPr sz="1000" dirty="0">
                <a:solidFill>
                  <a:srgbClr val="231F20"/>
                </a:solidFill>
                <a:latin typeface="Arial"/>
                <a:cs typeface="Arial"/>
              </a:rPr>
              <a:t> hours</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community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Additionally,</a:t>
            </a:r>
            <a:r>
              <a:rPr sz="1000" spc="-10" dirty="0">
                <a:solidFill>
                  <a:srgbClr val="231F20"/>
                </a:solidFill>
                <a:latin typeface="Arial"/>
                <a:cs typeface="Arial"/>
              </a:rPr>
              <a:t> </a:t>
            </a:r>
            <a:r>
              <a:rPr sz="1000" dirty="0">
                <a:solidFill>
                  <a:srgbClr val="231F20"/>
                </a:solidFill>
                <a:latin typeface="Arial"/>
                <a:cs typeface="Arial"/>
              </a:rPr>
              <a:t>recent</a:t>
            </a:r>
            <a:r>
              <a:rPr sz="1000" spc="-15" dirty="0">
                <a:solidFill>
                  <a:srgbClr val="231F20"/>
                </a:solidFill>
                <a:latin typeface="Arial"/>
                <a:cs typeface="Arial"/>
              </a:rPr>
              <a:t> </a:t>
            </a:r>
            <a:r>
              <a:rPr sz="1000" spc="-30" dirty="0">
                <a:solidFill>
                  <a:srgbClr val="231F20"/>
                </a:solidFill>
                <a:latin typeface="Arial"/>
                <a:cs typeface="Arial"/>
              </a:rPr>
              <a:t>JJMCMC</a:t>
            </a:r>
            <a:r>
              <a:rPr sz="1000" spc="-10" dirty="0">
                <a:solidFill>
                  <a:srgbClr val="231F20"/>
                </a:solidFill>
                <a:latin typeface="Arial"/>
                <a:cs typeface="Arial"/>
              </a:rPr>
              <a:t> </a:t>
            </a:r>
            <a:r>
              <a:rPr sz="1000" dirty="0">
                <a:solidFill>
                  <a:srgbClr val="231F20"/>
                </a:solidFill>
                <a:latin typeface="Arial"/>
                <a:cs typeface="Arial"/>
              </a:rPr>
              <a:t>graduate</a:t>
            </a:r>
            <a:r>
              <a:rPr sz="1000" spc="-15" dirty="0">
                <a:solidFill>
                  <a:srgbClr val="231F20"/>
                </a:solidFill>
                <a:latin typeface="Arial"/>
                <a:cs typeface="Arial"/>
              </a:rPr>
              <a:t> </a:t>
            </a:r>
            <a:r>
              <a:rPr sz="1000" spc="-10" dirty="0">
                <a:solidFill>
                  <a:srgbClr val="231F20"/>
                </a:solidFill>
                <a:latin typeface="Arial"/>
                <a:cs typeface="Arial"/>
              </a:rPr>
              <a:t>Jessica </a:t>
            </a:r>
            <a:r>
              <a:rPr sz="1000" dirty="0">
                <a:solidFill>
                  <a:srgbClr val="231F20"/>
                </a:solidFill>
                <a:latin typeface="Arial"/>
                <a:cs typeface="Arial"/>
              </a:rPr>
              <a:t>Holloway</a:t>
            </a:r>
            <a:r>
              <a:rPr sz="1000" spc="30" dirty="0">
                <a:solidFill>
                  <a:srgbClr val="231F20"/>
                </a:solidFill>
                <a:latin typeface="Arial"/>
                <a:cs typeface="Arial"/>
              </a:rPr>
              <a:t> </a:t>
            </a:r>
            <a:r>
              <a:rPr sz="1000" dirty="0">
                <a:solidFill>
                  <a:srgbClr val="231F20"/>
                </a:solidFill>
                <a:latin typeface="Arial"/>
                <a:cs typeface="Arial"/>
              </a:rPr>
              <a:t>received</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distinction</a:t>
            </a:r>
            <a:r>
              <a:rPr sz="1000" spc="30" dirty="0">
                <a:solidFill>
                  <a:srgbClr val="231F20"/>
                </a:solidFill>
                <a:latin typeface="Arial"/>
                <a:cs typeface="Arial"/>
              </a:rPr>
              <a:t> </a:t>
            </a:r>
            <a:r>
              <a:rPr sz="1000" spc="-10" dirty="0">
                <a:solidFill>
                  <a:srgbClr val="231F20"/>
                </a:solidFill>
                <a:latin typeface="Arial"/>
                <a:cs typeface="Arial"/>
              </a:rPr>
              <a:t>as</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2020</a:t>
            </a:r>
            <a:r>
              <a:rPr sz="1000" spc="35" dirty="0">
                <a:solidFill>
                  <a:srgbClr val="231F20"/>
                </a:solidFill>
                <a:latin typeface="Arial"/>
                <a:cs typeface="Arial"/>
              </a:rPr>
              <a:t> </a:t>
            </a:r>
            <a:r>
              <a:rPr sz="1000" spc="-10" dirty="0">
                <a:solidFill>
                  <a:srgbClr val="231F20"/>
                </a:solidFill>
                <a:latin typeface="Arial"/>
                <a:cs typeface="Arial"/>
              </a:rPr>
              <a:t>Eastern Regional</a:t>
            </a:r>
            <a:r>
              <a:rPr sz="1000" spc="-30" dirty="0">
                <a:solidFill>
                  <a:srgbClr val="231F20"/>
                </a:solidFill>
                <a:latin typeface="Arial"/>
                <a:cs typeface="Arial"/>
              </a:rPr>
              <a:t> </a:t>
            </a:r>
            <a:r>
              <a:rPr sz="1000" dirty="0">
                <a:solidFill>
                  <a:srgbClr val="231F20"/>
                </a:solidFill>
                <a:latin typeface="Arial"/>
                <a:cs typeface="Arial"/>
              </a:rPr>
              <a:t>Carole</a:t>
            </a:r>
            <a:r>
              <a:rPr sz="1000" spc="-35" dirty="0">
                <a:solidFill>
                  <a:srgbClr val="231F20"/>
                </a:solidFill>
                <a:latin typeface="Arial"/>
                <a:cs typeface="Arial"/>
              </a:rPr>
              <a:t> </a:t>
            </a:r>
            <a:r>
              <a:rPr sz="1000" dirty="0">
                <a:solidFill>
                  <a:srgbClr val="231F20"/>
                </a:solidFill>
                <a:latin typeface="Arial"/>
                <a:cs typeface="Arial"/>
              </a:rPr>
              <a:t>Robertson</a:t>
            </a:r>
            <a:r>
              <a:rPr sz="1000" spc="-30" dirty="0">
                <a:solidFill>
                  <a:srgbClr val="231F20"/>
                </a:solidFill>
                <a:latin typeface="Arial"/>
                <a:cs typeface="Arial"/>
              </a:rPr>
              <a:t> </a:t>
            </a:r>
            <a:r>
              <a:rPr sz="1000" dirty="0">
                <a:solidFill>
                  <a:srgbClr val="231F20"/>
                </a:solidFill>
                <a:latin typeface="Arial"/>
                <a:cs typeface="Arial"/>
              </a:rPr>
              <a:t>Award</a:t>
            </a:r>
            <a:r>
              <a:rPr sz="1000" spc="-30" dirty="0">
                <a:solidFill>
                  <a:srgbClr val="231F20"/>
                </a:solidFill>
                <a:latin typeface="Arial"/>
                <a:cs typeface="Arial"/>
              </a:rPr>
              <a:t> </a:t>
            </a:r>
            <a:r>
              <a:rPr sz="1000" spc="-20" dirty="0">
                <a:solidFill>
                  <a:srgbClr val="231F20"/>
                </a:solidFill>
                <a:latin typeface="Arial"/>
                <a:cs typeface="Arial"/>
              </a:rPr>
              <a:t>Winner.</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spc="-10" dirty="0">
                <a:solidFill>
                  <a:srgbClr val="231F20"/>
                </a:solidFill>
                <a:latin typeface="Arial"/>
                <a:cs typeface="Arial"/>
              </a:rPr>
              <a:t>chapter</a:t>
            </a:r>
            <a:r>
              <a:rPr sz="1000" spc="500"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awarded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dirty="0">
                <a:solidFill>
                  <a:srgbClr val="231F20"/>
                </a:solidFill>
                <a:latin typeface="Arial"/>
                <a:cs typeface="Arial"/>
              </a:rPr>
              <a:t>Foundation</a:t>
            </a:r>
            <a:r>
              <a:rPr sz="1000" spc="-15" dirty="0">
                <a:solidFill>
                  <a:srgbClr val="231F20"/>
                </a:solidFill>
                <a:latin typeface="Arial"/>
                <a:cs typeface="Arial"/>
              </a:rPr>
              <a:t> </a:t>
            </a:r>
            <a:r>
              <a:rPr sz="1000" spc="-10" dirty="0">
                <a:solidFill>
                  <a:srgbClr val="231F20"/>
                </a:solidFill>
                <a:latin typeface="Arial"/>
                <a:cs typeface="Arial"/>
              </a:rPr>
              <a:t>Grant</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launch </a:t>
            </a:r>
            <a:r>
              <a:rPr sz="1000" spc="-25" dirty="0">
                <a:solidFill>
                  <a:srgbClr val="231F20"/>
                </a:solidFill>
                <a:latin typeface="Arial"/>
                <a:cs typeface="Arial"/>
              </a:rPr>
              <a:t>Turn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Page</a:t>
            </a:r>
            <a:r>
              <a:rPr sz="1000" spc="-20" dirty="0">
                <a:solidFill>
                  <a:srgbClr val="231F20"/>
                </a:solidFill>
                <a:latin typeface="Arial"/>
                <a:cs typeface="Arial"/>
              </a:rPr>
              <a:t> </a:t>
            </a:r>
            <a:r>
              <a:rPr sz="1000" dirty="0">
                <a:solidFill>
                  <a:srgbClr val="231F20"/>
                </a:solidFill>
                <a:latin typeface="Arial"/>
                <a:cs typeface="Arial"/>
              </a:rPr>
              <a:t>Virtual</a:t>
            </a:r>
            <a:r>
              <a:rPr sz="1000" spc="-25" dirty="0">
                <a:solidFill>
                  <a:srgbClr val="231F20"/>
                </a:solidFill>
                <a:latin typeface="Arial"/>
                <a:cs typeface="Arial"/>
              </a:rPr>
              <a:t> </a:t>
            </a:r>
            <a:r>
              <a:rPr sz="1000" spc="-10" dirty="0">
                <a:solidFill>
                  <a:srgbClr val="231F20"/>
                </a:solidFill>
                <a:latin typeface="Arial"/>
                <a:cs typeface="Arial"/>
              </a:rPr>
              <a:t>Reading</a:t>
            </a:r>
            <a:r>
              <a:rPr sz="1000" spc="-20" dirty="0">
                <a:solidFill>
                  <a:srgbClr val="231F20"/>
                </a:solidFill>
                <a:latin typeface="Arial"/>
                <a:cs typeface="Arial"/>
              </a:rPr>
              <a:t> </a:t>
            </a:r>
            <a:r>
              <a:rPr sz="1000" spc="-10" dirty="0">
                <a:solidFill>
                  <a:srgbClr val="231F20"/>
                </a:solidFill>
                <a:latin typeface="Arial"/>
                <a:cs typeface="Arial"/>
              </a:rPr>
              <a:t>Corner.</a:t>
            </a:r>
            <a:r>
              <a:rPr sz="1000" spc="-2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2019,</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spc="-10" dirty="0">
                <a:solidFill>
                  <a:srgbClr val="231F20"/>
                </a:solidFill>
                <a:latin typeface="Arial"/>
                <a:cs typeface="Arial"/>
              </a:rPr>
              <a:t>chapter </a:t>
            </a:r>
            <a:r>
              <a:rPr sz="1000" dirty="0">
                <a:solidFill>
                  <a:srgbClr val="231F20"/>
                </a:solidFill>
                <a:latin typeface="Arial"/>
                <a:cs typeface="Arial"/>
              </a:rPr>
              <a:t>grew</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35" dirty="0">
                <a:solidFill>
                  <a:srgbClr val="231F20"/>
                </a:solidFill>
                <a:latin typeface="Arial"/>
                <a:cs typeface="Arial"/>
              </a:rPr>
              <a:t>105</a:t>
            </a:r>
            <a:r>
              <a:rPr sz="1000" spc="-15" dirty="0">
                <a:solidFill>
                  <a:srgbClr val="231F20"/>
                </a:solidFill>
                <a:latin typeface="Arial"/>
                <a:cs typeface="Arial"/>
              </a:rPr>
              <a:t> </a:t>
            </a:r>
            <a:r>
              <a:rPr sz="1000" dirty="0">
                <a:solidFill>
                  <a:srgbClr val="231F20"/>
                </a:solidFill>
                <a:latin typeface="Arial"/>
                <a:cs typeface="Arial"/>
              </a:rPr>
              <a:t>families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55" dirty="0">
                <a:solidFill>
                  <a:srgbClr val="231F20"/>
                </a:solidFill>
                <a:latin typeface="Arial"/>
                <a:cs typeface="Arial"/>
              </a:rPr>
              <a:t>184</a:t>
            </a:r>
            <a:r>
              <a:rPr sz="1000" spc="-15" dirty="0">
                <a:solidFill>
                  <a:srgbClr val="231F20"/>
                </a:solidFill>
                <a:latin typeface="Arial"/>
                <a:cs typeface="Arial"/>
              </a:rPr>
              <a:t> </a:t>
            </a:r>
            <a:r>
              <a:rPr sz="1000" spc="-10" dirty="0">
                <a:solidFill>
                  <a:srgbClr val="231F20"/>
                </a:solidFill>
                <a:latin typeface="Arial"/>
                <a:cs typeface="Arial"/>
              </a:rPr>
              <a:t>children.</a:t>
            </a:r>
            <a:endParaRPr sz="1000">
              <a:latin typeface="Arial"/>
              <a:cs typeface="Arial"/>
            </a:endParaRPr>
          </a:p>
          <a:p>
            <a:pPr marL="12700" marR="82550">
              <a:lnSpc>
                <a:spcPct val="100000"/>
              </a:lnSpc>
              <a:spcBef>
                <a:spcPts val="900"/>
              </a:spcBef>
            </a:pPr>
            <a:r>
              <a:rPr sz="1000" dirty="0">
                <a:solidFill>
                  <a:srgbClr val="231F20"/>
                </a:solidFill>
                <a:latin typeface="Arial"/>
                <a:cs typeface="Arial"/>
              </a:rPr>
              <a:t>The final</a:t>
            </a:r>
            <a:r>
              <a:rPr sz="1000" spc="5" dirty="0">
                <a:solidFill>
                  <a:srgbClr val="231F20"/>
                </a:solidFill>
                <a:latin typeface="Arial"/>
                <a:cs typeface="Arial"/>
              </a:rPr>
              <a:t> </a:t>
            </a:r>
            <a:r>
              <a:rPr sz="1000" dirty="0">
                <a:solidFill>
                  <a:srgbClr val="231F20"/>
                </a:solidFill>
                <a:latin typeface="Arial"/>
                <a:cs typeface="Arial"/>
              </a:rPr>
              <a:t>mother’s</a:t>
            </a:r>
            <a:r>
              <a:rPr sz="1000" spc="5" dirty="0">
                <a:solidFill>
                  <a:srgbClr val="231F20"/>
                </a:solidFill>
                <a:latin typeface="Arial"/>
                <a:cs typeface="Arial"/>
              </a:rPr>
              <a:t> </a:t>
            </a:r>
            <a:r>
              <a:rPr sz="1000" dirty="0">
                <a:solidFill>
                  <a:srgbClr val="231F20"/>
                </a:solidFill>
                <a:latin typeface="Arial"/>
                <a:cs typeface="Arial"/>
              </a:rPr>
              <a:t>meeting of</a:t>
            </a:r>
            <a:r>
              <a:rPr sz="1000" spc="5" dirty="0">
                <a:solidFill>
                  <a:srgbClr val="231F20"/>
                </a:solidFill>
                <a:latin typeface="Arial"/>
                <a:cs typeface="Arial"/>
              </a:rPr>
              <a:t> </a:t>
            </a:r>
            <a:r>
              <a:rPr sz="1000" dirty="0">
                <a:solidFill>
                  <a:srgbClr val="231F20"/>
                </a:solidFill>
                <a:latin typeface="Arial"/>
                <a:cs typeface="Arial"/>
              </a:rPr>
              <a:t>2019–2020 program</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brought</a:t>
            </a:r>
            <a:r>
              <a:rPr sz="1000" spc="-5" dirty="0">
                <a:solidFill>
                  <a:srgbClr val="231F20"/>
                </a:solidFill>
                <a:latin typeface="Arial"/>
                <a:cs typeface="Arial"/>
              </a:rPr>
              <a:t> </a:t>
            </a:r>
            <a:r>
              <a:rPr sz="1000" dirty="0">
                <a:solidFill>
                  <a:srgbClr val="231F20"/>
                </a:solidFill>
                <a:latin typeface="Arial"/>
                <a:cs typeface="Arial"/>
              </a:rPr>
              <a:t>in a</a:t>
            </a:r>
            <a:r>
              <a:rPr sz="1000" spc="-5" dirty="0">
                <a:solidFill>
                  <a:srgbClr val="231F20"/>
                </a:solidFill>
                <a:latin typeface="Arial"/>
                <a:cs typeface="Arial"/>
              </a:rPr>
              <a:t> </a:t>
            </a:r>
            <a:r>
              <a:rPr sz="1000" dirty="0">
                <a:solidFill>
                  <a:srgbClr val="231F20"/>
                </a:solidFill>
                <a:latin typeface="Arial"/>
                <a:cs typeface="Arial"/>
              </a:rPr>
              <a:t>change</a:t>
            </a:r>
            <a:r>
              <a:rPr sz="1000" spc="-5" dirty="0">
                <a:solidFill>
                  <a:srgbClr val="231F20"/>
                </a:solidFill>
                <a:latin typeface="Arial"/>
                <a:cs typeface="Arial"/>
              </a:rPr>
              <a:t> </a:t>
            </a:r>
            <a:r>
              <a:rPr sz="1000" dirty="0">
                <a:solidFill>
                  <a:srgbClr val="231F20"/>
                </a:solidFill>
                <a:latin typeface="Arial"/>
                <a:cs typeface="Arial"/>
              </a:rPr>
              <a:t>in the</a:t>
            </a:r>
            <a:r>
              <a:rPr sz="1000" spc="-5" dirty="0">
                <a:solidFill>
                  <a:srgbClr val="231F20"/>
                </a:solidFill>
                <a:latin typeface="Arial"/>
                <a:cs typeface="Arial"/>
              </a:rPr>
              <a:t> </a:t>
            </a:r>
            <a:r>
              <a:rPr sz="1000" dirty="0">
                <a:solidFill>
                  <a:srgbClr val="231F20"/>
                </a:solidFill>
                <a:latin typeface="Arial"/>
                <a:cs typeface="Arial"/>
              </a:rPr>
              <a:t>administration</a:t>
            </a:r>
            <a:r>
              <a:rPr sz="1000" spc="-5" dirty="0">
                <a:solidFill>
                  <a:srgbClr val="231F20"/>
                </a:solidFill>
                <a:latin typeface="Arial"/>
                <a:cs typeface="Arial"/>
              </a:rPr>
              <a:t> </a:t>
            </a:r>
            <a:r>
              <a:rPr sz="1000" dirty="0">
                <a:solidFill>
                  <a:srgbClr val="231F20"/>
                </a:solidFill>
                <a:latin typeface="Arial"/>
                <a:cs typeface="Arial"/>
              </a:rPr>
              <a:t>with a</a:t>
            </a:r>
            <a:r>
              <a:rPr sz="1000" spc="-5" dirty="0">
                <a:solidFill>
                  <a:srgbClr val="231F20"/>
                </a:solidFill>
                <a:latin typeface="Arial"/>
                <a:cs typeface="Arial"/>
              </a:rPr>
              <a:t> </a:t>
            </a:r>
            <a:r>
              <a:rPr sz="1000" spc="-25" dirty="0">
                <a:solidFill>
                  <a:srgbClr val="231F20"/>
                </a:solidFill>
                <a:latin typeface="Arial"/>
                <a:cs typeface="Arial"/>
              </a:rPr>
              <a:t>new </a:t>
            </a:r>
            <a:r>
              <a:rPr sz="1000" dirty="0">
                <a:solidFill>
                  <a:srgbClr val="231F20"/>
                </a:solidFill>
                <a:latin typeface="Arial"/>
                <a:cs typeface="Arial"/>
              </a:rPr>
              <a:t>set of officers. The</a:t>
            </a:r>
            <a:r>
              <a:rPr sz="1000" spc="5" dirty="0">
                <a:solidFill>
                  <a:srgbClr val="231F20"/>
                </a:solidFill>
                <a:latin typeface="Arial"/>
                <a:cs typeface="Arial"/>
              </a:rPr>
              <a:t> </a:t>
            </a:r>
            <a:r>
              <a:rPr sz="1000" dirty="0">
                <a:solidFill>
                  <a:srgbClr val="231F20"/>
                </a:solidFill>
                <a:latin typeface="Arial"/>
                <a:cs typeface="Arial"/>
              </a:rPr>
              <a:t>following individuals were </a:t>
            </a:r>
            <a:r>
              <a:rPr sz="1000" spc="-10" dirty="0">
                <a:solidFill>
                  <a:srgbClr val="231F20"/>
                </a:solidFill>
                <a:latin typeface="Arial"/>
                <a:cs typeface="Arial"/>
              </a:rPr>
              <a:t>elected</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appointed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serve</a:t>
            </a:r>
            <a:r>
              <a:rPr sz="1000" spc="10"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leaders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2020–2021 </a:t>
            </a:r>
            <a:r>
              <a:rPr sz="1000" dirty="0">
                <a:solidFill>
                  <a:srgbClr val="231F20"/>
                </a:solidFill>
                <a:latin typeface="Arial"/>
                <a:cs typeface="Arial"/>
              </a:rPr>
              <a:t>program</a:t>
            </a:r>
            <a:r>
              <a:rPr sz="1000" spc="-10" dirty="0">
                <a:solidFill>
                  <a:srgbClr val="231F20"/>
                </a:solidFill>
                <a:latin typeface="Arial"/>
                <a:cs typeface="Arial"/>
              </a:rPr>
              <a:t> year:</a:t>
            </a:r>
            <a:endParaRPr sz="1000">
              <a:latin typeface="Arial"/>
              <a:cs typeface="Arial"/>
            </a:endParaRPr>
          </a:p>
        </p:txBody>
      </p:sp>
      <p:sp>
        <p:nvSpPr>
          <p:cNvPr id="3" name="object 3"/>
          <p:cNvSpPr txBox="1"/>
          <p:nvPr/>
        </p:nvSpPr>
        <p:spPr>
          <a:xfrm>
            <a:off x="4058640" y="2369891"/>
            <a:ext cx="3227070" cy="6703059"/>
          </a:xfrm>
          <a:prstGeom prst="rect">
            <a:avLst/>
          </a:prstGeom>
        </p:spPr>
        <p:txBody>
          <a:bodyPr vert="horz" wrap="square" lIns="0" tIns="56515" rIns="0" bIns="0" rtlCol="0">
            <a:spAutoFit/>
          </a:bodyPr>
          <a:lstStyle/>
          <a:p>
            <a:pPr algn="ctr">
              <a:lnSpc>
                <a:spcPct val="100000"/>
              </a:lnSpc>
              <a:spcBef>
                <a:spcPts val="445"/>
              </a:spcBef>
            </a:pPr>
            <a:r>
              <a:rPr sz="1100" spc="-70" dirty="0">
                <a:solidFill>
                  <a:srgbClr val="27AAE1"/>
                </a:solidFill>
                <a:latin typeface="Lucida Sans Unicode"/>
                <a:cs typeface="Lucida Sans Unicode"/>
              </a:rPr>
              <a:t>2020-</a:t>
            </a:r>
            <a:r>
              <a:rPr sz="1100" spc="-20" dirty="0">
                <a:solidFill>
                  <a:srgbClr val="27AAE1"/>
                </a:solidFill>
                <a:latin typeface="Lucida Sans Unicode"/>
                <a:cs typeface="Lucida Sans Unicode"/>
              </a:rPr>
              <a:t>2021</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216535" marR="208915" algn="ctr">
              <a:lnSpc>
                <a:spcPts val="1680"/>
              </a:lnSpc>
              <a:spcBef>
                <a:spcPts val="100"/>
              </a:spcBef>
            </a:pPr>
            <a:r>
              <a:rPr sz="1100" dirty="0">
                <a:solidFill>
                  <a:srgbClr val="1D5495"/>
                </a:solidFill>
                <a:latin typeface="Lucida Sans Unicode"/>
                <a:cs typeface="Lucida Sans Unicode"/>
              </a:rPr>
              <a:t>President:</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50" dirty="0">
                <a:solidFill>
                  <a:srgbClr val="1D5495"/>
                </a:solidFill>
                <a:latin typeface="Lucida Sans Unicode"/>
                <a:cs typeface="Lucida Sans Unicode"/>
              </a:rPr>
              <a:t> Sampson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Program</a:t>
            </a:r>
            <a:r>
              <a:rPr sz="1100" spc="5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55" dirty="0">
                <a:solidFill>
                  <a:srgbClr val="1D5495"/>
                </a:solidFill>
                <a:latin typeface="Lucida Sans Unicode"/>
                <a:cs typeface="Lucida Sans Unicode"/>
              </a:rPr>
              <a:t> Tameka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Montgomery </a:t>
            </a:r>
            <a:r>
              <a:rPr sz="1100" spc="10" dirty="0">
                <a:solidFill>
                  <a:srgbClr val="1D5495"/>
                </a:solidFill>
                <a:latin typeface="Lucida Sans Unicode"/>
                <a:cs typeface="Lucida Sans Unicode"/>
              </a:rPr>
              <a:t>Recording</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Ayo</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Atterberry</a:t>
            </a:r>
            <a:endParaRPr sz="1100">
              <a:latin typeface="Lucida Sans Unicode"/>
              <a:cs typeface="Lucida Sans Unicode"/>
            </a:endParaRPr>
          </a:p>
          <a:p>
            <a:pPr marL="92710" marR="85090" algn="ctr">
              <a:lnSpc>
                <a:spcPct val="100000"/>
              </a:lnSpc>
              <a:spcBef>
                <a:spcPts val="240"/>
              </a:spcBef>
            </a:pPr>
            <a:r>
              <a:rPr sz="1100" spc="10" dirty="0">
                <a:solidFill>
                  <a:srgbClr val="1D5495"/>
                </a:solidFill>
                <a:latin typeface="Lucida Sans Unicode"/>
                <a:cs typeface="Lucida Sans Unicode"/>
              </a:rPr>
              <a:t>Corresponding</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75" dirty="0">
                <a:solidFill>
                  <a:srgbClr val="1D5495"/>
                </a:solidFill>
                <a:latin typeface="Lucida Sans Unicode"/>
                <a:cs typeface="Lucida Sans Unicode"/>
              </a:rPr>
              <a:t>Jeanine</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 Grain</a:t>
            </a:r>
            <a:endParaRPr sz="1100">
              <a:latin typeface="Lucida Sans Unicode"/>
              <a:cs typeface="Lucida Sans Unicode"/>
            </a:endParaRPr>
          </a:p>
          <a:p>
            <a:pPr marL="24765" marR="17145" indent="590550">
              <a:lnSpc>
                <a:spcPct val="127299"/>
              </a:lnSpc>
            </a:pPr>
            <a:r>
              <a:rPr sz="1100" dirty="0">
                <a:solidFill>
                  <a:srgbClr val="1D5495"/>
                </a:solidFill>
                <a:latin typeface="Lucida Sans Unicode"/>
                <a:cs typeface="Lucida Sans Unicode"/>
              </a:rPr>
              <a:t>Treasurer:</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r>
              <a:rPr sz="1100" spc="500" dirty="0">
                <a:solidFill>
                  <a:srgbClr val="1D5495"/>
                </a:solidFill>
                <a:latin typeface="Lucida Sans Unicode"/>
                <a:cs typeface="Lucida Sans Unicode"/>
              </a:rPr>
              <a:t> </a:t>
            </a:r>
            <a:r>
              <a:rPr sz="1100" spc="10" dirty="0">
                <a:solidFill>
                  <a:srgbClr val="1D5495"/>
                </a:solidFill>
                <a:latin typeface="Lucida Sans Unicode"/>
                <a:cs typeface="Lucida Sans Unicode"/>
              </a:rPr>
              <a:t>Financial</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Mignon</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McLemore</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Pierce</a:t>
            </a:r>
            <a:endParaRPr sz="1100">
              <a:latin typeface="Lucida Sans Unicode"/>
              <a:cs typeface="Lucida Sans Unicode"/>
            </a:endParaRPr>
          </a:p>
          <a:p>
            <a:pPr marL="450850" marR="443230" indent="-635" algn="ctr">
              <a:lnSpc>
                <a:spcPct val="127299"/>
              </a:lnSpc>
            </a:pPr>
            <a:r>
              <a:rPr sz="1100" spc="-20" dirty="0">
                <a:solidFill>
                  <a:srgbClr val="1D5495"/>
                </a:solidFill>
                <a:latin typeface="Lucida Sans Unicode"/>
                <a:cs typeface="Lucida Sans Unicode"/>
              </a:rPr>
              <a:t>Editor:</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Donné</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Settles</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Allen </a:t>
            </a:r>
            <a:r>
              <a:rPr sz="1100" dirty="0">
                <a:solidFill>
                  <a:srgbClr val="1D5495"/>
                </a:solidFill>
                <a:latin typeface="Lucida Sans Unicode"/>
                <a:cs typeface="Lucida Sans Unicode"/>
              </a:rPr>
              <a:t>Parliamentarian:</a:t>
            </a:r>
            <a:r>
              <a:rPr sz="1100" spc="19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Foundation</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35" dirty="0">
                <a:solidFill>
                  <a:srgbClr val="1D5495"/>
                </a:solidFill>
                <a:latin typeface="Lucida Sans Unicode"/>
                <a:cs typeface="Lucida Sans Unicode"/>
              </a:rPr>
              <a:t> </a:t>
            </a:r>
            <a:r>
              <a:rPr sz="1100" dirty="0">
                <a:solidFill>
                  <a:srgbClr val="1D5495"/>
                </a:solidFill>
                <a:latin typeface="Lucida Sans Unicode"/>
                <a:cs typeface="Lucida Sans Unicode"/>
              </a:rPr>
              <a:t>Angela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Riemer </a:t>
            </a:r>
            <a:r>
              <a:rPr sz="1100" spc="10" dirty="0">
                <a:solidFill>
                  <a:srgbClr val="1D5495"/>
                </a:solidFill>
                <a:latin typeface="Lucida Sans Unicode"/>
                <a:cs typeface="Lucida Sans Unicode"/>
              </a:rPr>
              <a:t>Chaplain:</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Grimes</a:t>
            </a:r>
            <a:endParaRPr sz="1100">
              <a:latin typeface="Lucida Sans Unicode"/>
              <a:cs typeface="Lucida Sans Unicode"/>
            </a:endParaRPr>
          </a:p>
          <a:p>
            <a:pPr marL="194945" marR="187325" indent="-635" algn="ctr">
              <a:lnSpc>
                <a:spcPct val="127299"/>
              </a:lnSpc>
            </a:pPr>
            <a:r>
              <a:rPr sz="1100" dirty="0">
                <a:solidFill>
                  <a:srgbClr val="1D5495"/>
                </a:solidFill>
                <a:latin typeface="Lucida Sans Unicode"/>
                <a:cs typeface="Lucida Sans Unicode"/>
              </a:rPr>
              <a:t>Historian: </a:t>
            </a:r>
            <a:r>
              <a:rPr sz="1100" spc="55" dirty="0">
                <a:solidFill>
                  <a:srgbClr val="1D5495"/>
                </a:solidFill>
                <a:latin typeface="Lucida Sans Unicode"/>
                <a:cs typeface="Lucida Sans Unicode"/>
              </a:rPr>
              <a:t>Tameka</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Bennett</a:t>
            </a:r>
            <a:r>
              <a:rPr sz="1100" spc="5" dirty="0">
                <a:solidFill>
                  <a:srgbClr val="1D5495"/>
                </a:solidFill>
                <a:latin typeface="Lucida Sans Unicode"/>
                <a:cs typeface="Lucida Sans Unicode"/>
              </a:rPr>
              <a:t> </a:t>
            </a:r>
            <a:r>
              <a:rPr sz="1100" spc="50" dirty="0">
                <a:solidFill>
                  <a:srgbClr val="1D5495"/>
                </a:solidFill>
                <a:latin typeface="Lucida Sans Unicode"/>
                <a:cs typeface="Lucida Sans Unicode"/>
              </a:rPr>
              <a:t>Watt </a:t>
            </a:r>
            <a:r>
              <a:rPr sz="1100" dirty="0">
                <a:solidFill>
                  <a:srgbClr val="1D5495"/>
                </a:solidFill>
                <a:latin typeface="Lucida Sans Unicode"/>
                <a:cs typeface="Lucida Sans Unicode"/>
              </a:rPr>
              <a:t>Sergeant-At-Arms:</a:t>
            </a:r>
            <a:r>
              <a:rPr sz="1100" spc="185" dirty="0">
                <a:solidFill>
                  <a:srgbClr val="1D5495"/>
                </a:solidFill>
                <a:latin typeface="Lucida Sans Unicode"/>
                <a:cs typeface="Lucida Sans Unicode"/>
              </a:rPr>
              <a:t> </a:t>
            </a:r>
            <a:r>
              <a:rPr sz="1100" spc="50" dirty="0">
                <a:solidFill>
                  <a:srgbClr val="1D5495"/>
                </a:solidFill>
                <a:latin typeface="Lucida Sans Unicode"/>
                <a:cs typeface="Lucida Sans Unicode"/>
              </a:rPr>
              <a:t>Abena</a:t>
            </a:r>
            <a:r>
              <a:rPr sz="1100" spc="185" dirty="0">
                <a:solidFill>
                  <a:srgbClr val="1D5495"/>
                </a:solidFill>
                <a:latin typeface="Lucida Sans Unicode"/>
                <a:cs typeface="Lucida Sans Unicode"/>
              </a:rPr>
              <a:t> </a:t>
            </a:r>
            <a:r>
              <a:rPr sz="1100" dirty="0">
                <a:solidFill>
                  <a:srgbClr val="1D5495"/>
                </a:solidFill>
                <a:latin typeface="Lucida Sans Unicode"/>
                <a:cs typeface="Lucida Sans Unicode"/>
              </a:rPr>
              <a:t>Lewis-</a:t>
            </a:r>
            <a:r>
              <a:rPr sz="1100" spc="-10" dirty="0">
                <a:solidFill>
                  <a:srgbClr val="1D5495"/>
                </a:solidFill>
                <a:latin typeface="Lucida Sans Unicode"/>
                <a:cs typeface="Lucida Sans Unicode"/>
              </a:rPr>
              <a:t>Mhoon</a:t>
            </a:r>
            <a:endParaRPr sz="1100">
              <a:latin typeface="Lucida Sans Unicode"/>
              <a:cs typeface="Lucida Sans Unicode"/>
            </a:endParaRPr>
          </a:p>
          <a:p>
            <a:pPr marL="12700" marR="5080" algn="ctr">
              <a:lnSpc>
                <a:spcPct val="100000"/>
              </a:lnSpc>
              <a:spcBef>
                <a:spcPts val="360"/>
              </a:spcBef>
            </a:pPr>
            <a:r>
              <a:rPr sz="1100" dirty="0">
                <a:solidFill>
                  <a:srgbClr val="1D5495"/>
                </a:solidFill>
                <a:latin typeface="Lucida Sans Unicode"/>
                <a:cs typeface="Lucida Sans Unicode"/>
              </a:rPr>
              <a:t>Father’s</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45" dirty="0">
                <a:solidFill>
                  <a:srgbClr val="1D5495"/>
                </a:solidFill>
                <a:latin typeface="Lucida Sans Unicode"/>
                <a:cs typeface="Lucida Sans Unicode"/>
              </a:rPr>
              <a:t> </a:t>
            </a:r>
            <a:r>
              <a:rPr sz="1100" spc="75" dirty="0">
                <a:solidFill>
                  <a:srgbClr val="1D5495"/>
                </a:solidFill>
                <a:latin typeface="Lucida Sans Unicode"/>
                <a:cs typeface="Lucida Sans Unicode"/>
              </a:rPr>
              <a:t>Jonathan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Montgomery</a:t>
            </a:r>
            <a:r>
              <a:rPr sz="1100" spc="40" dirty="0">
                <a:solidFill>
                  <a:srgbClr val="1D5495"/>
                </a:solidFill>
                <a:latin typeface="Lucida Sans Unicode"/>
                <a:cs typeface="Lucida Sans Unicode"/>
              </a:rPr>
              <a:t> and </a:t>
            </a:r>
            <a:r>
              <a:rPr sz="1100" dirty="0">
                <a:solidFill>
                  <a:srgbClr val="1D5495"/>
                </a:solidFill>
                <a:latin typeface="Lucida Sans Unicode"/>
                <a:cs typeface="Lucida Sans Unicode"/>
              </a:rPr>
              <a:t>Tyren</a:t>
            </a:r>
            <a:r>
              <a:rPr sz="1100" spc="229" dirty="0">
                <a:solidFill>
                  <a:srgbClr val="1D5495"/>
                </a:solidFill>
                <a:latin typeface="Lucida Sans Unicode"/>
                <a:cs typeface="Lucida Sans Unicode"/>
              </a:rPr>
              <a:t> </a:t>
            </a:r>
            <a:r>
              <a:rPr sz="1100" dirty="0">
                <a:solidFill>
                  <a:srgbClr val="1D5495"/>
                </a:solidFill>
                <a:latin typeface="Lucida Sans Unicode"/>
                <a:cs typeface="Lucida Sans Unicode"/>
              </a:rPr>
              <a:t>Sutton—Co-</a:t>
            </a:r>
            <a:r>
              <a:rPr sz="1100" spc="-10" dirty="0">
                <a:solidFill>
                  <a:srgbClr val="1D5495"/>
                </a:solidFill>
                <a:latin typeface="Lucida Sans Unicode"/>
                <a:cs typeface="Lucida Sans Unicode"/>
              </a:rPr>
              <a:t>Chairs</a:t>
            </a:r>
            <a:endParaRPr sz="110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16559" marR="408940" indent="-635" algn="ctr">
              <a:lnSpc>
                <a:spcPct val="127299"/>
              </a:lnSpc>
              <a:spcBef>
                <a:spcPts val="70"/>
              </a:spcBef>
            </a:pPr>
            <a:r>
              <a:rPr sz="1100" dirty="0">
                <a:solidFill>
                  <a:srgbClr val="1D5495"/>
                </a:solidFill>
                <a:latin typeface="Lucida Sans Unicode"/>
                <a:cs typeface="Lucida Sans Unicode"/>
              </a:rPr>
              <a:t>Teen</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Kendall</a:t>
            </a:r>
            <a:r>
              <a:rPr sz="1100" spc="6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Vice</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Vierra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Queen </a:t>
            </a:r>
            <a:r>
              <a:rPr sz="1100" spc="10" dirty="0">
                <a:solidFill>
                  <a:srgbClr val="1D5495"/>
                </a:solidFill>
                <a:latin typeface="Lucida Sans Unicode"/>
                <a:cs typeface="Lucida Sans Unicode"/>
              </a:rPr>
              <a:t>Recording</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Morgan</a:t>
            </a:r>
            <a:r>
              <a:rPr sz="1100" spc="130" dirty="0">
                <a:solidFill>
                  <a:srgbClr val="1D5495"/>
                </a:solidFill>
                <a:latin typeface="Lucida Sans Unicode"/>
                <a:cs typeface="Lucida Sans Unicode"/>
              </a:rPr>
              <a:t> </a:t>
            </a:r>
            <a:r>
              <a:rPr sz="1100" spc="-20" dirty="0">
                <a:solidFill>
                  <a:srgbClr val="1D5495"/>
                </a:solidFill>
                <a:latin typeface="Lucida Sans Unicode"/>
                <a:cs typeface="Lucida Sans Unicode"/>
              </a:rPr>
              <a:t>King</a:t>
            </a:r>
            <a:endParaRPr sz="1100">
              <a:latin typeface="Lucida Sans Unicode"/>
              <a:cs typeface="Lucida Sans Unicode"/>
            </a:endParaRPr>
          </a:p>
          <a:p>
            <a:pPr marL="210820" marR="203200" algn="ctr">
              <a:lnSpc>
                <a:spcPct val="127299"/>
              </a:lnSpc>
            </a:pPr>
            <a:r>
              <a:rPr sz="1100" spc="10" dirty="0">
                <a:solidFill>
                  <a:srgbClr val="1D5495"/>
                </a:solidFill>
                <a:latin typeface="Lucida Sans Unicode"/>
                <a:cs typeface="Lucida Sans Unicode"/>
              </a:rPr>
              <a:t>Corresponding</a:t>
            </a:r>
            <a:r>
              <a:rPr sz="1100" spc="16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Braden</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Groce </a:t>
            </a:r>
            <a:r>
              <a:rPr sz="1100" dirty="0">
                <a:solidFill>
                  <a:srgbClr val="1D5495"/>
                </a:solidFill>
                <a:latin typeface="Lucida Sans Unicode"/>
                <a:cs typeface="Lucida Sans Unicode"/>
              </a:rPr>
              <a:t>Treasurer:</a:t>
            </a:r>
            <a:r>
              <a:rPr sz="1100" spc="-30" dirty="0">
                <a:solidFill>
                  <a:srgbClr val="1D5495"/>
                </a:solidFill>
                <a:latin typeface="Lucida Sans Unicode"/>
                <a:cs typeface="Lucida Sans Unicode"/>
              </a:rPr>
              <a:t> </a:t>
            </a:r>
            <a:r>
              <a:rPr sz="1100" spc="65" dirty="0">
                <a:solidFill>
                  <a:srgbClr val="1D5495"/>
                </a:solidFill>
                <a:latin typeface="Lucida Sans Unicode"/>
                <a:cs typeface="Lucida Sans Unicode"/>
              </a:rPr>
              <a:t>Isaac</a:t>
            </a:r>
            <a:r>
              <a:rPr sz="1100" spc="-25" dirty="0">
                <a:solidFill>
                  <a:srgbClr val="1D5495"/>
                </a:solidFill>
                <a:latin typeface="Lucida Sans Unicode"/>
                <a:cs typeface="Lucida Sans Unicode"/>
              </a:rPr>
              <a:t> </a:t>
            </a:r>
            <a:r>
              <a:rPr sz="1100" spc="-10" dirty="0">
                <a:solidFill>
                  <a:srgbClr val="1D5495"/>
                </a:solidFill>
                <a:latin typeface="Lucida Sans Unicode"/>
                <a:cs typeface="Lucida Sans Unicode"/>
              </a:rPr>
              <a:t>Marks</a:t>
            </a:r>
            <a:endParaRPr sz="1100">
              <a:latin typeface="Lucida Sans Unicode"/>
              <a:cs typeface="Lucida Sans Unicode"/>
            </a:endParaRPr>
          </a:p>
          <a:p>
            <a:pPr marL="318135" marR="310515" indent="-635" algn="ctr">
              <a:lnSpc>
                <a:spcPct val="127299"/>
              </a:lnSpc>
            </a:pPr>
            <a:r>
              <a:rPr sz="1100" spc="10" dirty="0">
                <a:solidFill>
                  <a:srgbClr val="1D5495"/>
                </a:solidFill>
                <a:latin typeface="Lucida Sans Unicode"/>
                <a:cs typeface="Lucida Sans Unicode"/>
              </a:rPr>
              <a:t>Financial</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Cole</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Rodia</a:t>
            </a:r>
            <a:r>
              <a:rPr sz="1100" spc="500" dirty="0">
                <a:solidFill>
                  <a:srgbClr val="1D5495"/>
                </a:solidFill>
                <a:latin typeface="Lucida Sans Unicode"/>
                <a:cs typeface="Lucida Sans Unicode"/>
              </a:rPr>
              <a:t> </a:t>
            </a:r>
            <a:r>
              <a:rPr sz="1100" spc="-20" dirty="0">
                <a:solidFill>
                  <a:srgbClr val="1D5495"/>
                </a:solidFill>
                <a:latin typeface="Lucida Sans Unicode"/>
                <a:cs typeface="Lucida Sans Unicode"/>
              </a:rPr>
              <a:t>Editor:</a:t>
            </a:r>
            <a:r>
              <a:rPr sz="1100" spc="110" dirty="0">
                <a:solidFill>
                  <a:srgbClr val="1D5495"/>
                </a:solidFill>
                <a:latin typeface="Lucida Sans Unicode"/>
                <a:cs typeface="Lucida Sans Unicode"/>
              </a:rPr>
              <a:t> </a:t>
            </a:r>
            <a:r>
              <a:rPr sz="1100" dirty="0">
                <a:solidFill>
                  <a:srgbClr val="1D5495"/>
                </a:solidFill>
                <a:latin typeface="Lucida Sans Unicode"/>
                <a:cs typeface="Lucida Sans Unicode"/>
              </a:rPr>
              <a:t>Tatiana</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Young </a:t>
            </a:r>
            <a:r>
              <a:rPr sz="1100" spc="20" dirty="0">
                <a:solidFill>
                  <a:srgbClr val="1D5495"/>
                </a:solidFill>
                <a:latin typeface="Lucida Sans Unicode"/>
                <a:cs typeface="Lucida Sans Unicode"/>
              </a:rPr>
              <a:t>Parliamentarian:</a:t>
            </a:r>
            <a:r>
              <a:rPr sz="1100" spc="105" dirty="0">
                <a:solidFill>
                  <a:srgbClr val="1D5495"/>
                </a:solidFill>
                <a:latin typeface="Lucida Sans Unicode"/>
                <a:cs typeface="Lucida Sans Unicode"/>
              </a:rPr>
              <a:t> </a:t>
            </a:r>
            <a:r>
              <a:rPr sz="1100" spc="20" dirty="0">
                <a:solidFill>
                  <a:srgbClr val="1D5495"/>
                </a:solidFill>
                <a:latin typeface="Lucida Sans Unicode"/>
                <a:cs typeface="Lucida Sans Unicode"/>
              </a:rPr>
              <a:t>Adalia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Winters </a:t>
            </a:r>
            <a:r>
              <a:rPr sz="1100" dirty="0">
                <a:solidFill>
                  <a:srgbClr val="1D5495"/>
                </a:solidFill>
                <a:latin typeface="Lucida Sans Unicode"/>
                <a:cs typeface="Lucida Sans Unicode"/>
              </a:rPr>
              <a:t>Foundation</a:t>
            </a:r>
            <a:r>
              <a:rPr sz="1100" spc="10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David</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Alexander</a:t>
            </a:r>
            <a:r>
              <a:rPr sz="1100" spc="105" dirty="0">
                <a:solidFill>
                  <a:srgbClr val="1D5495"/>
                </a:solidFill>
                <a:latin typeface="Lucida Sans Unicode"/>
                <a:cs typeface="Lucida Sans Unicode"/>
              </a:rPr>
              <a:t> </a:t>
            </a:r>
            <a:r>
              <a:rPr sz="1100" spc="-25" dirty="0">
                <a:solidFill>
                  <a:srgbClr val="1D5495"/>
                </a:solidFill>
                <a:latin typeface="Lucida Sans Unicode"/>
                <a:cs typeface="Lucida Sans Unicode"/>
              </a:rPr>
              <a:t>III </a:t>
            </a:r>
            <a:r>
              <a:rPr sz="1100" spc="10" dirty="0">
                <a:solidFill>
                  <a:srgbClr val="1D5495"/>
                </a:solidFill>
                <a:latin typeface="Lucida Sans Unicode"/>
                <a:cs typeface="Lucida Sans Unicode"/>
              </a:rPr>
              <a:t>Chaplain:</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Lindsay</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Historian:</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Olivia</a:t>
            </a:r>
            <a:r>
              <a:rPr sz="1100" spc="-5" dirty="0">
                <a:solidFill>
                  <a:srgbClr val="1D5495"/>
                </a:solidFill>
                <a:latin typeface="Lucida Sans Unicode"/>
                <a:cs typeface="Lucida Sans Unicode"/>
              </a:rPr>
              <a:t> </a:t>
            </a:r>
            <a:r>
              <a:rPr sz="1100" spc="70" dirty="0">
                <a:solidFill>
                  <a:srgbClr val="1D5495"/>
                </a:solidFill>
                <a:latin typeface="Lucida Sans Unicode"/>
                <a:cs typeface="Lucida Sans Unicode"/>
              </a:rPr>
              <a:t>Jones</a:t>
            </a:r>
            <a:endParaRPr sz="1100">
              <a:latin typeface="Lucida Sans Unicode"/>
              <a:cs typeface="Lucida Sans Unicode"/>
            </a:endParaRPr>
          </a:p>
          <a:p>
            <a:pPr algn="ctr">
              <a:lnSpc>
                <a:spcPct val="100000"/>
              </a:lnSpc>
              <a:spcBef>
                <a:spcPts val="360"/>
              </a:spcBef>
            </a:pPr>
            <a:r>
              <a:rPr sz="1100" spc="10" dirty="0">
                <a:solidFill>
                  <a:srgbClr val="1D5495"/>
                </a:solidFill>
                <a:latin typeface="Lucida Sans Unicode"/>
                <a:cs typeface="Lucida Sans Unicode"/>
              </a:rPr>
              <a:t>Sergeant-at-Arms:</a:t>
            </a:r>
            <a:r>
              <a:rPr sz="1100" spc="225" dirty="0">
                <a:solidFill>
                  <a:srgbClr val="1D5495"/>
                </a:solidFill>
                <a:latin typeface="Lucida Sans Unicode"/>
                <a:cs typeface="Lucida Sans Unicode"/>
              </a:rPr>
              <a:t> </a:t>
            </a:r>
            <a:r>
              <a:rPr sz="1100" spc="10" dirty="0">
                <a:solidFill>
                  <a:srgbClr val="1D5495"/>
                </a:solidFill>
                <a:latin typeface="Lucida Sans Unicode"/>
                <a:cs typeface="Lucida Sans Unicode"/>
              </a:rPr>
              <a:t>Camille</a:t>
            </a:r>
            <a:r>
              <a:rPr sz="1100" spc="225" dirty="0">
                <a:solidFill>
                  <a:srgbClr val="1D5495"/>
                </a:solidFill>
                <a:latin typeface="Lucida Sans Unicode"/>
                <a:cs typeface="Lucida Sans Unicode"/>
              </a:rPr>
              <a:t> </a:t>
            </a:r>
            <a:r>
              <a:rPr sz="1100" spc="50" dirty="0">
                <a:solidFill>
                  <a:srgbClr val="1D5495"/>
                </a:solidFill>
                <a:latin typeface="Lucida Sans Unicode"/>
                <a:cs typeface="Lucida Sans Unicode"/>
              </a:rPr>
              <a:t>Wyatt</a:t>
            </a:r>
            <a:endParaRPr sz="1100">
              <a:latin typeface="Lucida Sans Unicode"/>
              <a:cs typeface="Lucida Sans Unicode"/>
            </a:endParaRPr>
          </a:p>
        </p:txBody>
      </p:sp>
      <p:sp>
        <p:nvSpPr>
          <p:cNvPr id="4" name="object 4"/>
          <p:cNvSpPr/>
          <p:nvPr/>
        </p:nvSpPr>
        <p:spPr>
          <a:xfrm>
            <a:off x="4029075" y="2184895"/>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object 6"/>
          <p:cNvSpPr/>
          <p:nvPr/>
        </p:nvSpPr>
        <p:spPr>
          <a:xfrm>
            <a:off x="4047871" y="9296400"/>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7" name="object 7"/>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0</a:t>
            </a:r>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885175"/>
            <a:ext cx="3298825" cy="7150100"/>
          </a:xfrm>
          <a:prstGeom prst="rect">
            <a:avLst/>
          </a:prstGeom>
        </p:spPr>
        <p:txBody>
          <a:bodyPr vert="horz" wrap="square" lIns="0" tIns="12700" rIns="0" bIns="0" rtlCol="0">
            <a:spAutoFit/>
          </a:bodyPr>
          <a:lstStyle/>
          <a:p>
            <a:pPr marL="12700" marR="100330">
              <a:lnSpc>
                <a:spcPct val="100000"/>
              </a:lnSpc>
              <a:spcBef>
                <a:spcPts val="100"/>
              </a:spcBef>
            </a:pPr>
            <a:r>
              <a:rPr sz="1000" spc="-30" dirty="0">
                <a:solidFill>
                  <a:srgbClr val="231F20"/>
                </a:solidFill>
                <a:latin typeface="Arial"/>
                <a:cs typeface="Arial"/>
              </a:rPr>
              <a:t>JJMCMC</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220" dirty="0">
                <a:solidFill>
                  <a:srgbClr val="231F20"/>
                </a:solidFill>
                <a:latin typeface="Arial"/>
                <a:cs typeface="Arial"/>
              </a:rPr>
              <a:t>1</a:t>
            </a:r>
            <a:r>
              <a:rPr sz="1000" spc="-10" dirty="0">
                <a:solidFill>
                  <a:srgbClr val="231F20"/>
                </a:solidFill>
                <a:latin typeface="Arial"/>
                <a:cs typeface="Arial"/>
              </a:rPr>
              <a:t> </a:t>
            </a:r>
            <a:r>
              <a:rPr sz="1000" dirty="0">
                <a:solidFill>
                  <a:srgbClr val="231F20"/>
                </a:solidFill>
                <a:latin typeface="Arial"/>
                <a:cs typeface="Arial"/>
              </a:rPr>
              <a:t>hosted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variety</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exciting,</a:t>
            </a:r>
            <a:r>
              <a:rPr sz="1000" spc="-10" dirty="0">
                <a:solidFill>
                  <a:srgbClr val="231F20"/>
                </a:solidFill>
                <a:latin typeface="Arial"/>
                <a:cs typeface="Arial"/>
              </a:rPr>
              <a:t> engaging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interactive</a:t>
            </a:r>
            <a:r>
              <a:rPr sz="1000" spc="20" dirty="0">
                <a:solidFill>
                  <a:srgbClr val="231F20"/>
                </a:solidFill>
                <a:latin typeface="Arial"/>
                <a:cs typeface="Arial"/>
              </a:rPr>
              <a:t> </a:t>
            </a:r>
            <a:r>
              <a:rPr sz="1000" dirty="0">
                <a:solidFill>
                  <a:srgbClr val="231F20"/>
                </a:solidFill>
                <a:latin typeface="Arial"/>
                <a:cs typeface="Arial"/>
              </a:rPr>
              <a:t>educational</a:t>
            </a:r>
            <a:r>
              <a:rPr sz="1000" spc="20"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spc="-10" dirty="0">
                <a:solidFill>
                  <a:srgbClr val="231F20"/>
                </a:solidFill>
                <a:latin typeface="Arial"/>
                <a:cs typeface="Arial"/>
              </a:rPr>
              <a:t>across</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2020- </a:t>
            </a:r>
            <a:r>
              <a:rPr sz="1000" spc="-25" dirty="0">
                <a:solidFill>
                  <a:srgbClr val="231F20"/>
                </a:solidFill>
                <a:latin typeface="Arial"/>
                <a:cs typeface="Arial"/>
              </a:rPr>
              <a:t>2021</a:t>
            </a:r>
            <a:r>
              <a:rPr sz="1000" dirty="0">
                <a:solidFill>
                  <a:srgbClr val="231F20"/>
                </a:solidFill>
                <a:latin typeface="Arial"/>
                <a:cs typeface="Arial"/>
              </a:rPr>
              <a:t> program </a:t>
            </a:r>
            <a:r>
              <a:rPr sz="1000" spc="-2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Despite all but</a:t>
            </a:r>
            <a:r>
              <a:rPr sz="1000" spc="5" dirty="0">
                <a:solidFill>
                  <a:srgbClr val="231F20"/>
                </a:solidFill>
                <a:latin typeface="Arial"/>
                <a:cs typeface="Arial"/>
              </a:rPr>
              <a:t> </a:t>
            </a:r>
            <a:r>
              <a:rPr sz="1000" dirty="0">
                <a:solidFill>
                  <a:srgbClr val="231F20"/>
                </a:solidFill>
                <a:latin typeface="Arial"/>
                <a:cs typeface="Arial"/>
              </a:rPr>
              <a:t>one activity </a:t>
            </a:r>
            <a:r>
              <a:rPr sz="1000" spc="-20" dirty="0">
                <a:solidFill>
                  <a:srgbClr val="231F20"/>
                </a:solidFill>
                <a:latin typeface="Arial"/>
                <a:cs typeface="Arial"/>
              </a:rPr>
              <a:t>being </a:t>
            </a:r>
            <a:r>
              <a:rPr sz="1000" dirty="0">
                <a:solidFill>
                  <a:srgbClr val="231F20"/>
                </a:solidFill>
                <a:latin typeface="Arial"/>
                <a:cs typeface="Arial"/>
              </a:rPr>
              <a:t>virtual,</a:t>
            </a:r>
            <a:r>
              <a:rPr sz="1000" spc="-10" dirty="0">
                <a:solidFill>
                  <a:srgbClr val="231F20"/>
                </a:solidFill>
                <a:latin typeface="Arial"/>
                <a:cs typeface="Arial"/>
              </a:rPr>
              <a:t> </a:t>
            </a:r>
            <a:r>
              <a:rPr sz="1000"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managed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spark</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kids’</a:t>
            </a:r>
            <a:r>
              <a:rPr sz="1000" spc="-5" dirty="0">
                <a:solidFill>
                  <a:srgbClr val="231F20"/>
                </a:solidFill>
                <a:latin typeface="Arial"/>
                <a:cs typeface="Arial"/>
              </a:rPr>
              <a:t> </a:t>
            </a:r>
            <a:r>
              <a:rPr sz="1000" dirty="0">
                <a:solidFill>
                  <a:srgbClr val="231F20"/>
                </a:solidFill>
                <a:latin typeface="Arial"/>
                <a:cs typeface="Arial"/>
              </a:rPr>
              <a:t>creativity</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facilitate</a:t>
            </a:r>
            <a:r>
              <a:rPr sz="1000" spc="20" dirty="0">
                <a:solidFill>
                  <a:srgbClr val="231F20"/>
                </a:solidFill>
                <a:latin typeface="Arial"/>
                <a:cs typeface="Arial"/>
              </a:rPr>
              <a:t> </a:t>
            </a:r>
            <a:r>
              <a:rPr sz="1000" dirty="0">
                <a:solidFill>
                  <a:srgbClr val="231F20"/>
                </a:solidFill>
                <a:latin typeface="Arial"/>
                <a:cs typeface="Arial"/>
              </a:rPr>
              <a:t>ongoing</a:t>
            </a:r>
            <a:r>
              <a:rPr sz="1000" spc="20"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experiences</a:t>
            </a:r>
            <a:r>
              <a:rPr sz="1000" spc="20" dirty="0">
                <a:solidFill>
                  <a:srgbClr val="231F20"/>
                </a:solidFill>
                <a:latin typeface="Arial"/>
                <a:cs typeface="Arial"/>
              </a:rPr>
              <a:t> </a:t>
            </a:r>
            <a:r>
              <a:rPr sz="1000" spc="-10" dirty="0">
                <a:solidFill>
                  <a:srgbClr val="231F20"/>
                </a:solidFill>
                <a:latin typeface="Arial"/>
                <a:cs typeface="Arial"/>
              </a:rPr>
              <a:t>across</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In </a:t>
            </a:r>
            <a:r>
              <a:rPr sz="1000" spc="-20" dirty="0">
                <a:solidFill>
                  <a:srgbClr val="231F20"/>
                </a:solidFill>
                <a:latin typeface="Arial"/>
                <a:cs typeface="Arial"/>
              </a:rPr>
              <a:t>Fall</a:t>
            </a:r>
            <a:r>
              <a:rPr sz="1000" spc="5" dirty="0">
                <a:solidFill>
                  <a:srgbClr val="231F20"/>
                </a:solidFill>
                <a:latin typeface="Arial"/>
                <a:cs typeface="Arial"/>
              </a:rPr>
              <a:t> </a:t>
            </a:r>
            <a:r>
              <a:rPr sz="1000" dirty="0">
                <a:solidFill>
                  <a:srgbClr val="231F20"/>
                </a:solidFill>
                <a:latin typeface="Arial"/>
                <a:cs typeface="Arial"/>
              </a:rPr>
              <a:t>2020,</a:t>
            </a:r>
            <a:r>
              <a:rPr sz="1000" spc="5" dirty="0">
                <a:solidFill>
                  <a:srgbClr val="231F20"/>
                </a:solidFill>
                <a:latin typeface="Arial"/>
                <a:cs typeface="Arial"/>
              </a:rPr>
              <a:t> </a:t>
            </a:r>
            <a:r>
              <a:rPr sz="1000" spc="-30" dirty="0">
                <a:solidFill>
                  <a:srgbClr val="231F20"/>
                </a:solidFill>
                <a:latin typeface="Arial"/>
                <a:cs typeface="Arial"/>
              </a:rPr>
              <a:t>JJMCMC</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220" dirty="0">
                <a:solidFill>
                  <a:srgbClr val="231F20"/>
                </a:solidFill>
                <a:latin typeface="Arial"/>
                <a:cs typeface="Arial"/>
              </a:rPr>
              <a:t>1</a:t>
            </a:r>
            <a:r>
              <a:rPr sz="1000" spc="5" dirty="0">
                <a:solidFill>
                  <a:srgbClr val="231F20"/>
                </a:solidFill>
                <a:latin typeface="Arial"/>
                <a:cs typeface="Arial"/>
              </a:rPr>
              <a:t> </a:t>
            </a:r>
            <a:r>
              <a:rPr sz="1000" dirty="0">
                <a:solidFill>
                  <a:srgbClr val="231F20"/>
                </a:solidFill>
                <a:latin typeface="Arial"/>
                <a:cs typeface="Arial"/>
              </a:rPr>
              <a:t>children participated</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virtual</a:t>
            </a:r>
            <a:r>
              <a:rPr sz="1000" spc="20" dirty="0">
                <a:solidFill>
                  <a:srgbClr val="231F20"/>
                </a:solidFill>
                <a:latin typeface="Arial"/>
                <a:cs typeface="Arial"/>
              </a:rPr>
              <a:t> </a:t>
            </a:r>
            <a:r>
              <a:rPr sz="1000" dirty="0">
                <a:solidFill>
                  <a:srgbClr val="231F20"/>
                </a:solidFill>
                <a:latin typeface="Arial"/>
                <a:cs typeface="Arial"/>
              </a:rPr>
              <a:t>“Zumbini”</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Chef-</a:t>
            </a:r>
            <a:r>
              <a:rPr sz="1000" dirty="0">
                <a:solidFill>
                  <a:srgbClr val="231F20"/>
                </a:solidFill>
                <a:latin typeface="Arial"/>
                <a:cs typeface="Arial"/>
              </a:rPr>
              <a:t>led</a:t>
            </a:r>
            <a:r>
              <a:rPr sz="1000" spc="20" dirty="0">
                <a:solidFill>
                  <a:srgbClr val="231F20"/>
                </a:solidFill>
                <a:latin typeface="Arial"/>
                <a:cs typeface="Arial"/>
              </a:rPr>
              <a:t> </a:t>
            </a:r>
            <a:r>
              <a:rPr sz="1000" dirty="0">
                <a:solidFill>
                  <a:srgbClr val="231F20"/>
                </a:solidFill>
                <a:latin typeface="Arial"/>
                <a:cs typeface="Arial"/>
              </a:rPr>
              <a:t>Cooking</a:t>
            </a:r>
            <a:r>
              <a:rPr sz="1000" spc="25" dirty="0">
                <a:solidFill>
                  <a:srgbClr val="231F20"/>
                </a:solidFill>
                <a:latin typeface="Arial"/>
                <a:cs typeface="Arial"/>
              </a:rPr>
              <a:t> </a:t>
            </a:r>
            <a:r>
              <a:rPr sz="1000" spc="-25" dirty="0">
                <a:solidFill>
                  <a:srgbClr val="231F20"/>
                </a:solidFill>
                <a:latin typeface="Arial"/>
                <a:cs typeface="Arial"/>
              </a:rPr>
              <a:t>Classes.</a:t>
            </a:r>
            <a:r>
              <a:rPr sz="1000" spc="20" dirty="0">
                <a:solidFill>
                  <a:srgbClr val="231F20"/>
                </a:solidFill>
                <a:latin typeface="Arial"/>
                <a:cs typeface="Arial"/>
              </a:rPr>
              <a:t> </a:t>
            </a:r>
            <a:r>
              <a:rPr sz="1000" spc="-10" dirty="0">
                <a:solidFill>
                  <a:srgbClr val="231F20"/>
                </a:solidFill>
                <a:latin typeface="Arial"/>
                <a:cs typeface="Arial"/>
              </a:rPr>
              <a:t>Zumbini </a:t>
            </a:r>
            <a:r>
              <a:rPr sz="1000" dirty="0">
                <a:solidFill>
                  <a:srgbClr val="231F20"/>
                </a:solidFill>
                <a:latin typeface="Arial"/>
                <a:cs typeface="Arial"/>
              </a:rPr>
              <a:t>enabled</a:t>
            </a:r>
            <a:r>
              <a:rPr sz="1000" spc="15" dirty="0">
                <a:solidFill>
                  <a:srgbClr val="231F20"/>
                </a:solidFill>
                <a:latin typeface="Arial"/>
                <a:cs typeface="Arial"/>
              </a:rPr>
              <a:t> </a:t>
            </a:r>
            <a:r>
              <a:rPr sz="1000" dirty="0">
                <a:solidFill>
                  <a:srgbClr val="231F20"/>
                </a:solidFill>
                <a:latin typeface="Arial"/>
                <a:cs typeface="Arial"/>
              </a:rPr>
              <a:t>them</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explore</a:t>
            </a:r>
            <a:r>
              <a:rPr sz="1000" spc="15" dirty="0">
                <a:solidFill>
                  <a:srgbClr val="231F20"/>
                </a:solidFill>
                <a:latin typeface="Arial"/>
                <a:cs typeface="Arial"/>
              </a:rPr>
              <a:t> </a:t>
            </a:r>
            <a:r>
              <a:rPr sz="1000" dirty="0">
                <a:solidFill>
                  <a:srgbClr val="231F20"/>
                </a:solidFill>
                <a:latin typeface="Arial"/>
                <a:cs typeface="Arial"/>
              </a:rPr>
              <a:t>culture</a:t>
            </a:r>
            <a:r>
              <a:rPr sz="1000" spc="20" dirty="0">
                <a:solidFill>
                  <a:srgbClr val="231F20"/>
                </a:solidFill>
                <a:latin typeface="Arial"/>
                <a:cs typeface="Arial"/>
              </a:rPr>
              <a:t> </a:t>
            </a:r>
            <a:r>
              <a:rPr sz="1000" dirty="0">
                <a:solidFill>
                  <a:srgbClr val="231F20"/>
                </a:solidFill>
                <a:latin typeface="Arial"/>
                <a:cs typeface="Arial"/>
              </a:rPr>
              <a:t>through</a:t>
            </a:r>
            <a:r>
              <a:rPr sz="1000" spc="15" dirty="0">
                <a:solidFill>
                  <a:srgbClr val="231F20"/>
                </a:solidFill>
                <a:latin typeface="Arial"/>
                <a:cs typeface="Arial"/>
              </a:rPr>
              <a:t> </a:t>
            </a:r>
            <a:r>
              <a:rPr sz="1000" spc="-10" dirty="0">
                <a:solidFill>
                  <a:srgbClr val="231F20"/>
                </a:solidFill>
                <a:latin typeface="Arial"/>
                <a:cs typeface="Arial"/>
              </a:rPr>
              <a:t>music</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promoting</a:t>
            </a:r>
            <a:r>
              <a:rPr sz="1000" spc="-10" dirty="0">
                <a:solidFill>
                  <a:srgbClr val="231F20"/>
                </a:solidFill>
                <a:latin typeface="Arial"/>
                <a:cs typeface="Arial"/>
              </a:rPr>
              <a:t> </a:t>
            </a:r>
            <a:r>
              <a:rPr sz="1000" dirty="0">
                <a:solidFill>
                  <a:srgbClr val="231F20"/>
                </a:solidFill>
                <a:latin typeface="Arial"/>
                <a:cs typeface="Arial"/>
              </a:rPr>
              <a:t>cognitive,</a:t>
            </a:r>
            <a:r>
              <a:rPr sz="1000" spc="-5" dirty="0">
                <a:solidFill>
                  <a:srgbClr val="231F20"/>
                </a:solidFill>
                <a:latin typeface="Arial"/>
                <a:cs typeface="Arial"/>
              </a:rPr>
              <a:t> </a:t>
            </a:r>
            <a:r>
              <a:rPr sz="1000" spc="-10" dirty="0">
                <a:solidFill>
                  <a:srgbClr val="231F20"/>
                </a:solidFill>
                <a:latin typeface="Arial"/>
                <a:cs typeface="Arial"/>
              </a:rPr>
              <a:t>social,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gross</a:t>
            </a:r>
            <a:r>
              <a:rPr sz="1000" spc="-10" dirty="0">
                <a:solidFill>
                  <a:srgbClr val="231F20"/>
                </a:solidFill>
                <a:latin typeface="Arial"/>
                <a:cs typeface="Arial"/>
              </a:rPr>
              <a:t> </a:t>
            </a:r>
            <a:r>
              <a:rPr sz="1000" spc="-20" dirty="0">
                <a:solidFill>
                  <a:srgbClr val="231F20"/>
                </a:solidFill>
                <a:latin typeface="Arial"/>
                <a:cs typeface="Arial"/>
              </a:rPr>
              <a:t>motor</a:t>
            </a:r>
            <a:r>
              <a:rPr sz="1000" spc="500" dirty="0">
                <a:solidFill>
                  <a:srgbClr val="231F20"/>
                </a:solidFill>
                <a:latin typeface="Arial"/>
                <a:cs typeface="Arial"/>
              </a:rPr>
              <a:t> </a:t>
            </a:r>
            <a:r>
              <a:rPr sz="1000" spc="-1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and social development. In the cooking </a:t>
            </a:r>
            <a:r>
              <a:rPr sz="1000" spc="-20" dirty="0">
                <a:solidFill>
                  <a:srgbClr val="231F20"/>
                </a:solidFill>
                <a:latin typeface="Arial"/>
                <a:cs typeface="Arial"/>
              </a:rPr>
              <a:t>class,</a:t>
            </a:r>
            <a:r>
              <a:rPr sz="1000"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prepare</a:t>
            </a:r>
            <a:r>
              <a:rPr sz="1000" spc="10" dirty="0">
                <a:solidFill>
                  <a:srgbClr val="231F20"/>
                </a:solidFill>
                <a:latin typeface="Arial"/>
                <a:cs typeface="Arial"/>
              </a:rPr>
              <a:t> </a:t>
            </a:r>
            <a:r>
              <a:rPr sz="1000" dirty="0">
                <a:solidFill>
                  <a:srgbClr val="231F20"/>
                </a:solidFill>
                <a:latin typeface="Arial"/>
                <a:cs typeface="Arial"/>
              </a:rPr>
              <a:t>biscuits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strawberry</a:t>
            </a:r>
            <a:r>
              <a:rPr sz="1000" spc="10" dirty="0">
                <a:solidFill>
                  <a:srgbClr val="231F20"/>
                </a:solidFill>
                <a:latin typeface="Arial"/>
                <a:cs typeface="Arial"/>
              </a:rPr>
              <a:t> </a:t>
            </a:r>
            <a:r>
              <a:rPr sz="1000" spc="-20" dirty="0">
                <a:solidFill>
                  <a:srgbClr val="231F20"/>
                </a:solidFill>
                <a:latin typeface="Arial"/>
                <a:cs typeface="Arial"/>
              </a:rPr>
              <a:t>jam, </a:t>
            </a:r>
            <a:r>
              <a:rPr sz="1000" dirty="0">
                <a:solidFill>
                  <a:srgbClr val="231F20"/>
                </a:solidFill>
                <a:latin typeface="Arial"/>
                <a:cs typeface="Arial"/>
              </a:rPr>
              <a:t>focusing on basic</a:t>
            </a:r>
            <a:r>
              <a:rPr sz="1000" spc="5" dirty="0">
                <a:solidFill>
                  <a:srgbClr val="231F20"/>
                </a:solidFill>
                <a:latin typeface="Arial"/>
                <a:cs typeface="Arial"/>
              </a:rPr>
              <a:t> </a:t>
            </a:r>
            <a:r>
              <a:rPr sz="1000" dirty="0">
                <a:solidFill>
                  <a:srgbClr val="231F20"/>
                </a:solidFill>
                <a:latin typeface="Arial"/>
                <a:cs typeface="Arial"/>
              </a:rPr>
              <a:t>cooking skills</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emphasizing</a:t>
            </a:r>
            <a:r>
              <a:rPr sz="1000"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a:p>
            <a:pPr marL="12700" marR="34925">
              <a:lnSpc>
                <a:spcPct val="100000"/>
              </a:lnSpc>
            </a:pP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benefits of using natural</a:t>
            </a:r>
            <a:r>
              <a:rPr sz="1000" spc="-5" dirty="0">
                <a:solidFill>
                  <a:srgbClr val="231F20"/>
                </a:solidFill>
                <a:latin typeface="Arial"/>
                <a:cs typeface="Arial"/>
              </a:rPr>
              <a:t> </a:t>
            </a:r>
            <a:r>
              <a:rPr sz="1000" spc="-20" dirty="0">
                <a:solidFill>
                  <a:srgbClr val="231F20"/>
                </a:solidFill>
                <a:latin typeface="Arial"/>
                <a:cs typeface="Arial"/>
              </a:rPr>
              <a:t>vs.</a:t>
            </a:r>
            <a:r>
              <a:rPr sz="1000" dirty="0">
                <a:solidFill>
                  <a:srgbClr val="231F20"/>
                </a:solidFill>
                <a:latin typeface="Arial"/>
                <a:cs typeface="Arial"/>
              </a:rPr>
              <a:t> processed </a:t>
            </a:r>
            <a:r>
              <a:rPr sz="1000" spc="-10" dirty="0">
                <a:solidFill>
                  <a:srgbClr val="231F20"/>
                </a:solidFill>
                <a:latin typeface="Arial"/>
                <a:cs typeface="Arial"/>
              </a:rPr>
              <a:t>ingredients. </a:t>
            </a:r>
            <a:r>
              <a:rPr sz="1000" spc="-45"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sneaked</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little</a:t>
            </a:r>
            <a:r>
              <a:rPr sz="1000" spc="-5" dirty="0">
                <a:solidFill>
                  <a:srgbClr val="231F20"/>
                </a:solidFill>
                <a:latin typeface="Arial"/>
                <a:cs typeface="Arial"/>
              </a:rPr>
              <a:t> </a:t>
            </a:r>
            <a:r>
              <a:rPr sz="1000" dirty="0">
                <a:solidFill>
                  <a:srgbClr val="231F20"/>
                </a:solidFill>
                <a:latin typeface="Arial"/>
                <a:cs typeface="Arial"/>
              </a:rPr>
              <a:t>math</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fine</a:t>
            </a:r>
            <a:r>
              <a:rPr sz="1000" spc="-10" dirty="0">
                <a:solidFill>
                  <a:srgbClr val="231F20"/>
                </a:solidFill>
                <a:latin typeface="Arial"/>
                <a:cs typeface="Arial"/>
              </a:rPr>
              <a:t> </a:t>
            </a:r>
            <a:r>
              <a:rPr sz="1000" dirty="0">
                <a:solidFill>
                  <a:srgbClr val="231F20"/>
                </a:solidFill>
                <a:latin typeface="Arial"/>
                <a:cs typeface="Arial"/>
              </a:rPr>
              <a:t>motor</a:t>
            </a:r>
            <a:r>
              <a:rPr sz="1000" spc="-5" dirty="0">
                <a:solidFill>
                  <a:srgbClr val="231F20"/>
                </a:solidFill>
                <a:latin typeface="Arial"/>
                <a:cs typeface="Arial"/>
              </a:rPr>
              <a:t> </a:t>
            </a:r>
            <a:r>
              <a:rPr sz="1000" spc="-10" dirty="0">
                <a:solidFill>
                  <a:srgbClr val="231F20"/>
                </a:solidFill>
                <a:latin typeface="Arial"/>
                <a:cs typeface="Arial"/>
              </a:rPr>
              <a:t>development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measuring</a:t>
            </a:r>
            <a:r>
              <a:rPr sz="1000" spc="10" dirty="0">
                <a:solidFill>
                  <a:srgbClr val="231F20"/>
                </a:solidFill>
                <a:latin typeface="Arial"/>
                <a:cs typeface="Arial"/>
              </a:rPr>
              <a:t> </a:t>
            </a:r>
            <a:r>
              <a:rPr sz="1000" dirty="0">
                <a:solidFill>
                  <a:srgbClr val="231F20"/>
                </a:solidFill>
                <a:latin typeface="Arial"/>
                <a:cs typeface="Arial"/>
              </a:rPr>
              <a:t>ingredients,</a:t>
            </a:r>
            <a:r>
              <a:rPr sz="1000" spc="10" dirty="0">
                <a:solidFill>
                  <a:srgbClr val="231F20"/>
                </a:solidFill>
                <a:latin typeface="Arial"/>
                <a:cs typeface="Arial"/>
              </a:rPr>
              <a:t> </a:t>
            </a:r>
            <a:r>
              <a:rPr sz="1000" dirty="0">
                <a:solidFill>
                  <a:srgbClr val="231F20"/>
                </a:solidFill>
                <a:latin typeface="Arial"/>
                <a:cs typeface="Arial"/>
              </a:rPr>
              <a:t>pouring,</a:t>
            </a:r>
            <a:r>
              <a:rPr sz="1000" spc="10" dirty="0">
                <a:solidFill>
                  <a:srgbClr val="231F20"/>
                </a:solidFill>
                <a:latin typeface="Arial"/>
                <a:cs typeface="Arial"/>
              </a:rPr>
              <a:t> </a:t>
            </a:r>
            <a:r>
              <a:rPr sz="1000" dirty="0">
                <a:solidFill>
                  <a:srgbClr val="231F20"/>
                </a:solidFill>
                <a:latin typeface="Arial"/>
                <a:cs typeface="Arial"/>
              </a:rPr>
              <a:t>mixing</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stirring. </a:t>
            </a:r>
            <a:r>
              <a:rPr sz="1000" spc="-20" dirty="0">
                <a:solidFill>
                  <a:srgbClr val="231F20"/>
                </a:solidFill>
                <a:latin typeface="Arial"/>
                <a:cs typeface="Arial"/>
              </a:rPr>
              <a:t>Fall</a:t>
            </a:r>
            <a:r>
              <a:rPr sz="1000" dirty="0">
                <a:solidFill>
                  <a:srgbClr val="231F20"/>
                </a:solidFill>
                <a:latin typeface="Arial"/>
                <a:cs typeface="Arial"/>
              </a:rPr>
              <a:t> also marked</a:t>
            </a:r>
            <a:r>
              <a:rPr sz="1000" spc="5" dirty="0">
                <a:solidFill>
                  <a:srgbClr val="231F20"/>
                </a:solidFill>
                <a:latin typeface="Arial"/>
                <a:cs typeface="Arial"/>
              </a:rPr>
              <a:t> </a:t>
            </a:r>
            <a:r>
              <a:rPr sz="1000" dirty="0">
                <a:solidFill>
                  <a:srgbClr val="231F20"/>
                </a:solidFill>
                <a:latin typeface="Arial"/>
                <a:cs typeface="Arial"/>
              </a:rPr>
              <a:t>the introduction of</a:t>
            </a:r>
            <a:r>
              <a:rPr sz="1000" spc="5" dirty="0">
                <a:solidFill>
                  <a:srgbClr val="231F20"/>
                </a:solidFill>
                <a:latin typeface="Arial"/>
                <a:cs typeface="Arial"/>
              </a:rPr>
              <a:t> </a:t>
            </a:r>
            <a:r>
              <a:rPr sz="1000" dirty="0">
                <a:solidFill>
                  <a:srgbClr val="231F20"/>
                </a:solidFill>
                <a:latin typeface="Arial"/>
                <a:cs typeface="Arial"/>
              </a:rPr>
              <a:t>civic </a:t>
            </a:r>
            <a:r>
              <a:rPr sz="1000" spc="-25" dirty="0">
                <a:solidFill>
                  <a:srgbClr val="231F20"/>
                </a:solidFill>
                <a:latin typeface="Arial"/>
                <a:cs typeface="Arial"/>
              </a:rPr>
              <a:t>and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engagement,</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held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spc="-10" dirty="0">
                <a:solidFill>
                  <a:srgbClr val="231F20"/>
                </a:solidFill>
                <a:latin typeface="Arial"/>
                <a:cs typeface="Arial"/>
              </a:rPr>
              <a:t>service </a:t>
            </a:r>
            <a:r>
              <a:rPr sz="1000" dirty="0">
                <a:solidFill>
                  <a:srgbClr val="231F20"/>
                </a:solidFill>
                <a:latin typeface="Arial"/>
                <a:cs typeface="Arial"/>
              </a:rPr>
              <a:t>project</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collect</a:t>
            </a:r>
            <a:r>
              <a:rPr sz="1000" spc="15" dirty="0">
                <a:solidFill>
                  <a:srgbClr val="231F20"/>
                </a:solidFill>
                <a:latin typeface="Arial"/>
                <a:cs typeface="Arial"/>
              </a:rPr>
              <a:t> </a:t>
            </a:r>
            <a:r>
              <a:rPr sz="1000" dirty="0">
                <a:solidFill>
                  <a:srgbClr val="231F20"/>
                </a:solidFill>
                <a:latin typeface="Arial"/>
                <a:cs typeface="Arial"/>
              </a:rPr>
              <a:t>used</a:t>
            </a:r>
            <a:r>
              <a:rPr sz="1000" spc="15" dirty="0">
                <a:solidFill>
                  <a:srgbClr val="231F20"/>
                </a:solidFill>
                <a:latin typeface="Arial"/>
                <a:cs typeface="Arial"/>
              </a:rPr>
              <a:t> </a:t>
            </a:r>
            <a:r>
              <a:rPr sz="1000" dirty="0">
                <a:solidFill>
                  <a:srgbClr val="231F20"/>
                </a:solidFill>
                <a:latin typeface="Arial"/>
                <a:cs typeface="Arial"/>
              </a:rPr>
              <a:t>shoes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aid</a:t>
            </a:r>
            <a:r>
              <a:rPr sz="1000" spc="15" dirty="0">
                <a:solidFill>
                  <a:srgbClr val="231F20"/>
                </a:solidFill>
                <a:latin typeface="Arial"/>
                <a:cs typeface="Arial"/>
              </a:rPr>
              <a:t> </a:t>
            </a:r>
            <a:r>
              <a:rPr sz="1000" dirty="0">
                <a:solidFill>
                  <a:srgbClr val="231F20"/>
                </a:solidFill>
                <a:latin typeface="Arial"/>
                <a:cs typeface="Arial"/>
              </a:rPr>
              <a:t>impoverished</a:t>
            </a:r>
            <a:r>
              <a:rPr sz="1000" spc="15" dirty="0">
                <a:solidFill>
                  <a:srgbClr val="231F20"/>
                </a:solidFill>
                <a:latin typeface="Arial"/>
                <a:cs typeface="Arial"/>
              </a:rPr>
              <a:t> </a:t>
            </a:r>
            <a:r>
              <a:rPr sz="1000" spc="-10" dirty="0">
                <a:solidFill>
                  <a:srgbClr val="231F20"/>
                </a:solidFill>
                <a:latin typeface="Arial"/>
                <a:cs typeface="Arial"/>
              </a:rPr>
              <a:t>families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our</a:t>
            </a:r>
            <a:r>
              <a:rPr sz="1000" spc="20" dirty="0">
                <a:solidFill>
                  <a:srgbClr val="231F20"/>
                </a:solidFill>
                <a:latin typeface="Arial"/>
                <a:cs typeface="Arial"/>
              </a:rPr>
              <a:t> </a:t>
            </a:r>
            <a:r>
              <a:rPr sz="1000" dirty="0">
                <a:solidFill>
                  <a:srgbClr val="231F20"/>
                </a:solidFill>
                <a:latin typeface="Arial"/>
                <a:cs typeface="Arial"/>
              </a:rPr>
              <a:t>global</a:t>
            </a:r>
            <a:r>
              <a:rPr sz="1000" spc="20" dirty="0">
                <a:solidFill>
                  <a:srgbClr val="231F20"/>
                </a:solidFill>
                <a:latin typeface="Arial"/>
                <a:cs typeface="Arial"/>
              </a:rPr>
              <a:t> </a:t>
            </a:r>
            <a:r>
              <a:rPr sz="1000" spc="-10" dirty="0">
                <a:solidFill>
                  <a:srgbClr val="231F20"/>
                </a:solidFill>
                <a:latin typeface="Arial"/>
                <a:cs typeface="Arial"/>
              </a:rPr>
              <a:t>community.</a:t>
            </a:r>
            <a:r>
              <a:rPr sz="1000" spc="25" dirty="0">
                <a:solidFill>
                  <a:srgbClr val="231F20"/>
                </a:solidFill>
                <a:latin typeface="Arial"/>
                <a:cs typeface="Arial"/>
              </a:rPr>
              <a:t> </a:t>
            </a:r>
            <a:r>
              <a:rPr sz="1000" spc="-45"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closed</a:t>
            </a:r>
            <a:r>
              <a:rPr sz="1000" spc="20" dirty="0">
                <a:solidFill>
                  <a:srgbClr val="231F20"/>
                </a:solidFill>
                <a:latin typeface="Arial"/>
                <a:cs typeface="Arial"/>
              </a:rPr>
              <a:t> </a:t>
            </a:r>
            <a:r>
              <a:rPr sz="1000" dirty="0">
                <a:solidFill>
                  <a:srgbClr val="231F20"/>
                </a:solidFill>
                <a:latin typeface="Arial"/>
                <a:cs typeface="Arial"/>
              </a:rPr>
              <a:t>out</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election</a:t>
            </a:r>
            <a:r>
              <a:rPr sz="1000" spc="20"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by hosting</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own</a:t>
            </a:r>
            <a:r>
              <a:rPr sz="1000" spc="5" dirty="0">
                <a:solidFill>
                  <a:srgbClr val="231F20"/>
                </a:solidFill>
                <a:latin typeface="Arial"/>
                <a:cs typeface="Arial"/>
              </a:rPr>
              <a:t> </a:t>
            </a:r>
            <a:r>
              <a:rPr sz="1000" dirty="0">
                <a:solidFill>
                  <a:srgbClr val="231F20"/>
                </a:solidFill>
                <a:latin typeface="Arial"/>
                <a:cs typeface="Arial"/>
              </a:rPr>
              <a:t>simple mock</a:t>
            </a:r>
            <a:r>
              <a:rPr sz="1000" spc="5" dirty="0">
                <a:solidFill>
                  <a:srgbClr val="231F20"/>
                </a:solidFill>
                <a:latin typeface="Arial"/>
                <a:cs typeface="Arial"/>
              </a:rPr>
              <a:t> </a:t>
            </a:r>
            <a:r>
              <a:rPr sz="1000" dirty="0">
                <a:solidFill>
                  <a:srgbClr val="231F20"/>
                </a:solidFill>
                <a:latin typeface="Arial"/>
                <a:cs typeface="Arial"/>
              </a:rPr>
              <a:t>election,</a:t>
            </a:r>
            <a:r>
              <a:rPr sz="1000" spc="5" dirty="0">
                <a:solidFill>
                  <a:srgbClr val="231F20"/>
                </a:solidFill>
                <a:latin typeface="Arial"/>
                <a:cs typeface="Arial"/>
              </a:rPr>
              <a:t> </a:t>
            </a:r>
            <a:r>
              <a:rPr sz="1000" dirty="0">
                <a:solidFill>
                  <a:srgbClr val="231F20"/>
                </a:solidFill>
                <a:latin typeface="Arial"/>
                <a:cs typeface="Arial"/>
              </a:rPr>
              <a:t>led</a:t>
            </a:r>
            <a:r>
              <a:rPr sz="1000" spc="5" dirty="0">
                <a:solidFill>
                  <a:srgbClr val="231F20"/>
                </a:solidFill>
                <a:latin typeface="Arial"/>
                <a:cs typeface="Arial"/>
              </a:rPr>
              <a:t> </a:t>
            </a:r>
            <a:r>
              <a:rPr sz="1000" dirty="0">
                <a:solidFill>
                  <a:srgbClr val="231F20"/>
                </a:solidFill>
                <a:latin typeface="Arial"/>
                <a:cs typeface="Arial"/>
              </a:rPr>
              <a:t>by a</a:t>
            </a:r>
            <a:r>
              <a:rPr sz="1000" spc="5" dirty="0">
                <a:solidFill>
                  <a:srgbClr val="231F20"/>
                </a:solidFill>
                <a:latin typeface="Arial"/>
                <a:cs typeface="Arial"/>
              </a:rPr>
              <a:t> </a:t>
            </a:r>
            <a:r>
              <a:rPr sz="1000" spc="-10" dirty="0">
                <a:solidFill>
                  <a:srgbClr val="231F20"/>
                </a:solidFill>
                <a:latin typeface="Arial"/>
                <a:cs typeface="Arial"/>
              </a:rPr>
              <a:t>sitting </a:t>
            </a:r>
            <a:r>
              <a:rPr sz="1000" dirty="0">
                <a:solidFill>
                  <a:srgbClr val="231F20"/>
                </a:solidFill>
                <a:latin typeface="Arial"/>
                <a:cs typeface="Arial"/>
              </a:rPr>
              <a:t>Elected</a:t>
            </a:r>
            <a:r>
              <a:rPr sz="1000" spc="-10" dirty="0">
                <a:solidFill>
                  <a:srgbClr val="231F20"/>
                </a:solidFill>
                <a:latin typeface="Arial"/>
                <a:cs typeface="Arial"/>
              </a:rPr>
              <a:t> </a:t>
            </a:r>
            <a:r>
              <a:rPr sz="1000" dirty="0">
                <a:solidFill>
                  <a:srgbClr val="231F20"/>
                </a:solidFill>
                <a:latin typeface="Arial"/>
                <a:cs typeface="Arial"/>
              </a:rPr>
              <a:t>Official,</a:t>
            </a:r>
            <a:r>
              <a:rPr sz="1000" spc="-5"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County</a:t>
            </a:r>
            <a:r>
              <a:rPr sz="1000" spc="-5" dirty="0">
                <a:solidFill>
                  <a:srgbClr val="231F20"/>
                </a:solidFill>
                <a:latin typeface="Arial"/>
                <a:cs typeface="Arial"/>
              </a:rPr>
              <a:t> </a:t>
            </a:r>
            <a:r>
              <a:rPr sz="1000" dirty="0">
                <a:solidFill>
                  <a:srgbClr val="231F20"/>
                </a:solidFill>
                <a:latin typeface="Arial"/>
                <a:cs typeface="Arial"/>
              </a:rPr>
              <a:t>Councilmember</a:t>
            </a:r>
            <a:r>
              <a:rPr sz="1000" spc="-10" dirty="0">
                <a:solidFill>
                  <a:srgbClr val="231F20"/>
                </a:solidFill>
                <a:latin typeface="Arial"/>
                <a:cs typeface="Arial"/>
              </a:rPr>
              <a:t> </a:t>
            </a:r>
            <a:r>
              <a:rPr sz="1000" spc="-20" dirty="0">
                <a:solidFill>
                  <a:srgbClr val="231F20"/>
                </a:solidFill>
                <a:latin typeface="Arial"/>
                <a:cs typeface="Arial"/>
              </a:rPr>
              <a:t>Will </a:t>
            </a:r>
            <a:r>
              <a:rPr sz="1000" spc="-10" dirty="0">
                <a:solidFill>
                  <a:srgbClr val="231F20"/>
                </a:solidFill>
                <a:latin typeface="Arial"/>
                <a:cs typeface="Arial"/>
              </a:rPr>
              <a:t>Jawando.</a:t>
            </a:r>
            <a:r>
              <a:rPr sz="1000" spc="-35" dirty="0">
                <a:solidFill>
                  <a:srgbClr val="231F20"/>
                </a:solidFill>
                <a:latin typeface="Arial"/>
                <a:cs typeface="Arial"/>
              </a:rPr>
              <a:t> </a:t>
            </a:r>
            <a:r>
              <a:rPr sz="1000" dirty="0">
                <a:solidFill>
                  <a:srgbClr val="231F20"/>
                </a:solidFill>
                <a:latin typeface="Arial"/>
                <a:cs typeface="Arial"/>
              </a:rPr>
              <a:t>Councilmember</a:t>
            </a:r>
            <a:r>
              <a:rPr sz="1000" spc="-30" dirty="0">
                <a:solidFill>
                  <a:srgbClr val="231F20"/>
                </a:solidFill>
                <a:latin typeface="Arial"/>
                <a:cs typeface="Arial"/>
              </a:rPr>
              <a:t> </a:t>
            </a:r>
            <a:r>
              <a:rPr sz="1000" dirty="0">
                <a:solidFill>
                  <a:srgbClr val="231F20"/>
                </a:solidFill>
                <a:latin typeface="Arial"/>
                <a:cs typeface="Arial"/>
              </a:rPr>
              <a:t>Jawando</a:t>
            </a:r>
            <a:r>
              <a:rPr sz="1000" spc="-30" dirty="0">
                <a:solidFill>
                  <a:srgbClr val="231F20"/>
                </a:solidFill>
                <a:latin typeface="Arial"/>
                <a:cs typeface="Arial"/>
              </a:rPr>
              <a:t> </a:t>
            </a:r>
            <a:r>
              <a:rPr sz="1000" dirty="0">
                <a:solidFill>
                  <a:srgbClr val="231F20"/>
                </a:solidFill>
                <a:latin typeface="Arial"/>
                <a:cs typeface="Arial"/>
              </a:rPr>
              <a:t>also</a:t>
            </a:r>
            <a:r>
              <a:rPr sz="1000" spc="-30" dirty="0">
                <a:solidFill>
                  <a:srgbClr val="231F20"/>
                </a:solidFill>
                <a:latin typeface="Arial"/>
                <a:cs typeface="Arial"/>
              </a:rPr>
              <a:t> </a:t>
            </a:r>
            <a:r>
              <a:rPr sz="1000" dirty="0">
                <a:solidFill>
                  <a:srgbClr val="231F20"/>
                </a:solidFill>
                <a:latin typeface="Arial"/>
                <a:cs typeface="Arial"/>
              </a:rPr>
              <a:t>read</a:t>
            </a:r>
            <a:r>
              <a:rPr sz="1000" spc="-30"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spc="-10" dirty="0">
                <a:solidFill>
                  <a:srgbClr val="231F20"/>
                </a:solidFill>
                <a:latin typeface="Arial"/>
                <a:cs typeface="Arial"/>
              </a:rPr>
              <a:t>children’s </a:t>
            </a:r>
            <a:r>
              <a:rPr sz="1000" dirty="0">
                <a:solidFill>
                  <a:srgbClr val="231F20"/>
                </a:solidFill>
                <a:latin typeface="Arial"/>
                <a:cs typeface="Arial"/>
              </a:rPr>
              <a:t>story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shared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video</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voting.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opportunity</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utilize</a:t>
            </a:r>
            <a:r>
              <a:rPr sz="1000" spc="5" dirty="0">
                <a:solidFill>
                  <a:srgbClr val="231F20"/>
                </a:solidFill>
                <a:latin typeface="Arial"/>
                <a:cs typeface="Arial"/>
              </a:rPr>
              <a:t> </a:t>
            </a:r>
            <a:r>
              <a:rPr sz="1000" dirty="0">
                <a:solidFill>
                  <a:srgbClr val="231F20"/>
                </a:solidFill>
                <a:latin typeface="Arial"/>
                <a:cs typeface="Arial"/>
              </a:rPr>
              <a:t>basic</a:t>
            </a:r>
            <a:r>
              <a:rPr sz="1000" spc="10" dirty="0">
                <a:solidFill>
                  <a:srgbClr val="231F20"/>
                </a:solidFill>
                <a:latin typeface="Arial"/>
                <a:cs typeface="Arial"/>
              </a:rPr>
              <a:t> </a:t>
            </a:r>
            <a:r>
              <a:rPr sz="1000" dirty="0">
                <a:solidFill>
                  <a:srgbClr val="231F20"/>
                </a:solidFill>
                <a:latin typeface="Arial"/>
                <a:cs typeface="Arial"/>
              </a:rPr>
              <a:t>math</a:t>
            </a:r>
            <a:r>
              <a:rPr sz="1000" spc="10" dirty="0">
                <a:solidFill>
                  <a:srgbClr val="231F20"/>
                </a:solidFill>
                <a:latin typeface="Arial"/>
                <a:cs typeface="Arial"/>
              </a:rPr>
              <a:t> </a:t>
            </a:r>
            <a:r>
              <a:rPr sz="1000" spc="-20" dirty="0">
                <a:solidFill>
                  <a:srgbClr val="231F20"/>
                </a:solidFill>
                <a:latin typeface="Arial"/>
                <a:cs typeface="Arial"/>
              </a:rPr>
              <a:t>when </a:t>
            </a:r>
            <a:r>
              <a:rPr sz="1000" dirty="0">
                <a:solidFill>
                  <a:srgbClr val="231F20"/>
                </a:solidFill>
                <a:latin typeface="Arial"/>
                <a:cs typeface="Arial"/>
              </a:rPr>
              <a:t>tallying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votes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mock</a:t>
            </a:r>
            <a:r>
              <a:rPr sz="1000" spc="10" dirty="0">
                <a:solidFill>
                  <a:srgbClr val="231F20"/>
                </a:solidFill>
                <a:latin typeface="Arial"/>
                <a:cs typeface="Arial"/>
              </a:rPr>
              <a:t> </a:t>
            </a:r>
            <a:r>
              <a:rPr sz="1000" spc="-10" dirty="0">
                <a:solidFill>
                  <a:srgbClr val="231F20"/>
                </a:solidFill>
                <a:latin typeface="Arial"/>
                <a:cs typeface="Arial"/>
              </a:rPr>
              <a:t>election.</a:t>
            </a:r>
            <a:endParaRPr sz="1000">
              <a:latin typeface="Arial"/>
              <a:cs typeface="Arial"/>
            </a:endParaRPr>
          </a:p>
          <a:p>
            <a:pPr marL="12700" marR="111125" indent="32384">
              <a:lnSpc>
                <a:spcPct val="100000"/>
              </a:lnSpc>
              <a:spcBef>
                <a:spcPts val="900"/>
              </a:spcBef>
            </a:pP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Winter</a:t>
            </a:r>
            <a:r>
              <a:rPr sz="1000" spc="-15" dirty="0">
                <a:solidFill>
                  <a:srgbClr val="231F20"/>
                </a:solidFill>
                <a:latin typeface="Arial"/>
                <a:cs typeface="Arial"/>
              </a:rPr>
              <a:t> </a:t>
            </a:r>
            <a:r>
              <a:rPr sz="1000" dirty="0">
                <a:solidFill>
                  <a:srgbClr val="231F20"/>
                </a:solidFill>
                <a:latin typeface="Arial"/>
                <a:cs typeface="Arial"/>
              </a:rPr>
              <a:t>2020–2021,</a:t>
            </a:r>
            <a:r>
              <a:rPr sz="1000" spc="-10" dirty="0">
                <a:solidFill>
                  <a:srgbClr val="231F20"/>
                </a:solidFill>
                <a:latin typeface="Arial"/>
                <a:cs typeface="Arial"/>
              </a:rPr>
              <a:t> </a:t>
            </a:r>
            <a:r>
              <a:rPr sz="1000"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focused</a:t>
            </a:r>
            <a:r>
              <a:rPr sz="1000" spc="-10"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recycling,</a:t>
            </a:r>
            <a:r>
              <a:rPr sz="1000" spc="-10" dirty="0">
                <a:solidFill>
                  <a:srgbClr val="231F20"/>
                </a:solidFill>
                <a:latin typeface="Arial"/>
                <a:cs typeface="Arial"/>
              </a:rPr>
              <a:t> financial literacy,</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art</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culture.</a:t>
            </a:r>
            <a:r>
              <a:rPr sz="1000" spc="-20" dirty="0">
                <a:solidFill>
                  <a:srgbClr val="231F20"/>
                </a:solidFill>
                <a:latin typeface="Arial"/>
                <a:cs typeface="Arial"/>
              </a:rPr>
              <a:t> </a:t>
            </a:r>
            <a:r>
              <a:rPr sz="1000" spc="-30" dirty="0">
                <a:solidFill>
                  <a:srgbClr val="231F20"/>
                </a:solidFill>
                <a:latin typeface="Arial"/>
                <a:cs typeface="Arial"/>
              </a:rPr>
              <a:t>JJMCMC</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spc="-220" dirty="0">
                <a:solidFill>
                  <a:srgbClr val="231F20"/>
                </a:solidFill>
                <a:latin typeface="Arial"/>
                <a:cs typeface="Arial"/>
              </a:rPr>
              <a:t>1</a:t>
            </a:r>
            <a:r>
              <a:rPr sz="1000" spc="-1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treated</a:t>
            </a:r>
            <a:r>
              <a:rPr sz="1000" spc="-5" dirty="0">
                <a:solidFill>
                  <a:srgbClr val="231F20"/>
                </a:solidFill>
                <a:latin typeface="Arial"/>
                <a:cs typeface="Arial"/>
              </a:rPr>
              <a:t> </a:t>
            </a:r>
            <a:r>
              <a:rPr sz="1000" dirty="0">
                <a:solidFill>
                  <a:srgbClr val="231F20"/>
                </a:solidFill>
                <a:latin typeface="Arial"/>
                <a:cs typeface="Arial"/>
              </a:rPr>
              <a:t>to a</a:t>
            </a:r>
            <a:r>
              <a:rPr sz="1000" spc="-5" dirty="0">
                <a:solidFill>
                  <a:srgbClr val="231F20"/>
                </a:solidFill>
                <a:latin typeface="Arial"/>
                <a:cs typeface="Arial"/>
              </a:rPr>
              <a:t> </a:t>
            </a:r>
            <a:r>
              <a:rPr sz="1000" dirty="0">
                <a:solidFill>
                  <a:srgbClr val="231F20"/>
                </a:solidFill>
                <a:latin typeface="Arial"/>
                <a:cs typeface="Arial"/>
              </a:rPr>
              <a:t>book reading</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“Tutu Goes</a:t>
            </a:r>
            <a:r>
              <a:rPr sz="1000" spc="-5" dirty="0">
                <a:solidFill>
                  <a:srgbClr val="231F20"/>
                </a:solidFill>
                <a:latin typeface="Arial"/>
                <a:cs typeface="Arial"/>
              </a:rPr>
              <a:t> </a:t>
            </a:r>
            <a:r>
              <a:rPr sz="1000" dirty="0">
                <a:solidFill>
                  <a:srgbClr val="231F20"/>
                </a:solidFill>
                <a:latin typeface="Arial"/>
                <a:cs typeface="Arial"/>
              </a:rPr>
              <a:t>Green” </a:t>
            </a:r>
            <a:r>
              <a:rPr sz="1000" spc="-25" dirty="0">
                <a:solidFill>
                  <a:srgbClr val="231F20"/>
                </a:solidFill>
                <a:latin typeface="Arial"/>
                <a:cs typeface="Arial"/>
              </a:rPr>
              <a:t>by </a:t>
            </a:r>
            <a:r>
              <a:rPr sz="1000" dirty="0">
                <a:solidFill>
                  <a:srgbClr val="231F20"/>
                </a:solidFill>
                <a:latin typeface="Arial"/>
                <a:cs typeface="Arial"/>
              </a:rPr>
              <a:t>Black</a:t>
            </a:r>
            <a:r>
              <a:rPr sz="1000" spc="-20" dirty="0">
                <a:solidFill>
                  <a:srgbClr val="231F20"/>
                </a:solidFill>
                <a:latin typeface="Arial"/>
                <a:cs typeface="Arial"/>
              </a:rPr>
              <a:t> </a:t>
            </a:r>
            <a:r>
              <a:rPr sz="1000" spc="-10" dirty="0">
                <a:solidFill>
                  <a:srgbClr val="231F20"/>
                </a:solidFill>
                <a:latin typeface="Arial"/>
                <a:cs typeface="Arial"/>
              </a:rPr>
              <a:t>author/Jack</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spc="-10" dirty="0">
                <a:solidFill>
                  <a:srgbClr val="231F20"/>
                </a:solidFill>
                <a:latin typeface="Arial"/>
                <a:cs typeface="Arial"/>
              </a:rPr>
              <a:t>mother,</a:t>
            </a:r>
            <a:r>
              <a:rPr sz="1000" spc="-15" dirty="0">
                <a:solidFill>
                  <a:srgbClr val="231F20"/>
                </a:solidFill>
                <a:latin typeface="Arial"/>
                <a:cs typeface="Arial"/>
              </a:rPr>
              <a:t> </a:t>
            </a:r>
            <a:r>
              <a:rPr sz="1000" spc="-20" dirty="0">
                <a:solidFill>
                  <a:srgbClr val="231F20"/>
                </a:solidFill>
                <a:latin typeface="Arial"/>
                <a:cs typeface="Arial"/>
              </a:rPr>
              <a:t>Tulani Thomas,</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completed</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art</a:t>
            </a:r>
            <a:r>
              <a:rPr sz="1000" spc="20" dirty="0">
                <a:solidFill>
                  <a:srgbClr val="231F20"/>
                </a:solidFill>
                <a:latin typeface="Arial"/>
                <a:cs typeface="Arial"/>
              </a:rPr>
              <a:t> </a:t>
            </a:r>
            <a:r>
              <a:rPr sz="1000" dirty="0">
                <a:solidFill>
                  <a:srgbClr val="231F20"/>
                </a:solidFill>
                <a:latin typeface="Arial"/>
                <a:cs typeface="Arial"/>
              </a:rPr>
              <a:t>project</a:t>
            </a:r>
            <a:r>
              <a:rPr sz="1000" spc="20" dirty="0">
                <a:solidFill>
                  <a:srgbClr val="231F20"/>
                </a:solidFill>
                <a:latin typeface="Arial"/>
                <a:cs typeface="Arial"/>
              </a:rPr>
              <a:t> </a:t>
            </a:r>
            <a:r>
              <a:rPr sz="1000" dirty="0">
                <a:solidFill>
                  <a:srgbClr val="231F20"/>
                </a:solidFill>
                <a:latin typeface="Arial"/>
                <a:cs typeface="Arial"/>
              </a:rPr>
              <a:t>using</a:t>
            </a:r>
            <a:r>
              <a:rPr sz="1000" spc="20" dirty="0">
                <a:solidFill>
                  <a:srgbClr val="231F20"/>
                </a:solidFill>
                <a:latin typeface="Arial"/>
                <a:cs typeface="Arial"/>
              </a:rPr>
              <a:t> </a:t>
            </a:r>
            <a:r>
              <a:rPr sz="1000" dirty="0">
                <a:solidFill>
                  <a:srgbClr val="231F20"/>
                </a:solidFill>
                <a:latin typeface="Arial"/>
                <a:cs typeface="Arial"/>
              </a:rPr>
              <a:t>recyclable</a:t>
            </a:r>
            <a:r>
              <a:rPr sz="1000" spc="25" dirty="0">
                <a:solidFill>
                  <a:srgbClr val="231F20"/>
                </a:solidFill>
                <a:latin typeface="Arial"/>
                <a:cs typeface="Arial"/>
              </a:rPr>
              <a:t> </a:t>
            </a:r>
            <a:r>
              <a:rPr sz="1000" dirty="0">
                <a:solidFill>
                  <a:srgbClr val="231F20"/>
                </a:solidFill>
                <a:latin typeface="Arial"/>
                <a:cs typeface="Arial"/>
              </a:rPr>
              <a:t>objects.</a:t>
            </a:r>
            <a:r>
              <a:rPr sz="1000" spc="20"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kids 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value of</a:t>
            </a:r>
            <a:r>
              <a:rPr sz="1000" spc="5" dirty="0">
                <a:solidFill>
                  <a:srgbClr val="231F20"/>
                </a:solidFill>
                <a:latin typeface="Arial"/>
                <a:cs typeface="Arial"/>
              </a:rPr>
              <a:t> </a:t>
            </a:r>
            <a:r>
              <a:rPr sz="1000" dirty="0">
                <a:solidFill>
                  <a:srgbClr val="231F20"/>
                </a:solidFill>
                <a:latin typeface="Arial"/>
                <a:cs typeface="Arial"/>
              </a:rPr>
              <a:t>money</a:t>
            </a:r>
            <a:r>
              <a:rPr sz="1000" spc="5" dirty="0">
                <a:solidFill>
                  <a:srgbClr val="231F20"/>
                </a:solidFill>
                <a:latin typeface="Arial"/>
                <a:cs typeface="Arial"/>
              </a:rPr>
              <a:t> </a:t>
            </a:r>
            <a:r>
              <a:rPr sz="1000" dirty="0">
                <a:solidFill>
                  <a:srgbClr val="231F20"/>
                </a:solidFill>
                <a:latin typeface="Arial"/>
                <a:cs typeface="Arial"/>
              </a:rPr>
              <a:t>during our</a:t>
            </a:r>
            <a:r>
              <a:rPr sz="1000" spc="5" dirty="0">
                <a:solidFill>
                  <a:srgbClr val="231F20"/>
                </a:solidFill>
                <a:latin typeface="Arial"/>
                <a:cs typeface="Arial"/>
              </a:rPr>
              <a:t> </a:t>
            </a:r>
            <a:r>
              <a:rPr sz="1000" dirty="0">
                <a:solidFill>
                  <a:srgbClr val="231F20"/>
                </a:solidFill>
                <a:latin typeface="Arial"/>
                <a:cs typeface="Arial"/>
              </a:rPr>
              <a:t>“What</a:t>
            </a:r>
            <a:r>
              <a:rPr sz="1000" spc="5" dirty="0">
                <a:solidFill>
                  <a:srgbClr val="231F20"/>
                </a:solidFill>
                <a:latin typeface="Arial"/>
                <a:cs typeface="Arial"/>
              </a:rPr>
              <a:t> </a:t>
            </a:r>
            <a:r>
              <a:rPr sz="1000" spc="-20" dirty="0">
                <a:solidFill>
                  <a:srgbClr val="231F20"/>
                </a:solidFill>
                <a:latin typeface="Arial"/>
                <a:cs typeface="Arial"/>
              </a:rPr>
              <a:t>It’s </a:t>
            </a:r>
            <a:r>
              <a:rPr sz="1000" dirty="0">
                <a:solidFill>
                  <a:srgbClr val="231F20"/>
                </a:solidFill>
                <a:latin typeface="Arial"/>
                <a:cs typeface="Arial"/>
              </a:rPr>
              <a:t>Worth”</a:t>
            </a:r>
            <a:r>
              <a:rPr sz="1000" spc="-30" dirty="0">
                <a:solidFill>
                  <a:srgbClr val="231F20"/>
                </a:solidFill>
                <a:latin typeface="Arial"/>
                <a:cs typeface="Arial"/>
              </a:rPr>
              <a:t> </a:t>
            </a:r>
            <a:r>
              <a:rPr sz="1000" dirty="0">
                <a:solidFill>
                  <a:srgbClr val="231F20"/>
                </a:solidFill>
                <a:latin typeface="Arial"/>
                <a:cs typeface="Arial"/>
              </a:rPr>
              <a:t>activity,</a:t>
            </a:r>
            <a:r>
              <a:rPr sz="1000" spc="-25" dirty="0">
                <a:solidFill>
                  <a:srgbClr val="231F20"/>
                </a:solidFill>
                <a:latin typeface="Arial"/>
                <a:cs typeface="Arial"/>
              </a:rPr>
              <a:t> </a:t>
            </a:r>
            <a:r>
              <a:rPr sz="1000" dirty="0">
                <a:solidFill>
                  <a:srgbClr val="231F20"/>
                </a:solidFill>
                <a:latin typeface="Arial"/>
                <a:cs typeface="Arial"/>
              </a:rPr>
              <a:t>led</a:t>
            </a:r>
            <a:r>
              <a:rPr sz="1000" spc="-25"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financial</a:t>
            </a:r>
            <a:r>
              <a:rPr sz="1000" spc="-25" dirty="0">
                <a:solidFill>
                  <a:srgbClr val="231F20"/>
                </a:solidFill>
                <a:latin typeface="Arial"/>
                <a:cs typeface="Arial"/>
              </a:rPr>
              <a:t> </a:t>
            </a:r>
            <a:r>
              <a:rPr sz="1000" dirty="0">
                <a:solidFill>
                  <a:srgbClr val="231F20"/>
                </a:solidFill>
                <a:latin typeface="Arial"/>
                <a:cs typeface="Arial"/>
              </a:rPr>
              <a:t>educator.</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included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mock</a:t>
            </a:r>
            <a:r>
              <a:rPr sz="1000" spc="25" dirty="0">
                <a:solidFill>
                  <a:srgbClr val="231F20"/>
                </a:solidFill>
                <a:latin typeface="Arial"/>
                <a:cs typeface="Arial"/>
              </a:rPr>
              <a:t> </a:t>
            </a:r>
            <a:r>
              <a:rPr sz="1000" dirty="0">
                <a:solidFill>
                  <a:srgbClr val="231F20"/>
                </a:solidFill>
                <a:latin typeface="Arial"/>
                <a:cs typeface="Arial"/>
              </a:rPr>
              <a:t>auction</a:t>
            </a:r>
            <a:r>
              <a:rPr sz="1000" spc="20" dirty="0">
                <a:solidFill>
                  <a:srgbClr val="231F20"/>
                </a:solidFill>
                <a:latin typeface="Arial"/>
                <a:cs typeface="Arial"/>
              </a:rPr>
              <a:t> </a:t>
            </a:r>
            <a:r>
              <a:rPr sz="1000" dirty="0">
                <a:solidFill>
                  <a:srgbClr val="231F20"/>
                </a:solidFill>
                <a:latin typeface="Arial"/>
                <a:cs typeface="Arial"/>
              </a:rPr>
              <a:t>using</a:t>
            </a:r>
            <a:r>
              <a:rPr sz="1000" spc="25" dirty="0">
                <a:solidFill>
                  <a:srgbClr val="231F20"/>
                </a:solidFill>
                <a:latin typeface="Arial"/>
                <a:cs typeface="Arial"/>
              </a:rPr>
              <a:t> </a:t>
            </a:r>
            <a:r>
              <a:rPr sz="1000" dirty="0">
                <a:solidFill>
                  <a:srgbClr val="231F20"/>
                </a:solidFill>
                <a:latin typeface="Arial"/>
                <a:cs typeface="Arial"/>
              </a:rPr>
              <a:t>pretend</a:t>
            </a:r>
            <a:r>
              <a:rPr sz="1000" spc="20" dirty="0">
                <a:solidFill>
                  <a:srgbClr val="231F20"/>
                </a:solidFill>
                <a:latin typeface="Arial"/>
                <a:cs typeface="Arial"/>
              </a:rPr>
              <a:t> </a:t>
            </a:r>
            <a:r>
              <a:rPr sz="1000" spc="-10" dirty="0">
                <a:solidFill>
                  <a:srgbClr val="231F20"/>
                </a:solidFill>
                <a:latin typeface="Arial"/>
                <a:cs typeface="Arial"/>
              </a:rPr>
              <a:t>money,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bid</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purchases</a:t>
            </a:r>
            <a:r>
              <a:rPr sz="1000" spc="10" dirty="0">
                <a:solidFill>
                  <a:srgbClr val="231F20"/>
                </a:solidFill>
                <a:latin typeface="Arial"/>
                <a:cs typeface="Arial"/>
              </a:rPr>
              <a:t> </a:t>
            </a:r>
            <a:r>
              <a:rPr sz="1000" dirty="0">
                <a:solidFill>
                  <a:srgbClr val="231F20"/>
                </a:solidFill>
                <a:latin typeface="Arial"/>
                <a:cs typeface="Arial"/>
              </a:rPr>
              <a:t>after</a:t>
            </a:r>
            <a:r>
              <a:rPr sz="1000" spc="15" dirty="0">
                <a:solidFill>
                  <a:srgbClr val="231F20"/>
                </a:solidFill>
                <a:latin typeface="Arial"/>
                <a:cs typeface="Arial"/>
              </a:rPr>
              <a:t> </a:t>
            </a:r>
            <a:r>
              <a:rPr sz="1000" dirty="0">
                <a:solidFill>
                  <a:srgbClr val="231F20"/>
                </a:solidFill>
                <a:latin typeface="Arial"/>
                <a:cs typeface="Arial"/>
              </a:rPr>
              <a:t>being</a:t>
            </a:r>
            <a:r>
              <a:rPr sz="1000" spc="10" dirty="0">
                <a:solidFill>
                  <a:srgbClr val="231F20"/>
                </a:solidFill>
                <a:latin typeface="Arial"/>
                <a:cs typeface="Arial"/>
              </a:rPr>
              <a:t> </a:t>
            </a:r>
            <a:r>
              <a:rPr sz="1000" spc="-10" dirty="0">
                <a:solidFill>
                  <a:srgbClr val="231F20"/>
                </a:solidFill>
                <a:latin typeface="Arial"/>
                <a:cs typeface="Arial"/>
              </a:rPr>
              <a:t>coached</a:t>
            </a:r>
            <a:r>
              <a:rPr sz="1000" spc="50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careful</a:t>
            </a:r>
            <a:r>
              <a:rPr sz="1000" spc="-10" dirty="0">
                <a:solidFill>
                  <a:srgbClr val="231F20"/>
                </a:solidFill>
                <a:latin typeface="Arial"/>
                <a:cs typeface="Arial"/>
              </a:rPr>
              <a:t> </a:t>
            </a:r>
            <a:r>
              <a:rPr sz="1000" dirty="0">
                <a:solidFill>
                  <a:srgbClr val="231F20"/>
                </a:solidFill>
                <a:latin typeface="Arial"/>
                <a:cs typeface="Arial"/>
              </a:rPr>
              <a:t>choices</a:t>
            </a:r>
            <a:r>
              <a:rPr sz="1000" spc="-10" dirty="0">
                <a:solidFill>
                  <a:srgbClr val="231F20"/>
                </a:solidFill>
                <a:latin typeface="Arial"/>
                <a:cs typeface="Arial"/>
              </a:rPr>
              <a:t> </a:t>
            </a:r>
            <a:r>
              <a:rPr sz="1000" dirty="0">
                <a:solidFill>
                  <a:srgbClr val="231F20"/>
                </a:solidFill>
                <a:latin typeface="Arial"/>
                <a:cs typeface="Arial"/>
              </a:rPr>
              <a:t>based</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each</a:t>
            </a:r>
            <a:r>
              <a:rPr sz="1000" spc="-10" dirty="0">
                <a:solidFill>
                  <a:srgbClr val="231F20"/>
                </a:solidFill>
                <a:latin typeface="Arial"/>
                <a:cs typeface="Arial"/>
              </a:rPr>
              <a:t> </a:t>
            </a:r>
            <a:r>
              <a:rPr sz="1000" spc="-20" dirty="0">
                <a:solidFill>
                  <a:srgbClr val="231F20"/>
                </a:solidFill>
                <a:latin typeface="Arial"/>
                <a:cs typeface="Arial"/>
              </a:rPr>
              <a:t>child </a:t>
            </a:r>
            <a:r>
              <a:rPr sz="1000" dirty="0">
                <a:solidFill>
                  <a:srgbClr val="231F20"/>
                </a:solidFill>
                <a:latin typeface="Arial"/>
                <a:cs typeface="Arial"/>
              </a:rPr>
              <a:t>“valued”</a:t>
            </a:r>
            <a:r>
              <a:rPr sz="1000" spc="-5" dirty="0">
                <a:solidFill>
                  <a:srgbClr val="231F20"/>
                </a:solidFill>
                <a:latin typeface="Arial"/>
                <a:cs typeface="Arial"/>
              </a:rPr>
              <a:t> </a:t>
            </a:r>
            <a:r>
              <a:rPr sz="1000" dirty="0">
                <a:solidFill>
                  <a:srgbClr val="231F20"/>
                </a:solidFill>
                <a:latin typeface="Arial"/>
                <a:cs typeface="Arial"/>
              </a:rPr>
              <a:t>a given item, and how much money they </a:t>
            </a:r>
            <a:r>
              <a:rPr sz="1000" spc="-25" dirty="0">
                <a:solidFill>
                  <a:srgbClr val="231F20"/>
                </a:solidFill>
                <a:latin typeface="Arial"/>
                <a:cs typeface="Arial"/>
              </a:rPr>
              <a:t>had </a:t>
            </a:r>
            <a:r>
              <a:rPr sz="1000" dirty="0">
                <a:solidFill>
                  <a:srgbClr val="231F20"/>
                </a:solidFill>
                <a:latin typeface="Arial"/>
                <a:cs typeface="Arial"/>
              </a:rPr>
              <a:t>remaining.</a:t>
            </a:r>
            <a:r>
              <a:rPr sz="1000" spc="-2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Black</a:t>
            </a:r>
            <a:r>
              <a:rPr sz="1000" spc="-25"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dirty="0">
                <a:solidFill>
                  <a:srgbClr val="231F20"/>
                </a:solidFill>
                <a:latin typeface="Arial"/>
                <a:cs typeface="Arial"/>
              </a:rPr>
              <a:t>Month,</a:t>
            </a:r>
            <a:r>
              <a:rPr sz="1000" spc="-25" dirty="0">
                <a:solidFill>
                  <a:srgbClr val="231F20"/>
                </a:solidFill>
                <a:latin typeface="Arial"/>
                <a:cs typeface="Arial"/>
              </a:rPr>
              <a:t> </a:t>
            </a:r>
            <a:r>
              <a:rPr sz="1000" dirty="0">
                <a:solidFill>
                  <a:srgbClr val="231F20"/>
                </a:solidFill>
                <a:latin typeface="Arial"/>
                <a:cs typeface="Arial"/>
              </a:rPr>
              <a:t>we</a:t>
            </a:r>
            <a:r>
              <a:rPr sz="1000" spc="-20" dirty="0">
                <a:solidFill>
                  <a:srgbClr val="231F20"/>
                </a:solidFill>
                <a:latin typeface="Arial"/>
                <a:cs typeface="Arial"/>
              </a:rPr>
              <a:t> </a:t>
            </a:r>
            <a:r>
              <a:rPr sz="1000" dirty="0">
                <a:solidFill>
                  <a:srgbClr val="231F20"/>
                </a:solidFill>
                <a:latin typeface="Arial"/>
                <a:cs typeface="Arial"/>
              </a:rPr>
              <a:t>hosted</a:t>
            </a:r>
            <a:r>
              <a:rPr sz="1000" spc="-25" dirty="0">
                <a:solidFill>
                  <a:srgbClr val="231F20"/>
                </a:solidFill>
                <a:latin typeface="Arial"/>
                <a:cs typeface="Arial"/>
              </a:rPr>
              <a:t> </a:t>
            </a:r>
            <a:r>
              <a:rPr sz="1000" spc="-20" dirty="0">
                <a:solidFill>
                  <a:srgbClr val="231F20"/>
                </a:solidFill>
                <a:latin typeface="Arial"/>
                <a:cs typeface="Arial"/>
              </a:rPr>
              <a:t>“The ABC’s </a:t>
            </a:r>
            <a:r>
              <a:rPr sz="1000" dirty="0">
                <a:solidFill>
                  <a:srgbClr val="231F20"/>
                </a:solidFill>
                <a:latin typeface="Arial"/>
                <a:cs typeface="Arial"/>
              </a:rPr>
              <a:t>of</a:t>
            </a:r>
            <a:r>
              <a:rPr sz="1000" spc="-20" dirty="0">
                <a:solidFill>
                  <a:srgbClr val="231F20"/>
                </a:solidFill>
                <a:latin typeface="Arial"/>
                <a:cs typeface="Arial"/>
              </a:rPr>
              <a:t> </a:t>
            </a:r>
            <a:r>
              <a:rPr sz="1000" spc="-10" dirty="0">
                <a:solidFill>
                  <a:srgbClr val="231F20"/>
                </a:solidFill>
                <a:latin typeface="Arial"/>
                <a:cs typeface="Arial"/>
              </a:rPr>
              <a:t>Percussion,”</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virtual</a:t>
            </a:r>
            <a:r>
              <a:rPr sz="1000" spc="-15" dirty="0">
                <a:solidFill>
                  <a:srgbClr val="231F20"/>
                </a:solidFill>
                <a:latin typeface="Arial"/>
                <a:cs typeface="Arial"/>
              </a:rPr>
              <a:t> </a:t>
            </a:r>
            <a:r>
              <a:rPr sz="1000" spc="-10" dirty="0">
                <a:solidFill>
                  <a:srgbClr val="231F20"/>
                </a:solidFill>
                <a:latin typeface="Arial"/>
                <a:cs typeface="Arial"/>
              </a:rPr>
              <a:t>musical</a:t>
            </a:r>
            <a:r>
              <a:rPr sz="1000" spc="-20"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spc="-10" dirty="0">
                <a:solidFill>
                  <a:srgbClr val="231F20"/>
                </a:solidFill>
                <a:latin typeface="Arial"/>
                <a:cs typeface="Arial"/>
              </a:rPr>
              <a:t>activity</a:t>
            </a:r>
            <a:endParaRPr sz="1000">
              <a:latin typeface="Arial"/>
              <a:cs typeface="Arial"/>
            </a:endParaRPr>
          </a:p>
          <a:p>
            <a:pPr marL="12700" marR="38735">
              <a:lnSpc>
                <a:spcPct val="100000"/>
              </a:lnSpc>
            </a:pPr>
            <a:r>
              <a:rPr sz="1000" dirty="0">
                <a:solidFill>
                  <a:srgbClr val="231F20"/>
                </a:solidFill>
                <a:latin typeface="Arial"/>
                <a:cs typeface="Arial"/>
              </a:rPr>
              <a:t>led</a:t>
            </a:r>
            <a:r>
              <a:rPr sz="1000" spc="-2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local</a:t>
            </a:r>
            <a:r>
              <a:rPr sz="1000" spc="-25" dirty="0">
                <a:solidFill>
                  <a:srgbClr val="231F20"/>
                </a:solidFill>
                <a:latin typeface="Arial"/>
                <a:cs typeface="Arial"/>
              </a:rPr>
              <a:t> </a:t>
            </a:r>
            <a:r>
              <a:rPr sz="1000" dirty="0">
                <a:solidFill>
                  <a:srgbClr val="231F20"/>
                </a:solidFill>
                <a:latin typeface="Arial"/>
                <a:cs typeface="Arial"/>
              </a:rPr>
              <a:t>children’s</a:t>
            </a:r>
            <a:r>
              <a:rPr sz="1000" spc="-20" dirty="0">
                <a:solidFill>
                  <a:srgbClr val="231F20"/>
                </a:solidFill>
                <a:latin typeface="Arial"/>
                <a:cs typeface="Arial"/>
              </a:rPr>
              <a:t> </a:t>
            </a:r>
            <a:r>
              <a:rPr sz="1000" dirty="0">
                <a:solidFill>
                  <a:srgbClr val="231F20"/>
                </a:solidFill>
                <a:latin typeface="Arial"/>
                <a:cs typeface="Arial"/>
              </a:rPr>
              <a:t>percussionist</a:t>
            </a:r>
            <a:r>
              <a:rPr sz="1000" spc="-25" dirty="0">
                <a:solidFill>
                  <a:srgbClr val="231F20"/>
                </a:solidFill>
                <a:latin typeface="Arial"/>
                <a:cs typeface="Arial"/>
              </a:rPr>
              <a:t> </a:t>
            </a:r>
            <a:r>
              <a:rPr sz="1000" dirty="0">
                <a:solidFill>
                  <a:srgbClr val="231F20"/>
                </a:solidFill>
                <a:latin typeface="Arial"/>
                <a:cs typeface="Arial"/>
              </a:rPr>
              <a:t>Uncle</a:t>
            </a:r>
            <a:r>
              <a:rPr sz="1000" spc="-20" dirty="0">
                <a:solidFill>
                  <a:srgbClr val="231F20"/>
                </a:solidFill>
                <a:latin typeface="Arial"/>
                <a:cs typeface="Arial"/>
              </a:rPr>
              <a:t> </a:t>
            </a:r>
            <a:r>
              <a:rPr sz="1000" dirty="0">
                <a:solidFill>
                  <a:srgbClr val="231F20"/>
                </a:solidFill>
                <a:latin typeface="Arial"/>
                <a:cs typeface="Arial"/>
              </a:rPr>
              <a:t>Devin.</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explored </a:t>
            </a:r>
            <a:r>
              <a:rPr sz="1000" spc="-10" dirty="0">
                <a:solidFill>
                  <a:srgbClr val="231F20"/>
                </a:solidFill>
                <a:latin typeface="Arial"/>
                <a:cs typeface="Arial"/>
              </a:rPr>
              <a:t>African-</a:t>
            </a:r>
            <a:r>
              <a:rPr sz="1000" dirty="0">
                <a:solidFill>
                  <a:srgbClr val="231F20"/>
                </a:solidFill>
                <a:latin typeface="Arial"/>
                <a:cs typeface="Arial"/>
              </a:rPr>
              <a:t>American</a:t>
            </a:r>
            <a:r>
              <a:rPr sz="1000" spc="5" dirty="0">
                <a:solidFill>
                  <a:srgbClr val="231F20"/>
                </a:solidFill>
                <a:latin typeface="Arial"/>
                <a:cs typeface="Arial"/>
              </a:rPr>
              <a:t> </a:t>
            </a:r>
            <a:r>
              <a:rPr sz="1000" spc="-10" dirty="0">
                <a:solidFill>
                  <a:srgbClr val="231F20"/>
                </a:solidFill>
                <a:latin typeface="Arial"/>
                <a:cs typeface="Arial"/>
              </a:rPr>
              <a:t>music</a:t>
            </a:r>
            <a:r>
              <a:rPr sz="1000" spc="5" dirty="0">
                <a:solidFill>
                  <a:srgbClr val="231F20"/>
                </a:solidFill>
                <a:latin typeface="Arial"/>
                <a:cs typeface="Arial"/>
              </a:rPr>
              <a:t> </a:t>
            </a:r>
            <a:r>
              <a:rPr sz="1000" dirty="0">
                <a:solidFill>
                  <a:srgbClr val="231F20"/>
                </a:solidFill>
                <a:latin typeface="Arial"/>
                <a:cs typeface="Arial"/>
              </a:rPr>
              <a:t>and movement</a:t>
            </a:r>
            <a:r>
              <a:rPr sz="1000" spc="5" dirty="0">
                <a:solidFill>
                  <a:srgbClr val="231F20"/>
                </a:solidFill>
                <a:latin typeface="Arial"/>
                <a:cs typeface="Arial"/>
              </a:rPr>
              <a:t> </a:t>
            </a:r>
            <a:r>
              <a:rPr sz="1000" spc="-10" dirty="0">
                <a:solidFill>
                  <a:srgbClr val="231F20"/>
                </a:solidFill>
                <a:latin typeface="Arial"/>
                <a:cs typeface="Arial"/>
              </a:rPr>
              <a:t>origins,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percussion instruments</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10" dirty="0">
                <a:solidFill>
                  <a:srgbClr val="231F20"/>
                </a:solidFill>
                <a:latin typeface="Arial"/>
                <a:cs typeface="Arial"/>
              </a:rPr>
              <a:t>Africa</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around the world, and how</a:t>
            </a:r>
            <a:r>
              <a:rPr sz="1000" spc="-5" dirty="0">
                <a:solidFill>
                  <a:srgbClr val="231F20"/>
                </a:solidFill>
                <a:latin typeface="Arial"/>
                <a:cs typeface="Arial"/>
              </a:rPr>
              <a:t> </a:t>
            </a:r>
            <a:r>
              <a:rPr sz="1000" dirty="0">
                <a:solidFill>
                  <a:srgbClr val="231F20"/>
                </a:solidFill>
                <a:latin typeface="Arial"/>
                <a:cs typeface="Arial"/>
              </a:rPr>
              <a:t>they were used </a:t>
            </a:r>
            <a:r>
              <a:rPr sz="1000" spc="-25" dirty="0">
                <a:solidFill>
                  <a:srgbClr val="231F20"/>
                </a:solidFill>
                <a:latin typeface="Arial"/>
                <a:cs typeface="Arial"/>
              </a:rPr>
              <a:t>to</a:t>
            </a:r>
            <a:endParaRPr sz="1000">
              <a:latin typeface="Arial"/>
              <a:cs typeface="Arial"/>
            </a:endParaRPr>
          </a:p>
          <a:p>
            <a:pPr marL="12700" marR="5080">
              <a:lnSpc>
                <a:spcPct val="100000"/>
              </a:lnSpc>
            </a:pPr>
            <a:r>
              <a:rPr sz="1000" dirty="0">
                <a:solidFill>
                  <a:srgbClr val="231F20"/>
                </a:solidFill>
                <a:latin typeface="Arial"/>
                <a:cs typeface="Arial"/>
              </a:rPr>
              <a:t>help</a:t>
            </a:r>
            <a:r>
              <a:rPr sz="1000" spc="25" dirty="0">
                <a:solidFill>
                  <a:srgbClr val="231F20"/>
                </a:solidFill>
                <a:latin typeface="Arial"/>
                <a:cs typeface="Arial"/>
              </a:rPr>
              <a:t> </a:t>
            </a:r>
            <a:r>
              <a:rPr sz="1000" dirty="0">
                <a:solidFill>
                  <a:srgbClr val="231F20"/>
                </a:solidFill>
                <a:latin typeface="Arial"/>
                <a:cs typeface="Arial"/>
              </a:rPr>
              <a:t>people</a:t>
            </a:r>
            <a:r>
              <a:rPr sz="1000" spc="25" dirty="0">
                <a:solidFill>
                  <a:srgbClr val="231F20"/>
                </a:solidFill>
                <a:latin typeface="Arial"/>
                <a:cs typeface="Arial"/>
              </a:rPr>
              <a:t> </a:t>
            </a:r>
            <a:r>
              <a:rPr sz="1000" spc="-10" dirty="0">
                <a:solidFill>
                  <a:srgbClr val="231F20"/>
                </a:solidFill>
                <a:latin typeface="Arial"/>
                <a:cs typeface="Arial"/>
              </a:rPr>
              <a:t>communicate.</a:t>
            </a:r>
            <a:r>
              <a:rPr sz="1000" spc="25" dirty="0">
                <a:solidFill>
                  <a:srgbClr val="231F20"/>
                </a:solidFill>
                <a:latin typeface="Arial"/>
                <a:cs typeface="Arial"/>
              </a:rPr>
              <a:t> </a:t>
            </a:r>
            <a:r>
              <a:rPr sz="1000" spc="-45" dirty="0">
                <a:solidFill>
                  <a:srgbClr val="231F20"/>
                </a:solidFill>
                <a:latin typeface="Arial"/>
                <a:cs typeface="Arial"/>
              </a:rPr>
              <a:t>We</a:t>
            </a:r>
            <a:r>
              <a:rPr sz="1000" spc="25" dirty="0">
                <a:solidFill>
                  <a:srgbClr val="231F20"/>
                </a:solidFill>
                <a:latin typeface="Arial"/>
                <a:cs typeface="Arial"/>
              </a:rPr>
              <a:t> </a:t>
            </a:r>
            <a:r>
              <a:rPr sz="1000" dirty="0">
                <a:solidFill>
                  <a:srgbClr val="231F20"/>
                </a:solidFill>
                <a:latin typeface="Arial"/>
                <a:cs typeface="Arial"/>
              </a:rPr>
              <a:t>then</a:t>
            </a:r>
            <a:r>
              <a:rPr sz="1000" spc="25" dirty="0">
                <a:solidFill>
                  <a:srgbClr val="231F20"/>
                </a:solidFill>
                <a:latin typeface="Arial"/>
                <a:cs typeface="Arial"/>
              </a:rPr>
              <a:t> </a:t>
            </a:r>
            <a:r>
              <a:rPr sz="1000" dirty="0">
                <a:solidFill>
                  <a:srgbClr val="231F20"/>
                </a:solidFill>
                <a:latin typeface="Arial"/>
                <a:cs typeface="Arial"/>
              </a:rPr>
              <a:t>hosted</a:t>
            </a:r>
            <a:r>
              <a:rPr sz="1000" spc="25" dirty="0">
                <a:solidFill>
                  <a:srgbClr val="231F20"/>
                </a:solidFill>
                <a:latin typeface="Arial"/>
                <a:cs typeface="Arial"/>
              </a:rPr>
              <a:t> </a:t>
            </a:r>
            <a:r>
              <a:rPr sz="1000" spc="-10" dirty="0">
                <a:solidFill>
                  <a:srgbClr val="231F20"/>
                </a:solidFill>
                <a:latin typeface="Arial"/>
                <a:cs typeface="Arial"/>
              </a:rPr>
              <a:t>“Canvas</a:t>
            </a:r>
            <a:r>
              <a:rPr sz="1000" spc="25" dirty="0">
                <a:solidFill>
                  <a:srgbClr val="231F20"/>
                </a:solidFill>
                <a:latin typeface="Arial"/>
                <a:cs typeface="Arial"/>
              </a:rPr>
              <a:t> </a:t>
            </a:r>
            <a:r>
              <a:rPr sz="1000" spc="-50" dirty="0">
                <a:solidFill>
                  <a:srgbClr val="231F20"/>
                </a:solidFill>
                <a:latin typeface="Arial"/>
                <a:cs typeface="Arial"/>
              </a:rPr>
              <a:t>&amp; </a:t>
            </a:r>
            <a:r>
              <a:rPr sz="1000" dirty="0">
                <a:solidFill>
                  <a:srgbClr val="231F20"/>
                </a:solidFill>
                <a:latin typeface="Arial"/>
                <a:cs typeface="Arial"/>
              </a:rPr>
              <a:t>Cookies,”</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virtual</a:t>
            </a:r>
            <a:r>
              <a:rPr sz="1000" spc="10" dirty="0">
                <a:solidFill>
                  <a:srgbClr val="231F20"/>
                </a:solidFill>
                <a:latin typeface="Arial"/>
                <a:cs typeface="Arial"/>
              </a:rPr>
              <a:t> </a:t>
            </a:r>
            <a:r>
              <a:rPr sz="1000" dirty="0">
                <a:solidFill>
                  <a:srgbClr val="231F20"/>
                </a:solidFill>
                <a:latin typeface="Arial"/>
                <a:cs typeface="Arial"/>
              </a:rPr>
              <a:t>art</a:t>
            </a:r>
            <a:r>
              <a:rPr sz="1000" spc="10" dirty="0">
                <a:solidFill>
                  <a:srgbClr val="231F20"/>
                </a:solidFill>
                <a:latin typeface="Arial"/>
                <a:cs typeface="Arial"/>
              </a:rPr>
              <a:t> </a:t>
            </a:r>
            <a:r>
              <a:rPr sz="1000" dirty="0">
                <a:solidFill>
                  <a:srgbClr val="231F20"/>
                </a:solidFill>
                <a:latin typeface="Arial"/>
                <a:cs typeface="Arial"/>
              </a:rPr>
              <a:t>workshop</a:t>
            </a:r>
            <a:r>
              <a:rPr sz="1000" spc="10"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colors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formation</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rainbows</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means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focusing</a:t>
            </a:r>
            <a:r>
              <a:rPr sz="1000" spc="-15" dirty="0">
                <a:solidFill>
                  <a:srgbClr val="231F20"/>
                </a:solidFill>
                <a:latin typeface="Arial"/>
                <a:cs typeface="Arial"/>
              </a:rPr>
              <a:t> </a:t>
            </a:r>
            <a:r>
              <a:rPr sz="1000" spc="-25" dirty="0">
                <a:solidFill>
                  <a:srgbClr val="231F20"/>
                </a:solidFill>
                <a:latin typeface="Arial"/>
                <a:cs typeface="Arial"/>
              </a:rPr>
              <a:t>on </a:t>
            </a:r>
            <a:r>
              <a:rPr sz="1000" spc="-40"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included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story-time</a:t>
            </a:r>
            <a:r>
              <a:rPr sz="1000" spc="10" dirty="0">
                <a:solidFill>
                  <a:srgbClr val="231F20"/>
                </a:solidFill>
                <a:latin typeface="Arial"/>
                <a:cs typeface="Arial"/>
              </a:rPr>
              <a:t> </a:t>
            </a:r>
            <a:r>
              <a:rPr sz="1000" dirty="0">
                <a:solidFill>
                  <a:srgbClr val="231F20"/>
                </a:solidFill>
                <a:latin typeface="Arial"/>
                <a:cs typeface="Arial"/>
              </a:rPr>
              <a:t>focused</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25" dirty="0">
                <a:solidFill>
                  <a:srgbClr val="231F20"/>
                </a:solidFill>
                <a:latin typeface="Arial"/>
                <a:cs typeface="Arial"/>
              </a:rPr>
              <a:t>how</a:t>
            </a:r>
            <a:endParaRPr sz="1000">
              <a:latin typeface="Arial"/>
              <a:cs typeface="Arial"/>
            </a:endParaRPr>
          </a:p>
        </p:txBody>
      </p:sp>
      <p:sp>
        <p:nvSpPr>
          <p:cNvPr id="5" name="object 5"/>
          <p:cNvSpPr txBox="1">
            <a:spLocks noGrp="1"/>
          </p:cNvSpPr>
          <p:nvPr>
            <p:ph type="sldNum" sz="quarter" idx="7"/>
          </p:nvPr>
        </p:nvSpPr>
        <p:spPr>
          <a:xfrm>
            <a:off x="7067294" y="9529590"/>
            <a:ext cx="2606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1</a:t>
            </a:r>
            <a:endParaRPr spc="-25" dirty="0"/>
          </a:p>
        </p:txBody>
      </p:sp>
      <p:sp>
        <p:nvSpPr>
          <p:cNvPr id="3" name="object 3"/>
          <p:cNvSpPr txBox="1"/>
          <p:nvPr/>
        </p:nvSpPr>
        <p:spPr>
          <a:xfrm>
            <a:off x="4016375" y="1885175"/>
            <a:ext cx="3311525" cy="7226300"/>
          </a:xfrm>
          <a:prstGeom prst="rect">
            <a:avLst/>
          </a:prstGeom>
        </p:spPr>
        <p:txBody>
          <a:bodyPr vert="horz" wrap="square" lIns="0" tIns="12700" rIns="0" bIns="0" rtlCol="0">
            <a:spAutoFit/>
          </a:bodyPr>
          <a:lstStyle/>
          <a:p>
            <a:pPr marL="12700" marR="87630">
              <a:lnSpc>
                <a:spcPct val="100000"/>
              </a:lnSpc>
              <a:spcBef>
                <a:spcPts val="100"/>
              </a:spcBef>
            </a:pPr>
            <a:r>
              <a:rPr sz="1000" dirty="0">
                <a:solidFill>
                  <a:srgbClr val="231F20"/>
                </a:solidFill>
                <a:latin typeface="Arial"/>
                <a:cs typeface="Arial"/>
              </a:rPr>
              <a:t>rainbows</a:t>
            </a:r>
            <a:r>
              <a:rPr sz="1000" spc="-5" dirty="0">
                <a:solidFill>
                  <a:srgbClr val="231F20"/>
                </a:solidFill>
                <a:latin typeface="Arial"/>
                <a:cs typeface="Arial"/>
              </a:rPr>
              <a:t> </a:t>
            </a:r>
            <a:r>
              <a:rPr sz="1000" dirty="0">
                <a:solidFill>
                  <a:srgbClr val="231F20"/>
                </a:solidFill>
                <a:latin typeface="Arial"/>
                <a:cs typeface="Arial"/>
              </a:rPr>
              <a:t>are formed, and the kids closed out the </a:t>
            </a:r>
            <a:r>
              <a:rPr sz="1000" spc="-10" dirty="0">
                <a:solidFill>
                  <a:srgbClr val="231F20"/>
                </a:solidFill>
                <a:latin typeface="Arial"/>
                <a:cs typeface="Arial"/>
              </a:rPr>
              <a:t>session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painting</a:t>
            </a:r>
            <a:r>
              <a:rPr sz="1000" spc="20" dirty="0">
                <a:solidFill>
                  <a:srgbClr val="231F20"/>
                </a:solidFill>
                <a:latin typeface="Arial"/>
                <a:cs typeface="Arial"/>
              </a:rPr>
              <a:t> </a:t>
            </a:r>
            <a:r>
              <a:rPr sz="1000" dirty="0">
                <a:solidFill>
                  <a:srgbClr val="231F20"/>
                </a:solidFill>
                <a:latin typeface="Arial"/>
                <a:cs typeface="Arial"/>
              </a:rPr>
              <a:t>rainbows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experimenting</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10" dirty="0">
                <a:solidFill>
                  <a:srgbClr val="231F20"/>
                </a:solidFill>
                <a:latin typeface="Arial"/>
                <a:cs typeface="Arial"/>
              </a:rPr>
              <a:t>mixing colors.</a:t>
            </a:r>
            <a:endParaRPr sz="1000">
              <a:latin typeface="Arial"/>
              <a:cs typeface="Arial"/>
            </a:endParaRPr>
          </a:p>
          <a:p>
            <a:pPr marL="12700" marR="55244">
              <a:lnSpc>
                <a:spcPct val="100000"/>
              </a:lnSpc>
              <a:spcBef>
                <a:spcPts val="900"/>
              </a:spcBef>
            </a:pPr>
            <a:r>
              <a:rPr sz="1000" spc="-20" dirty="0">
                <a:solidFill>
                  <a:srgbClr val="231F20"/>
                </a:solidFill>
                <a:latin typeface="Arial"/>
                <a:cs typeface="Arial"/>
              </a:rPr>
              <a:t>Finally,</a:t>
            </a:r>
            <a:r>
              <a:rPr sz="1000" spc="-5" dirty="0">
                <a:solidFill>
                  <a:srgbClr val="231F20"/>
                </a:solidFill>
                <a:latin typeface="Arial"/>
                <a:cs typeface="Arial"/>
              </a:rPr>
              <a:t> </a:t>
            </a:r>
            <a:r>
              <a:rPr sz="1000"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ushered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Spring</a:t>
            </a:r>
            <a:r>
              <a:rPr sz="1000" spc="-5" dirty="0">
                <a:solidFill>
                  <a:srgbClr val="231F20"/>
                </a:solidFill>
                <a:latin typeface="Arial"/>
                <a:cs typeface="Arial"/>
              </a:rPr>
              <a:t> </a:t>
            </a:r>
            <a:r>
              <a:rPr sz="1000" spc="-25" dirty="0">
                <a:solidFill>
                  <a:srgbClr val="231F20"/>
                </a:solidFill>
                <a:latin typeface="Arial"/>
                <a:cs typeface="Arial"/>
              </a:rPr>
              <a:t>2021</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only</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person </a:t>
            </a:r>
            <a:r>
              <a:rPr sz="1000" dirty="0">
                <a:solidFill>
                  <a:srgbClr val="231F20"/>
                </a:solidFill>
                <a:latin typeface="Arial"/>
                <a:cs typeface="Arial"/>
              </a:rPr>
              <a:t>Group</a:t>
            </a:r>
            <a:r>
              <a:rPr sz="1000" spc="-10" dirty="0">
                <a:solidFill>
                  <a:srgbClr val="231F20"/>
                </a:solidFill>
                <a:latin typeface="Arial"/>
                <a:cs typeface="Arial"/>
              </a:rPr>
              <a:t> </a:t>
            </a:r>
            <a:r>
              <a:rPr sz="1000" spc="-220" dirty="0">
                <a:solidFill>
                  <a:srgbClr val="231F20"/>
                </a:solidFill>
                <a:latin typeface="Arial"/>
                <a:cs typeface="Arial"/>
              </a:rPr>
              <a:t>1</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“Habitat</a:t>
            </a:r>
            <a:r>
              <a:rPr sz="1000" spc="-10" dirty="0">
                <a:solidFill>
                  <a:srgbClr val="231F20"/>
                </a:solidFill>
                <a:latin typeface="Arial"/>
                <a:cs typeface="Arial"/>
              </a:rPr>
              <a:t> </a:t>
            </a:r>
            <a:r>
              <a:rPr sz="1000" dirty="0">
                <a:solidFill>
                  <a:srgbClr val="231F20"/>
                </a:solidFill>
                <a:latin typeface="Arial"/>
                <a:cs typeface="Arial"/>
              </a:rPr>
              <a:t>Hike”</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Seneca </a:t>
            </a:r>
            <a:r>
              <a:rPr sz="1000" dirty="0">
                <a:solidFill>
                  <a:srgbClr val="231F20"/>
                </a:solidFill>
                <a:latin typeface="Arial"/>
                <a:cs typeface="Arial"/>
              </a:rPr>
              <a:t>Creek</a:t>
            </a:r>
            <a:r>
              <a:rPr sz="1000" spc="-10" dirty="0">
                <a:solidFill>
                  <a:srgbClr val="231F20"/>
                </a:solidFill>
                <a:latin typeface="Arial"/>
                <a:cs typeface="Arial"/>
              </a:rPr>
              <a:t> </a:t>
            </a:r>
            <a:r>
              <a:rPr sz="1000" spc="-20" dirty="0">
                <a:solidFill>
                  <a:srgbClr val="231F20"/>
                </a:solidFill>
                <a:latin typeface="Arial"/>
                <a:cs typeface="Arial"/>
              </a:rPr>
              <a:t>Park.</a:t>
            </a:r>
            <a:endParaRPr sz="1000">
              <a:latin typeface="Arial"/>
              <a:cs typeface="Arial"/>
            </a:endParaRPr>
          </a:p>
          <a:p>
            <a:pPr marL="12700" marR="5080">
              <a:lnSpc>
                <a:spcPct val="100000"/>
              </a:lnSpc>
            </a:pP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focused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50"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scavenger</a:t>
            </a:r>
            <a:r>
              <a:rPr sz="1000" spc="-5" dirty="0">
                <a:solidFill>
                  <a:srgbClr val="231F20"/>
                </a:solidFill>
                <a:latin typeface="Arial"/>
                <a:cs typeface="Arial"/>
              </a:rPr>
              <a:t> </a:t>
            </a:r>
            <a:r>
              <a:rPr sz="1000" spc="-20" dirty="0">
                <a:solidFill>
                  <a:srgbClr val="231F20"/>
                </a:solidFill>
                <a:latin typeface="Arial"/>
                <a:cs typeface="Arial"/>
              </a:rPr>
              <a:t>hunt</a:t>
            </a:r>
            <a:r>
              <a:rPr sz="1000" spc="50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park,</a:t>
            </a:r>
            <a:r>
              <a:rPr sz="1000" spc="15" dirty="0">
                <a:solidFill>
                  <a:srgbClr val="231F20"/>
                </a:solidFill>
                <a:latin typeface="Arial"/>
                <a:cs typeface="Arial"/>
              </a:rPr>
              <a:t> </a:t>
            </a:r>
            <a:r>
              <a:rPr sz="1000" dirty="0">
                <a:solidFill>
                  <a:srgbClr val="231F20"/>
                </a:solidFill>
                <a:latin typeface="Arial"/>
                <a:cs typeface="Arial"/>
              </a:rPr>
              <a:t>investigating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elements</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10" dirty="0">
                <a:solidFill>
                  <a:srgbClr val="231F20"/>
                </a:solidFill>
                <a:latin typeface="Arial"/>
                <a:cs typeface="Arial"/>
              </a:rPr>
              <a:t>healthy </a:t>
            </a:r>
            <a:r>
              <a:rPr sz="1000" dirty="0">
                <a:solidFill>
                  <a:srgbClr val="231F20"/>
                </a:solidFill>
                <a:latin typeface="Arial"/>
                <a:cs typeface="Arial"/>
              </a:rPr>
              <a:t>habitat</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looking</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signs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animals</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spc="-20" dirty="0">
                <a:solidFill>
                  <a:srgbClr val="231F20"/>
                </a:solidFill>
                <a:latin typeface="Arial"/>
                <a:cs typeface="Arial"/>
              </a:rPr>
              <a:t>lived</a:t>
            </a:r>
            <a:r>
              <a:rPr sz="1000" spc="500" dirty="0">
                <a:solidFill>
                  <a:srgbClr val="231F20"/>
                </a:solidFill>
                <a:latin typeface="Arial"/>
                <a:cs typeface="Arial"/>
              </a:rPr>
              <a:t> </a:t>
            </a:r>
            <a:r>
              <a:rPr sz="1000" dirty="0">
                <a:solidFill>
                  <a:srgbClr val="231F20"/>
                </a:solidFill>
                <a:latin typeface="Arial"/>
                <a:cs typeface="Arial"/>
              </a:rPr>
              <a:t>there.</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left</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deeper</a:t>
            </a:r>
            <a:r>
              <a:rPr sz="1000" spc="15" dirty="0">
                <a:solidFill>
                  <a:srgbClr val="231F20"/>
                </a:solidFill>
                <a:latin typeface="Arial"/>
                <a:cs typeface="Arial"/>
              </a:rPr>
              <a:t> </a:t>
            </a:r>
            <a:r>
              <a:rPr sz="1000" dirty="0">
                <a:solidFill>
                  <a:srgbClr val="231F20"/>
                </a:solidFill>
                <a:latin typeface="Arial"/>
                <a:cs typeface="Arial"/>
              </a:rPr>
              <a:t>understanding</a:t>
            </a:r>
            <a:r>
              <a:rPr sz="1000" spc="15"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spc="-10" dirty="0">
                <a:solidFill>
                  <a:srgbClr val="231F20"/>
                </a:solidFill>
                <a:latin typeface="Arial"/>
                <a:cs typeface="Arial"/>
              </a:rPr>
              <a:t>science</a:t>
            </a:r>
            <a:r>
              <a:rPr sz="1000" spc="500" dirty="0">
                <a:solidFill>
                  <a:srgbClr val="231F20"/>
                </a:solidFill>
                <a:latin typeface="Arial"/>
                <a:cs typeface="Arial"/>
              </a:rPr>
              <a:t> </a:t>
            </a:r>
            <a:r>
              <a:rPr sz="1000" dirty="0">
                <a:solidFill>
                  <a:srgbClr val="231F20"/>
                </a:solidFill>
                <a:latin typeface="Arial"/>
                <a:cs typeface="Arial"/>
              </a:rPr>
              <a:t>is all around them, and of the importance of preserving </a:t>
            </a:r>
            <a:r>
              <a:rPr sz="1000" spc="-50" dirty="0">
                <a:solidFill>
                  <a:srgbClr val="231F20"/>
                </a:solidFill>
                <a:latin typeface="Arial"/>
                <a:cs typeface="Arial"/>
              </a:rPr>
              <a:t>a </a:t>
            </a:r>
            <a:r>
              <a:rPr sz="1000" dirty="0">
                <a:solidFill>
                  <a:srgbClr val="231F20"/>
                </a:solidFill>
                <a:latin typeface="Arial"/>
                <a:cs typeface="Arial"/>
              </a:rPr>
              <a:t>healthy</a:t>
            </a:r>
            <a:r>
              <a:rPr sz="1000" spc="-10" dirty="0">
                <a:solidFill>
                  <a:srgbClr val="231F20"/>
                </a:solidFill>
                <a:latin typeface="Arial"/>
                <a:cs typeface="Arial"/>
              </a:rPr>
              <a:t> </a:t>
            </a:r>
            <a:r>
              <a:rPr sz="1000" dirty="0">
                <a:solidFill>
                  <a:srgbClr val="231F20"/>
                </a:solidFill>
                <a:latin typeface="Arial"/>
                <a:cs typeface="Arial"/>
              </a:rPr>
              <a:t>environment,</a:t>
            </a:r>
            <a:r>
              <a:rPr sz="1000" spc="-5"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spc="-10" dirty="0">
                <a:solidFill>
                  <a:srgbClr val="231F20"/>
                </a:solidFill>
                <a:latin typeface="Arial"/>
                <a:cs typeface="Arial"/>
              </a:rPr>
              <a:t>animals </a:t>
            </a:r>
            <a:r>
              <a:rPr sz="1000" dirty="0">
                <a:solidFill>
                  <a:srgbClr val="231F20"/>
                </a:solidFill>
                <a:latin typeface="Arial"/>
                <a:cs typeface="Arial"/>
              </a:rPr>
              <a:t>can</a:t>
            </a:r>
            <a:r>
              <a:rPr sz="1000" spc="-5" dirty="0">
                <a:solidFill>
                  <a:srgbClr val="231F20"/>
                </a:solidFill>
                <a:latin typeface="Arial"/>
                <a:cs typeface="Arial"/>
              </a:rPr>
              <a:t> </a:t>
            </a:r>
            <a:r>
              <a:rPr sz="1000" dirty="0">
                <a:solidFill>
                  <a:srgbClr val="231F20"/>
                </a:solidFill>
                <a:latin typeface="Arial"/>
                <a:cs typeface="Arial"/>
              </a:rPr>
              <a:t>happily</a:t>
            </a:r>
            <a:r>
              <a:rPr sz="1000" spc="-5" dirty="0">
                <a:solidFill>
                  <a:srgbClr val="231F20"/>
                </a:solidFill>
                <a:latin typeface="Arial"/>
                <a:cs typeface="Arial"/>
              </a:rPr>
              <a:t> </a:t>
            </a:r>
            <a:r>
              <a:rPr sz="1000" spc="-25" dirty="0">
                <a:solidFill>
                  <a:srgbClr val="231F20"/>
                </a:solidFill>
                <a:latin typeface="Arial"/>
                <a:cs typeface="Arial"/>
              </a:rPr>
              <a:t>co- </a:t>
            </a:r>
            <a:r>
              <a:rPr sz="1000" dirty="0">
                <a:solidFill>
                  <a:srgbClr val="231F20"/>
                </a:solidFill>
                <a:latin typeface="Arial"/>
                <a:cs typeface="Arial"/>
              </a:rPr>
              <a:t>exist.</a:t>
            </a:r>
            <a:r>
              <a:rPr sz="1000" spc="-20" dirty="0">
                <a:solidFill>
                  <a:srgbClr val="231F20"/>
                </a:solidFill>
                <a:latin typeface="Arial"/>
                <a:cs typeface="Arial"/>
              </a:rPr>
              <a:t> </a:t>
            </a:r>
            <a:r>
              <a:rPr sz="1000" dirty="0">
                <a:solidFill>
                  <a:srgbClr val="231F20"/>
                </a:solidFill>
                <a:latin typeface="Arial"/>
                <a:cs typeface="Arial"/>
              </a:rPr>
              <a:t>It</a:t>
            </a:r>
            <a:r>
              <a:rPr sz="1000" spc="-20" dirty="0">
                <a:solidFill>
                  <a:srgbClr val="231F20"/>
                </a:solidFill>
                <a:latin typeface="Arial"/>
                <a:cs typeface="Arial"/>
              </a:rPr>
              <a:t> </a:t>
            </a:r>
            <a:r>
              <a:rPr sz="1000" spc="-1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great</a:t>
            </a:r>
            <a:r>
              <a:rPr sz="1000" spc="-20" dirty="0">
                <a:solidFill>
                  <a:srgbClr val="231F20"/>
                </a:solidFill>
                <a:latin typeface="Arial"/>
                <a:cs typeface="Arial"/>
              </a:rPr>
              <a:t> </a:t>
            </a:r>
            <a:r>
              <a:rPr sz="1000" dirty="0">
                <a:solidFill>
                  <a:srgbClr val="231F20"/>
                </a:solidFill>
                <a:latin typeface="Arial"/>
                <a:cs typeface="Arial"/>
              </a:rPr>
              <a:t>way</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close</a:t>
            </a:r>
            <a:r>
              <a:rPr sz="1000" spc="-20" dirty="0">
                <a:solidFill>
                  <a:srgbClr val="231F20"/>
                </a:solidFill>
                <a:latin typeface="Arial"/>
                <a:cs typeface="Arial"/>
              </a:rPr>
              <a:t> </a:t>
            </a:r>
            <a:r>
              <a:rPr sz="1000" dirty="0">
                <a:solidFill>
                  <a:srgbClr val="231F20"/>
                </a:solidFill>
                <a:latin typeface="Arial"/>
                <a:cs typeface="Arial"/>
              </a:rPr>
              <a:t>out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spc="-25" dirty="0">
                <a:solidFill>
                  <a:srgbClr val="231F20"/>
                </a:solidFill>
                <a:latin typeface="Arial"/>
                <a:cs typeface="Arial"/>
              </a:rPr>
              <a:t>year,</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an</a:t>
            </a:r>
            <a:r>
              <a:rPr sz="1000" spc="35" dirty="0">
                <a:solidFill>
                  <a:srgbClr val="231F20"/>
                </a:solidFill>
                <a:latin typeface="Arial"/>
                <a:cs typeface="Arial"/>
              </a:rPr>
              <a:t> </a:t>
            </a:r>
            <a:r>
              <a:rPr sz="1000" dirty="0">
                <a:solidFill>
                  <a:srgbClr val="231F20"/>
                </a:solidFill>
                <a:latin typeface="Arial"/>
                <a:cs typeface="Arial"/>
              </a:rPr>
              <a:t>opportunity</a:t>
            </a:r>
            <a:r>
              <a:rPr sz="1000" spc="35"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finally</a:t>
            </a:r>
            <a:r>
              <a:rPr sz="1000" spc="35" dirty="0">
                <a:solidFill>
                  <a:srgbClr val="231F20"/>
                </a:solidFill>
                <a:latin typeface="Arial"/>
                <a:cs typeface="Arial"/>
              </a:rPr>
              <a:t> </a:t>
            </a:r>
            <a:r>
              <a:rPr sz="1000" dirty="0">
                <a:solidFill>
                  <a:srgbClr val="231F20"/>
                </a:solidFill>
                <a:latin typeface="Arial"/>
                <a:cs typeface="Arial"/>
              </a:rPr>
              <a:t>spend</a:t>
            </a:r>
            <a:r>
              <a:rPr sz="1000" spc="35" dirty="0">
                <a:solidFill>
                  <a:srgbClr val="231F20"/>
                </a:solidFill>
                <a:latin typeface="Arial"/>
                <a:cs typeface="Arial"/>
              </a:rPr>
              <a:t> </a:t>
            </a:r>
            <a:r>
              <a:rPr sz="1000" dirty="0">
                <a:solidFill>
                  <a:srgbClr val="231F20"/>
                </a:solidFill>
                <a:latin typeface="Arial"/>
                <a:cs typeface="Arial"/>
              </a:rPr>
              <a:t>time</a:t>
            </a:r>
            <a:r>
              <a:rPr sz="1000" spc="40" dirty="0">
                <a:solidFill>
                  <a:srgbClr val="231F20"/>
                </a:solidFill>
                <a:latin typeface="Arial"/>
                <a:cs typeface="Arial"/>
              </a:rPr>
              <a:t> </a:t>
            </a:r>
            <a:r>
              <a:rPr sz="1000" dirty="0">
                <a:solidFill>
                  <a:srgbClr val="231F20"/>
                </a:solidFill>
                <a:latin typeface="Arial"/>
                <a:cs typeface="Arial"/>
              </a:rPr>
              <a:t>together</a:t>
            </a:r>
            <a:r>
              <a:rPr sz="1000" spc="35" dirty="0">
                <a:solidFill>
                  <a:srgbClr val="231F20"/>
                </a:solidFill>
                <a:latin typeface="Arial"/>
                <a:cs typeface="Arial"/>
              </a:rPr>
              <a:t> </a:t>
            </a:r>
            <a:r>
              <a:rPr sz="1000" dirty="0">
                <a:solidFill>
                  <a:srgbClr val="231F20"/>
                </a:solidFill>
                <a:latin typeface="Arial"/>
                <a:cs typeface="Arial"/>
              </a:rPr>
              <a:t>after</a:t>
            </a:r>
            <a:r>
              <a:rPr sz="1000" spc="35" dirty="0">
                <a:solidFill>
                  <a:srgbClr val="231F20"/>
                </a:solidFill>
                <a:latin typeface="Arial"/>
                <a:cs typeface="Arial"/>
              </a:rPr>
              <a:t> </a:t>
            </a:r>
            <a:r>
              <a:rPr sz="1000" spc="-10" dirty="0">
                <a:solidFill>
                  <a:srgbClr val="231F20"/>
                </a:solidFill>
                <a:latin typeface="Arial"/>
                <a:cs typeface="Arial"/>
              </a:rPr>
              <a:t>months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virtual</a:t>
            </a:r>
            <a:r>
              <a:rPr sz="1000" spc="15" dirty="0">
                <a:solidFill>
                  <a:srgbClr val="231F20"/>
                </a:solidFill>
                <a:latin typeface="Arial"/>
                <a:cs typeface="Arial"/>
              </a:rPr>
              <a:t> </a:t>
            </a:r>
            <a:r>
              <a:rPr sz="1000" spc="-10" dirty="0">
                <a:solidFill>
                  <a:srgbClr val="231F20"/>
                </a:solidFill>
                <a:latin typeface="Arial"/>
                <a:cs typeface="Arial"/>
              </a:rPr>
              <a:t>engagement.</a:t>
            </a:r>
            <a:endParaRPr sz="1000">
              <a:latin typeface="Arial"/>
              <a:cs typeface="Arial"/>
            </a:endParaRPr>
          </a:p>
          <a:p>
            <a:pPr marL="12700" marR="13081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2020–2021</a:t>
            </a:r>
            <a:r>
              <a:rPr sz="1000" spc="-15"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unique</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50" dirty="0">
                <a:solidFill>
                  <a:srgbClr val="231F20"/>
                </a:solidFill>
                <a:latin typeface="Arial"/>
                <a:cs typeface="Arial"/>
              </a:rPr>
              <a:t>2 </a:t>
            </a:r>
            <a:r>
              <a:rPr sz="1000" dirty="0">
                <a:solidFill>
                  <a:srgbClr val="231F20"/>
                </a:solidFill>
                <a:latin typeface="Arial"/>
                <a:cs typeface="Arial"/>
              </a:rPr>
              <a:t>because</a:t>
            </a:r>
            <a:r>
              <a:rPr sz="1000" spc="-10" dirty="0">
                <a:solidFill>
                  <a:srgbClr val="231F20"/>
                </a:solidFill>
                <a:latin typeface="Arial"/>
                <a:cs typeface="Arial"/>
              </a:rPr>
              <a:t>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events</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held</a:t>
            </a:r>
            <a:r>
              <a:rPr sz="1000" spc="-5" dirty="0">
                <a:solidFill>
                  <a:srgbClr val="231F20"/>
                </a:solidFill>
                <a:latin typeface="Arial"/>
                <a:cs typeface="Arial"/>
              </a:rPr>
              <a:t> </a:t>
            </a:r>
            <a:r>
              <a:rPr sz="1000" dirty="0">
                <a:solidFill>
                  <a:srgbClr val="231F20"/>
                </a:solidFill>
                <a:latin typeface="Arial"/>
                <a:cs typeface="Arial"/>
              </a:rPr>
              <a:t>virtually,</a:t>
            </a:r>
            <a:r>
              <a:rPr sz="1000" spc="-5" dirty="0">
                <a:solidFill>
                  <a:srgbClr val="231F20"/>
                </a:solidFill>
                <a:latin typeface="Arial"/>
                <a:cs typeface="Arial"/>
              </a:rPr>
              <a:t> </a:t>
            </a:r>
            <a:r>
              <a:rPr sz="1000" dirty="0">
                <a:solidFill>
                  <a:srgbClr val="231F20"/>
                </a:solidFill>
                <a:latin typeface="Arial"/>
                <a:cs typeface="Arial"/>
              </a:rPr>
              <a:t>but</a:t>
            </a:r>
            <a:r>
              <a:rPr sz="1000" spc="-10"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children</a:t>
            </a:r>
            <a:r>
              <a:rPr sz="1000" spc="-10" dirty="0">
                <a:solidFill>
                  <a:srgbClr val="231F20"/>
                </a:solidFill>
                <a:latin typeface="Arial"/>
                <a:cs typeface="Arial"/>
              </a:rPr>
              <a:t> </a:t>
            </a:r>
            <a:r>
              <a:rPr sz="1000" spc="-2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host</a:t>
            </a:r>
            <a:r>
              <a:rPr sz="1000" spc="-10" dirty="0">
                <a:solidFill>
                  <a:srgbClr val="231F20"/>
                </a:solidFill>
                <a:latin typeface="Arial"/>
                <a:cs typeface="Arial"/>
              </a:rPr>
              <a:t> mothers)</a:t>
            </a:r>
            <a:r>
              <a:rPr sz="1000" spc="-5" dirty="0">
                <a:solidFill>
                  <a:srgbClr val="231F20"/>
                </a:solidFill>
                <a:latin typeface="Arial"/>
                <a:cs typeface="Arial"/>
              </a:rPr>
              <a:t> </a:t>
            </a:r>
            <a:r>
              <a:rPr sz="1000" dirty="0">
                <a:solidFill>
                  <a:srgbClr val="231F20"/>
                </a:solidFill>
                <a:latin typeface="Arial"/>
                <a:cs typeface="Arial"/>
              </a:rPr>
              <a:t>rose</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challenge.</a:t>
            </a:r>
            <a:r>
              <a:rPr sz="1000" spc="-10" dirty="0">
                <a:solidFill>
                  <a:srgbClr val="231F20"/>
                </a:solidFill>
                <a:latin typeface="Arial"/>
                <a:cs typeface="Arial"/>
              </a:rPr>
              <a:t> </a:t>
            </a:r>
            <a:r>
              <a:rPr sz="1000" spc="-20" dirty="0">
                <a:solidFill>
                  <a:srgbClr val="231F20"/>
                </a:solidFill>
                <a:latin typeface="Arial"/>
                <a:cs typeface="Arial"/>
              </a:rPr>
              <a:t>Group </a:t>
            </a:r>
            <a:r>
              <a:rPr sz="1000" dirty="0">
                <a:solidFill>
                  <a:srgbClr val="231F20"/>
                </a:solidFill>
                <a:latin typeface="Arial"/>
                <a:cs typeface="Arial"/>
              </a:rPr>
              <a:t>2</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inquisitive,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considerate</a:t>
            </a:r>
            <a:r>
              <a:rPr sz="1000" spc="500"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made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most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had</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civics</a:t>
            </a:r>
            <a:r>
              <a:rPr sz="1000" spc="-25" dirty="0">
                <a:solidFill>
                  <a:srgbClr val="231F20"/>
                </a:solidFill>
                <a:latin typeface="Arial"/>
                <a:cs typeface="Arial"/>
              </a:rPr>
              <a:t> </a:t>
            </a:r>
            <a:r>
              <a:rPr sz="1000" dirty="0">
                <a:solidFill>
                  <a:srgbClr val="231F20"/>
                </a:solidFill>
                <a:latin typeface="Arial"/>
                <a:cs typeface="Arial"/>
              </a:rPr>
              <a:t>lesson</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national,</a:t>
            </a:r>
            <a:r>
              <a:rPr sz="1000" spc="-25" dirty="0">
                <a:solidFill>
                  <a:srgbClr val="231F20"/>
                </a:solidFill>
                <a:latin typeface="Arial"/>
                <a:cs typeface="Arial"/>
              </a:rPr>
              <a:t> </a:t>
            </a:r>
            <a:r>
              <a:rPr sz="1000" dirty="0">
                <a:solidFill>
                  <a:srgbClr val="231F20"/>
                </a:solidFill>
                <a:latin typeface="Arial"/>
                <a:cs typeface="Arial"/>
              </a:rPr>
              <a:t>state,</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20" dirty="0">
                <a:solidFill>
                  <a:srgbClr val="231F20"/>
                </a:solidFill>
                <a:latin typeface="Arial"/>
                <a:cs typeface="Arial"/>
              </a:rPr>
              <a:t>local </a:t>
            </a:r>
            <a:r>
              <a:rPr sz="1000" dirty="0">
                <a:solidFill>
                  <a:srgbClr val="231F20"/>
                </a:solidFill>
                <a:latin typeface="Arial"/>
                <a:cs typeface="Arial"/>
              </a:rPr>
              <a:t>government.</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as citizens, </a:t>
            </a:r>
            <a:r>
              <a:rPr sz="1000" dirty="0">
                <a:solidFill>
                  <a:srgbClr val="231F20"/>
                </a:solidFill>
                <a:latin typeface="Arial"/>
                <a:cs typeface="Arial"/>
              </a:rPr>
              <a:t>if</a:t>
            </a:r>
            <a:r>
              <a:rPr sz="1000" spc="-10" dirty="0">
                <a:solidFill>
                  <a:srgbClr val="231F20"/>
                </a:solidFill>
                <a:latin typeface="Arial"/>
                <a:cs typeface="Arial"/>
              </a:rPr>
              <a:t> </a:t>
            </a:r>
            <a:r>
              <a:rPr sz="1000" dirty="0">
                <a:solidFill>
                  <a:srgbClr val="231F20"/>
                </a:solidFill>
                <a:latin typeface="Arial"/>
                <a:cs typeface="Arial"/>
              </a:rPr>
              <a:t>there</a:t>
            </a:r>
            <a:r>
              <a:rPr sz="1000" spc="-10" dirty="0">
                <a:solidFill>
                  <a:srgbClr val="231F20"/>
                </a:solidFill>
                <a:latin typeface="Arial"/>
                <a:cs typeface="Arial"/>
              </a:rPr>
              <a:t> </a:t>
            </a:r>
            <a:r>
              <a:rPr sz="1000" spc="-25" dirty="0">
                <a:solidFill>
                  <a:srgbClr val="231F20"/>
                </a:solidFill>
                <a:latin typeface="Arial"/>
                <a:cs typeface="Arial"/>
              </a:rPr>
              <a:t>are</a:t>
            </a:r>
            <a:endParaRPr sz="1000">
              <a:latin typeface="Arial"/>
              <a:cs typeface="Arial"/>
            </a:endParaRPr>
          </a:p>
          <a:p>
            <a:pPr marL="12700" marR="17145">
              <a:lnSpc>
                <a:spcPct val="100000"/>
              </a:lnSpc>
            </a:pPr>
            <a:r>
              <a:rPr sz="1000" dirty="0">
                <a:solidFill>
                  <a:srgbClr val="231F20"/>
                </a:solidFill>
                <a:latin typeface="Arial"/>
                <a:cs typeface="Arial"/>
              </a:rPr>
              <a:t>things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want</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change</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communities,</a:t>
            </a:r>
            <a:r>
              <a:rPr sz="1000" spc="1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should</a:t>
            </a:r>
            <a:r>
              <a:rPr sz="1000" spc="15" dirty="0">
                <a:solidFill>
                  <a:srgbClr val="231F20"/>
                </a:solidFill>
                <a:latin typeface="Arial"/>
                <a:cs typeface="Arial"/>
              </a:rPr>
              <a:t> </a:t>
            </a:r>
            <a:r>
              <a:rPr sz="1000" dirty="0">
                <a:solidFill>
                  <a:srgbClr val="231F20"/>
                </a:solidFill>
                <a:latin typeface="Arial"/>
                <a:cs typeface="Arial"/>
              </a:rPr>
              <a:t>contact</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county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state</a:t>
            </a:r>
            <a:r>
              <a:rPr sz="1000" spc="20" dirty="0">
                <a:solidFill>
                  <a:srgbClr val="231F20"/>
                </a:solidFill>
                <a:latin typeface="Arial"/>
                <a:cs typeface="Arial"/>
              </a:rPr>
              <a:t> </a:t>
            </a:r>
            <a:r>
              <a:rPr sz="1000" spc="-10" dirty="0">
                <a:solidFill>
                  <a:srgbClr val="231F20"/>
                </a:solidFill>
                <a:latin typeface="Arial"/>
                <a:cs typeface="Arial"/>
              </a:rPr>
              <a:t>representatives.</a:t>
            </a:r>
            <a:endParaRPr sz="1000">
              <a:latin typeface="Arial"/>
              <a:cs typeface="Arial"/>
            </a:endParaRPr>
          </a:p>
          <a:p>
            <a:pPr marL="12700" marR="67310">
              <a:lnSpc>
                <a:spcPct val="100000"/>
              </a:lnSpc>
            </a:pPr>
            <a:r>
              <a:rPr sz="1000" dirty="0">
                <a:solidFill>
                  <a:srgbClr val="231F20"/>
                </a:solidFill>
                <a:latin typeface="Arial"/>
                <a:cs typeface="Arial"/>
              </a:rPr>
              <a:t>They were involved</a:t>
            </a:r>
            <a:r>
              <a:rPr sz="1000" spc="5" dirty="0">
                <a:solidFill>
                  <a:srgbClr val="231F20"/>
                </a:solidFill>
                <a:latin typeface="Arial"/>
                <a:cs typeface="Arial"/>
              </a:rPr>
              <a:t> </a:t>
            </a:r>
            <a:r>
              <a:rPr sz="1000" dirty="0">
                <a:solidFill>
                  <a:srgbClr val="231F20"/>
                </a:solidFill>
                <a:latin typeface="Arial"/>
                <a:cs typeface="Arial"/>
              </a:rPr>
              <a:t>in the scientific</a:t>
            </a:r>
            <a:r>
              <a:rPr sz="1000" spc="5" dirty="0">
                <a:solidFill>
                  <a:srgbClr val="231F20"/>
                </a:solidFill>
                <a:latin typeface="Arial"/>
                <a:cs typeface="Arial"/>
              </a:rPr>
              <a:t> </a:t>
            </a:r>
            <a:r>
              <a:rPr sz="1000" dirty="0">
                <a:solidFill>
                  <a:srgbClr val="231F20"/>
                </a:solidFill>
                <a:latin typeface="Arial"/>
                <a:cs typeface="Arial"/>
              </a:rPr>
              <a:t>study of</a:t>
            </a:r>
            <a:r>
              <a:rPr sz="1000" spc="5" dirty="0">
                <a:solidFill>
                  <a:srgbClr val="231F20"/>
                </a:solidFill>
                <a:latin typeface="Arial"/>
                <a:cs typeface="Arial"/>
              </a:rPr>
              <a:t> </a:t>
            </a:r>
            <a:r>
              <a:rPr sz="1000" dirty="0">
                <a:solidFill>
                  <a:srgbClr val="231F20"/>
                </a:solidFill>
                <a:latin typeface="Arial"/>
                <a:cs typeface="Arial"/>
              </a:rPr>
              <a:t>bones </a:t>
            </a:r>
            <a:r>
              <a:rPr sz="1000" spc="-25" dirty="0">
                <a:solidFill>
                  <a:srgbClr val="231F20"/>
                </a:solidFill>
                <a:latin typeface="Arial"/>
                <a:cs typeface="Arial"/>
              </a:rPr>
              <a:t>and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50" dirty="0">
                <a:solidFill>
                  <a:srgbClr val="231F20"/>
                </a:solidFill>
                <a:latin typeface="Arial"/>
                <a:cs typeface="Arial"/>
              </a:rPr>
              <a:t>STEAM</a:t>
            </a:r>
            <a:r>
              <a:rPr sz="1000" spc="10" dirty="0">
                <a:solidFill>
                  <a:srgbClr val="231F20"/>
                </a:solidFill>
                <a:latin typeface="Arial"/>
                <a:cs typeface="Arial"/>
              </a:rPr>
              <a:t> </a:t>
            </a:r>
            <a:r>
              <a:rPr sz="1000" spc="-10" dirty="0">
                <a:solidFill>
                  <a:srgbClr val="231F20"/>
                </a:solidFill>
                <a:latin typeface="Arial"/>
                <a:cs typeface="Arial"/>
              </a:rPr>
              <a:t>careers.</a:t>
            </a:r>
            <a:r>
              <a:rPr sz="1000" spc="10" dirty="0">
                <a:solidFill>
                  <a:srgbClr val="231F20"/>
                </a:solidFill>
                <a:latin typeface="Arial"/>
                <a:cs typeface="Arial"/>
              </a:rPr>
              <a:t> </a:t>
            </a:r>
            <a:r>
              <a:rPr sz="1000" dirty="0">
                <a:solidFill>
                  <a:srgbClr val="231F20"/>
                </a:solidFill>
                <a:latin typeface="Arial"/>
                <a:cs typeface="Arial"/>
              </a:rPr>
              <a:t>Additionally,</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a:t>
            </a:r>
            <a:r>
              <a:rPr sz="1000" spc="5" dirty="0">
                <a:solidFill>
                  <a:srgbClr val="231F20"/>
                </a:solidFill>
                <a:latin typeface="Arial"/>
                <a:cs typeface="Arial"/>
              </a:rPr>
              <a:t> </a:t>
            </a:r>
            <a:r>
              <a:rPr sz="1000" spc="-10" dirty="0">
                <a:solidFill>
                  <a:srgbClr val="231F20"/>
                </a:solidFill>
                <a:latin typeface="Arial"/>
                <a:cs typeface="Arial"/>
              </a:rPr>
              <a:t>measurements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fractions</a:t>
            </a:r>
            <a:r>
              <a:rPr sz="1000" spc="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spc="-10" dirty="0">
                <a:solidFill>
                  <a:srgbClr val="231F20"/>
                </a:solidFill>
                <a:latin typeface="Arial"/>
                <a:cs typeface="Arial"/>
              </a:rPr>
              <a:t>cooking </a:t>
            </a:r>
            <a:r>
              <a:rPr sz="1000" dirty="0">
                <a:solidFill>
                  <a:srgbClr val="231F20"/>
                </a:solidFill>
                <a:latin typeface="Arial"/>
                <a:cs typeface="Arial"/>
              </a:rPr>
              <a:t>lesson</a:t>
            </a:r>
            <a:r>
              <a:rPr sz="1000" spc="-5" dirty="0">
                <a:solidFill>
                  <a:srgbClr val="231F20"/>
                </a:solidFill>
                <a:latin typeface="Arial"/>
                <a:cs typeface="Arial"/>
              </a:rPr>
              <a:t> </a:t>
            </a:r>
            <a:r>
              <a:rPr sz="1000" dirty="0">
                <a:solidFill>
                  <a:srgbClr val="231F20"/>
                </a:solidFill>
                <a:latin typeface="Arial"/>
                <a:cs typeface="Arial"/>
              </a:rPr>
              <a:t>where they made</a:t>
            </a:r>
            <a:r>
              <a:rPr sz="1000" spc="-5" dirty="0">
                <a:solidFill>
                  <a:srgbClr val="231F20"/>
                </a:solidFill>
                <a:latin typeface="Arial"/>
                <a:cs typeface="Arial"/>
              </a:rPr>
              <a:t> </a:t>
            </a:r>
            <a:r>
              <a:rPr sz="1000" spc="-10" dirty="0">
                <a:solidFill>
                  <a:srgbClr val="231F20"/>
                </a:solidFill>
                <a:latin typeface="Arial"/>
                <a:cs typeface="Arial"/>
              </a:rPr>
              <a:t>pancakes.</a:t>
            </a:r>
            <a:r>
              <a:rPr sz="1000" dirty="0">
                <a:solidFill>
                  <a:srgbClr val="231F20"/>
                </a:solidFill>
                <a:latin typeface="Arial"/>
                <a:cs typeface="Arial"/>
              </a:rPr>
              <a:t> Continuing </a:t>
            </a:r>
            <a:r>
              <a:rPr sz="1000" spc="-20" dirty="0">
                <a:solidFill>
                  <a:srgbClr val="231F20"/>
                </a:solidFill>
                <a:latin typeface="Arial"/>
                <a:cs typeface="Arial"/>
              </a:rPr>
              <a:t>with</a:t>
            </a:r>
            <a:endParaRPr sz="1000">
              <a:latin typeface="Arial"/>
              <a:cs typeface="Arial"/>
            </a:endParaRPr>
          </a:p>
          <a:p>
            <a:pPr marL="12700" marR="272415">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spc="-50"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thrust, Group</a:t>
            </a:r>
            <a:r>
              <a:rPr sz="1000" spc="-5" dirty="0">
                <a:solidFill>
                  <a:srgbClr val="231F20"/>
                </a:solidFill>
                <a:latin typeface="Arial"/>
                <a:cs typeface="Arial"/>
              </a:rPr>
              <a:t> </a:t>
            </a:r>
            <a:r>
              <a:rPr sz="1000" dirty="0">
                <a:solidFill>
                  <a:srgbClr val="231F20"/>
                </a:solidFill>
                <a:latin typeface="Arial"/>
                <a:cs typeface="Arial"/>
              </a:rPr>
              <a:t>2 children</a:t>
            </a:r>
            <a:r>
              <a:rPr sz="1000" spc="-5" dirty="0">
                <a:solidFill>
                  <a:srgbClr val="231F20"/>
                </a:solidFill>
                <a:latin typeface="Arial"/>
                <a:cs typeface="Arial"/>
              </a:rPr>
              <a:t> </a:t>
            </a:r>
            <a:r>
              <a:rPr sz="1000" dirty="0">
                <a:solidFill>
                  <a:srgbClr val="231F20"/>
                </a:solidFill>
                <a:latin typeface="Arial"/>
                <a:cs typeface="Arial"/>
              </a:rPr>
              <a:t>used Legos</a:t>
            </a:r>
            <a:r>
              <a:rPr sz="1000" spc="-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instructor</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35" dirty="0">
                <a:solidFill>
                  <a:srgbClr val="231F20"/>
                </a:solidFill>
                <a:latin typeface="Arial"/>
                <a:cs typeface="Arial"/>
              </a:rPr>
              <a:t>Play-</a:t>
            </a:r>
            <a:r>
              <a:rPr sz="1000" spc="-10" dirty="0">
                <a:solidFill>
                  <a:srgbClr val="231F20"/>
                </a:solidFill>
                <a:latin typeface="Arial"/>
                <a:cs typeface="Arial"/>
              </a:rPr>
              <a:t>Well</a:t>
            </a:r>
            <a:r>
              <a:rPr sz="1000" spc="-5" dirty="0">
                <a:solidFill>
                  <a:srgbClr val="231F20"/>
                </a:solidFill>
                <a:latin typeface="Arial"/>
                <a:cs typeface="Arial"/>
              </a:rPr>
              <a:t> </a:t>
            </a:r>
            <a:r>
              <a:rPr sz="1000" spc="-10" dirty="0">
                <a:solidFill>
                  <a:srgbClr val="231F20"/>
                </a:solidFill>
                <a:latin typeface="Arial"/>
                <a:cs typeface="Arial"/>
              </a:rPr>
              <a:t>TEKnologies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engage</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engineering,</a:t>
            </a:r>
            <a:r>
              <a:rPr sz="1000" spc="-20" dirty="0">
                <a:solidFill>
                  <a:srgbClr val="231F20"/>
                </a:solidFill>
                <a:latin typeface="Arial"/>
                <a:cs typeface="Arial"/>
              </a:rPr>
              <a:t> </a:t>
            </a:r>
            <a:r>
              <a:rPr sz="1000" dirty="0">
                <a:solidFill>
                  <a:srgbClr val="231F20"/>
                </a:solidFill>
                <a:latin typeface="Arial"/>
                <a:cs typeface="Arial"/>
              </a:rPr>
              <a:t>data</a:t>
            </a:r>
            <a:r>
              <a:rPr sz="1000" spc="-15" dirty="0">
                <a:solidFill>
                  <a:srgbClr val="231F20"/>
                </a:solidFill>
                <a:latin typeface="Arial"/>
                <a:cs typeface="Arial"/>
              </a:rPr>
              <a:t> </a:t>
            </a:r>
            <a:r>
              <a:rPr sz="1000" spc="-10" dirty="0">
                <a:solidFill>
                  <a:srgbClr val="231F20"/>
                </a:solidFill>
                <a:latin typeface="Arial"/>
                <a:cs typeface="Arial"/>
              </a:rPr>
              <a:t>analysis,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communication,</a:t>
            </a:r>
            <a:r>
              <a:rPr sz="1000" spc="-15" dirty="0">
                <a:solidFill>
                  <a:srgbClr val="231F20"/>
                </a:solidFill>
                <a:latin typeface="Arial"/>
                <a:cs typeface="Arial"/>
              </a:rPr>
              <a:t> </a:t>
            </a:r>
            <a:r>
              <a:rPr sz="1000" spc="-20" dirty="0">
                <a:solidFill>
                  <a:srgbClr val="231F20"/>
                </a:solidFill>
                <a:latin typeface="Arial"/>
                <a:cs typeface="Arial"/>
              </a:rPr>
              <a:t>while </a:t>
            </a:r>
            <a:r>
              <a:rPr sz="1000" dirty="0">
                <a:solidFill>
                  <a:srgbClr val="231F20"/>
                </a:solidFill>
                <a:latin typeface="Arial"/>
                <a:cs typeface="Arial"/>
              </a:rPr>
              <a:t>developing</a:t>
            </a:r>
            <a:r>
              <a:rPr sz="1000" spc="30" dirty="0">
                <a:solidFill>
                  <a:srgbClr val="231F20"/>
                </a:solidFill>
                <a:latin typeface="Arial"/>
                <a:cs typeface="Arial"/>
              </a:rPr>
              <a:t> </a:t>
            </a:r>
            <a:r>
              <a:rPr sz="1000" dirty="0">
                <a:solidFill>
                  <a:srgbClr val="231F20"/>
                </a:solidFill>
                <a:latin typeface="Arial"/>
                <a:cs typeface="Arial"/>
              </a:rPr>
              <a:t>critical</a:t>
            </a:r>
            <a:r>
              <a:rPr sz="1000" spc="30" dirty="0">
                <a:solidFill>
                  <a:srgbClr val="231F20"/>
                </a:solidFill>
                <a:latin typeface="Arial"/>
                <a:cs typeface="Arial"/>
              </a:rPr>
              <a:t> </a:t>
            </a:r>
            <a:r>
              <a:rPr sz="1000" dirty="0">
                <a:solidFill>
                  <a:srgbClr val="231F20"/>
                </a:solidFill>
                <a:latin typeface="Arial"/>
                <a:cs typeface="Arial"/>
              </a:rPr>
              <a:t>thinking</a:t>
            </a:r>
            <a:r>
              <a:rPr sz="1000" spc="3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collaboration</a:t>
            </a:r>
            <a:r>
              <a:rPr sz="1000" spc="35" dirty="0">
                <a:solidFill>
                  <a:srgbClr val="231F20"/>
                </a:solidFill>
                <a:latin typeface="Arial"/>
                <a:cs typeface="Arial"/>
              </a:rPr>
              <a:t> </a:t>
            </a:r>
            <a:r>
              <a:rPr sz="1000" spc="-10" dirty="0">
                <a:solidFill>
                  <a:srgbClr val="231F20"/>
                </a:solidFill>
                <a:latin typeface="Arial"/>
                <a:cs typeface="Arial"/>
              </a:rPr>
              <a:t>skills.</a:t>
            </a:r>
            <a:r>
              <a:rPr sz="1000" spc="3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another</a:t>
            </a:r>
            <a:r>
              <a:rPr sz="1000" spc="10"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used</a:t>
            </a:r>
            <a:r>
              <a:rPr sz="1000" spc="10" dirty="0">
                <a:solidFill>
                  <a:srgbClr val="231F20"/>
                </a:solidFill>
                <a:latin typeface="Arial"/>
                <a:cs typeface="Arial"/>
              </a:rPr>
              <a:t> </a:t>
            </a:r>
            <a:r>
              <a:rPr sz="1000" dirty="0">
                <a:solidFill>
                  <a:srgbClr val="231F20"/>
                </a:solidFill>
                <a:latin typeface="Arial"/>
                <a:cs typeface="Arial"/>
              </a:rPr>
              <a:t>household</a:t>
            </a:r>
            <a:r>
              <a:rPr sz="1000" spc="15" dirty="0">
                <a:solidFill>
                  <a:srgbClr val="231F20"/>
                </a:solidFill>
                <a:latin typeface="Arial"/>
                <a:cs typeface="Arial"/>
              </a:rPr>
              <a:t> </a:t>
            </a:r>
            <a:r>
              <a:rPr sz="1000" spc="-20" dirty="0">
                <a:solidFill>
                  <a:srgbClr val="231F20"/>
                </a:solidFill>
                <a:latin typeface="Arial"/>
                <a:cs typeface="Arial"/>
              </a:rPr>
              <a:t>items</a:t>
            </a:r>
            <a:endParaRPr sz="1000">
              <a:latin typeface="Arial"/>
              <a:cs typeface="Arial"/>
            </a:endParaRPr>
          </a:p>
          <a:p>
            <a:pPr marL="12700" marR="38100">
              <a:lnSpc>
                <a:spcPct val="100000"/>
              </a:lnSpc>
            </a:pP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learn</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scientific</a:t>
            </a:r>
            <a:r>
              <a:rPr sz="1000" spc="15" dirty="0">
                <a:solidFill>
                  <a:srgbClr val="231F20"/>
                </a:solidFill>
                <a:latin typeface="Arial"/>
                <a:cs typeface="Arial"/>
              </a:rPr>
              <a:t> </a:t>
            </a:r>
            <a:r>
              <a:rPr sz="1000" dirty="0">
                <a:solidFill>
                  <a:srgbClr val="231F20"/>
                </a:solidFill>
                <a:latin typeface="Arial"/>
                <a:cs typeface="Arial"/>
              </a:rPr>
              <a:t>method</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engaged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chemistry experiment about acid base reactions and </a:t>
            </a:r>
            <a:r>
              <a:rPr sz="1000" spc="-20" dirty="0">
                <a:solidFill>
                  <a:srgbClr val="231F20"/>
                </a:solidFill>
                <a:latin typeface="Arial"/>
                <a:cs typeface="Arial"/>
              </a:rPr>
              <a:t>what </a:t>
            </a:r>
            <a:r>
              <a:rPr sz="1000" dirty="0">
                <a:solidFill>
                  <a:srgbClr val="231F20"/>
                </a:solidFill>
                <a:latin typeface="Arial"/>
                <a:cs typeface="Arial"/>
              </a:rPr>
              <a:t>results</a:t>
            </a:r>
            <a:r>
              <a:rPr sz="1000" spc="-15" dirty="0">
                <a:solidFill>
                  <a:srgbClr val="231F20"/>
                </a:solidFill>
                <a:latin typeface="Arial"/>
                <a:cs typeface="Arial"/>
              </a:rPr>
              <a:t> </a:t>
            </a:r>
            <a:r>
              <a:rPr sz="1000" dirty="0">
                <a:solidFill>
                  <a:srgbClr val="231F20"/>
                </a:solidFill>
                <a:latin typeface="Arial"/>
                <a:cs typeface="Arial"/>
              </a:rPr>
              <a:t>from</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mixtures.</a:t>
            </a:r>
            <a:endParaRPr sz="1000">
              <a:latin typeface="Arial"/>
              <a:cs typeface="Arial"/>
            </a:endParaRPr>
          </a:p>
          <a:p>
            <a:pPr marL="12700" marR="12700">
              <a:lnSpc>
                <a:spcPct val="100000"/>
              </a:lnSpc>
              <a:spcBef>
                <a:spcPts val="900"/>
              </a:spcBef>
            </a:pPr>
            <a:r>
              <a:rPr sz="1000" spc="-5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help them burn</a:t>
            </a:r>
            <a:r>
              <a:rPr sz="1000" spc="-5" dirty="0">
                <a:solidFill>
                  <a:srgbClr val="231F20"/>
                </a:solidFill>
                <a:latin typeface="Arial"/>
                <a:cs typeface="Arial"/>
              </a:rPr>
              <a:t> </a:t>
            </a:r>
            <a:r>
              <a:rPr sz="1000" dirty="0">
                <a:solidFill>
                  <a:srgbClr val="231F20"/>
                </a:solidFill>
                <a:latin typeface="Arial"/>
                <a:cs typeface="Arial"/>
              </a:rPr>
              <a:t>off energy, Group 2</a:t>
            </a:r>
            <a:r>
              <a:rPr sz="1000" spc="-5" dirty="0">
                <a:solidFill>
                  <a:srgbClr val="231F20"/>
                </a:solidFill>
                <a:latin typeface="Arial"/>
                <a:cs typeface="Arial"/>
              </a:rPr>
              <a:t> </a:t>
            </a:r>
            <a:r>
              <a:rPr sz="1000" dirty="0">
                <a:solidFill>
                  <a:srgbClr val="231F20"/>
                </a:solidFill>
                <a:latin typeface="Arial"/>
                <a:cs typeface="Arial"/>
              </a:rPr>
              <a:t>children took a </a:t>
            </a:r>
            <a:r>
              <a:rPr sz="1000" spc="-25" dirty="0">
                <a:solidFill>
                  <a:srgbClr val="231F20"/>
                </a:solidFill>
                <a:latin typeface="Arial"/>
                <a:cs typeface="Arial"/>
              </a:rPr>
              <a:t>fun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interactive</a:t>
            </a:r>
            <a:r>
              <a:rPr sz="1000" spc="-15" dirty="0">
                <a:solidFill>
                  <a:srgbClr val="231F20"/>
                </a:solidFill>
                <a:latin typeface="Arial"/>
                <a:cs typeface="Arial"/>
              </a:rPr>
              <a:t> </a:t>
            </a:r>
            <a:r>
              <a:rPr sz="1000" spc="-10" dirty="0">
                <a:solidFill>
                  <a:srgbClr val="231F20"/>
                </a:solidFill>
                <a:latin typeface="Arial"/>
                <a:cs typeface="Arial"/>
              </a:rPr>
              <a:t>Zumba </a:t>
            </a:r>
            <a:r>
              <a:rPr sz="1000" spc="-20" dirty="0">
                <a:solidFill>
                  <a:srgbClr val="231F20"/>
                </a:solidFill>
                <a:latin typeface="Arial"/>
                <a:cs typeface="Arial"/>
              </a:rPr>
              <a:t>class.</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benefit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finding</a:t>
            </a:r>
            <a:r>
              <a:rPr sz="1000" spc="10" dirty="0">
                <a:solidFill>
                  <a:srgbClr val="231F20"/>
                </a:solidFill>
                <a:latin typeface="Arial"/>
                <a:cs typeface="Arial"/>
              </a:rPr>
              <a:t> </a:t>
            </a:r>
            <a:r>
              <a:rPr sz="1000" dirty="0">
                <a:solidFill>
                  <a:srgbClr val="231F20"/>
                </a:solidFill>
                <a:latin typeface="Arial"/>
                <a:cs typeface="Arial"/>
              </a:rPr>
              <a:t>calm</a:t>
            </a:r>
            <a:r>
              <a:rPr sz="1000" spc="10"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instructor-led</a:t>
            </a:r>
            <a:r>
              <a:rPr sz="1000" spc="10"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spc="-10" dirty="0">
                <a:solidFill>
                  <a:srgbClr val="231F20"/>
                </a:solidFill>
                <a:latin typeface="Arial"/>
                <a:cs typeface="Arial"/>
              </a:rPr>
              <a:t>therapy </a:t>
            </a:r>
            <a:r>
              <a:rPr sz="1000" dirty="0">
                <a:solidFill>
                  <a:srgbClr val="231F20"/>
                </a:solidFill>
                <a:latin typeface="Arial"/>
                <a:cs typeface="Arial"/>
              </a:rPr>
              <a:t>activity. </a:t>
            </a:r>
            <a:r>
              <a:rPr sz="1000" spc="-20" dirty="0">
                <a:solidFill>
                  <a:srgbClr val="231F20"/>
                </a:solidFill>
                <a:latin typeface="Arial"/>
                <a:cs typeface="Arial"/>
              </a:rPr>
              <a:t>Finally,</a:t>
            </a:r>
            <a:r>
              <a:rPr sz="1000" spc="5" dirty="0">
                <a:solidFill>
                  <a:srgbClr val="231F20"/>
                </a:solidFill>
                <a:latin typeface="Arial"/>
                <a:cs typeface="Arial"/>
              </a:rPr>
              <a:t> </a:t>
            </a:r>
            <a:r>
              <a:rPr sz="1000" dirty="0">
                <a:solidFill>
                  <a:srgbClr val="231F20"/>
                </a:solidFill>
                <a:latin typeface="Arial"/>
                <a:cs typeface="Arial"/>
              </a:rPr>
              <a:t>Group 2</a:t>
            </a:r>
            <a:r>
              <a:rPr sz="1000" spc="5" dirty="0">
                <a:solidFill>
                  <a:srgbClr val="231F20"/>
                </a:solidFill>
                <a:latin typeface="Arial"/>
                <a:cs typeface="Arial"/>
              </a:rPr>
              <a:t> </a:t>
            </a:r>
            <a:r>
              <a:rPr sz="1000" dirty="0">
                <a:solidFill>
                  <a:srgbClr val="231F20"/>
                </a:solidFill>
                <a:latin typeface="Arial"/>
                <a:cs typeface="Arial"/>
              </a:rPr>
              <a:t>children 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importance</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saving,</a:t>
            </a:r>
            <a:r>
              <a:rPr sz="1000" spc="5" dirty="0">
                <a:solidFill>
                  <a:srgbClr val="231F20"/>
                </a:solidFill>
                <a:latin typeface="Arial"/>
                <a:cs typeface="Arial"/>
              </a:rPr>
              <a:t> </a:t>
            </a:r>
            <a:r>
              <a:rPr sz="1000" dirty="0">
                <a:solidFill>
                  <a:srgbClr val="231F20"/>
                </a:solidFill>
                <a:latin typeface="Arial"/>
                <a:cs typeface="Arial"/>
              </a:rPr>
              <a:t>spending,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sharing</a:t>
            </a:r>
            <a:r>
              <a:rPr sz="1000" spc="10"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Smart</a:t>
            </a:r>
            <a:r>
              <a:rPr sz="1000" spc="500" dirty="0">
                <a:solidFill>
                  <a:srgbClr val="231F20"/>
                </a:solidFill>
                <a:latin typeface="Arial"/>
                <a:cs typeface="Arial"/>
              </a:rPr>
              <a:t> </a:t>
            </a:r>
            <a:r>
              <a:rPr sz="1000" dirty="0">
                <a:solidFill>
                  <a:srgbClr val="231F20"/>
                </a:solidFill>
                <a:latin typeface="Arial"/>
                <a:cs typeface="Arial"/>
              </a:rPr>
              <a:t>Choice</a:t>
            </a:r>
            <a:r>
              <a:rPr sz="1000" spc="-15" dirty="0">
                <a:solidFill>
                  <a:srgbClr val="231F20"/>
                </a:solidFill>
                <a:latin typeface="Arial"/>
                <a:cs typeface="Arial"/>
              </a:rPr>
              <a:t> </a:t>
            </a:r>
            <a:r>
              <a:rPr sz="1000" spc="-20" dirty="0">
                <a:solidFill>
                  <a:srgbClr val="231F20"/>
                </a:solidFill>
                <a:latin typeface="Arial"/>
                <a:cs typeface="Arial"/>
              </a:rPr>
              <a:t>Mom’s</a:t>
            </a:r>
            <a:r>
              <a:rPr sz="1000" spc="-15" dirty="0">
                <a:solidFill>
                  <a:srgbClr val="231F20"/>
                </a:solidFill>
                <a:latin typeface="Arial"/>
                <a:cs typeface="Arial"/>
              </a:rPr>
              <a:t> </a:t>
            </a:r>
            <a:r>
              <a:rPr sz="1000" dirty="0">
                <a:solidFill>
                  <a:srgbClr val="231F20"/>
                </a:solidFill>
                <a:latin typeface="Arial"/>
                <a:cs typeface="Arial"/>
              </a:rPr>
              <a:t>financial</a:t>
            </a:r>
            <a:r>
              <a:rPr sz="1000" spc="-15" dirty="0">
                <a:solidFill>
                  <a:srgbClr val="231F20"/>
                </a:solidFill>
                <a:latin typeface="Arial"/>
                <a:cs typeface="Arial"/>
              </a:rPr>
              <a:t> </a:t>
            </a:r>
            <a:r>
              <a:rPr sz="1000" spc="-10" dirty="0">
                <a:solidFill>
                  <a:srgbClr val="231F20"/>
                </a:solidFill>
                <a:latin typeface="Arial"/>
                <a:cs typeface="Arial"/>
              </a:rPr>
              <a:t>lessons.</a:t>
            </a:r>
            <a:r>
              <a:rPr sz="1000" spc="-15" dirty="0">
                <a:solidFill>
                  <a:srgbClr val="231F20"/>
                </a:solidFill>
                <a:latin typeface="Arial"/>
                <a:cs typeface="Arial"/>
              </a:rPr>
              <a:t> </a:t>
            </a:r>
            <a:r>
              <a:rPr sz="1000" spc="-5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solidify</a:t>
            </a:r>
            <a:r>
              <a:rPr sz="1000" spc="-15" dirty="0">
                <a:solidFill>
                  <a:srgbClr val="231F20"/>
                </a:solidFill>
                <a:latin typeface="Arial"/>
                <a:cs typeface="Arial"/>
              </a:rPr>
              <a:t> </a:t>
            </a:r>
            <a:r>
              <a:rPr sz="1000" dirty="0">
                <a:solidFill>
                  <a:srgbClr val="231F20"/>
                </a:solidFill>
                <a:latin typeface="Arial"/>
                <a:cs typeface="Arial"/>
              </a:rPr>
              <a:t>what</a:t>
            </a:r>
            <a:r>
              <a:rPr sz="1000" spc="-1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10" dirty="0">
                <a:solidFill>
                  <a:srgbClr val="231F20"/>
                </a:solidFill>
                <a:latin typeface="Arial"/>
                <a:cs typeface="Arial"/>
              </a:rPr>
              <a:t>sharing,</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donated</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used</a:t>
            </a:r>
            <a:r>
              <a:rPr sz="1000" spc="15" dirty="0">
                <a:solidFill>
                  <a:srgbClr val="231F20"/>
                </a:solidFill>
                <a:latin typeface="Arial"/>
                <a:cs typeface="Arial"/>
              </a:rPr>
              <a:t> </a:t>
            </a:r>
            <a:r>
              <a:rPr sz="1000" dirty="0">
                <a:solidFill>
                  <a:srgbClr val="231F20"/>
                </a:solidFill>
                <a:latin typeface="Arial"/>
                <a:cs typeface="Arial"/>
              </a:rPr>
              <a:t>shoes</a:t>
            </a:r>
            <a:r>
              <a:rPr sz="1000" spc="10" dirty="0">
                <a:solidFill>
                  <a:srgbClr val="231F20"/>
                </a:solidFill>
                <a:latin typeface="Arial"/>
                <a:cs typeface="Arial"/>
              </a:rPr>
              <a:t> </a:t>
            </a:r>
            <a:r>
              <a:rPr sz="1000" spc="-25" dirty="0">
                <a:solidFill>
                  <a:srgbClr val="231F20"/>
                </a:solidFill>
                <a:latin typeface="Arial"/>
                <a:cs typeface="Arial"/>
              </a:rPr>
              <a:t>to </a:t>
            </a:r>
            <a:r>
              <a:rPr sz="1000" spc="-10" dirty="0">
                <a:solidFill>
                  <a:srgbClr val="231F20"/>
                </a:solidFill>
                <a:latin typeface="Arial"/>
                <a:cs typeface="Arial"/>
              </a:rPr>
              <a:t>Rukundo </a:t>
            </a:r>
            <a:r>
              <a:rPr sz="1000" dirty="0">
                <a:solidFill>
                  <a:srgbClr val="231F20"/>
                </a:solidFill>
                <a:latin typeface="Arial"/>
                <a:cs typeface="Arial"/>
              </a:rPr>
              <a:t>International,</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organization</a:t>
            </a:r>
            <a:r>
              <a:rPr sz="1000" spc="-10" dirty="0">
                <a:solidFill>
                  <a:srgbClr val="231F20"/>
                </a:solidFill>
                <a:latin typeface="Arial"/>
                <a:cs typeface="Arial"/>
              </a:rPr>
              <a:t> </a:t>
            </a:r>
            <a:r>
              <a:rPr sz="1000" dirty="0">
                <a:solidFill>
                  <a:srgbClr val="231F20"/>
                </a:solidFill>
                <a:latin typeface="Arial"/>
                <a:cs typeface="Arial"/>
              </a:rPr>
              <a:t>committed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using </a:t>
            </a:r>
            <a:r>
              <a:rPr sz="1000" dirty="0">
                <a:solidFill>
                  <a:srgbClr val="231F20"/>
                </a:solidFill>
                <a:latin typeface="Arial"/>
                <a:cs typeface="Arial"/>
              </a:rPr>
              <a:t>donated</a:t>
            </a:r>
            <a:r>
              <a:rPr sz="1000" spc="30" dirty="0">
                <a:solidFill>
                  <a:srgbClr val="231F20"/>
                </a:solidFill>
                <a:latin typeface="Arial"/>
                <a:cs typeface="Arial"/>
              </a:rPr>
              <a:t> </a:t>
            </a:r>
            <a:r>
              <a:rPr sz="1000" dirty="0">
                <a:solidFill>
                  <a:srgbClr val="231F20"/>
                </a:solidFill>
                <a:latin typeface="Arial"/>
                <a:cs typeface="Arial"/>
              </a:rPr>
              <a:t>shoes</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create</a:t>
            </a:r>
            <a:r>
              <a:rPr sz="1000" spc="30" dirty="0">
                <a:solidFill>
                  <a:srgbClr val="231F20"/>
                </a:solidFill>
                <a:latin typeface="Arial"/>
                <a:cs typeface="Arial"/>
              </a:rPr>
              <a:t> </a:t>
            </a:r>
            <a:r>
              <a:rPr sz="1000" dirty="0">
                <a:solidFill>
                  <a:srgbClr val="231F20"/>
                </a:solidFill>
                <a:latin typeface="Arial"/>
                <a:cs typeface="Arial"/>
              </a:rPr>
              <a:t>microenterprise</a:t>
            </a:r>
            <a:r>
              <a:rPr sz="1000" spc="30" dirty="0">
                <a:solidFill>
                  <a:srgbClr val="231F20"/>
                </a:solidFill>
                <a:latin typeface="Arial"/>
                <a:cs typeface="Arial"/>
              </a:rPr>
              <a:t> </a:t>
            </a:r>
            <a:r>
              <a:rPr sz="1000" dirty="0">
                <a:solidFill>
                  <a:srgbClr val="231F20"/>
                </a:solidFill>
                <a:latin typeface="Arial"/>
                <a:cs typeface="Arial"/>
              </a:rPr>
              <a:t>opportunities</a:t>
            </a:r>
            <a:r>
              <a:rPr sz="1000" spc="3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developing</a:t>
            </a:r>
            <a:r>
              <a:rPr sz="1000" spc="90" dirty="0">
                <a:solidFill>
                  <a:srgbClr val="231F20"/>
                </a:solidFill>
                <a:latin typeface="Arial"/>
                <a:cs typeface="Arial"/>
              </a:rPr>
              <a:t> </a:t>
            </a:r>
            <a:r>
              <a:rPr sz="1000" spc="-10" dirty="0">
                <a:solidFill>
                  <a:srgbClr val="231F20"/>
                </a:solidFill>
                <a:latin typeface="Arial"/>
                <a:cs typeface="Arial"/>
              </a:rPr>
              <a:t>countries.</a:t>
            </a:r>
            <a:endParaRPr sz="1000">
              <a:latin typeface="Arial"/>
              <a:cs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312160" cy="7188200"/>
          </a:xfrm>
          <a:prstGeom prst="rect">
            <a:avLst/>
          </a:prstGeom>
        </p:spPr>
        <p:txBody>
          <a:bodyPr vert="horz" wrap="square" lIns="0" tIns="12700" rIns="0" bIns="0" rtlCol="0">
            <a:spAutoFit/>
          </a:bodyPr>
          <a:lstStyle/>
          <a:p>
            <a:pPr marL="12700" marR="212090">
              <a:lnSpc>
                <a:spcPct val="100000"/>
              </a:lnSpc>
              <a:spcBef>
                <a:spcPts val="100"/>
              </a:spcBef>
            </a:pP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exciting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enriching</a:t>
            </a:r>
            <a:r>
              <a:rPr sz="1000" spc="-10"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despite</a:t>
            </a:r>
            <a:r>
              <a:rPr sz="1000" spc="10" dirty="0">
                <a:solidFill>
                  <a:srgbClr val="231F20"/>
                </a:solidFill>
                <a:latin typeface="Arial"/>
                <a:cs typeface="Arial"/>
              </a:rPr>
              <a:t> </a:t>
            </a:r>
            <a:r>
              <a:rPr sz="1000" dirty="0">
                <a:solidFill>
                  <a:srgbClr val="231F20"/>
                </a:solidFill>
                <a:latin typeface="Arial"/>
                <a:cs typeface="Arial"/>
              </a:rPr>
              <a:t>spending</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majority</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activities.</a:t>
            </a:r>
            <a:r>
              <a:rPr sz="1000" spc="15" dirty="0">
                <a:solidFill>
                  <a:srgbClr val="231F20"/>
                </a:solidFill>
                <a:latin typeface="Arial"/>
                <a:cs typeface="Arial"/>
              </a:rPr>
              <a:t>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started</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hybrid</a:t>
            </a:r>
            <a:r>
              <a:rPr sz="1000" spc="15" dirty="0">
                <a:solidFill>
                  <a:srgbClr val="231F20"/>
                </a:solidFill>
                <a:latin typeface="Arial"/>
                <a:cs typeface="Arial"/>
              </a:rPr>
              <a:t> </a:t>
            </a:r>
            <a:r>
              <a:rPr sz="1000" spc="-25" dirty="0">
                <a:solidFill>
                  <a:srgbClr val="231F20"/>
                </a:solidFill>
                <a:latin typeface="Arial"/>
                <a:cs typeface="Arial"/>
              </a:rPr>
              <a:t>(in-</a:t>
            </a:r>
            <a:r>
              <a:rPr sz="1000" dirty="0">
                <a:solidFill>
                  <a:srgbClr val="231F20"/>
                </a:solidFill>
                <a:latin typeface="Arial"/>
                <a:cs typeface="Arial"/>
              </a:rPr>
              <a:t>person/and</a:t>
            </a:r>
            <a:r>
              <a:rPr sz="1000" spc="1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walk</a:t>
            </a:r>
            <a:r>
              <a:rPr sz="1000" spc="-5" dirty="0">
                <a:solidFill>
                  <a:srgbClr val="231F20"/>
                </a:solidFill>
                <a:latin typeface="Arial"/>
                <a:cs typeface="Arial"/>
              </a:rPr>
              <a:t> </a:t>
            </a:r>
            <a:r>
              <a:rPr sz="1000" spc="-10" dirty="0">
                <a:solidFill>
                  <a:srgbClr val="231F20"/>
                </a:solidFill>
                <a:latin typeface="Arial"/>
                <a:cs typeface="Arial"/>
              </a:rPr>
              <a:t>FUNdraiser</a:t>
            </a:r>
            <a:r>
              <a:rPr sz="1000" dirty="0">
                <a:solidFill>
                  <a:srgbClr val="231F20"/>
                </a:solidFill>
                <a:latin typeface="Arial"/>
                <a:cs typeface="Arial"/>
              </a:rPr>
              <a:t> where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 </a:t>
            </a:r>
            <a:r>
              <a:rPr sz="1000" spc="-10" dirty="0">
                <a:solidFill>
                  <a:srgbClr val="231F20"/>
                </a:solidFill>
                <a:latin typeface="Arial"/>
                <a:cs typeface="Arial"/>
              </a:rPr>
              <a:t>philanthropy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raising money</a:t>
            </a:r>
            <a:r>
              <a:rPr sz="1000" spc="-5" dirty="0">
                <a:solidFill>
                  <a:srgbClr val="231F20"/>
                </a:solidFill>
                <a:latin typeface="Arial"/>
                <a:cs typeface="Arial"/>
              </a:rPr>
              <a:t> </a:t>
            </a:r>
            <a:r>
              <a:rPr sz="1000" dirty="0">
                <a:solidFill>
                  <a:srgbClr val="231F20"/>
                </a:solidFill>
                <a:latin typeface="Arial"/>
                <a:cs typeface="Arial"/>
              </a:rPr>
              <a:t>for the </a:t>
            </a:r>
            <a:r>
              <a:rPr sz="1000" spc="-50" dirty="0">
                <a:solidFill>
                  <a:srgbClr val="231F20"/>
                </a:solidFill>
                <a:latin typeface="Arial"/>
                <a:cs typeface="Arial"/>
              </a:rPr>
              <a:t>NACCP</a:t>
            </a:r>
            <a:r>
              <a:rPr sz="1000" spc="-5" dirty="0">
                <a:solidFill>
                  <a:srgbClr val="231F20"/>
                </a:solidFill>
                <a:latin typeface="Arial"/>
                <a:cs typeface="Arial"/>
              </a:rPr>
              <a:t> </a:t>
            </a:r>
            <a:r>
              <a:rPr sz="1000" dirty="0">
                <a:solidFill>
                  <a:srgbClr val="231F20"/>
                </a:solidFill>
                <a:latin typeface="Arial"/>
                <a:cs typeface="Arial"/>
              </a:rPr>
              <a:t>legal defense fund.</a:t>
            </a:r>
            <a:r>
              <a:rPr sz="1000" spc="-5" dirty="0">
                <a:solidFill>
                  <a:srgbClr val="231F20"/>
                </a:solidFill>
                <a:latin typeface="Arial"/>
                <a:cs typeface="Arial"/>
              </a:rPr>
              <a:t> </a:t>
            </a:r>
            <a:r>
              <a:rPr sz="1000" spc="-25" dirty="0">
                <a:solidFill>
                  <a:srgbClr val="231F20"/>
                </a:solidFill>
                <a:latin typeface="Arial"/>
                <a:cs typeface="Arial"/>
              </a:rPr>
              <a:t>It</a:t>
            </a:r>
            <a:endParaRPr sz="1000">
              <a:latin typeface="Arial"/>
              <a:cs typeface="Arial"/>
            </a:endParaRPr>
          </a:p>
          <a:p>
            <a:pPr marL="12700" marR="119380">
              <a:lnSpc>
                <a:spcPct val="100000"/>
              </a:lnSpc>
            </a:pPr>
            <a:r>
              <a:rPr sz="1000" dirty="0">
                <a:solidFill>
                  <a:srgbClr val="231F20"/>
                </a:solidFill>
                <a:latin typeface="Arial"/>
                <a:cs typeface="Arial"/>
              </a:rPr>
              <a:t>ended</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money</a:t>
            </a:r>
            <a:r>
              <a:rPr sz="1000" spc="10" dirty="0">
                <a:solidFill>
                  <a:srgbClr val="231F20"/>
                </a:solidFill>
                <a:latin typeface="Arial"/>
                <a:cs typeface="Arial"/>
              </a:rPr>
              <a:t> </a:t>
            </a:r>
            <a:r>
              <a:rPr sz="1000" dirty="0">
                <a:solidFill>
                  <a:srgbClr val="231F20"/>
                </a:solidFill>
                <a:latin typeface="Arial"/>
                <a:cs typeface="Arial"/>
              </a:rPr>
              <a:t>matters</a:t>
            </a:r>
            <a:r>
              <a:rPr sz="1000" spc="10" dirty="0">
                <a:solidFill>
                  <a:srgbClr val="231F20"/>
                </a:solidFill>
                <a:latin typeface="Arial"/>
                <a:cs typeface="Arial"/>
              </a:rPr>
              <a:t> </a:t>
            </a:r>
            <a:r>
              <a:rPr sz="1000" dirty="0">
                <a:solidFill>
                  <a:srgbClr val="231F20"/>
                </a:solidFill>
                <a:latin typeface="Arial"/>
                <a:cs typeface="Arial"/>
              </a:rPr>
              <a:t>when</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spc="-25" dirty="0">
                <a:solidFill>
                  <a:srgbClr val="231F20"/>
                </a:solidFill>
                <a:latin typeface="Arial"/>
                <a:cs typeface="Arial"/>
              </a:rPr>
              <a:t>met </a:t>
            </a:r>
            <a:r>
              <a:rPr sz="1000" spc="-35" dirty="0">
                <a:solidFill>
                  <a:srgbClr val="231F20"/>
                </a:solidFill>
                <a:latin typeface="Arial"/>
                <a:cs typeface="Arial"/>
              </a:rPr>
              <a:t>MSNBC’s</a:t>
            </a:r>
            <a:r>
              <a:rPr sz="1000" spc="-5" dirty="0">
                <a:solidFill>
                  <a:srgbClr val="231F20"/>
                </a:solidFill>
                <a:latin typeface="Arial"/>
                <a:cs typeface="Arial"/>
              </a:rPr>
              <a:t> </a:t>
            </a:r>
            <a:r>
              <a:rPr sz="1000" dirty="0">
                <a:solidFill>
                  <a:srgbClr val="231F20"/>
                </a:solidFill>
                <a:latin typeface="Arial"/>
                <a:cs typeface="Arial"/>
              </a:rPr>
              <a:t>financial </a:t>
            </a:r>
            <a:r>
              <a:rPr sz="1000" spc="-10" dirty="0">
                <a:solidFill>
                  <a:srgbClr val="231F20"/>
                </a:solidFill>
                <a:latin typeface="Arial"/>
                <a:cs typeface="Arial"/>
              </a:rPr>
              <a:t>advisor,</a:t>
            </a:r>
            <a:r>
              <a:rPr sz="1000" dirty="0">
                <a:solidFill>
                  <a:srgbClr val="231F20"/>
                </a:solidFill>
                <a:latin typeface="Arial"/>
                <a:cs typeface="Arial"/>
              </a:rPr>
              <a:t> “Budgetnista” Tiffany </a:t>
            </a:r>
            <a:r>
              <a:rPr sz="1000" spc="-10" dirty="0">
                <a:solidFill>
                  <a:srgbClr val="231F20"/>
                </a:solidFill>
                <a:latin typeface="Arial"/>
                <a:cs typeface="Arial"/>
              </a:rPr>
              <a:t>Aliche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taught</a:t>
            </a:r>
            <a:r>
              <a:rPr sz="1000" spc="15" dirty="0">
                <a:solidFill>
                  <a:srgbClr val="231F20"/>
                </a:solidFill>
                <a:latin typeface="Arial"/>
                <a:cs typeface="Arial"/>
              </a:rPr>
              <a:t> </a:t>
            </a:r>
            <a:r>
              <a:rPr sz="1000" dirty="0">
                <a:solidFill>
                  <a:srgbClr val="231F20"/>
                </a:solidFill>
                <a:latin typeface="Arial"/>
                <a:cs typeface="Arial"/>
              </a:rPr>
              <a:t>why</a:t>
            </a:r>
            <a:r>
              <a:rPr sz="1000" spc="15" dirty="0">
                <a:solidFill>
                  <a:srgbClr val="231F20"/>
                </a:solidFill>
                <a:latin typeface="Arial"/>
                <a:cs typeface="Arial"/>
              </a:rPr>
              <a:t> </a:t>
            </a:r>
            <a:r>
              <a:rPr sz="1000" dirty="0">
                <a:solidFill>
                  <a:srgbClr val="231F20"/>
                </a:solidFill>
                <a:latin typeface="Arial"/>
                <a:cs typeface="Arial"/>
              </a:rPr>
              <a:t>budgeting</a:t>
            </a:r>
            <a:r>
              <a:rPr sz="1000" spc="15" dirty="0">
                <a:solidFill>
                  <a:srgbClr val="231F20"/>
                </a:solidFill>
                <a:latin typeface="Arial"/>
                <a:cs typeface="Arial"/>
              </a:rPr>
              <a:t> </a:t>
            </a:r>
            <a:r>
              <a:rPr sz="1000" dirty="0">
                <a:solidFill>
                  <a:srgbClr val="231F20"/>
                </a:solidFill>
                <a:latin typeface="Arial"/>
                <a:cs typeface="Arial"/>
              </a:rPr>
              <a:t>is</a:t>
            </a:r>
            <a:r>
              <a:rPr sz="1000" spc="15" dirty="0">
                <a:solidFill>
                  <a:srgbClr val="231F20"/>
                </a:solidFill>
                <a:latin typeface="Arial"/>
                <a:cs typeface="Arial"/>
              </a:rPr>
              <a:t> </a:t>
            </a:r>
            <a:r>
              <a:rPr sz="1000" spc="-10" dirty="0">
                <a:solidFill>
                  <a:srgbClr val="231F20"/>
                </a:solidFill>
                <a:latin typeface="Arial"/>
                <a:cs typeface="Arial"/>
              </a:rPr>
              <a:t>important.</a:t>
            </a:r>
            <a:endParaRPr sz="1000">
              <a:latin typeface="Arial"/>
              <a:cs typeface="Arial"/>
            </a:endParaRPr>
          </a:p>
          <a:p>
            <a:pPr marL="12700" marR="2794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months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between</a:t>
            </a:r>
            <a:r>
              <a:rPr sz="1000" spc="2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filled</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engaging</a:t>
            </a:r>
            <a:r>
              <a:rPr sz="1000" spc="20"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opportunities</a:t>
            </a:r>
            <a:r>
              <a:rPr sz="1000" spc="25" dirty="0">
                <a:solidFill>
                  <a:srgbClr val="231F20"/>
                </a:solidFill>
                <a:latin typeface="Arial"/>
                <a:cs typeface="Arial"/>
              </a:rPr>
              <a:t> </a:t>
            </a:r>
            <a:r>
              <a:rPr sz="1000" dirty="0">
                <a:solidFill>
                  <a:srgbClr val="231F20"/>
                </a:solidFill>
                <a:latin typeface="Arial"/>
                <a:cs typeface="Arial"/>
              </a:rPr>
              <a:t>which</a:t>
            </a:r>
            <a:r>
              <a:rPr sz="1000" spc="25" dirty="0">
                <a:solidFill>
                  <a:srgbClr val="231F20"/>
                </a:solidFill>
                <a:latin typeface="Arial"/>
                <a:cs typeface="Arial"/>
              </a:rPr>
              <a:t> </a:t>
            </a:r>
            <a:r>
              <a:rPr sz="1000" dirty="0">
                <a:solidFill>
                  <a:srgbClr val="231F20"/>
                </a:solidFill>
                <a:latin typeface="Arial"/>
                <a:cs typeface="Arial"/>
              </a:rPr>
              <a:t>spanned</a:t>
            </a:r>
            <a:r>
              <a:rPr sz="1000" spc="30" dirty="0">
                <a:solidFill>
                  <a:srgbClr val="231F20"/>
                </a:solidFill>
                <a:latin typeface="Arial"/>
                <a:cs typeface="Arial"/>
              </a:rPr>
              <a:t> </a:t>
            </a:r>
            <a:r>
              <a:rPr sz="1000" dirty="0">
                <a:solidFill>
                  <a:srgbClr val="231F20"/>
                </a:solidFill>
                <a:latin typeface="Arial"/>
                <a:cs typeface="Arial"/>
              </a:rPr>
              <a:t>all</a:t>
            </a:r>
            <a:r>
              <a:rPr sz="1000" spc="25" dirty="0">
                <a:solidFill>
                  <a:srgbClr val="231F20"/>
                </a:solidFill>
                <a:latin typeface="Arial"/>
                <a:cs typeface="Arial"/>
              </a:rPr>
              <a:t> </a:t>
            </a:r>
            <a:r>
              <a:rPr sz="1000" dirty="0">
                <a:solidFill>
                  <a:srgbClr val="231F20"/>
                </a:solidFill>
                <a:latin typeface="Arial"/>
                <a:cs typeface="Arial"/>
              </a:rPr>
              <a:t>of</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programmatic </a:t>
            </a:r>
            <a:r>
              <a:rPr sz="1000" dirty="0">
                <a:solidFill>
                  <a:srgbClr val="231F20"/>
                </a:solidFill>
                <a:latin typeface="Arial"/>
                <a:cs typeface="Arial"/>
              </a:rPr>
              <a:t>thrusts and</a:t>
            </a:r>
            <a:r>
              <a:rPr sz="1000" spc="5" dirty="0">
                <a:solidFill>
                  <a:srgbClr val="231F20"/>
                </a:solidFill>
                <a:latin typeface="Arial"/>
                <a:cs typeface="Arial"/>
              </a:rPr>
              <a:t> </a:t>
            </a:r>
            <a:r>
              <a:rPr sz="1000" dirty="0">
                <a:solidFill>
                  <a:srgbClr val="231F20"/>
                </a:solidFill>
                <a:latin typeface="Arial"/>
                <a:cs typeface="Arial"/>
              </a:rPr>
              <a:t>included</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leadership </a:t>
            </a:r>
            <a:r>
              <a:rPr sz="1000" dirty="0">
                <a:solidFill>
                  <a:srgbClr val="231F20"/>
                </a:solidFill>
                <a:latin typeface="Arial"/>
                <a:cs typeface="Arial"/>
              </a:rPr>
              <a:t>development.</a:t>
            </a:r>
            <a:r>
              <a:rPr sz="1000" spc="-5" dirty="0">
                <a:solidFill>
                  <a:srgbClr val="231F20"/>
                </a:solidFill>
                <a:latin typeface="Arial"/>
                <a:cs typeface="Arial"/>
              </a:rPr>
              <a:t> </a:t>
            </a:r>
            <a:r>
              <a:rPr sz="1000" dirty="0">
                <a:solidFill>
                  <a:srgbClr val="231F20"/>
                </a:solidFill>
                <a:latin typeface="Arial"/>
                <a:cs typeface="Arial"/>
              </a:rPr>
              <a:t>The children built a human skeleton</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about</a:t>
            </a:r>
            <a:r>
              <a:rPr sz="1000" spc="30" dirty="0">
                <a:solidFill>
                  <a:srgbClr val="231F20"/>
                </a:solidFill>
                <a:latin typeface="Arial"/>
                <a:cs typeface="Arial"/>
              </a:rPr>
              <a:t> </a:t>
            </a:r>
            <a:r>
              <a:rPr sz="1000" dirty="0">
                <a:solidFill>
                  <a:srgbClr val="231F20"/>
                </a:solidFill>
                <a:latin typeface="Arial"/>
                <a:cs typeface="Arial"/>
              </a:rPr>
              <a:t>nutrition</a:t>
            </a:r>
            <a:r>
              <a:rPr sz="1000" spc="30"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Little</a:t>
            </a:r>
            <a:r>
              <a:rPr sz="1000" spc="30" dirty="0">
                <a:solidFill>
                  <a:srgbClr val="231F20"/>
                </a:solidFill>
                <a:latin typeface="Arial"/>
                <a:cs typeface="Arial"/>
              </a:rPr>
              <a:t> </a:t>
            </a:r>
            <a:r>
              <a:rPr sz="1000" dirty="0">
                <a:solidFill>
                  <a:srgbClr val="231F20"/>
                </a:solidFill>
                <a:latin typeface="Arial"/>
                <a:cs typeface="Arial"/>
              </a:rPr>
              <a:t>Medical</a:t>
            </a:r>
            <a:r>
              <a:rPr sz="1000" spc="30" dirty="0">
                <a:solidFill>
                  <a:srgbClr val="231F20"/>
                </a:solidFill>
                <a:latin typeface="Arial"/>
                <a:cs typeface="Arial"/>
              </a:rPr>
              <a:t> </a:t>
            </a:r>
            <a:r>
              <a:rPr sz="1000" spc="-10" dirty="0">
                <a:solidFill>
                  <a:srgbClr val="231F20"/>
                </a:solidFill>
                <a:latin typeface="Arial"/>
                <a:cs typeface="Arial"/>
              </a:rPr>
              <a:t>School.</a:t>
            </a:r>
            <a:endParaRPr sz="1000">
              <a:latin typeface="Arial"/>
              <a:cs typeface="Arial"/>
            </a:endParaRPr>
          </a:p>
          <a:p>
            <a:pPr marL="12700" marR="173355">
              <a:lnSpc>
                <a:spcPct val="100000"/>
              </a:lnSpc>
            </a:pPr>
            <a:r>
              <a:rPr sz="1000" spc="-1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facilitated</a:t>
            </a:r>
            <a:r>
              <a:rPr sz="1000" spc="-15"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another</a:t>
            </a:r>
            <a:r>
              <a:rPr sz="1000" spc="-20" dirty="0">
                <a:solidFill>
                  <a:srgbClr val="231F20"/>
                </a:solidFill>
                <a:latin typeface="Arial"/>
                <a:cs typeface="Arial"/>
              </a:rPr>
              <a:t> </a:t>
            </a:r>
            <a:r>
              <a:rPr sz="1000" dirty="0">
                <a:solidFill>
                  <a:srgbClr val="231F20"/>
                </a:solidFill>
                <a:latin typeface="Arial"/>
                <a:cs typeface="Arial"/>
              </a:rPr>
              <a:t>local</a:t>
            </a:r>
            <a:r>
              <a:rPr sz="1000" spc="-15" dirty="0">
                <a:solidFill>
                  <a:srgbClr val="231F20"/>
                </a:solidFill>
                <a:latin typeface="Arial"/>
                <a:cs typeface="Arial"/>
              </a:rPr>
              <a:t> </a:t>
            </a:r>
            <a:r>
              <a:rPr sz="1000" spc="-1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Jack</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Jill</a:t>
            </a:r>
            <a:r>
              <a:rPr sz="1000" spc="-10" dirty="0">
                <a:solidFill>
                  <a:srgbClr val="231F20"/>
                </a:solidFill>
                <a:latin typeface="Arial"/>
                <a:cs typeface="Arial"/>
              </a:rPr>
              <a:t> mother.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cooking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led</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10" dirty="0">
                <a:solidFill>
                  <a:srgbClr val="231F20"/>
                </a:solidFill>
                <a:latin typeface="Arial"/>
                <a:cs typeface="Arial"/>
              </a:rPr>
              <a:t>Chef/Culinary</a:t>
            </a:r>
            <a:r>
              <a:rPr sz="1000" spc="5" dirty="0">
                <a:solidFill>
                  <a:srgbClr val="231F20"/>
                </a:solidFill>
                <a:latin typeface="Arial"/>
                <a:cs typeface="Arial"/>
              </a:rPr>
              <a:t> </a:t>
            </a:r>
            <a:r>
              <a:rPr sz="1000" dirty="0">
                <a:solidFill>
                  <a:srgbClr val="231F20"/>
                </a:solidFill>
                <a:latin typeface="Arial"/>
                <a:cs typeface="Arial"/>
              </a:rPr>
              <a:t>Instructor</a:t>
            </a:r>
            <a:r>
              <a:rPr sz="1000" spc="5" dirty="0">
                <a:solidFill>
                  <a:srgbClr val="231F20"/>
                </a:solidFill>
                <a:latin typeface="Arial"/>
                <a:cs typeface="Arial"/>
              </a:rPr>
              <a:t> </a:t>
            </a:r>
            <a:r>
              <a:rPr sz="1000" dirty="0">
                <a:solidFill>
                  <a:srgbClr val="231F20"/>
                </a:solidFill>
                <a:latin typeface="Arial"/>
                <a:cs typeface="Arial"/>
              </a:rPr>
              <a:t>Tiore</a:t>
            </a:r>
            <a:r>
              <a:rPr sz="1000" spc="5" dirty="0">
                <a:solidFill>
                  <a:srgbClr val="231F20"/>
                </a:solidFill>
                <a:latin typeface="Arial"/>
                <a:cs typeface="Arial"/>
              </a:rPr>
              <a:t> </a:t>
            </a:r>
            <a:r>
              <a:rPr sz="1000" spc="-10" dirty="0">
                <a:solidFill>
                  <a:srgbClr val="231F20"/>
                </a:solidFill>
                <a:latin typeface="Arial"/>
                <a:cs typeface="Arial"/>
              </a:rPr>
              <a:t>McFarland</a:t>
            </a:r>
            <a:endParaRPr sz="1000">
              <a:latin typeface="Arial"/>
              <a:cs typeface="Arial"/>
            </a:endParaRPr>
          </a:p>
          <a:p>
            <a:pPr marL="12700" marR="5080">
              <a:lnSpc>
                <a:spcPct val="100000"/>
              </a:lnSpc>
            </a:pPr>
            <a:r>
              <a:rPr sz="1000" dirty="0">
                <a:solidFill>
                  <a:srgbClr val="231F20"/>
                </a:solidFill>
                <a:latin typeface="Arial"/>
                <a:cs typeface="Arial"/>
              </a:rPr>
              <a:t>of</a:t>
            </a:r>
            <a:r>
              <a:rPr sz="1000" spc="-5" dirty="0">
                <a:solidFill>
                  <a:srgbClr val="231F20"/>
                </a:solidFill>
                <a:latin typeface="Arial"/>
                <a:cs typeface="Arial"/>
              </a:rPr>
              <a:t> </a:t>
            </a:r>
            <a:r>
              <a:rPr sz="1000" spc="-35" dirty="0">
                <a:solidFill>
                  <a:srgbClr val="231F20"/>
                </a:solidFill>
                <a:latin typeface="Arial"/>
                <a:cs typeface="Arial"/>
              </a:rPr>
              <a:t>Ready,</a:t>
            </a:r>
            <a:r>
              <a:rPr sz="1000" dirty="0">
                <a:solidFill>
                  <a:srgbClr val="231F20"/>
                </a:solidFill>
                <a:latin typeface="Arial"/>
                <a:cs typeface="Arial"/>
              </a:rPr>
              <a:t> </a:t>
            </a:r>
            <a:r>
              <a:rPr sz="1000" spc="-20" dirty="0">
                <a:solidFill>
                  <a:srgbClr val="231F20"/>
                </a:solidFill>
                <a:latin typeface="Arial"/>
                <a:cs typeface="Arial"/>
              </a:rPr>
              <a:t>Prep,</a:t>
            </a:r>
            <a:r>
              <a:rPr sz="1000" dirty="0">
                <a:solidFill>
                  <a:srgbClr val="231F20"/>
                </a:solidFill>
                <a:latin typeface="Arial"/>
                <a:cs typeface="Arial"/>
              </a:rPr>
              <a:t> </a:t>
            </a:r>
            <a:r>
              <a:rPr sz="1000" spc="-35" dirty="0">
                <a:solidFill>
                  <a:srgbClr val="231F20"/>
                </a:solidFill>
                <a:latin typeface="Arial"/>
                <a:cs typeface="Arial"/>
              </a:rPr>
              <a:t>Eat.,</a:t>
            </a:r>
            <a:r>
              <a:rPr sz="1000" dirty="0">
                <a:solidFill>
                  <a:srgbClr val="231F20"/>
                </a:solidFill>
                <a:latin typeface="Arial"/>
                <a:cs typeface="Arial"/>
              </a:rPr>
              <a:t> where they learned safe cooking </a:t>
            </a:r>
            <a:r>
              <a:rPr sz="1000" spc="-20" dirty="0">
                <a:solidFill>
                  <a:srgbClr val="231F20"/>
                </a:solidFill>
                <a:latin typeface="Arial"/>
                <a:cs typeface="Arial"/>
              </a:rPr>
              <a:t>tips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made three</a:t>
            </a:r>
            <a:r>
              <a:rPr sz="1000" spc="-5" dirty="0">
                <a:solidFill>
                  <a:srgbClr val="231F20"/>
                </a:solidFill>
                <a:latin typeface="Arial"/>
                <a:cs typeface="Arial"/>
              </a:rPr>
              <a:t> </a:t>
            </a:r>
            <a:r>
              <a:rPr sz="1000" dirty="0">
                <a:solidFill>
                  <a:srgbClr val="231F20"/>
                </a:solidFill>
                <a:latin typeface="Arial"/>
                <a:cs typeface="Arial"/>
              </a:rPr>
              <a:t>dishes to add</a:t>
            </a:r>
            <a:r>
              <a:rPr sz="1000" spc="-5" dirty="0">
                <a:solidFill>
                  <a:srgbClr val="231F20"/>
                </a:solidFill>
                <a:latin typeface="Arial"/>
                <a:cs typeface="Arial"/>
              </a:rPr>
              <a:t> </a:t>
            </a:r>
            <a:r>
              <a:rPr sz="1000" dirty="0">
                <a:solidFill>
                  <a:srgbClr val="231F20"/>
                </a:solidFill>
                <a:latin typeface="Arial"/>
                <a:cs typeface="Arial"/>
              </a:rPr>
              <a:t>to their</a:t>
            </a:r>
            <a:r>
              <a:rPr sz="1000" spc="-5" dirty="0">
                <a:solidFill>
                  <a:srgbClr val="231F20"/>
                </a:solidFill>
                <a:latin typeface="Arial"/>
                <a:cs typeface="Arial"/>
              </a:rPr>
              <a:t> </a:t>
            </a:r>
            <a:r>
              <a:rPr sz="1000" dirty="0">
                <a:solidFill>
                  <a:srgbClr val="231F20"/>
                </a:solidFill>
                <a:latin typeface="Arial"/>
                <a:cs typeface="Arial"/>
              </a:rPr>
              <a:t>Thanksgiving </a:t>
            </a:r>
            <a:r>
              <a:rPr sz="1000" spc="-10" dirty="0">
                <a:solidFill>
                  <a:srgbClr val="231F20"/>
                </a:solidFill>
                <a:latin typeface="Arial"/>
                <a:cs typeface="Arial"/>
              </a:rPr>
              <a:t>meals. </a:t>
            </a:r>
            <a:r>
              <a:rPr sz="1000" dirty="0">
                <a:solidFill>
                  <a:srgbClr val="231F20"/>
                </a:solidFill>
                <a:latin typeface="Arial"/>
                <a:cs typeface="Arial"/>
              </a:rPr>
              <a:t>Also during the holiday</a:t>
            </a:r>
            <a:r>
              <a:rPr sz="1000" spc="5" dirty="0">
                <a:solidFill>
                  <a:srgbClr val="231F20"/>
                </a:solidFill>
                <a:latin typeface="Arial"/>
                <a:cs typeface="Arial"/>
              </a:rPr>
              <a:t> </a:t>
            </a:r>
            <a:r>
              <a:rPr sz="1000" spc="-10" dirty="0">
                <a:solidFill>
                  <a:srgbClr val="231F20"/>
                </a:solidFill>
                <a:latin typeface="Arial"/>
                <a:cs typeface="Arial"/>
              </a:rPr>
              <a:t>season,</a:t>
            </a:r>
            <a:r>
              <a:rPr sz="1000" dirty="0">
                <a:solidFill>
                  <a:srgbClr val="231F20"/>
                </a:solidFill>
                <a:latin typeface="Arial"/>
                <a:cs typeface="Arial"/>
              </a:rPr>
              <a:t> community service</a:t>
            </a:r>
            <a:r>
              <a:rPr sz="1000" spc="5" dirty="0">
                <a:solidFill>
                  <a:srgbClr val="231F20"/>
                </a:solidFill>
                <a:latin typeface="Arial"/>
                <a:cs typeface="Arial"/>
              </a:rPr>
              <a:t> </a:t>
            </a:r>
            <a:r>
              <a:rPr sz="1000" spc="-25" dirty="0">
                <a:solidFill>
                  <a:srgbClr val="231F20"/>
                </a:solidFill>
                <a:latin typeface="Arial"/>
                <a:cs typeface="Arial"/>
              </a:rPr>
              <a:t>was </a:t>
            </a:r>
            <a:r>
              <a:rPr sz="1000" dirty="0">
                <a:solidFill>
                  <a:srgbClr val="231F20"/>
                </a:solidFill>
                <a:latin typeface="Arial"/>
                <a:cs typeface="Arial"/>
              </a:rPr>
              <a:t>integrated</a:t>
            </a:r>
            <a:r>
              <a:rPr sz="1000" spc="1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partnered</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0" dirty="0">
                <a:solidFill>
                  <a:srgbClr val="231F20"/>
                </a:solidFill>
                <a:latin typeface="Arial"/>
                <a:cs typeface="Arial"/>
              </a:rPr>
              <a:t>Small</a:t>
            </a:r>
            <a:r>
              <a:rPr sz="1000" spc="20" dirty="0">
                <a:solidFill>
                  <a:srgbClr val="231F20"/>
                </a:solidFill>
                <a:latin typeface="Arial"/>
                <a:cs typeface="Arial"/>
              </a:rPr>
              <a:t> </a:t>
            </a:r>
            <a:r>
              <a:rPr sz="1000" spc="-10" dirty="0">
                <a:solidFill>
                  <a:srgbClr val="231F20"/>
                </a:solidFill>
                <a:latin typeface="Arial"/>
                <a:cs typeface="Arial"/>
              </a:rPr>
              <a:t>Things </a:t>
            </a:r>
            <a:r>
              <a:rPr sz="1000" dirty="0">
                <a:solidFill>
                  <a:srgbClr val="231F20"/>
                </a:solidFill>
                <a:latin typeface="Arial"/>
                <a:cs typeface="Arial"/>
              </a:rPr>
              <a:t>Matter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made</a:t>
            </a:r>
            <a:r>
              <a:rPr sz="1000" spc="-5"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a:t>
            </a:r>
            <a:r>
              <a:rPr sz="1000" dirty="0">
                <a:solidFill>
                  <a:srgbClr val="231F20"/>
                </a:solidFill>
                <a:latin typeface="Arial"/>
                <a:cs typeface="Arial"/>
              </a:rPr>
              <a:t>cheer</a:t>
            </a:r>
            <a:r>
              <a:rPr sz="1000" spc="-5" dirty="0">
                <a:solidFill>
                  <a:srgbClr val="231F20"/>
                </a:solidFill>
                <a:latin typeface="Arial"/>
                <a:cs typeface="Arial"/>
              </a:rPr>
              <a:t> </a:t>
            </a:r>
            <a:r>
              <a:rPr sz="1000" dirty="0">
                <a:solidFill>
                  <a:srgbClr val="231F20"/>
                </a:solidFill>
                <a:latin typeface="Arial"/>
                <a:cs typeface="Arial"/>
              </a:rPr>
              <a:t>mugs</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residents</a:t>
            </a:r>
            <a:endParaRPr sz="1000">
              <a:latin typeface="Arial"/>
              <a:cs typeface="Arial"/>
            </a:endParaRPr>
          </a:p>
          <a:p>
            <a:pPr marL="12700" marR="210185">
              <a:lnSpc>
                <a:spcPct val="100000"/>
              </a:lnSpc>
            </a:pPr>
            <a:r>
              <a:rPr sz="1000" dirty="0">
                <a:solidFill>
                  <a:srgbClr val="231F20"/>
                </a:solidFill>
                <a:latin typeface="Arial"/>
                <a:cs typeface="Arial"/>
              </a:rPr>
              <a:t>at</a:t>
            </a:r>
            <a:r>
              <a:rPr sz="1000" spc="-30" dirty="0">
                <a:solidFill>
                  <a:srgbClr val="231F20"/>
                </a:solidFill>
                <a:latin typeface="Arial"/>
                <a:cs typeface="Arial"/>
              </a:rPr>
              <a:t> </a:t>
            </a:r>
            <a:r>
              <a:rPr sz="1000" dirty="0">
                <a:solidFill>
                  <a:srgbClr val="231F20"/>
                </a:solidFill>
                <a:latin typeface="Arial"/>
                <a:cs typeface="Arial"/>
              </a:rPr>
              <a:t>Bonifant</a:t>
            </a:r>
            <a:r>
              <a:rPr sz="1000" spc="-25" dirty="0">
                <a:solidFill>
                  <a:srgbClr val="231F20"/>
                </a:solidFill>
                <a:latin typeface="Arial"/>
                <a:cs typeface="Arial"/>
              </a:rPr>
              <a:t> </a:t>
            </a:r>
            <a:r>
              <a:rPr sz="1000" dirty="0">
                <a:solidFill>
                  <a:srgbClr val="231F20"/>
                </a:solidFill>
                <a:latin typeface="Arial"/>
                <a:cs typeface="Arial"/>
              </a:rPr>
              <a:t>Senior</a:t>
            </a:r>
            <a:r>
              <a:rPr sz="1000" spc="-30" dirty="0">
                <a:solidFill>
                  <a:srgbClr val="231F20"/>
                </a:solidFill>
                <a:latin typeface="Arial"/>
                <a:cs typeface="Arial"/>
              </a:rPr>
              <a:t> </a:t>
            </a:r>
            <a:r>
              <a:rPr sz="1000" spc="-10" dirty="0">
                <a:solidFill>
                  <a:srgbClr val="231F20"/>
                </a:solidFill>
                <a:latin typeface="Arial"/>
                <a:cs typeface="Arial"/>
              </a:rPr>
              <a:t>Center,</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local</a:t>
            </a:r>
            <a:r>
              <a:rPr sz="1000" spc="-30" dirty="0">
                <a:solidFill>
                  <a:srgbClr val="231F20"/>
                </a:solidFill>
                <a:latin typeface="Arial"/>
                <a:cs typeface="Arial"/>
              </a:rPr>
              <a:t> </a:t>
            </a:r>
            <a:r>
              <a:rPr sz="1000" dirty="0">
                <a:solidFill>
                  <a:srgbClr val="231F20"/>
                </a:solidFill>
                <a:latin typeface="Arial"/>
                <a:cs typeface="Arial"/>
              </a:rPr>
              <a:t>assisted</a:t>
            </a:r>
            <a:r>
              <a:rPr sz="1000" spc="-25" dirty="0">
                <a:solidFill>
                  <a:srgbClr val="231F20"/>
                </a:solidFill>
                <a:latin typeface="Arial"/>
                <a:cs typeface="Arial"/>
              </a:rPr>
              <a:t> </a:t>
            </a:r>
            <a:r>
              <a:rPr sz="1000" dirty="0">
                <a:solidFill>
                  <a:srgbClr val="231F20"/>
                </a:solidFill>
                <a:latin typeface="Arial"/>
                <a:cs typeface="Arial"/>
              </a:rPr>
              <a:t>living</a:t>
            </a:r>
            <a:r>
              <a:rPr sz="1000" spc="-25" dirty="0">
                <a:solidFill>
                  <a:srgbClr val="231F20"/>
                </a:solidFill>
                <a:latin typeface="Arial"/>
                <a:cs typeface="Arial"/>
              </a:rPr>
              <a:t> </a:t>
            </a:r>
            <a:r>
              <a:rPr sz="1000" spc="-10" dirty="0">
                <a:solidFill>
                  <a:srgbClr val="231F20"/>
                </a:solidFill>
                <a:latin typeface="Arial"/>
                <a:cs typeface="Arial"/>
              </a:rPr>
              <a:t>facility. </a:t>
            </a:r>
            <a:r>
              <a:rPr sz="1000" dirty="0">
                <a:solidFill>
                  <a:srgbClr val="231F20"/>
                </a:solidFill>
                <a:latin typeface="Arial"/>
                <a:cs typeface="Arial"/>
              </a:rPr>
              <a:t>Being cognizant of</a:t>
            </a:r>
            <a:r>
              <a:rPr sz="1000" spc="5" dirty="0">
                <a:solidFill>
                  <a:srgbClr val="231F20"/>
                </a:solidFill>
                <a:latin typeface="Arial"/>
                <a:cs typeface="Arial"/>
              </a:rPr>
              <a:t> </a:t>
            </a:r>
            <a:r>
              <a:rPr sz="1000" dirty="0">
                <a:solidFill>
                  <a:srgbClr val="231F20"/>
                </a:solidFill>
                <a:latin typeface="Arial"/>
                <a:cs typeface="Arial"/>
              </a:rPr>
              <a:t>their current</a:t>
            </a:r>
            <a:r>
              <a:rPr sz="1000" spc="5" dirty="0">
                <a:solidFill>
                  <a:srgbClr val="231F20"/>
                </a:solidFill>
                <a:latin typeface="Arial"/>
                <a:cs typeface="Arial"/>
              </a:rPr>
              <a:t> </a:t>
            </a:r>
            <a:r>
              <a:rPr sz="1000" dirty="0">
                <a:solidFill>
                  <a:srgbClr val="231F20"/>
                </a:solidFill>
                <a:latin typeface="Arial"/>
                <a:cs typeface="Arial"/>
              </a:rPr>
              <a:t>virtual </a:t>
            </a:r>
            <a:r>
              <a:rPr sz="1000" spc="-10" dirty="0">
                <a:solidFill>
                  <a:srgbClr val="231F20"/>
                </a:solidFill>
                <a:latin typeface="Arial"/>
                <a:cs typeface="Arial"/>
              </a:rPr>
              <a:t>environment,</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3</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digital</a:t>
            </a:r>
            <a:r>
              <a:rPr sz="1000" spc="20" dirty="0">
                <a:solidFill>
                  <a:srgbClr val="231F20"/>
                </a:solidFill>
                <a:latin typeface="Arial"/>
                <a:cs typeface="Arial"/>
              </a:rPr>
              <a:t> </a:t>
            </a:r>
            <a:r>
              <a:rPr sz="1000" spc="-10" dirty="0">
                <a:solidFill>
                  <a:srgbClr val="231F20"/>
                </a:solidFill>
                <a:latin typeface="Arial"/>
                <a:cs typeface="Arial"/>
              </a:rPr>
              <a:t>citizenship</a:t>
            </a:r>
            <a:endParaRPr sz="1000">
              <a:latin typeface="Arial"/>
              <a:cs typeface="Arial"/>
            </a:endParaRPr>
          </a:p>
          <a:p>
            <a:pPr marL="12700" marR="88265">
              <a:lnSpc>
                <a:spcPct val="100000"/>
              </a:lnSpc>
            </a:pPr>
            <a:r>
              <a:rPr sz="1000" dirty="0">
                <a:solidFill>
                  <a:srgbClr val="231F20"/>
                </a:solidFill>
                <a:latin typeface="Arial"/>
                <a:cs typeface="Arial"/>
              </a:rPr>
              <a:t>activity.</a:t>
            </a:r>
            <a:r>
              <a:rPr sz="1000" spc="5"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taught</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important</a:t>
            </a:r>
            <a:r>
              <a:rPr sz="1000" spc="5" dirty="0">
                <a:solidFill>
                  <a:srgbClr val="231F20"/>
                </a:solidFill>
                <a:latin typeface="Arial"/>
                <a:cs typeface="Arial"/>
              </a:rPr>
              <a:t> </a:t>
            </a:r>
            <a:r>
              <a:rPr sz="1000" dirty="0">
                <a:solidFill>
                  <a:srgbClr val="231F20"/>
                </a:solidFill>
                <a:latin typeface="Arial"/>
                <a:cs typeface="Arial"/>
              </a:rPr>
              <a:t>safety</a:t>
            </a:r>
            <a:r>
              <a:rPr sz="1000" spc="10" dirty="0">
                <a:solidFill>
                  <a:srgbClr val="231F20"/>
                </a:solidFill>
                <a:latin typeface="Arial"/>
                <a:cs typeface="Arial"/>
              </a:rPr>
              <a:t> </a:t>
            </a:r>
            <a:r>
              <a:rPr sz="1000" dirty="0">
                <a:solidFill>
                  <a:srgbClr val="231F20"/>
                </a:solidFill>
                <a:latin typeface="Arial"/>
                <a:cs typeface="Arial"/>
              </a:rPr>
              <a:t>tips</a:t>
            </a:r>
            <a:r>
              <a:rPr sz="1000" spc="5" dirty="0">
                <a:solidFill>
                  <a:srgbClr val="231F20"/>
                </a:solidFill>
                <a:latin typeface="Arial"/>
                <a:cs typeface="Arial"/>
              </a:rPr>
              <a:t> </a:t>
            </a:r>
            <a:r>
              <a:rPr sz="1000" dirty="0">
                <a:solidFill>
                  <a:srgbClr val="231F20"/>
                </a:solidFill>
                <a:latin typeface="Arial"/>
                <a:cs typeface="Arial"/>
              </a:rPr>
              <a:t>when</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device,</a:t>
            </a:r>
            <a:r>
              <a:rPr sz="1000" spc="-10" dirty="0">
                <a:solidFill>
                  <a:srgbClr val="231F20"/>
                </a:solidFill>
                <a:latin typeface="Arial"/>
                <a:cs typeface="Arial"/>
              </a:rPr>
              <a:t> </a:t>
            </a:r>
            <a:r>
              <a:rPr sz="1000" dirty="0">
                <a:solidFill>
                  <a:srgbClr val="231F20"/>
                </a:solidFill>
                <a:latin typeface="Arial"/>
                <a:cs typeface="Arial"/>
              </a:rPr>
              <a:t>app</a:t>
            </a:r>
            <a:r>
              <a:rPr sz="1000" spc="-10" dirty="0">
                <a:solidFill>
                  <a:srgbClr val="231F20"/>
                </a:solidFill>
                <a:latin typeface="Arial"/>
                <a:cs typeface="Arial"/>
              </a:rPr>
              <a:t> </a:t>
            </a:r>
            <a:r>
              <a:rPr sz="1000" dirty="0">
                <a:solidFill>
                  <a:srgbClr val="231F20"/>
                </a:solidFill>
                <a:latin typeface="Arial"/>
                <a:cs typeface="Arial"/>
              </a:rPr>
              <a:t>or</a:t>
            </a:r>
            <a:r>
              <a:rPr sz="1000" spc="-10" dirty="0">
                <a:solidFill>
                  <a:srgbClr val="231F20"/>
                </a:solidFill>
                <a:latin typeface="Arial"/>
                <a:cs typeface="Arial"/>
              </a:rPr>
              <a:t> </a:t>
            </a:r>
            <a:r>
              <a:rPr sz="1000" dirty="0">
                <a:solidFill>
                  <a:srgbClr val="231F20"/>
                </a:solidFill>
                <a:latin typeface="Arial"/>
                <a:cs typeface="Arial"/>
              </a:rPr>
              <a:t>internet</a:t>
            </a:r>
            <a:r>
              <a:rPr sz="1000" spc="-10" dirty="0">
                <a:solidFill>
                  <a:srgbClr val="231F20"/>
                </a:solidFill>
                <a:latin typeface="Arial"/>
                <a:cs typeface="Arial"/>
              </a:rPr>
              <a:t> as </a:t>
            </a:r>
            <a:r>
              <a:rPr sz="1000" dirty="0">
                <a:solidFill>
                  <a:srgbClr val="231F20"/>
                </a:solidFill>
                <a:latin typeface="Arial"/>
                <a:cs typeface="Arial"/>
              </a:rPr>
              <a:t>part</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Cyber</a:t>
            </a:r>
            <a:r>
              <a:rPr sz="1000" spc="-10" dirty="0">
                <a:solidFill>
                  <a:srgbClr val="231F20"/>
                </a:solidFill>
                <a:latin typeface="Arial"/>
                <a:cs typeface="Arial"/>
              </a:rPr>
              <a:t> </a:t>
            </a:r>
            <a:r>
              <a:rPr sz="1000" dirty="0">
                <a:solidFill>
                  <a:srgbClr val="231F20"/>
                </a:solidFill>
                <a:latin typeface="Arial"/>
                <a:cs typeface="Arial"/>
              </a:rPr>
              <a:t>Safety</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Digital</a:t>
            </a:r>
            <a:r>
              <a:rPr sz="1000" spc="5" dirty="0">
                <a:solidFill>
                  <a:srgbClr val="231F20"/>
                </a:solidFill>
                <a:latin typeface="Arial"/>
                <a:cs typeface="Arial"/>
              </a:rPr>
              <a:t> </a:t>
            </a:r>
            <a:r>
              <a:rPr sz="1000" spc="-10" dirty="0">
                <a:solidFill>
                  <a:srgbClr val="231F20"/>
                </a:solidFill>
                <a:latin typeface="Arial"/>
                <a:cs typeface="Arial"/>
              </a:rPr>
              <a:t>World.</a:t>
            </a:r>
            <a:endParaRPr sz="1000">
              <a:latin typeface="Arial"/>
              <a:cs typeface="Arial"/>
            </a:endParaRPr>
          </a:p>
          <a:p>
            <a:pPr marL="12700" marR="285750">
              <a:lnSpc>
                <a:spcPct val="100000"/>
              </a:lnSpc>
              <a:spcBef>
                <a:spcPts val="900"/>
              </a:spcBef>
            </a:pPr>
            <a:r>
              <a:rPr sz="1000" dirty="0">
                <a:solidFill>
                  <a:srgbClr val="231F20"/>
                </a:solidFill>
                <a:latin typeface="Arial"/>
                <a:cs typeface="Arial"/>
              </a:rPr>
              <a:t>They celebrated</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 more</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spc="-10" dirty="0">
                <a:solidFill>
                  <a:srgbClr val="231F20"/>
                </a:solidFill>
                <a:latin typeface="Arial"/>
                <a:cs typeface="Arial"/>
              </a:rPr>
              <a:t>culture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two</a:t>
            </a:r>
            <a:r>
              <a:rPr sz="1000" spc="-5" dirty="0">
                <a:solidFill>
                  <a:srgbClr val="231F20"/>
                </a:solidFill>
                <a:latin typeface="Arial"/>
                <a:cs typeface="Arial"/>
              </a:rPr>
              <a:t> </a:t>
            </a:r>
            <a:r>
              <a:rPr sz="1000" dirty="0">
                <a:solidFill>
                  <a:srgbClr val="231F20"/>
                </a:solidFill>
                <a:latin typeface="Arial"/>
                <a:cs typeface="Arial"/>
              </a:rPr>
              <a:t>special</a:t>
            </a:r>
            <a:r>
              <a:rPr sz="1000" spc="-5" dirty="0">
                <a:solidFill>
                  <a:srgbClr val="231F20"/>
                </a:solidFill>
                <a:latin typeface="Arial"/>
                <a:cs typeface="Arial"/>
              </a:rPr>
              <a:t>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related</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first</a:t>
            </a:r>
            <a:r>
              <a:rPr sz="1000" spc="-5" dirty="0">
                <a:solidFill>
                  <a:srgbClr val="231F20"/>
                </a:solidFill>
                <a:latin typeface="Arial"/>
                <a:cs typeface="Arial"/>
              </a:rPr>
              <a:t> </a:t>
            </a:r>
            <a:r>
              <a:rPr sz="1000" spc="-25" dirty="0">
                <a:solidFill>
                  <a:srgbClr val="231F20"/>
                </a:solidFill>
                <a:latin typeface="Arial"/>
                <a:cs typeface="Arial"/>
              </a:rPr>
              <a:t>was</a:t>
            </a:r>
            <a:r>
              <a:rPr sz="1000" spc="500" dirty="0">
                <a:solidFill>
                  <a:srgbClr val="231F20"/>
                </a:solidFill>
                <a:latin typeface="Arial"/>
                <a:cs typeface="Arial"/>
              </a:rPr>
              <a:t> </a:t>
            </a:r>
            <a:r>
              <a:rPr sz="1000" dirty="0">
                <a:solidFill>
                  <a:srgbClr val="231F20"/>
                </a:solidFill>
                <a:latin typeface="Arial"/>
                <a:cs typeface="Arial"/>
              </a:rPr>
              <a:t>a Hip</a:t>
            </a:r>
            <a:r>
              <a:rPr sz="1000" spc="5" dirty="0">
                <a:solidFill>
                  <a:srgbClr val="231F20"/>
                </a:solidFill>
                <a:latin typeface="Arial"/>
                <a:cs typeface="Arial"/>
              </a:rPr>
              <a:t> </a:t>
            </a:r>
            <a:r>
              <a:rPr sz="1000" dirty="0">
                <a:solidFill>
                  <a:srgbClr val="231F20"/>
                </a:solidFill>
                <a:latin typeface="Arial"/>
                <a:cs typeface="Arial"/>
              </a:rPr>
              <a:t>Hop</a:t>
            </a:r>
            <a:r>
              <a:rPr sz="1000" spc="5"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where they</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spc="-10" dirty="0">
                <a:solidFill>
                  <a:srgbClr val="231F20"/>
                </a:solidFill>
                <a:latin typeface="Arial"/>
                <a:cs typeface="Arial"/>
              </a:rPr>
              <a:t>rhythm, </a:t>
            </a:r>
            <a:r>
              <a:rPr sz="1000" dirty="0">
                <a:solidFill>
                  <a:srgbClr val="231F20"/>
                </a:solidFill>
                <a:latin typeface="Arial"/>
                <a:cs typeface="Arial"/>
              </a:rPr>
              <a:t>creative</a:t>
            </a:r>
            <a:r>
              <a:rPr sz="1000" spc="-30" dirty="0">
                <a:solidFill>
                  <a:srgbClr val="231F20"/>
                </a:solidFill>
                <a:latin typeface="Arial"/>
                <a:cs typeface="Arial"/>
              </a:rPr>
              <a:t> </a:t>
            </a:r>
            <a:r>
              <a:rPr sz="1000" dirty="0">
                <a:solidFill>
                  <a:srgbClr val="231F20"/>
                </a:solidFill>
                <a:latin typeface="Arial"/>
                <a:cs typeface="Arial"/>
              </a:rPr>
              <a:t>expression</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spatial</a:t>
            </a:r>
            <a:r>
              <a:rPr sz="1000" spc="-30" dirty="0">
                <a:solidFill>
                  <a:srgbClr val="231F20"/>
                </a:solidFill>
                <a:latin typeface="Arial"/>
                <a:cs typeface="Arial"/>
              </a:rPr>
              <a:t> </a:t>
            </a:r>
            <a:r>
              <a:rPr sz="1000" spc="-10" dirty="0">
                <a:solidFill>
                  <a:srgbClr val="231F20"/>
                </a:solidFill>
                <a:latin typeface="Arial"/>
                <a:cs typeface="Arial"/>
              </a:rPr>
              <a:t>awareness;</a:t>
            </a:r>
            <a:r>
              <a:rPr sz="1000" spc="-30" dirty="0">
                <a:solidFill>
                  <a:srgbClr val="231F20"/>
                </a:solidFill>
                <a:latin typeface="Arial"/>
                <a:cs typeface="Arial"/>
              </a:rPr>
              <a:t> </a:t>
            </a:r>
            <a:r>
              <a:rPr sz="1000" spc="-10" dirty="0">
                <a:solidFill>
                  <a:srgbClr val="231F20"/>
                </a:solidFill>
                <a:latin typeface="Arial"/>
                <a:cs typeface="Arial"/>
              </a:rPr>
              <a:t>as</a:t>
            </a:r>
            <a:r>
              <a:rPr sz="1000" spc="-25" dirty="0">
                <a:solidFill>
                  <a:srgbClr val="231F20"/>
                </a:solidFill>
                <a:latin typeface="Arial"/>
                <a:cs typeface="Arial"/>
              </a:rPr>
              <a:t> </a:t>
            </a:r>
            <a:r>
              <a:rPr sz="1000" dirty="0">
                <a:solidFill>
                  <a:srgbClr val="231F20"/>
                </a:solidFill>
                <a:latin typeface="Arial"/>
                <a:cs typeface="Arial"/>
              </a:rPr>
              <a:t>well</a:t>
            </a:r>
            <a:r>
              <a:rPr sz="1000" spc="-30" dirty="0">
                <a:solidFill>
                  <a:srgbClr val="231F20"/>
                </a:solidFill>
                <a:latin typeface="Arial"/>
                <a:cs typeface="Arial"/>
              </a:rPr>
              <a:t> </a:t>
            </a:r>
            <a:r>
              <a:rPr sz="1000" spc="-25" dirty="0">
                <a:solidFill>
                  <a:srgbClr val="231F20"/>
                </a:solidFill>
                <a:latin typeface="Arial"/>
                <a:cs typeface="Arial"/>
              </a:rPr>
              <a:t>as</a:t>
            </a:r>
            <a:endParaRPr sz="1000">
              <a:latin typeface="Arial"/>
              <a:cs typeface="Arial"/>
            </a:endParaRPr>
          </a:p>
          <a:p>
            <a:pPr marL="12700" marR="191135">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fundamentals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history of</a:t>
            </a:r>
            <a:r>
              <a:rPr sz="1000" spc="-5" dirty="0">
                <a:solidFill>
                  <a:srgbClr val="231F20"/>
                </a:solidFill>
                <a:latin typeface="Arial"/>
                <a:cs typeface="Arial"/>
              </a:rPr>
              <a:t> </a:t>
            </a:r>
            <a:r>
              <a:rPr sz="1000" dirty="0">
                <a:solidFill>
                  <a:srgbClr val="231F20"/>
                </a:solidFill>
                <a:latin typeface="Arial"/>
                <a:cs typeface="Arial"/>
              </a:rPr>
              <a:t>Hip</a:t>
            </a:r>
            <a:r>
              <a:rPr sz="1000" spc="-5" dirty="0">
                <a:solidFill>
                  <a:srgbClr val="231F20"/>
                </a:solidFill>
                <a:latin typeface="Arial"/>
                <a:cs typeface="Arial"/>
              </a:rPr>
              <a:t> </a:t>
            </a:r>
            <a:r>
              <a:rPr sz="1000" dirty="0">
                <a:solidFill>
                  <a:srgbClr val="231F20"/>
                </a:solidFill>
                <a:latin typeface="Arial"/>
                <a:cs typeface="Arial"/>
              </a:rPr>
              <a:t>Hop. 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second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got</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embrace</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diversity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celebrate</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people</a:t>
            </a:r>
            <a:r>
              <a:rPr sz="1000" spc="15"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culture.</a:t>
            </a:r>
            <a:r>
              <a:rPr sz="1000" spc="15" dirty="0">
                <a:solidFill>
                  <a:srgbClr val="231F20"/>
                </a:solidFill>
                <a:latin typeface="Arial"/>
                <a:cs typeface="Arial"/>
              </a:rPr>
              <a:t> </a:t>
            </a:r>
            <a:r>
              <a:rPr sz="1000" spc="-10" dirty="0">
                <a:solidFill>
                  <a:srgbClr val="231F20"/>
                </a:solidFill>
                <a:latin typeface="Arial"/>
                <a:cs typeface="Arial"/>
              </a:rPr>
              <a:t>Outschool </a:t>
            </a:r>
            <a:r>
              <a:rPr sz="1000" dirty="0">
                <a:solidFill>
                  <a:srgbClr val="231F20"/>
                </a:solidFill>
                <a:latin typeface="Arial"/>
                <a:cs typeface="Arial"/>
              </a:rPr>
              <a:t>instructor</a:t>
            </a:r>
            <a:r>
              <a:rPr sz="1000" spc="-20" dirty="0">
                <a:solidFill>
                  <a:srgbClr val="231F20"/>
                </a:solidFill>
                <a:latin typeface="Arial"/>
                <a:cs typeface="Arial"/>
              </a:rPr>
              <a:t> </a:t>
            </a:r>
            <a:r>
              <a:rPr sz="1000" dirty="0">
                <a:solidFill>
                  <a:srgbClr val="231F20"/>
                </a:solidFill>
                <a:latin typeface="Arial"/>
                <a:cs typeface="Arial"/>
              </a:rPr>
              <a:t>Alycia</a:t>
            </a:r>
            <a:r>
              <a:rPr sz="1000" spc="-15" dirty="0">
                <a:solidFill>
                  <a:srgbClr val="231F20"/>
                </a:solidFill>
                <a:latin typeface="Arial"/>
                <a:cs typeface="Arial"/>
              </a:rPr>
              <a:t> </a:t>
            </a:r>
            <a:r>
              <a:rPr sz="1000" dirty="0">
                <a:solidFill>
                  <a:srgbClr val="231F20"/>
                </a:solidFill>
                <a:latin typeface="Arial"/>
                <a:cs typeface="Arial"/>
              </a:rPr>
              <a:t>Wright</a:t>
            </a:r>
            <a:r>
              <a:rPr sz="1000" spc="-20" dirty="0">
                <a:solidFill>
                  <a:srgbClr val="231F20"/>
                </a:solidFill>
                <a:latin typeface="Arial"/>
                <a:cs typeface="Arial"/>
              </a:rPr>
              <a:t> </a:t>
            </a:r>
            <a:r>
              <a:rPr sz="1000" dirty="0">
                <a:solidFill>
                  <a:srgbClr val="231F20"/>
                </a:solidFill>
                <a:latin typeface="Arial"/>
                <a:cs typeface="Arial"/>
              </a:rPr>
              <a:t>shared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story</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craft</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25" dirty="0">
                <a:solidFill>
                  <a:srgbClr val="231F20"/>
                </a:solidFill>
                <a:latin typeface="Arial"/>
                <a:cs typeface="Arial"/>
              </a:rPr>
              <a:t>her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Beautiful</a:t>
            </a:r>
            <a:r>
              <a:rPr sz="1000" spc="-10" dirty="0">
                <a:solidFill>
                  <a:srgbClr val="231F20"/>
                </a:solidFill>
                <a:latin typeface="Arial"/>
                <a:cs typeface="Arial"/>
              </a:rPr>
              <a:t> Shades</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Brown.</a:t>
            </a:r>
            <a:endParaRPr sz="1000">
              <a:latin typeface="Arial"/>
              <a:cs typeface="Arial"/>
            </a:endParaRPr>
          </a:p>
          <a:p>
            <a:pPr marL="12700" marR="165735">
              <a:lnSpc>
                <a:spcPct val="100000"/>
              </a:lnSpc>
              <a:spcBef>
                <a:spcPts val="900"/>
              </a:spcBef>
            </a:pPr>
            <a:r>
              <a:rPr sz="1000" dirty="0">
                <a:solidFill>
                  <a:srgbClr val="231F20"/>
                </a:solidFill>
                <a:latin typeface="Arial"/>
                <a:cs typeface="Arial"/>
              </a:rPr>
              <a:t>Although</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children</a:t>
            </a:r>
            <a:r>
              <a:rPr sz="1000" spc="30" dirty="0">
                <a:solidFill>
                  <a:srgbClr val="231F20"/>
                </a:solidFill>
                <a:latin typeface="Arial"/>
                <a:cs typeface="Arial"/>
              </a:rPr>
              <a:t> </a:t>
            </a:r>
            <a:r>
              <a:rPr sz="1000" dirty="0">
                <a:solidFill>
                  <a:srgbClr val="231F20"/>
                </a:solidFill>
                <a:latin typeface="Arial"/>
                <a:cs typeface="Arial"/>
              </a:rPr>
              <a:t>lacked</a:t>
            </a:r>
            <a:r>
              <a:rPr sz="1000" spc="35" dirty="0">
                <a:solidFill>
                  <a:srgbClr val="231F20"/>
                </a:solidFill>
                <a:latin typeface="Arial"/>
                <a:cs typeface="Arial"/>
              </a:rPr>
              <a:t> </a:t>
            </a:r>
            <a:r>
              <a:rPr sz="1000" dirty="0">
                <a:solidFill>
                  <a:srgbClr val="231F20"/>
                </a:solidFill>
                <a:latin typeface="Arial"/>
                <a:cs typeface="Arial"/>
              </a:rPr>
              <a:t>time</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spend</a:t>
            </a:r>
            <a:r>
              <a:rPr sz="1000" spc="35" dirty="0">
                <a:solidFill>
                  <a:srgbClr val="231F20"/>
                </a:solidFill>
                <a:latin typeface="Arial"/>
                <a:cs typeface="Arial"/>
              </a:rPr>
              <a:t> </a:t>
            </a:r>
            <a:r>
              <a:rPr sz="1000" dirty="0">
                <a:solidFill>
                  <a:srgbClr val="231F20"/>
                </a:solidFill>
                <a:latin typeface="Arial"/>
                <a:cs typeface="Arial"/>
              </a:rPr>
              <a:t>together</a:t>
            </a:r>
            <a:r>
              <a:rPr sz="1000" spc="3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person,</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full</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rich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interactive </a:t>
            </a:r>
            <a:r>
              <a:rPr sz="1000" dirty="0">
                <a:solidFill>
                  <a:srgbClr val="231F20"/>
                </a:solidFill>
                <a:latin typeface="Arial"/>
                <a:cs typeface="Arial"/>
              </a:rPr>
              <a:t>learning</a:t>
            </a:r>
            <a:r>
              <a:rPr sz="1000" spc="5" dirty="0">
                <a:solidFill>
                  <a:srgbClr val="231F20"/>
                </a:solidFill>
                <a:latin typeface="Arial"/>
                <a:cs typeface="Arial"/>
              </a:rPr>
              <a:t> </a:t>
            </a:r>
            <a:r>
              <a:rPr sz="1000" spc="-10" dirty="0">
                <a:solidFill>
                  <a:srgbClr val="231F20"/>
                </a:solidFill>
                <a:latin typeface="Arial"/>
                <a:cs typeface="Arial"/>
              </a:rPr>
              <a:t>opportunities.</a:t>
            </a:r>
            <a:endParaRPr sz="1000">
              <a:latin typeface="Arial"/>
              <a:cs typeface="Arial"/>
            </a:endParaRPr>
          </a:p>
          <a:p>
            <a:pPr marL="12700" marR="97790">
              <a:lnSpc>
                <a:spcPct val="100000"/>
              </a:lnSpc>
              <a:spcBef>
                <a:spcPts val="900"/>
              </a:spcBef>
            </a:pP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started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Nature Scavenger</a:t>
            </a:r>
            <a:r>
              <a:rPr sz="1000" spc="-25" dirty="0">
                <a:solidFill>
                  <a:srgbClr val="231F20"/>
                </a:solidFill>
                <a:latin typeface="Arial"/>
                <a:cs typeface="Arial"/>
              </a:rPr>
              <a:t> </a:t>
            </a:r>
            <a:r>
              <a:rPr sz="1000" dirty="0">
                <a:solidFill>
                  <a:srgbClr val="231F20"/>
                </a:solidFill>
                <a:latin typeface="Arial"/>
                <a:cs typeface="Arial"/>
              </a:rPr>
              <a:t>Hunt</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various</a:t>
            </a:r>
            <a:r>
              <a:rPr sz="1000" spc="-25" dirty="0">
                <a:solidFill>
                  <a:srgbClr val="231F20"/>
                </a:solidFill>
                <a:latin typeface="Arial"/>
                <a:cs typeface="Arial"/>
              </a:rPr>
              <a:t> </a:t>
            </a:r>
            <a:r>
              <a:rPr sz="1000" dirty="0">
                <a:solidFill>
                  <a:srgbClr val="231F20"/>
                </a:solidFill>
                <a:latin typeface="Arial"/>
                <a:cs typeface="Arial"/>
              </a:rPr>
              <a:t>nature</a:t>
            </a:r>
            <a:r>
              <a:rPr sz="1000" spc="-20" dirty="0">
                <a:solidFill>
                  <a:srgbClr val="231F20"/>
                </a:solidFill>
                <a:latin typeface="Arial"/>
                <a:cs typeface="Arial"/>
              </a:rPr>
              <a:t> </a:t>
            </a:r>
            <a:r>
              <a:rPr sz="1000" dirty="0">
                <a:solidFill>
                  <a:srgbClr val="231F20"/>
                </a:solidFill>
                <a:latin typeface="Arial"/>
                <a:cs typeface="Arial"/>
              </a:rPr>
              <a:t>trails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parks</a:t>
            </a:r>
            <a:r>
              <a:rPr sz="1000" spc="-20" dirty="0">
                <a:solidFill>
                  <a:srgbClr val="231F20"/>
                </a:solidFill>
                <a:latin typeface="Arial"/>
                <a:cs typeface="Arial"/>
              </a:rPr>
              <a:t> </a:t>
            </a:r>
            <a:r>
              <a:rPr sz="1000" spc="-10" dirty="0">
                <a:solidFill>
                  <a:srgbClr val="231F20"/>
                </a:solidFill>
                <a:latin typeface="Arial"/>
                <a:cs typeface="Arial"/>
              </a:rPr>
              <a:t>around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area.</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able to</a:t>
            </a:r>
            <a:r>
              <a:rPr sz="1000" spc="-5" dirty="0">
                <a:solidFill>
                  <a:srgbClr val="231F20"/>
                </a:solidFill>
                <a:latin typeface="Arial"/>
                <a:cs typeface="Arial"/>
              </a:rPr>
              <a:t> </a:t>
            </a:r>
            <a:r>
              <a:rPr sz="1000" dirty="0">
                <a:solidFill>
                  <a:srgbClr val="231F20"/>
                </a:solidFill>
                <a:latin typeface="Arial"/>
                <a:cs typeface="Arial"/>
              </a:rPr>
              <a:t>learn</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10" dirty="0">
                <a:solidFill>
                  <a:srgbClr val="231F20"/>
                </a:solidFill>
                <a:latin typeface="Arial"/>
                <a:cs typeface="Arial"/>
              </a:rPr>
              <a:t>animals, </a:t>
            </a:r>
            <a:r>
              <a:rPr sz="1000" dirty="0">
                <a:solidFill>
                  <a:srgbClr val="231F20"/>
                </a:solidFill>
                <a:latin typeface="Arial"/>
                <a:cs typeface="Arial"/>
              </a:rPr>
              <a:t>insects,</a:t>
            </a:r>
            <a:r>
              <a:rPr sz="1000" spc="-5" dirty="0">
                <a:solidFill>
                  <a:srgbClr val="231F20"/>
                </a:solidFill>
                <a:latin typeface="Arial"/>
                <a:cs typeface="Arial"/>
              </a:rPr>
              <a:t> </a:t>
            </a:r>
            <a:r>
              <a:rPr sz="1000" dirty="0">
                <a:solidFill>
                  <a:srgbClr val="231F20"/>
                </a:solidFill>
                <a:latin typeface="Arial"/>
                <a:cs typeface="Arial"/>
              </a:rPr>
              <a:t>foliage,</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environment</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spc="-10" dirty="0">
                <a:solidFill>
                  <a:srgbClr val="231F20"/>
                </a:solidFill>
                <a:latin typeface="Arial"/>
                <a:cs typeface="Arial"/>
              </a:rPr>
              <a:t>surrounds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objective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encourage</a:t>
            </a:r>
            <a:endParaRPr sz="1000">
              <a:latin typeface="Arial"/>
              <a:cs typeface="Arial"/>
            </a:endParaRPr>
          </a:p>
        </p:txBody>
      </p:sp>
      <p:sp>
        <p:nvSpPr>
          <p:cNvPr id="5" name="object 5"/>
          <p:cNvSpPr txBox="1">
            <a:spLocks noGrp="1"/>
          </p:cNvSpPr>
          <p:nvPr>
            <p:ph type="sldNum" sz="quarter" idx="7"/>
          </p:nvPr>
        </p:nvSpPr>
        <p:spPr>
          <a:xfrm>
            <a:off x="7067294" y="9529590"/>
            <a:ext cx="26187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2</a:t>
            </a:r>
            <a:endParaRPr spc="-25" dirty="0"/>
          </a:p>
        </p:txBody>
      </p:sp>
      <p:sp>
        <p:nvSpPr>
          <p:cNvPr id="3" name="object 3"/>
          <p:cNvSpPr txBox="1"/>
          <p:nvPr/>
        </p:nvSpPr>
        <p:spPr>
          <a:xfrm>
            <a:off x="4016375" y="2012175"/>
            <a:ext cx="3312795" cy="7150100"/>
          </a:xfrm>
          <a:prstGeom prst="rect">
            <a:avLst/>
          </a:prstGeom>
        </p:spPr>
        <p:txBody>
          <a:bodyPr vert="horz" wrap="square" lIns="0" tIns="12700" rIns="0" bIns="0" rtlCol="0">
            <a:spAutoFit/>
          </a:bodyPr>
          <a:lstStyle/>
          <a:p>
            <a:pPr marL="12700" marR="62230">
              <a:lnSpc>
                <a:spcPct val="100000"/>
              </a:lnSpc>
              <a:spcBef>
                <a:spcPts val="100"/>
              </a:spcBef>
            </a:pPr>
            <a:r>
              <a:rPr sz="1000" dirty="0">
                <a:solidFill>
                  <a:srgbClr val="231F20"/>
                </a:solidFill>
                <a:latin typeface="Arial"/>
                <a:cs typeface="Arial"/>
              </a:rPr>
              <a:t>physical</a:t>
            </a:r>
            <a:r>
              <a:rPr sz="1000" spc="-15" dirty="0">
                <a:solidFill>
                  <a:srgbClr val="231F20"/>
                </a:solidFill>
                <a:latin typeface="Arial"/>
                <a:cs typeface="Arial"/>
              </a:rPr>
              <a:t> </a:t>
            </a:r>
            <a:r>
              <a:rPr sz="1000" dirty="0">
                <a:solidFill>
                  <a:srgbClr val="231F20"/>
                </a:solidFill>
                <a:latin typeface="Arial"/>
                <a:cs typeface="Arial"/>
              </a:rPr>
              <a:t>exercise</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expose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nature. </a:t>
            </a:r>
            <a:r>
              <a:rPr sz="1000" spc="-20" dirty="0">
                <a:solidFill>
                  <a:srgbClr val="231F20"/>
                </a:solidFill>
                <a:latin typeface="Arial"/>
                <a:cs typeface="Arial"/>
              </a:rPr>
              <a:t>2020</a:t>
            </a:r>
            <a:r>
              <a:rPr sz="1000" spc="50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important</a:t>
            </a:r>
            <a:r>
              <a:rPr sz="1000" spc="-5" dirty="0">
                <a:solidFill>
                  <a:srgbClr val="231F20"/>
                </a:solidFill>
                <a:latin typeface="Arial"/>
                <a:cs typeface="Arial"/>
              </a:rPr>
              <a:t> </a:t>
            </a:r>
            <a:r>
              <a:rPr sz="1000" dirty="0">
                <a:solidFill>
                  <a:srgbClr val="231F20"/>
                </a:solidFill>
                <a:latin typeface="Arial"/>
                <a:cs typeface="Arial"/>
              </a:rPr>
              <a:t>election</a:t>
            </a:r>
            <a:r>
              <a:rPr sz="1000" spc="-10" dirty="0">
                <a:solidFill>
                  <a:srgbClr val="231F20"/>
                </a:solidFill>
                <a:latin typeface="Arial"/>
                <a:cs typeface="Arial"/>
              </a:rPr>
              <a:t> </a:t>
            </a:r>
            <a:r>
              <a:rPr sz="1000" spc="-2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so</a:t>
            </a:r>
            <a:r>
              <a:rPr sz="1000" spc="-5" dirty="0">
                <a:solidFill>
                  <a:srgbClr val="231F20"/>
                </a:solidFill>
                <a:latin typeface="Arial"/>
                <a:cs typeface="Arial"/>
              </a:rPr>
              <a:t> </a:t>
            </a:r>
            <a:r>
              <a:rPr sz="1000" dirty="0">
                <a:solidFill>
                  <a:srgbClr val="231F20"/>
                </a:solidFill>
                <a:latin typeface="Arial"/>
                <a:cs typeface="Arial"/>
              </a:rPr>
              <a:t>it</a:t>
            </a:r>
            <a:r>
              <a:rPr sz="1000" spc="-10"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only</a:t>
            </a:r>
            <a:r>
              <a:rPr sz="1000" spc="-5" dirty="0">
                <a:solidFill>
                  <a:srgbClr val="231F20"/>
                </a:solidFill>
                <a:latin typeface="Arial"/>
                <a:cs typeface="Arial"/>
              </a:rPr>
              <a:t> </a:t>
            </a:r>
            <a:r>
              <a:rPr sz="1000" spc="-10" dirty="0">
                <a:solidFill>
                  <a:srgbClr val="231F20"/>
                </a:solidFill>
                <a:latin typeface="Arial"/>
                <a:cs typeface="Arial"/>
              </a:rPr>
              <a:t>appropriate </a:t>
            </a:r>
            <a:r>
              <a:rPr sz="1000" dirty="0">
                <a:solidFill>
                  <a:srgbClr val="231F20"/>
                </a:solidFill>
                <a:latin typeface="Arial"/>
                <a:cs typeface="Arial"/>
              </a:rPr>
              <a:t>that</a:t>
            </a:r>
            <a:r>
              <a:rPr sz="1000" spc="-20" dirty="0">
                <a:solidFill>
                  <a:srgbClr val="231F20"/>
                </a:solidFill>
                <a:latin typeface="Arial"/>
                <a:cs typeface="Arial"/>
              </a:rPr>
              <a:t> </a:t>
            </a: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4</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Election</a:t>
            </a:r>
            <a:r>
              <a:rPr sz="1000" spc="-20" dirty="0">
                <a:solidFill>
                  <a:srgbClr val="231F20"/>
                </a:solidFill>
                <a:latin typeface="Arial"/>
                <a:cs typeface="Arial"/>
              </a:rPr>
              <a:t> Day</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spc="-10" dirty="0">
                <a:solidFill>
                  <a:srgbClr val="231F20"/>
                </a:solidFill>
                <a:latin typeface="Arial"/>
                <a:cs typeface="Arial"/>
              </a:rPr>
              <a:t>October</a:t>
            </a:r>
            <a:endParaRPr sz="1000">
              <a:latin typeface="Arial"/>
              <a:cs typeface="Arial"/>
            </a:endParaRPr>
          </a:p>
          <a:p>
            <a:pPr marL="12700" marR="5715">
              <a:lnSpc>
                <a:spcPct val="100000"/>
              </a:lnSpc>
            </a:pPr>
            <a:r>
              <a:rPr sz="1000" dirty="0">
                <a:solidFill>
                  <a:srgbClr val="231F20"/>
                </a:solidFill>
                <a:latin typeface="Arial"/>
                <a:cs typeface="Arial"/>
              </a:rPr>
              <a:t>4,</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boys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girls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spc="-20" dirty="0">
                <a:solidFill>
                  <a:srgbClr val="231F20"/>
                </a:solidFill>
                <a:latin typeface="Arial"/>
                <a:cs typeface="Arial"/>
              </a:rPr>
              <a:t>elect</a:t>
            </a:r>
            <a:r>
              <a:rPr sz="1000" spc="50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President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United</a:t>
            </a:r>
            <a:r>
              <a:rPr sz="1000" spc="-10" dirty="0">
                <a:solidFill>
                  <a:srgbClr val="231F20"/>
                </a:solidFill>
                <a:latin typeface="Arial"/>
                <a:cs typeface="Arial"/>
              </a:rPr>
              <a:t> </a:t>
            </a:r>
            <a:r>
              <a:rPr sz="1000" spc="-20" dirty="0">
                <a:solidFill>
                  <a:srgbClr val="231F20"/>
                </a:solidFill>
                <a:latin typeface="Arial"/>
                <a:cs typeface="Arial"/>
              </a:rPr>
              <a:t>States.</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became</a:t>
            </a:r>
            <a:r>
              <a:rPr sz="1000" spc="-5" dirty="0">
                <a:solidFill>
                  <a:srgbClr val="231F20"/>
                </a:solidFill>
                <a:latin typeface="Arial"/>
                <a:cs typeface="Arial"/>
              </a:rPr>
              <a:t> </a:t>
            </a:r>
            <a:r>
              <a:rPr sz="1000" spc="-10" dirty="0">
                <a:solidFill>
                  <a:srgbClr val="231F20"/>
                </a:solidFill>
                <a:latin typeface="Arial"/>
                <a:cs typeface="Arial"/>
              </a:rPr>
              <a:t>electors </a:t>
            </a:r>
            <a:r>
              <a:rPr sz="1000" dirty="0">
                <a:solidFill>
                  <a:srgbClr val="231F20"/>
                </a:solidFill>
                <a:latin typeface="Arial"/>
                <a:cs typeface="Arial"/>
              </a:rPr>
              <a:t>themselves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own</a:t>
            </a:r>
            <a:r>
              <a:rPr sz="1000" spc="-5" dirty="0">
                <a:solidFill>
                  <a:srgbClr val="231F20"/>
                </a:solidFill>
                <a:latin typeface="Arial"/>
                <a:cs typeface="Arial"/>
              </a:rPr>
              <a:t> </a:t>
            </a:r>
            <a:r>
              <a:rPr sz="1000" spc="-10" dirty="0">
                <a:solidFill>
                  <a:srgbClr val="231F20"/>
                </a:solidFill>
                <a:latin typeface="Arial"/>
                <a:cs typeface="Arial"/>
              </a:rPr>
              <a:t>Presidential</a:t>
            </a:r>
            <a:r>
              <a:rPr sz="1000" spc="-5" dirty="0">
                <a:solidFill>
                  <a:srgbClr val="231F20"/>
                </a:solidFill>
                <a:latin typeface="Arial"/>
                <a:cs typeface="Arial"/>
              </a:rPr>
              <a:t> </a:t>
            </a:r>
            <a:r>
              <a:rPr sz="1000" dirty="0">
                <a:solidFill>
                  <a:srgbClr val="231F20"/>
                </a:solidFill>
                <a:latin typeface="Arial"/>
                <a:cs typeface="Arial"/>
              </a:rPr>
              <a:t>Election!</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objective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this</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familiarize</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elections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civic</a:t>
            </a:r>
            <a:r>
              <a:rPr sz="1000" spc="10" dirty="0">
                <a:solidFill>
                  <a:srgbClr val="231F20"/>
                </a:solidFill>
                <a:latin typeface="Arial"/>
                <a:cs typeface="Arial"/>
              </a:rPr>
              <a:t> </a:t>
            </a:r>
            <a:r>
              <a:rPr sz="1000" dirty="0">
                <a:solidFill>
                  <a:srgbClr val="231F20"/>
                </a:solidFill>
                <a:latin typeface="Arial"/>
                <a:cs typeface="Arial"/>
              </a:rPr>
              <a:t>engagement.</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benefited</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activity</a:t>
            </a:r>
            <a:r>
              <a:rPr sz="1000" spc="40" dirty="0">
                <a:solidFill>
                  <a:srgbClr val="231F20"/>
                </a:solidFill>
                <a:latin typeface="Arial"/>
                <a:cs typeface="Arial"/>
              </a:rPr>
              <a:t> </a:t>
            </a:r>
            <a:r>
              <a:rPr sz="1000" dirty="0">
                <a:solidFill>
                  <a:srgbClr val="231F20"/>
                </a:solidFill>
                <a:latin typeface="Arial"/>
                <a:cs typeface="Arial"/>
              </a:rPr>
              <a:t>by</a:t>
            </a:r>
            <a:r>
              <a:rPr sz="1000" spc="40" dirty="0">
                <a:solidFill>
                  <a:srgbClr val="231F20"/>
                </a:solidFill>
                <a:latin typeface="Arial"/>
                <a:cs typeface="Arial"/>
              </a:rPr>
              <a:t> </a:t>
            </a:r>
            <a:r>
              <a:rPr sz="1000" dirty="0">
                <a:solidFill>
                  <a:srgbClr val="231F20"/>
                </a:solidFill>
                <a:latin typeface="Arial"/>
                <a:cs typeface="Arial"/>
              </a:rPr>
              <a:t>expanding</a:t>
            </a:r>
            <a:r>
              <a:rPr sz="1000" spc="40" dirty="0">
                <a:solidFill>
                  <a:srgbClr val="231F20"/>
                </a:solidFill>
                <a:latin typeface="Arial"/>
                <a:cs typeface="Arial"/>
              </a:rPr>
              <a:t> </a:t>
            </a:r>
            <a:r>
              <a:rPr sz="1000" dirty="0">
                <a:solidFill>
                  <a:srgbClr val="231F20"/>
                </a:solidFill>
                <a:latin typeface="Arial"/>
                <a:cs typeface="Arial"/>
              </a:rPr>
              <a:t>their</a:t>
            </a:r>
            <a:r>
              <a:rPr sz="1000" spc="45" dirty="0">
                <a:solidFill>
                  <a:srgbClr val="231F20"/>
                </a:solidFill>
                <a:latin typeface="Arial"/>
                <a:cs typeface="Arial"/>
              </a:rPr>
              <a:t> </a:t>
            </a:r>
            <a:r>
              <a:rPr sz="1000" dirty="0">
                <a:solidFill>
                  <a:srgbClr val="231F20"/>
                </a:solidFill>
                <a:latin typeface="Arial"/>
                <a:cs typeface="Arial"/>
              </a:rPr>
              <a:t>knowledge</a:t>
            </a:r>
            <a:r>
              <a:rPr sz="1000" spc="40" dirty="0">
                <a:solidFill>
                  <a:srgbClr val="231F20"/>
                </a:solidFill>
                <a:latin typeface="Arial"/>
                <a:cs typeface="Arial"/>
              </a:rPr>
              <a:t> </a:t>
            </a:r>
            <a:r>
              <a:rPr sz="1000" dirty="0">
                <a:solidFill>
                  <a:srgbClr val="231F20"/>
                </a:solidFill>
                <a:latin typeface="Arial"/>
                <a:cs typeface="Arial"/>
              </a:rPr>
              <a:t>of</a:t>
            </a:r>
            <a:r>
              <a:rPr sz="1000" spc="40" dirty="0">
                <a:solidFill>
                  <a:srgbClr val="231F20"/>
                </a:solidFill>
                <a:latin typeface="Arial"/>
                <a:cs typeface="Arial"/>
              </a:rPr>
              <a:t> </a:t>
            </a:r>
            <a:r>
              <a:rPr sz="1000" dirty="0">
                <a:solidFill>
                  <a:srgbClr val="231F20"/>
                </a:solidFill>
                <a:latin typeface="Arial"/>
                <a:cs typeface="Arial"/>
              </a:rPr>
              <a:t>the</a:t>
            </a:r>
            <a:r>
              <a:rPr sz="1000" spc="40" dirty="0">
                <a:solidFill>
                  <a:srgbClr val="231F20"/>
                </a:solidFill>
                <a:latin typeface="Arial"/>
                <a:cs typeface="Arial"/>
              </a:rPr>
              <a:t> </a:t>
            </a:r>
            <a:r>
              <a:rPr sz="1000" spc="-10" dirty="0">
                <a:solidFill>
                  <a:srgbClr val="231F20"/>
                </a:solidFill>
                <a:latin typeface="Arial"/>
                <a:cs typeface="Arial"/>
              </a:rPr>
              <a:t>democratic process.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 </a:t>
            </a:r>
            <a:r>
              <a:rPr sz="1000" spc="-25" dirty="0">
                <a:solidFill>
                  <a:srgbClr val="231F20"/>
                </a:solidFill>
                <a:latin typeface="Arial"/>
                <a:cs typeface="Arial"/>
              </a:rPr>
              <a:t>an </a:t>
            </a:r>
            <a:r>
              <a:rPr sz="1000" dirty="0">
                <a:solidFill>
                  <a:srgbClr val="231F20"/>
                </a:solidFill>
                <a:latin typeface="Arial"/>
                <a:cs typeface="Arial"/>
              </a:rPr>
              <a:t>improvisation</a:t>
            </a:r>
            <a:r>
              <a:rPr sz="1000" spc="-10" dirty="0">
                <a:solidFill>
                  <a:srgbClr val="231F20"/>
                </a:solidFill>
                <a:latin typeface="Arial"/>
                <a:cs typeface="Arial"/>
              </a:rPr>
              <a:t> </a:t>
            </a:r>
            <a:r>
              <a:rPr sz="1000" spc="-20" dirty="0">
                <a:solidFill>
                  <a:srgbClr val="231F20"/>
                </a:solidFill>
                <a:latin typeface="Arial"/>
                <a:cs typeface="Arial"/>
              </a:rPr>
              <a:t>class,</a:t>
            </a:r>
            <a:r>
              <a:rPr sz="1000" spc="-10" dirty="0">
                <a:solidFill>
                  <a:srgbClr val="231F20"/>
                </a:solidFill>
                <a:latin typeface="Arial"/>
                <a:cs typeface="Arial"/>
              </a:rPr>
              <a:t> </a:t>
            </a:r>
            <a:r>
              <a:rPr sz="1000" dirty="0">
                <a:solidFill>
                  <a:srgbClr val="231F20"/>
                </a:solidFill>
                <a:latin typeface="Arial"/>
                <a:cs typeface="Arial"/>
              </a:rPr>
              <a:t>presented</a:t>
            </a:r>
            <a:r>
              <a:rPr sz="1000" spc="-10"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professional</a:t>
            </a:r>
            <a:r>
              <a:rPr sz="1000" spc="-10" dirty="0">
                <a:solidFill>
                  <a:srgbClr val="231F20"/>
                </a:solidFill>
                <a:latin typeface="Arial"/>
                <a:cs typeface="Arial"/>
              </a:rPr>
              <a:t> acting </a:t>
            </a:r>
            <a:r>
              <a:rPr sz="1000" dirty="0">
                <a:solidFill>
                  <a:srgbClr val="231F20"/>
                </a:solidFill>
                <a:latin typeface="Arial"/>
                <a:cs typeface="Arial"/>
              </a:rPr>
              <a:t>instructor</a:t>
            </a:r>
            <a:r>
              <a:rPr sz="1000" spc="-15" dirty="0">
                <a:solidFill>
                  <a:srgbClr val="231F20"/>
                </a:solidFill>
                <a:latin typeface="Arial"/>
                <a:cs typeface="Arial"/>
              </a:rPr>
              <a:t> </a:t>
            </a:r>
            <a:r>
              <a:rPr sz="1000" dirty="0">
                <a:solidFill>
                  <a:srgbClr val="231F20"/>
                </a:solidFill>
                <a:latin typeface="Arial"/>
                <a:cs typeface="Arial"/>
              </a:rPr>
              <a:t>from</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Imagination</a:t>
            </a:r>
            <a:r>
              <a:rPr sz="1000" spc="-10" dirty="0">
                <a:solidFill>
                  <a:srgbClr val="231F20"/>
                </a:solidFill>
                <a:latin typeface="Arial"/>
                <a:cs typeface="Arial"/>
              </a:rPr>
              <a:t> </a:t>
            </a:r>
            <a:r>
              <a:rPr sz="1000" dirty="0">
                <a:solidFill>
                  <a:srgbClr val="231F20"/>
                </a:solidFill>
                <a:latin typeface="Arial"/>
                <a:cs typeface="Arial"/>
              </a:rPr>
              <a:t>Stage</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special</a:t>
            </a:r>
            <a:r>
              <a:rPr sz="1000" spc="-15" dirty="0">
                <a:solidFill>
                  <a:srgbClr val="231F20"/>
                </a:solidFill>
                <a:latin typeface="Arial"/>
                <a:cs typeface="Arial"/>
              </a:rPr>
              <a:t> </a:t>
            </a:r>
            <a:r>
              <a:rPr sz="1000" spc="-20" dirty="0">
                <a:solidFill>
                  <a:srgbClr val="231F20"/>
                </a:solidFill>
                <a:latin typeface="Arial"/>
                <a:cs typeface="Arial"/>
              </a:rPr>
              <a:t>guest </a:t>
            </a:r>
            <a:r>
              <a:rPr sz="1000" dirty="0">
                <a:solidFill>
                  <a:srgbClr val="231F20"/>
                </a:solidFill>
                <a:latin typeface="Arial"/>
                <a:cs typeface="Arial"/>
              </a:rPr>
              <a:t>actress</a:t>
            </a:r>
            <a:r>
              <a:rPr sz="1000" spc="-40" dirty="0">
                <a:solidFill>
                  <a:srgbClr val="231F20"/>
                </a:solidFill>
                <a:latin typeface="Arial"/>
                <a:cs typeface="Arial"/>
              </a:rPr>
              <a:t> </a:t>
            </a:r>
            <a:r>
              <a:rPr sz="1000" dirty="0">
                <a:solidFill>
                  <a:srgbClr val="231F20"/>
                </a:solidFill>
                <a:latin typeface="Arial"/>
                <a:cs typeface="Arial"/>
              </a:rPr>
              <a:t>from</a:t>
            </a:r>
            <a:r>
              <a:rPr sz="1000" spc="-35" dirty="0">
                <a:solidFill>
                  <a:srgbClr val="231F20"/>
                </a:solidFill>
                <a:latin typeface="Arial"/>
                <a:cs typeface="Arial"/>
              </a:rPr>
              <a:t> </a:t>
            </a:r>
            <a:r>
              <a:rPr sz="1000" dirty="0">
                <a:solidFill>
                  <a:srgbClr val="231F20"/>
                </a:solidFill>
                <a:latin typeface="Arial"/>
                <a:cs typeface="Arial"/>
              </a:rPr>
              <a:t>The</a:t>
            </a:r>
            <a:r>
              <a:rPr sz="1000" spc="-40" dirty="0">
                <a:solidFill>
                  <a:srgbClr val="231F20"/>
                </a:solidFill>
                <a:latin typeface="Arial"/>
                <a:cs typeface="Arial"/>
              </a:rPr>
              <a:t> </a:t>
            </a:r>
            <a:r>
              <a:rPr sz="1000" dirty="0">
                <a:solidFill>
                  <a:srgbClr val="231F20"/>
                </a:solidFill>
                <a:latin typeface="Arial"/>
                <a:cs typeface="Arial"/>
              </a:rPr>
              <a:t>Chi</a:t>
            </a:r>
            <a:r>
              <a:rPr sz="1000" spc="-35"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Second</a:t>
            </a:r>
            <a:r>
              <a:rPr sz="1000" spc="-40" dirty="0">
                <a:solidFill>
                  <a:srgbClr val="231F20"/>
                </a:solidFill>
                <a:latin typeface="Arial"/>
                <a:cs typeface="Arial"/>
              </a:rPr>
              <a:t> </a:t>
            </a:r>
            <a:r>
              <a:rPr sz="1000" dirty="0">
                <a:solidFill>
                  <a:srgbClr val="231F20"/>
                </a:solidFill>
                <a:latin typeface="Arial"/>
                <a:cs typeface="Arial"/>
              </a:rPr>
              <a:t>City</a:t>
            </a:r>
            <a:r>
              <a:rPr sz="1000" spc="-35" dirty="0">
                <a:solidFill>
                  <a:srgbClr val="231F20"/>
                </a:solidFill>
                <a:latin typeface="Arial"/>
                <a:cs typeface="Arial"/>
              </a:rPr>
              <a:t> </a:t>
            </a:r>
            <a:r>
              <a:rPr sz="1000" spc="-10" dirty="0">
                <a:solidFill>
                  <a:srgbClr val="231F20"/>
                </a:solidFill>
                <a:latin typeface="Arial"/>
                <a:cs typeface="Arial"/>
              </a:rPr>
              <a:t>Improvisation Group.</a:t>
            </a:r>
            <a:r>
              <a:rPr sz="1000" spc="-5" dirty="0">
                <a:solidFill>
                  <a:srgbClr val="231F20"/>
                </a:solidFill>
                <a:latin typeface="Arial"/>
                <a:cs typeface="Arial"/>
              </a:rPr>
              <a:t> </a:t>
            </a:r>
            <a:r>
              <a:rPr sz="1000" dirty="0">
                <a:solidFill>
                  <a:srgbClr val="231F20"/>
                </a:solidFill>
                <a:latin typeface="Arial"/>
                <a:cs typeface="Arial"/>
              </a:rPr>
              <a:t>The objective of the </a:t>
            </a:r>
            <a:r>
              <a:rPr sz="1000" spc="-10" dirty="0">
                <a:solidFill>
                  <a:srgbClr val="231F20"/>
                </a:solidFill>
                <a:latin typeface="Arial"/>
                <a:cs typeface="Arial"/>
              </a:rPr>
              <a:t>class</a:t>
            </a:r>
            <a:r>
              <a:rPr sz="1000" dirty="0">
                <a:solidFill>
                  <a:srgbClr val="231F20"/>
                </a:solidFill>
                <a:latin typeface="Arial"/>
                <a:cs typeface="Arial"/>
              </a:rPr>
              <a:t> was to challenge </a:t>
            </a:r>
            <a:r>
              <a:rPr sz="1000" spc="-25" dirty="0">
                <a:solidFill>
                  <a:srgbClr val="231F20"/>
                </a:solidFill>
                <a:latin typeface="Arial"/>
                <a:cs typeface="Arial"/>
              </a:rPr>
              <a:t>the </a:t>
            </a:r>
            <a:r>
              <a:rPr sz="1000" dirty="0">
                <a:solidFill>
                  <a:srgbClr val="231F20"/>
                </a:solidFill>
                <a:latin typeface="Arial"/>
                <a:cs typeface="Arial"/>
              </a:rPr>
              <a:t>youth</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think</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feet</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tap</a:t>
            </a:r>
            <a:r>
              <a:rPr sz="1000" spc="15" dirty="0">
                <a:solidFill>
                  <a:srgbClr val="231F20"/>
                </a:solidFill>
                <a:latin typeface="Arial"/>
                <a:cs typeface="Arial"/>
              </a:rPr>
              <a:t> </a:t>
            </a:r>
            <a:r>
              <a:rPr sz="1000" dirty="0">
                <a:solidFill>
                  <a:srgbClr val="231F20"/>
                </a:solidFill>
                <a:latin typeface="Arial"/>
                <a:cs typeface="Arial"/>
              </a:rPr>
              <a:t>into</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creative</a:t>
            </a:r>
            <a:r>
              <a:rPr sz="1000" spc="15" dirty="0">
                <a:solidFill>
                  <a:srgbClr val="231F20"/>
                </a:solidFill>
                <a:latin typeface="Arial"/>
                <a:cs typeface="Arial"/>
              </a:rPr>
              <a:t> </a:t>
            </a:r>
            <a:r>
              <a:rPr sz="1000" spc="-20" dirty="0">
                <a:solidFill>
                  <a:srgbClr val="231F20"/>
                </a:solidFill>
                <a:latin typeface="Arial"/>
                <a:cs typeface="Arial"/>
              </a:rPr>
              <a:t>side.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benefited</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because</a:t>
            </a:r>
            <a:r>
              <a:rPr sz="1000" spc="10" dirty="0">
                <a:solidFill>
                  <a:srgbClr val="231F20"/>
                </a:solidFill>
                <a:latin typeface="Arial"/>
                <a:cs typeface="Arial"/>
              </a:rPr>
              <a:t> </a:t>
            </a:r>
            <a:r>
              <a:rPr sz="1000" dirty="0">
                <a:solidFill>
                  <a:srgbClr val="231F20"/>
                </a:solidFill>
                <a:latin typeface="Arial"/>
                <a:cs typeface="Arial"/>
              </a:rPr>
              <a:t>it</a:t>
            </a:r>
            <a:r>
              <a:rPr sz="1000" spc="10" dirty="0">
                <a:solidFill>
                  <a:srgbClr val="231F20"/>
                </a:solidFill>
                <a:latin typeface="Arial"/>
                <a:cs typeface="Arial"/>
              </a:rPr>
              <a:t> </a:t>
            </a:r>
            <a:r>
              <a:rPr sz="1000" spc="-10" dirty="0">
                <a:solidFill>
                  <a:srgbClr val="231F20"/>
                </a:solidFill>
                <a:latin typeface="Arial"/>
                <a:cs typeface="Arial"/>
              </a:rPr>
              <a:t>encouraged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develop</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dirty="0">
                <a:solidFill>
                  <a:srgbClr val="231F20"/>
                </a:solidFill>
                <a:latin typeface="Arial"/>
                <a:cs typeface="Arial"/>
              </a:rPr>
              <a:t>speaking</a:t>
            </a:r>
            <a:r>
              <a:rPr sz="1000" spc="15" dirty="0">
                <a:solidFill>
                  <a:srgbClr val="231F20"/>
                </a:solidFill>
                <a:latin typeface="Arial"/>
                <a:cs typeface="Arial"/>
              </a:rPr>
              <a:t> </a:t>
            </a:r>
            <a:r>
              <a:rPr sz="1000" spc="-10" dirty="0">
                <a:solidFill>
                  <a:srgbClr val="231F20"/>
                </a:solidFill>
                <a:latin typeface="Arial"/>
                <a:cs typeface="Arial"/>
              </a:rPr>
              <a:t>skills.</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donated</a:t>
            </a:r>
            <a:r>
              <a:rPr sz="1000" spc="5" dirty="0">
                <a:solidFill>
                  <a:srgbClr val="231F20"/>
                </a:solidFill>
                <a:latin typeface="Arial"/>
                <a:cs typeface="Arial"/>
              </a:rPr>
              <a:t> </a:t>
            </a:r>
            <a:r>
              <a:rPr sz="1000" dirty="0">
                <a:solidFill>
                  <a:srgbClr val="231F20"/>
                </a:solidFill>
                <a:latin typeface="Arial"/>
                <a:cs typeface="Arial"/>
              </a:rPr>
              <a:t>charitable</a:t>
            </a:r>
            <a:r>
              <a:rPr sz="1000" spc="5" dirty="0">
                <a:solidFill>
                  <a:srgbClr val="231F20"/>
                </a:solidFill>
                <a:latin typeface="Arial"/>
                <a:cs typeface="Arial"/>
              </a:rPr>
              <a:t> </a:t>
            </a:r>
            <a:r>
              <a:rPr sz="1000" dirty="0">
                <a:solidFill>
                  <a:srgbClr val="231F20"/>
                </a:solidFill>
                <a:latin typeface="Arial"/>
                <a:cs typeface="Arial"/>
              </a:rPr>
              <a:t>items</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need</a:t>
            </a:r>
            <a:r>
              <a:rPr sz="1000" spc="5" dirty="0">
                <a:solidFill>
                  <a:srgbClr val="231F20"/>
                </a:solidFill>
                <a:latin typeface="Arial"/>
                <a:cs typeface="Arial"/>
              </a:rPr>
              <a:t> </a:t>
            </a:r>
            <a:r>
              <a:rPr sz="1000" spc="-10" dirty="0">
                <a:solidFill>
                  <a:srgbClr val="231F20"/>
                </a:solidFill>
                <a:latin typeface="Arial"/>
                <a:cs typeface="Arial"/>
              </a:rPr>
              <a:t>during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holiday </a:t>
            </a:r>
            <a:r>
              <a:rPr sz="1000" spc="-10" dirty="0">
                <a:solidFill>
                  <a:srgbClr val="231F20"/>
                </a:solidFill>
                <a:latin typeface="Arial"/>
                <a:cs typeface="Arial"/>
              </a:rPr>
              <a:t>season.</a:t>
            </a:r>
            <a:r>
              <a:rPr sz="1000" spc="-5" dirty="0">
                <a:solidFill>
                  <a:srgbClr val="231F20"/>
                </a:solidFill>
                <a:latin typeface="Arial"/>
                <a:cs typeface="Arial"/>
              </a:rPr>
              <a:t> </a:t>
            </a:r>
            <a:r>
              <a:rPr sz="1000" dirty="0">
                <a:solidFill>
                  <a:srgbClr val="231F20"/>
                </a:solidFill>
                <a:latin typeface="Arial"/>
                <a:cs typeface="Arial"/>
              </a:rPr>
              <a:t>The Group</a:t>
            </a:r>
            <a:r>
              <a:rPr sz="1000" spc="-5" dirty="0">
                <a:solidFill>
                  <a:srgbClr val="231F20"/>
                </a:solidFill>
                <a:latin typeface="Arial"/>
                <a:cs typeface="Arial"/>
              </a:rPr>
              <a:t> </a:t>
            </a:r>
            <a:r>
              <a:rPr sz="1000" dirty="0">
                <a:solidFill>
                  <a:srgbClr val="231F20"/>
                </a:solidFill>
                <a:latin typeface="Arial"/>
                <a:cs typeface="Arial"/>
              </a:rPr>
              <a:t>4 children</a:t>
            </a:r>
            <a:r>
              <a:rPr sz="1000" spc="-5" dirty="0">
                <a:solidFill>
                  <a:srgbClr val="231F20"/>
                </a:solidFill>
                <a:latin typeface="Arial"/>
                <a:cs typeface="Arial"/>
              </a:rPr>
              <a:t> </a:t>
            </a:r>
            <a:r>
              <a:rPr sz="1000" dirty="0">
                <a:solidFill>
                  <a:srgbClr val="231F20"/>
                </a:solidFill>
                <a:latin typeface="Arial"/>
                <a:cs typeface="Arial"/>
              </a:rPr>
              <a:t>celebrated </a:t>
            </a:r>
            <a:r>
              <a:rPr sz="1000" spc="-25" dirty="0">
                <a:solidFill>
                  <a:srgbClr val="231F20"/>
                </a:solidFill>
                <a:latin typeface="Arial"/>
                <a:cs typeface="Arial"/>
              </a:rPr>
              <a:t>the </a:t>
            </a:r>
            <a:r>
              <a:rPr sz="1000" dirty="0">
                <a:solidFill>
                  <a:srgbClr val="231F20"/>
                </a:solidFill>
                <a:latin typeface="Arial"/>
                <a:cs typeface="Arial"/>
              </a:rPr>
              <a:t>holiday </a:t>
            </a:r>
            <a:r>
              <a:rPr sz="1000" spc="-10" dirty="0">
                <a:solidFill>
                  <a:srgbClr val="231F20"/>
                </a:solidFill>
                <a:latin typeface="Arial"/>
                <a:cs typeface="Arial"/>
              </a:rPr>
              <a:t>season</a:t>
            </a:r>
            <a:r>
              <a:rPr sz="1000" dirty="0">
                <a:solidFill>
                  <a:srgbClr val="231F20"/>
                </a:solidFill>
                <a:latin typeface="Arial"/>
                <a:cs typeface="Arial"/>
              </a:rPr>
              <a:t> by</a:t>
            </a:r>
            <a:r>
              <a:rPr sz="1000" spc="5" dirty="0">
                <a:solidFill>
                  <a:srgbClr val="231F20"/>
                </a:solidFill>
                <a:latin typeface="Arial"/>
                <a:cs typeface="Arial"/>
              </a:rPr>
              <a:t> </a:t>
            </a:r>
            <a:r>
              <a:rPr sz="1000" dirty="0">
                <a:solidFill>
                  <a:srgbClr val="231F20"/>
                </a:solidFill>
                <a:latin typeface="Arial"/>
                <a:cs typeface="Arial"/>
              </a:rPr>
              <a:t>experiencing the Festival</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Lights Festival</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Merriweather</a:t>
            </a:r>
            <a:r>
              <a:rPr sz="1000" spc="-25" dirty="0">
                <a:solidFill>
                  <a:srgbClr val="231F20"/>
                </a:solidFill>
                <a:latin typeface="Arial"/>
                <a:cs typeface="Arial"/>
              </a:rPr>
              <a:t> </a:t>
            </a:r>
            <a:r>
              <a:rPr sz="1000" spc="-10" dirty="0">
                <a:solidFill>
                  <a:srgbClr val="231F20"/>
                </a:solidFill>
                <a:latin typeface="Arial"/>
                <a:cs typeface="Arial"/>
              </a:rPr>
              <a:t>Post</a:t>
            </a:r>
            <a:r>
              <a:rPr sz="1000" spc="-20" dirty="0">
                <a:solidFill>
                  <a:srgbClr val="231F20"/>
                </a:solidFill>
                <a:latin typeface="Arial"/>
                <a:cs typeface="Arial"/>
              </a:rPr>
              <a:t> </a:t>
            </a:r>
            <a:r>
              <a:rPr sz="1000" spc="-10" dirty="0">
                <a:solidFill>
                  <a:srgbClr val="231F20"/>
                </a:solidFill>
                <a:latin typeface="Arial"/>
                <a:cs typeface="Arial"/>
              </a:rPr>
              <a:t>Pavilion.</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children</a:t>
            </a:r>
            <a:endParaRPr sz="1000">
              <a:latin typeface="Arial"/>
              <a:cs typeface="Arial"/>
            </a:endParaRPr>
          </a:p>
          <a:p>
            <a:pPr marL="12700" marR="80010">
              <a:lnSpc>
                <a:spcPct val="100000"/>
              </a:lnSpc>
            </a:pP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families</a:t>
            </a:r>
            <a:r>
              <a:rPr sz="1000" spc="-1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illuminated</a:t>
            </a:r>
            <a:r>
              <a:rPr sz="1000" spc="-15" dirty="0">
                <a:solidFill>
                  <a:srgbClr val="231F20"/>
                </a:solidFill>
                <a:latin typeface="Arial"/>
                <a:cs typeface="Arial"/>
              </a:rPr>
              <a:t> </a:t>
            </a:r>
            <a:r>
              <a:rPr sz="1000" dirty="0">
                <a:solidFill>
                  <a:srgbClr val="231F20"/>
                </a:solidFill>
                <a:latin typeface="Arial"/>
                <a:cs typeface="Arial"/>
              </a:rPr>
              <a:t>displays</a:t>
            </a:r>
            <a:r>
              <a:rPr sz="1000" spc="-10" dirty="0">
                <a:solidFill>
                  <a:srgbClr val="231F20"/>
                </a:solidFill>
                <a:latin typeface="Arial"/>
                <a:cs typeface="Arial"/>
              </a:rPr>
              <a:t> as</a:t>
            </a:r>
            <a:r>
              <a:rPr sz="1000" spc="-15" dirty="0">
                <a:solidFill>
                  <a:srgbClr val="231F20"/>
                </a:solidFill>
                <a:latin typeface="Arial"/>
                <a:cs typeface="Arial"/>
              </a:rPr>
              <a:t> </a:t>
            </a:r>
            <a:r>
              <a:rPr sz="1000" dirty="0">
                <a:solidFill>
                  <a:srgbClr val="231F20"/>
                </a:solidFill>
                <a:latin typeface="Arial"/>
                <a:cs typeface="Arial"/>
              </a:rPr>
              <a:t>well</a:t>
            </a:r>
            <a:r>
              <a:rPr sz="1000" spc="-10"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exhibited</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spirit</a:t>
            </a:r>
            <a:r>
              <a:rPr sz="1000" spc="30" dirty="0">
                <a:solidFill>
                  <a:srgbClr val="231F20"/>
                </a:solidFill>
                <a:latin typeface="Arial"/>
                <a:cs typeface="Arial"/>
              </a:rPr>
              <a:t> </a:t>
            </a:r>
            <a:r>
              <a:rPr sz="1000" dirty="0">
                <a:solidFill>
                  <a:srgbClr val="231F20"/>
                </a:solidFill>
                <a:latin typeface="Arial"/>
                <a:cs typeface="Arial"/>
              </a:rPr>
              <a:t>of</a:t>
            </a:r>
            <a:r>
              <a:rPr sz="1000" spc="35" dirty="0">
                <a:solidFill>
                  <a:srgbClr val="231F20"/>
                </a:solidFill>
                <a:latin typeface="Arial"/>
                <a:cs typeface="Arial"/>
              </a:rPr>
              <a:t> </a:t>
            </a:r>
            <a:r>
              <a:rPr sz="1000" dirty="0">
                <a:solidFill>
                  <a:srgbClr val="231F20"/>
                </a:solidFill>
                <a:latin typeface="Arial"/>
                <a:cs typeface="Arial"/>
              </a:rPr>
              <a:t>giving</a:t>
            </a:r>
            <a:r>
              <a:rPr sz="1000" spc="30"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gift</a:t>
            </a:r>
            <a:r>
              <a:rPr sz="1000" spc="30" dirty="0">
                <a:solidFill>
                  <a:srgbClr val="231F20"/>
                </a:solidFill>
                <a:latin typeface="Arial"/>
                <a:cs typeface="Arial"/>
              </a:rPr>
              <a:t> </a:t>
            </a:r>
            <a:r>
              <a:rPr sz="1000" dirty="0">
                <a:solidFill>
                  <a:srgbClr val="231F20"/>
                </a:solidFill>
                <a:latin typeface="Arial"/>
                <a:cs typeface="Arial"/>
              </a:rPr>
              <a:t>card</a:t>
            </a:r>
            <a:r>
              <a:rPr sz="1000" spc="35" dirty="0">
                <a:solidFill>
                  <a:srgbClr val="231F20"/>
                </a:solidFill>
                <a:latin typeface="Arial"/>
                <a:cs typeface="Arial"/>
              </a:rPr>
              <a:t> </a:t>
            </a:r>
            <a:r>
              <a:rPr sz="1000" dirty="0">
                <a:solidFill>
                  <a:srgbClr val="231F20"/>
                </a:solidFill>
                <a:latin typeface="Arial"/>
                <a:cs typeface="Arial"/>
              </a:rPr>
              <a:t>donations</a:t>
            </a:r>
            <a:r>
              <a:rPr sz="1000" spc="3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benefit</a:t>
            </a:r>
            <a:r>
              <a:rPr sz="1000" spc="5" dirty="0">
                <a:solidFill>
                  <a:srgbClr val="231F20"/>
                </a:solidFill>
                <a:latin typeface="Arial"/>
                <a:cs typeface="Arial"/>
              </a:rPr>
              <a:t> </a:t>
            </a:r>
            <a:r>
              <a:rPr sz="1000" dirty="0">
                <a:solidFill>
                  <a:srgbClr val="231F20"/>
                </a:solidFill>
                <a:latin typeface="Arial"/>
                <a:cs typeface="Arial"/>
              </a:rPr>
              <a:t>families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need.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objective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is</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capture</a:t>
            </a:r>
            <a:r>
              <a:rPr sz="1000" spc="-5" dirty="0">
                <a:solidFill>
                  <a:srgbClr val="231F20"/>
                </a:solidFill>
                <a:latin typeface="Arial"/>
                <a:cs typeface="Arial"/>
              </a:rPr>
              <a:t> </a:t>
            </a:r>
            <a:r>
              <a:rPr sz="1000" dirty="0">
                <a:solidFill>
                  <a:srgbClr val="231F20"/>
                </a:solidFill>
                <a:latin typeface="Arial"/>
                <a:cs typeface="Arial"/>
              </a:rPr>
              <a:t>the joy</a:t>
            </a:r>
            <a:r>
              <a:rPr sz="1000" spc="-5" dirty="0">
                <a:solidFill>
                  <a:srgbClr val="231F20"/>
                </a:solidFill>
                <a:latin typeface="Arial"/>
                <a:cs typeface="Arial"/>
              </a:rPr>
              <a:t> </a:t>
            </a:r>
            <a:r>
              <a:rPr sz="1000" dirty="0">
                <a:solidFill>
                  <a:srgbClr val="231F20"/>
                </a:solidFill>
                <a:latin typeface="Arial"/>
                <a:cs typeface="Arial"/>
              </a:rPr>
              <a:t>of the holiday</a:t>
            </a:r>
            <a:r>
              <a:rPr sz="1000" spc="-5" dirty="0">
                <a:solidFill>
                  <a:srgbClr val="231F20"/>
                </a:solidFill>
                <a:latin typeface="Arial"/>
                <a:cs typeface="Arial"/>
              </a:rPr>
              <a:t> </a:t>
            </a:r>
            <a:r>
              <a:rPr sz="1000" spc="-10" dirty="0">
                <a:solidFill>
                  <a:srgbClr val="231F20"/>
                </a:solidFill>
                <a:latin typeface="Arial"/>
                <a:cs typeface="Arial"/>
              </a:rPr>
              <a:t>season</a:t>
            </a:r>
            <a:r>
              <a:rPr sz="1000" dirty="0">
                <a:solidFill>
                  <a:srgbClr val="231F20"/>
                </a:solidFill>
                <a:latin typeface="Arial"/>
                <a:cs typeface="Arial"/>
              </a:rPr>
              <a:t> and</a:t>
            </a:r>
            <a:r>
              <a:rPr sz="1000" spc="-5" dirty="0">
                <a:solidFill>
                  <a:srgbClr val="231F20"/>
                </a:solidFill>
                <a:latin typeface="Arial"/>
                <a:cs typeface="Arial"/>
              </a:rPr>
              <a:t> </a:t>
            </a:r>
            <a:r>
              <a:rPr sz="1000" dirty="0">
                <a:solidFill>
                  <a:srgbClr val="231F20"/>
                </a:solidFill>
                <a:latin typeface="Arial"/>
                <a:cs typeface="Arial"/>
              </a:rPr>
              <a:t>also </a:t>
            </a:r>
            <a:r>
              <a:rPr sz="1000" spc="-10" dirty="0">
                <a:solidFill>
                  <a:srgbClr val="231F20"/>
                </a:solidFill>
                <a:latin typeface="Arial"/>
                <a:cs typeface="Arial"/>
              </a:rPr>
              <a:t>benefited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giving</a:t>
            </a:r>
            <a:r>
              <a:rPr sz="1000" spc="-5" dirty="0">
                <a:solidFill>
                  <a:srgbClr val="231F20"/>
                </a:solidFill>
                <a:latin typeface="Arial"/>
                <a:cs typeface="Arial"/>
              </a:rPr>
              <a:t> </a:t>
            </a:r>
            <a:r>
              <a:rPr sz="1000" dirty="0">
                <a:solidFill>
                  <a:srgbClr val="231F20"/>
                </a:solidFill>
                <a:latin typeface="Arial"/>
                <a:cs typeface="Arial"/>
              </a:rPr>
              <a:t>back</a:t>
            </a:r>
            <a:r>
              <a:rPr sz="1000" spc="-5" dirty="0">
                <a:solidFill>
                  <a:srgbClr val="231F20"/>
                </a:solidFill>
                <a:latin typeface="Arial"/>
                <a:cs typeface="Arial"/>
              </a:rPr>
              <a:t> </a:t>
            </a:r>
            <a:r>
              <a:rPr sz="1000" dirty="0">
                <a:solidFill>
                  <a:srgbClr val="231F20"/>
                </a:solidFill>
                <a:latin typeface="Arial"/>
                <a:cs typeface="Arial"/>
              </a:rPr>
              <a:t>to families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20" dirty="0">
                <a:solidFill>
                  <a:srgbClr val="231F20"/>
                </a:solidFill>
                <a:latin typeface="Arial"/>
                <a:cs typeface="Arial"/>
              </a:rPr>
              <a:t>need.</a:t>
            </a:r>
            <a:endParaRPr sz="1000">
              <a:latin typeface="Arial"/>
              <a:cs typeface="Arial"/>
            </a:endParaRPr>
          </a:p>
          <a:p>
            <a:pPr marL="12700" marR="181610">
              <a:lnSpc>
                <a:spcPct val="100000"/>
              </a:lnSpc>
              <a:spcBef>
                <a:spcPts val="900"/>
              </a:spcBef>
            </a:pP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 kicked off the start</a:t>
            </a:r>
            <a:r>
              <a:rPr sz="1000" spc="-5" dirty="0">
                <a:solidFill>
                  <a:srgbClr val="231F20"/>
                </a:solidFill>
                <a:latin typeface="Arial"/>
                <a:cs typeface="Arial"/>
              </a:rPr>
              <a:t> </a:t>
            </a:r>
            <a:r>
              <a:rPr sz="1000" dirty="0">
                <a:solidFill>
                  <a:srgbClr val="231F20"/>
                </a:solidFill>
                <a:latin typeface="Arial"/>
                <a:cs typeface="Arial"/>
              </a:rPr>
              <a:t>of the new year by</a:t>
            </a:r>
            <a:r>
              <a:rPr sz="1000" spc="-5" dirty="0">
                <a:solidFill>
                  <a:srgbClr val="231F20"/>
                </a:solidFill>
                <a:latin typeface="Arial"/>
                <a:cs typeface="Arial"/>
              </a:rPr>
              <a:t> </a:t>
            </a:r>
            <a:r>
              <a:rPr sz="1000" spc="-20" dirty="0">
                <a:solidFill>
                  <a:srgbClr val="231F20"/>
                </a:solidFill>
                <a:latin typeface="Arial"/>
                <a:cs typeface="Arial"/>
              </a:rPr>
              <a:t>being </a:t>
            </a:r>
            <a:r>
              <a:rPr sz="1000" dirty="0">
                <a:solidFill>
                  <a:srgbClr val="231F20"/>
                </a:solidFill>
                <a:latin typeface="Arial"/>
                <a:cs typeface="Arial"/>
              </a:rPr>
              <a:t>introduced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stocks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trades</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10" dirty="0">
                <a:solidFill>
                  <a:srgbClr val="231F20"/>
                </a:solidFill>
                <a:latin typeface="Arial"/>
                <a:cs typeface="Arial"/>
              </a:rPr>
              <a:t>course </a:t>
            </a:r>
            <a:r>
              <a:rPr sz="1000" dirty="0">
                <a:solidFill>
                  <a:srgbClr val="231F20"/>
                </a:solidFill>
                <a:latin typeface="Arial"/>
                <a:cs typeface="Arial"/>
              </a:rPr>
              <a:t>entitled Stock Market </a:t>
            </a:r>
            <a:r>
              <a:rPr sz="1000" spc="-120" dirty="0">
                <a:solidFill>
                  <a:srgbClr val="231F20"/>
                </a:solidFill>
                <a:latin typeface="Arial"/>
                <a:cs typeface="Arial"/>
              </a:rPr>
              <a:t>101</a:t>
            </a:r>
            <a:r>
              <a:rPr sz="1000" dirty="0">
                <a:solidFill>
                  <a:srgbClr val="231F20"/>
                </a:solidFill>
                <a:latin typeface="Arial"/>
                <a:cs typeface="Arial"/>
              </a:rPr>
              <a:t> for </a:t>
            </a:r>
            <a:r>
              <a:rPr sz="1000" spc="-55" dirty="0">
                <a:solidFill>
                  <a:srgbClr val="231F20"/>
                </a:solidFill>
                <a:latin typeface="Arial"/>
                <a:cs typeface="Arial"/>
              </a:rPr>
              <a:t>KIDS.</a:t>
            </a:r>
            <a:r>
              <a:rPr sz="1000" spc="5" dirty="0">
                <a:solidFill>
                  <a:srgbClr val="231F20"/>
                </a:solidFill>
                <a:latin typeface="Arial"/>
                <a:cs typeface="Arial"/>
              </a:rPr>
              <a:t> </a:t>
            </a:r>
            <a:r>
              <a:rPr sz="1000" dirty="0">
                <a:solidFill>
                  <a:srgbClr val="231F20"/>
                </a:solidFill>
                <a:latin typeface="Arial"/>
                <a:cs typeface="Arial"/>
              </a:rPr>
              <a:t>The children </a:t>
            </a:r>
            <a:r>
              <a:rPr sz="1000" spc="-10" dirty="0">
                <a:solidFill>
                  <a:srgbClr val="231F20"/>
                </a:solidFill>
                <a:latin typeface="Arial"/>
                <a:cs typeface="Arial"/>
              </a:rPr>
              <a:t>learned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fundamental</a:t>
            </a:r>
            <a:r>
              <a:rPr sz="1000" spc="-15" dirty="0">
                <a:solidFill>
                  <a:srgbClr val="231F20"/>
                </a:solidFill>
                <a:latin typeface="Arial"/>
                <a:cs typeface="Arial"/>
              </a:rPr>
              <a:t> </a:t>
            </a:r>
            <a:r>
              <a:rPr sz="1000" dirty="0">
                <a:solidFill>
                  <a:srgbClr val="231F20"/>
                </a:solidFill>
                <a:latin typeface="Arial"/>
                <a:cs typeface="Arial"/>
              </a:rPr>
              <a:t>basics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Stock</a:t>
            </a:r>
            <a:r>
              <a:rPr sz="1000" spc="-20" dirty="0">
                <a:solidFill>
                  <a:srgbClr val="231F20"/>
                </a:solidFill>
                <a:latin typeface="Arial"/>
                <a:cs typeface="Arial"/>
              </a:rPr>
              <a:t> </a:t>
            </a:r>
            <a:r>
              <a:rPr sz="1000" dirty="0">
                <a:solidFill>
                  <a:srgbClr val="231F20"/>
                </a:solidFill>
                <a:latin typeface="Arial"/>
                <a:cs typeface="Arial"/>
              </a:rPr>
              <a:t>Market</a:t>
            </a:r>
            <a:r>
              <a:rPr sz="1000" spc="-15" dirty="0">
                <a:solidFill>
                  <a:srgbClr val="231F20"/>
                </a:solidFill>
                <a:latin typeface="Arial"/>
                <a:cs typeface="Arial"/>
              </a:rPr>
              <a:t> </a:t>
            </a:r>
            <a:r>
              <a:rPr sz="1000" spc="-10" dirty="0">
                <a:solidFill>
                  <a:srgbClr val="231F20"/>
                </a:solidFill>
                <a:latin typeface="Arial"/>
                <a:cs typeface="Arial"/>
              </a:rPr>
              <a:t>process.</a:t>
            </a:r>
            <a:endParaRPr sz="1000">
              <a:latin typeface="Arial"/>
              <a:cs typeface="Arial"/>
            </a:endParaRPr>
          </a:p>
          <a:p>
            <a:pPr marL="12700" marR="24384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youth</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able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research</a:t>
            </a:r>
            <a:r>
              <a:rPr sz="1000" spc="-5" dirty="0">
                <a:solidFill>
                  <a:srgbClr val="231F20"/>
                </a:solidFill>
                <a:latin typeface="Arial"/>
                <a:cs typeface="Arial"/>
              </a:rPr>
              <a:t> </a:t>
            </a:r>
            <a:r>
              <a:rPr sz="1000" dirty="0">
                <a:solidFill>
                  <a:srgbClr val="231F20"/>
                </a:solidFill>
                <a:latin typeface="Arial"/>
                <a:cs typeface="Arial"/>
              </a:rPr>
              <a:t>companies</a:t>
            </a:r>
            <a:r>
              <a:rPr sz="1000" spc="-5" dirty="0">
                <a:solidFill>
                  <a:srgbClr val="231F20"/>
                </a:solidFill>
                <a:latin typeface="Arial"/>
                <a:cs typeface="Arial"/>
              </a:rPr>
              <a:t> </a:t>
            </a:r>
            <a:r>
              <a:rPr sz="1000" dirty="0">
                <a:solidFill>
                  <a:srgbClr val="231F20"/>
                </a:solidFill>
                <a:latin typeface="Arial"/>
                <a:cs typeface="Arial"/>
              </a:rPr>
              <a:t>they </a:t>
            </a:r>
            <a:r>
              <a:rPr sz="1000" spc="-20" dirty="0">
                <a:solidFill>
                  <a:srgbClr val="231F20"/>
                </a:solidFill>
                <a:latin typeface="Arial"/>
                <a:cs typeface="Arial"/>
              </a:rPr>
              <a:t>were </a:t>
            </a:r>
            <a:r>
              <a:rPr sz="1000" dirty="0">
                <a:solidFill>
                  <a:srgbClr val="231F20"/>
                </a:solidFill>
                <a:latin typeface="Arial"/>
                <a:cs typeface="Arial"/>
              </a:rPr>
              <a:t>interested</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played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Stock</a:t>
            </a:r>
            <a:r>
              <a:rPr sz="1000" spc="-10" dirty="0">
                <a:solidFill>
                  <a:srgbClr val="231F20"/>
                </a:solidFill>
                <a:latin typeface="Arial"/>
                <a:cs typeface="Arial"/>
              </a:rPr>
              <a:t> </a:t>
            </a:r>
            <a:r>
              <a:rPr sz="1000" dirty="0">
                <a:solidFill>
                  <a:srgbClr val="231F20"/>
                </a:solidFill>
                <a:latin typeface="Arial"/>
                <a:cs typeface="Arial"/>
              </a:rPr>
              <a:t>Market</a:t>
            </a:r>
            <a:r>
              <a:rPr sz="1000" spc="-10" dirty="0">
                <a:solidFill>
                  <a:srgbClr val="231F20"/>
                </a:solidFill>
                <a:latin typeface="Arial"/>
                <a:cs typeface="Arial"/>
              </a:rPr>
              <a:t> </a:t>
            </a:r>
            <a:r>
              <a:rPr sz="1000" spc="-20" dirty="0">
                <a:solidFill>
                  <a:srgbClr val="231F20"/>
                </a:solidFill>
                <a:latin typeface="Arial"/>
                <a:cs typeface="Arial"/>
              </a:rPr>
              <a:t>Game</a:t>
            </a:r>
            <a:r>
              <a:rPr sz="1000" spc="-10" dirty="0">
                <a:solidFill>
                  <a:srgbClr val="231F20"/>
                </a:solidFill>
                <a:latin typeface="Arial"/>
                <a:cs typeface="Arial"/>
              </a:rPr>
              <a:t>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$100,000</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spc="-10" dirty="0">
                <a:solidFill>
                  <a:srgbClr val="231F20"/>
                </a:solidFill>
                <a:latin typeface="Arial"/>
                <a:cs typeface="Arial"/>
              </a:rPr>
              <a:t>cash.</a:t>
            </a:r>
            <a:r>
              <a:rPr sz="1000" spc="5" dirty="0">
                <a:solidFill>
                  <a:srgbClr val="231F20"/>
                </a:solidFill>
                <a:latin typeface="Arial"/>
                <a:cs typeface="Arial"/>
              </a:rPr>
              <a:t> </a:t>
            </a:r>
            <a:r>
              <a:rPr sz="1000" spc="-1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helped</a:t>
            </a:r>
            <a:r>
              <a:rPr sz="1000" spc="5" dirty="0">
                <a:solidFill>
                  <a:srgbClr val="231F20"/>
                </a:solidFill>
                <a:latin typeface="Arial"/>
                <a:cs typeface="Arial"/>
              </a:rPr>
              <a:t> </a:t>
            </a:r>
            <a:r>
              <a:rPr sz="1000" dirty="0">
                <a:solidFill>
                  <a:srgbClr val="231F20"/>
                </a:solidFill>
                <a:latin typeface="Arial"/>
                <a:cs typeface="Arial"/>
              </a:rPr>
              <a:t>lay</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foundation</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future</a:t>
            </a:r>
            <a:r>
              <a:rPr sz="1000" spc="10" dirty="0">
                <a:solidFill>
                  <a:srgbClr val="231F20"/>
                </a:solidFill>
                <a:latin typeface="Arial"/>
                <a:cs typeface="Arial"/>
              </a:rPr>
              <a:t> </a:t>
            </a:r>
            <a:r>
              <a:rPr sz="1000" dirty="0">
                <a:solidFill>
                  <a:srgbClr val="231F20"/>
                </a:solidFill>
                <a:latin typeface="Arial"/>
                <a:cs typeface="Arial"/>
              </a:rPr>
              <a:t>financial</a:t>
            </a:r>
            <a:r>
              <a:rPr sz="1000" spc="15" dirty="0">
                <a:solidFill>
                  <a:srgbClr val="231F20"/>
                </a:solidFill>
                <a:latin typeface="Arial"/>
                <a:cs typeface="Arial"/>
              </a:rPr>
              <a:t> </a:t>
            </a:r>
            <a:r>
              <a:rPr sz="1000" spc="-10" dirty="0">
                <a:solidFill>
                  <a:srgbClr val="231F20"/>
                </a:solidFill>
                <a:latin typeface="Arial"/>
                <a:cs typeface="Arial"/>
              </a:rPr>
              <a:t>success.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4</a:t>
            </a:r>
            <a:r>
              <a:rPr sz="1000" spc="-10"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took</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Virtual</a:t>
            </a:r>
            <a:r>
              <a:rPr sz="1000" spc="-10" dirty="0">
                <a:solidFill>
                  <a:srgbClr val="231F20"/>
                </a:solidFill>
                <a:latin typeface="Arial"/>
                <a:cs typeface="Arial"/>
              </a:rPr>
              <a:t> </a:t>
            </a:r>
            <a:r>
              <a:rPr sz="1000" dirty="0">
                <a:solidFill>
                  <a:srgbClr val="231F20"/>
                </a:solidFill>
                <a:latin typeface="Arial"/>
                <a:cs typeface="Arial"/>
              </a:rPr>
              <a:t>Cooking</a:t>
            </a:r>
            <a:r>
              <a:rPr sz="1000" spc="-10" dirty="0">
                <a:solidFill>
                  <a:srgbClr val="231F20"/>
                </a:solidFill>
                <a:latin typeface="Arial"/>
                <a:cs typeface="Arial"/>
              </a:rPr>
              <a:t> </a:t>
            </a:r>
            <a:r>
              <a:rPr sz="1000" spc="-30" dirty="0">
                <a:solidFill>
                  <a:srgbClr val="231F20"/>
                </a:solidFill>
                <a:latin typeface="Arial"/>
                <a:cs typeface="Arial"/>
              </a:rPr>
              <a:t>Class.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spc="-20" dirty="0">
                <a:solidFill>
                  <a:srgbClr val="231F20"/>
                </a:solidFill>
                <a:latin typeface="Arial"/>
                <a:cs typeface="Arial"/>
              </a:rPr>
              <a:t>were </a:t>
            </a:r>
            <a:r>
              <a:rPr sz="1000" dirty="0">
                <a:solidFill>
                  <a:srgbClr val="231F20"/>
                </a:solidFill>
                <a:latin typeface="Arial"/>
                <a:cs typeface="Arial"/>
              </a:rPr>
              <a:t>able</a:t>
            </a:r>
            <a:r>
              <a:rPr sz="1000" spc="20"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improve</a:t>
            </a:r>
            <a:r>
              <a:rPr sz="1000" spc="2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knowledge</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kitchen</a:t>
            </a:r>
            <a:r>
              <a:rPr sz="1000" spc="20" dirty="0">
                <a:solidFill>
                  <a:srgbClr val="231F20"/>
                </a:solidFill>
                <a:latin typeface="Arial"/>
                <a:cs typeface="Arial"/>
              </a:rPr>
              <a:t> </a:t>
            </a:r>
            <a:r>
              <a:rPr sz="1000" dirty="0">
                <a:solidFill>
                  <a:srgbClr val="231F20"/>
                </a:solidFill>
                <a:latin typeface="Arial"/>
                <a:cs typeface="Arial"/>
              </a:rPr>
              <a:t>safety</a:t>
            </a:r>
            <a:r>
              <a:rPr sz="1000" spc="25" dirty="0">
                <a:solidFill>
                  <a:srgbClr val="231F20"/>
                </a:solidFill>
                <a:latin typeface="Arial"/>
                <a:cs typeface="Arial"/>
              </a:rPr>
              <a:t> </a:t>
            </a:r>
            <a:r>
              <a:rPr sz="1000" spc="-25" dirty="0">
                <a:solidFill>
                  <a:srgbClr val="231F20"/>
                </a:solidFill>
                <a:latin typeface="Arial"/>
                <a:cs typeface="Arial"/>
              </a:rPr>
              <a:t>as</a:t>
            </a:r>
            <a:endParaRPr sz="1000">
              <a:latin typeface="Arial"/>
              <a:cs typeface="Arial"/>
            </a:endParaRPr>
          </a:p>
          <a:p>
            <a:pPr marL="12700" marR="5080">
              <a:lnSpc>
                <a:spcPct val="100000"/>
              </a:lnSpc>
            </a:pPr>
            <a:r>
              <a:rPr sz="1000" dirty="0">
                <a:solidFill>
                  <a:srgbClr val="231F20"/>
                </a:solidFill>
                <a:latin typeface="Arial"/>
                <a:cs typeface="Arial"/>
              </a:rPr>
              <a:t>well</a:t>
            </a:r>
            <a:r>
              <a:rPr sz="1000" spc="-1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basic</a:t>
            </a:r>
            <a:r>
              <a:rPr sz="1000" spc="-10" dirty="0">
                <a:solidFill>
                  <a:srgbClr val="231F20"/>
                </a:solidFill>
                <a:latin typeface="Arial"/>
                <a:cs typeface="Arial"/>
              </a:rPr>
              <a:t> </a:t>
            </a:r>
            <a:r>
              <a:rPr sz="1000" dirty="0">
                <a:solidFill>
                  <a:srgbClr val="231F20"/>
                </a:solidFill>
                <a:latin typeface="Arial"/>
                <a:cs typeface="Arial"/>
              </a:rPr>
              <a:t>cooking</a:t>
            </a:r>
            <a:r>
              <a:rPr sz="1000" spc="-10" dirty="0">
                <a:solidFill>
                  <a:srgbClr val="231F20"/>
                </a:solidFill>
                <a:latin typeface="Arial"/>
                <a:cs typeface="Arial"/>
              </a:rPr>
              <a:t> </a:t>
            </a:r>
            <a:r>
              <a:rPr sz="1000" dirty="0">
                <a:solidFill>
                  <a:srgbClr val="231F20"/>
                </a:solidFill>
                <a:latin typeface="Arial"/>
                <a:cs typeface="Arial"/>
              </a:rPr>
              <a:t>skills</a:t>
            </a:r>
            <a:r>
              <a:rPr sz="1000" spc="-15" dirty="0">
                <a:solidFill>
                  <a:srgbClr val="231F20"/>
                </a:solidFill>
                <a:latin typeface="Arial"/>
                <a:cs typeface="Arial"/>
              </a:rPr>
              <a:t> </a:t>
            </a:r>
            <a:r>
              <a:rPr sz="1000" dirty="0">
                <a:solidFill>
                  <a:srgbClr val="231F20"/>
                </a:solidFill>
                <a:latin typeface="Arial"/>
                <a:cs typeface="Arial"/>
              </a:rPr>
              <a:t>including</a:t>
            </a:r>
            <a:r>
              <a:rPr sz="1000" spc="-10" dirty="0">
                <a:solidFill>
                  <a:srgbClr val="231F20"/>
                </a:solidFill>
                <a:latin typeface="Arial"/>
                <a:cs typeface="Arial"/>
              </a:rPr>
              <a:t> </a:t>
            </a:r>
            <a:r>
              <a:rPr sz="1000" dirty="0">
                <a:solidFill>
                  <a:srgbClr val="231F20"/>
                </a:solidFill>
                <a:latin typeface="Arial"/>
                <a:cs typeface="Arial"/>
              </a:rPr>
              <a:t>mixing,</a:t>
            </a:r>
            <a:r>
              <a:rPr sz="1000" spc="-10" dirty="0">
                <a:solidFill>
                  <a:srgbClr val="231F20"/>
                </a:solidFill>
                <a:latin typeface="Arial"/>
                <a:cs typeface="Arial"/>
              </a:rPr>
              <a:t> measuring, </a:t>
            </a:r>
            <a:r>
              <a:rPr sz="1000" dirty="0">
                <a:solidFill>
                  <a:srgbClr val="231F20"/>
                </a:solidFill>
                <a:latin typeface="Arial"/>
                <a:cs typeface="Arial"/>
              </a:rPr>
              <a:t>weighing, and</a:t>
            </a:r>
            <a:r>
              <a:rPr sz="1000" spc="5" dirty="0">
                <a:solidFill>
                  <a:srgbClr val="231F20"/>
                </a:solidFill>
                <a:latin typeface="Arial"/>
                <a:cs typeface="Arial"/>
              </a:rPr>
              <a:t> </a:t>
            </a:r>
            <a:r>
              <a:rPr sz="1000" dirty="0">
                <a:solidFill>
                  <a:srgbClr val="231F20"/>
                </a:solidFill>
                <a:latin typeface="Arial"/>
                <a:cs typeface="Arial"/>
              </a:rPr>
              <a:t>preparing</a:t>
            </a:r>
            <a:r>
              <a:rPr sz="1000" spc="5"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these skills</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practiced</a:t>
            </a:r>
            <a:r>
              <a:rPr sz="1000" spc="-5" dirty="0">
                <a:solidFill>
                  <a:srgbClr val="231F20"/>
                </a:solidFill>
                <a:latin typeface="Arial"/>
                <a:cs typeface="Arial"/>
              </a:rPr>
              <a:t> </a:t>
            </a:r>
            <a:r>
              <a:rPr sz="1000" dirty="0">
                <a:solidFill>
                  <a:srgbClr val="231F20"/>
                </a:solidFill>
                <a:latin typeface="Arial"/>
                <a:cs typeface="Arial"/>
              </a:rPr>
              <a:t>some</a:t>
            </a:r>
            <a:r>
              <a:rPr sz="1000" spc="-5" dirty="0">
                <a:solidFill>
                  <a:srgbClr val="231F20"/>
                </a:solidFill>
                <a:latin typeface="Arial"/>
                <a:cs typeface="Arial"/>
              </a:rPr>
              <a:t> </a:t>
            </a:r>
            <a:r>
              <a:rPr sz="1000" dirty="0">
                <a:solidFill>
                  <a:srgbClr val="231F20"/>
                </a:solidFill>
                <a:latin typeface="Arial"/>
                <a:cs typeface="Arial"/>
              </a:rPr>
              <a:t>basic</a:t>
            </a:r>
            <a:r>
              <a:rPr sz="1000" spc="-5" dirty="0">
                <a:solidFill>
                  <a:srgbClr val="231F20"/>
                </a:solidFill>
                <a:latin typeface="Arial"/>
                <a:cs typeface="Arial"/>
              </a:rPr>
              <a:t> </a:t>
            </a:r>
            <a:r>
              <a:rPr sz="1000" dirty="0">
                <a:solidFill>
                  <a:srgbClr val="231F20"/>
                </a:solidFill>
                <a:latin typeface="Arial"/>
                <a:cs typeface="Arial"/>
              </a:rPr>
              <a:t>math</a:t>
            </a:r>
            <a:r>
              <a:rPr sz="1000" spc="-5" dirty="0">
                <a:solidFill>
                  <a:srgbClr val="231F20"/>
                </a:solidFill>
                <a:latin typeface="Arial"/>
                <a:cs typeface="Arial"/>
              </a:rPr>
              <a:t> </a:t>
            </a:r>
            <a:r>
              <a:rPr sz="1000" dirty="0">
                <a:solidFill>
                  <a:srgbClr val="231F20"/>
                </a:solidFill>
                <a:latin typeface="Arial"/>
                <a:cs typeface="Arial"/>
              </a:rPr>
              <a:t>concepts</a:t>
            </a:r>
            <a:r>
              <a:rPr sz="1000" spc="-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were able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expand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language</a:t>
            </a:r>
            <a:r>
              <a:rPr sz="1000" spc="5" dirty="0">
                <a:solidFill>
                  <a:srgbClr val="231F20"/>
                </a:solidFill>
                <a:latin typeface="Arial"/>
                <a:cs typeface="Arial"/>
              </a:rPr>
              <a:t> </a:t>
            </a:r>
            <a:r>
              <a:rPr sz="1000" dirty="0">
                <a:solidFill>
                  <a:srgbClr val="231F20"/>
                </a:solidFill>
                <a:latin typeface="Arial"/>
                <a:cs typeface="Arial"/>
              </a:rPr>
              <a:t>and reading</a:t>
            </a:r>
            <a:r>
              <a:rPr sz="1000" spc="5" dirty="0">
                <a:solidFill>
                  <a:srgbClr val="231F20"/>
                </a:solidFill>
                <a:latin typeface="Arial"/>
                <a:cs typeface="Arial"/>
              </a:rPr>
              <a:t> </a:t>
            </a:r>
            <a:r>
              <a:rPr sz="1000" spc="-10" dirty="0">
                <a:solidFill>
                  <a:srgbClr val="231F20"/>
                </a:solidFill>
                <a:latin typeface="Arial"/>
                <a:cs typeface="Arial"/>
              </a:rPr>
              <a:t>skills.</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objective</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activity</a:t>
            </a:r>
            <a:r>
              <a:rPr sz="1000" spc="25"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promote</a:t>
            </a:r>
            <a:r>
              <a:rPr sz="1000" spc="20" dirty="0">
                <a:solidFill>
                  <a:srgbClr val="231F20"/>
                </a:solidFill>
                <a:latin typeface="Arial"/>
                <a:cs typeface="Arial"/>
              </a:rPr>
              <a:t> </a:t>
            </a:r>
            <a:r>
              <a:rPr sz="1000" dirty="0">
                <a:solidFill>
                  <a:srgbClr val="231F20"/>
                </a:solidFill>
                <a:latin typeface="Arial"/>
                <a:cs typeface="Arial"/>
              </a:rPr>
              <a:t>lifetime</a:t>
            </a:r>
            <a:r>
              <a:rPr sz="1000" spc="25" dirty="0">
                <a:solidFill>
                  <a:srgbClr val="231F20"/>
                </a:solidFill>
                <a:latin typeface="Arial"/>
                <a:cs typeface="Arial"/>
              </a:rPr>
              <a:t> </a:t>
            </a:r>
            <a:r>
              <a:rPr sz="1000" dirty="0">
                <a:solidFill>
                  <a:srgbClr val="231F20"/>
                </a:solidFill>
                <a:latin typeface="Arial"/>
                <a:cs typeface="Arial"/>
              </a:rPr>
              <a:t>skills</a:t>
            </a:r>
            <a:r>
              <a:rPr sz="1000" spc="2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healthy cooking and</a:t>
            </a:r>
            <a:r>
              <a:rPr sz="1000" spc="5" dirty="0">
                <a:solidFill>
                  <a:srgbClr val="231F20"/>
                </a:solidFill>
                <a:latin typeface="Arial"/>
                <a:cs typeface="Arial"/>
              </a:rPr>
              <a:t> </a:t>
            </a:r>
            <a:r>
              <a:rPr sz="1000" dirty="0">
                <a:solidFill>
                  <a:srgbClr val="231F20"/>
                </a:solidFill>
                <a:latin typeface="Arial"/>
                <a:cs typeface="Arial"/>
              </a:rPr>
              <a:t>eating starting at</a:t>
            </a:r>
            <a:r>
              <a:rPr sz="1000" spc="5" dirty="0">
                <a:solidFill>
                  <a:srgbClr val="231F20"/>
                </a:solidFill>
                <a:latin typeface="Arial"/>
                <a:cs typeface="Arial"/>
              </a:rPr>
              <a:t> </a:t>
            </a:r>
            <a:r>
              <a:rPr sz="1000" dirty="0">
                <a:solidFill>
                  <a:srgbClr val="231F20"/>
                </a:solidFill>
                <a:latin typeface="Arial"/>
                <a:cs typeface="Arial"/>
              </a:rPr>
              <a:t>a young</a:t>
            </a:r>
            <a:r>
              <a:rPr sz="1000" spc="5" dirty="0">
                <a:solidFill>
                  <a:srgbClr val="231F20"/>
                </a:solidFill>
                <a:latin typeface="Arial"/>
                <a:cs typeface="Arial"/>
              </a:rPr>
              <a:t> </a:t>
            </a:r>
            <a:r>
              <a:rPr sz="1000" spc="-10" dirty="0">
                <a:solidFill>
                  <a:srgbClr val="231F20"/>
                </a:solidFill>
                <a:latin typeface="Arial"/>
                <a:cs typeface="Arial"/>
              </a:rPr>
              <a:t>age.</a:t>
            </a:r>
            <a:r>
              <a:rPr sz="1000" dirty="0">
                <a:solidFill>
                  <a:srgbClr val="231F20"/>
                </a:solidFill>
                <a:latin typeface="Arial"/>
                <a:cs typeface="Arial"/>
              </a:rPr>
              <a:t> </a:t>
            </a:r>
            <a:r>
              <a:rPr sz="1000" spc="-10" dirty="0">
                <a:solidFill>
                  <a:srgbClr val="231F20"/>
                </a:solidFill>
                <a:latin typeface="Arial"/>
                <a:cs typeface="Arial"/>
              </a:rPr>
              <a:t>During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2020–2021</a:t>
            </a:r>
            <a:r>
              <a:rPr sz="1000" spc="15"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spc="-25"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4</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spc="-20" dirty="0">
                <a:solidFill>
                  <a:srgbClr val="231F20"/>
                </a:solidFill>
                <a:latin typeface="Arial"/>
                <a:cs typeface="Arial"/>
              </a:rPr>
              <a:t>also </a:t>
            </a:r>
            <a:r>
              <a:rPr sz="1000" dirty="0">
                <a:solidFill>
                  <a:srgbClr val="231F20"/>
                </a:solidFill>
                <a:latin typeface="Arial"/>
                <a:cs typeface="Arial"/>
              </a:rPr>
              <a:t>became</a:t>
            </a:r>
            <a:r>
              <a:rPr sz="1000" spc="-10" dirty="0">
                <a:solidFill>
                  <a:srgbClr val="231F20"/>
                </a:solidFill>
                <a:latin typeface="Arial"/>
                <a:cs typeface="Arial"/>
              </a:rPr>
              <a:t> </a:t>
            </a:r>
            <a:r>
              <a:rPr sz="1000" dirty="0">
                <a:solidFill>
                  <a:srgbClr val="231F20"/>
                </a:solidFill>
                <a:latin typeface="Arial"/>
                <a:cs typeface="Arial"/>
              </a:rPr>
              <a:t>Mad</a:t>
            </a:r>
            <a:r>
              <a:rPr sz="1000" spc="-10" dirty="0">
                <a:solidFill>
                  <a:srgbClr val="231F20"/>
                </a:solidFill>
                <a:latin typeface="Arial"/>
                <a:cs typeface="Arial"/>
              </a:rPr>
              <a:t> Scientists!</a:t>
            </a:r>
            <a:r>
              <a:rPr sz="1000" spc="-5" dirty="0">
                <a:solidFill>
                  <a:srgbClr val="231F20"/>
                </a:solidFill>
                <a:latin typeface="Arial"/>
                <a:cs typeface="Arial"/>
              </a:rPr>
              <a:t> </a:t>
            </a:r>
            <a:r>
              <a:rPr sz="1000" spc="-10" dirty="0">
                <a:solidFill>
                  <a:srgbClr val="231F20"/>
                </a:solidFill>
                <a:latin typeface="Arial"/>
                <a:cs typeface="Arial"/>
              </a:rPr>
              <a:t>This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interactive</a:t>
            </a:r>
            <a:r>
              <a:rPr sz="1000" spc="-5" dirty="0">
                <a:solidFill>
                  <a:srgbClr val="231F20"/>
                </a:solidFill>
                <a:latin typeface="Arial"/>
                <a:cs typeface="Arial"/>
              </a:rPr>
              <a:t> </a:t>
            </a:r>
            <a:r>
              <a:rPr sz="1000" spc="-10" dirty="0">
                <a:solidFill>
                  <a:srgbClr val="231F20"/>
                </a:solidFill>
                <a:latin typeface="Arial"/>
                <a:cs typeface="Arial"/>
              </a:rPr>
              <a:t>activity </a:t>
            </a:r>
            <a:r>
              <a:rPr sz="1000" dirty="0">
                <a:solidFill>
                  <a:srgbClr val="231F20"/>
                </a:solidFill>
                <a:latin typeface="Arial"/>
                <a:cs typeface="Arial"/>
              </a:rPr>
              <a:t>taught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four</a:t>
            </a:r>
            <a:r>
              <a:rPr sz="1000" spc="-5" dirty="0">
                <a:solidFill>
                  <a:srgbClr val="231F20"/>
                </a:solidFill>
                <a:latin typeface="Arial"/>
                <a:cs typeface="Arial"/>
              </a:rPr>
              <a:t> </a:t>
            </a:r>
            <a:r>
              <a:rPr sz="1000" dirty="0">
                <a:solidFill>
                  <a:srgbClr val="231F20"/>
                </a:solidFill>
                <a:latin typeface="Arial"/>
                <a:cs typeface="Arial"/>
              </a:rPr>
              <a:t>signs of</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chemical</a:t>
            </a:r>
            <a:r>
              <a:rPr sz="1000" spc="-5" dirty="0">
                <a:solidFill>
                  <a:srgbClr val="231F20"/>
                </a:solidFill>
                <a:latin typeface="Arial"/>
                <a:cs typeface="Arial"/>
              </a:rPr>
              <a:t> </a:t>
            </a:r>
            <a:r>
              <a:rPr sz="1000" spc="-10" dirty="0">
                <a:solidFill>
                  <a:srgbClr val="231F20"/>
                </a:solidFill>
                <a:latin typeface="Arial"/>
                <a:cs typeface="Arial"/>
              </a:rPr>
              <a:t>reaction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foaming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color</a:t>
            </a:r>
            <a:r>
              <a:rPr sz="1000" spc="10" dirty="0">
                <a:solidFill>
                  <a:srgbClr val="231F20"/>
                </a:solidFill>
                <a:latin typeface="Arial"/>
                <a:cs typeface="Arial"/>
              </a:rPr>
              <a:t> </a:t>
            </a:r>
            <a:r>
              <a:rPr sz="1000" dirty="0">
                <a:solidFill>
                  <a:srgbClr val="231F20"/>
                </a:solidFill>
                <a:latin typeface="Arial"/>
                <a:cs typeface="Arial"/>
              </a:rPr>
              <a:t>changing</a:t>
            </a:r>
            <a:r>
              <a:rPr sz="1000" spc="10" dirty="0">
                <a:solidFill>
                  <a:srgbClr val="231F20"/>
                </a:solidFill>
                <a:latin typeface="Arial"/>
                <a:cs typeface="Arial"/>
              </a:rPr>
              <a:t> </a:t>
            </a:r>
            <a:r>
              <a:rPr sz="1000" dirty="0">
                <a:solidFill>
                  <a:srgbClr val="231F20"/>
                </a:solidFill>
                <a:latin typeface="Arial"/>
                <a:cs typeface="Arial"/>
              </a:rPr>
              <a:t>experiments,</a:t>
            </a:r>
            <a:r>
              <a:rPr sz="1000" spc="10" dirty="0">
                <a:solidFill>
                  <a:srgbClr val="231F20"/>
                </a:solidFill>
                <a:latin typeface="Arial"/>
                <a:cs typeface="Arial"/>
              </a:rPr>
              <a:t> </a:t>
            </a:r>
            <a:r>
              <a:rPr sz="1000" spc="-10" dirty="0">
                <a:solidFill>
                  <a:srgbClr val="231F20"/>
                </a:solidFill>
                <a:latin typeface="Arial"/>
                <a:cs typeface="Arial"/>
              </a:rPr>
              <a:t>balloon</a:t>
            </a:r>
            <a:endParaRPr sz="100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012175"/>
            <a:ext cx="3286125" cy="7112000"/>
          </a:xfrm>
          <a:prstGeom prst="rect">
            <a:avLst/>
          </a:prstGeom>
        </p:spPr>
        <p:txBody>
          <a:bodyPr vert="horz" wrap="square" lIns="0" tIns="12700" rIns="0" bIns="0" rtlCol="0">
            <a:spAutoFit/>
          </a:bodyPr>
          <a:lstStyle/>
          <a:p>
            <a:pPr marL="12700" marR="118110">
              <a:lnSpc>
                <a:spcPct val="100000"/>
              </a:lnSpc>
              <a:spcBef>
                <a:spcPts val="100"/>
              </a:spcBef>
            </a:pPr>
            <a:r>
              <a:rPr sz="1000" dirty="0">
                <a:solidFill>
                  <a:srgbClr val="231F20"/>
                </a:solidFill>
                <a:latin typeface="Arial"/>
                <a:cs typeface="Arial"/>
              </a:rPr>
              <a:t>inflation</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explosions.</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concluded</a:t>
            </a:r>
            <a:r>
              <a:rPr sz="1000" spc="15" dirty="0">
                <a:solidFill>
                  <a:srgbClr val="231F20"/>
                </a:solidFill>
                <a:latin typeface="Arial"/>
                <a:cs typeface="Arial"/>
              </a:rPr>
              <a:t>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Mad</a:t>
            </a:r>
            <a:r>
              <a:rPr sz="1000" spc="-5" dirty="0">
                <a:solidFill>
                  <a:srgbClr val="231F20"/>
                </a:solidFill>
                <a:latin typeface="Arial"/>
                <a:cs typeface="Arial"/>
              </a:rPr>
              <a:t> </a:t>
            </a:r>
            <a:r>
              <a:rPr sz="1000" spc="-10" dirty="0">
                <a:solidFill>
                  <a:srgbClr val="231F20"/>
                </a:solidFill>
                <a:latin typeface="Arial"/>
                <a:cs typeface="Arial"/>
              </a:rPr>
              <a:t>Science</a:t>
            </a:r>
            <a:r>
              <a:rPr sz="1000" spc="-5" dirty="0">
                <a:solidFill>
                  <a:srgbClr val="231F20"/>
                </a:solidFill>
                <a:latin typeface="Arial"/>
                <a:cs typeface="Arial"/>
              </a:rPr>
              <a:t> </a:t>
            </a:r>
            <a:r>
              <a:rPr sz="1000" dirty="0">
                <a:solidFill>
                  <a:srgbClr val="231F20"/>
                </a:solidFill>
                <a:latin typeface="Arial"/>
                <a:cs typeface="Arial"/>
              </a:rPr>
              <a:t>Bubbling Potions</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 kids</a:t>
            </a:r>
            <a:r>
              <a:rPr sz="1000" spc="-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dry</a:t>
            </a:r>
            <a:r>
              <a:rPr sz="1000" spc="5" dirty="0">
                <a:solidFill>
                  <a:srgbClr val="231F20"/>
                </a:solidFill>
                <a:latin typeface="Arial"/>
                <a:cs typeface="Arial"/>
              </a:rPr>
              <a:t> </a:t>
            </a:r>
            <a:r>
              <a:rPr sz="1000" dirty="0">
                <a:solidFill>
                  <a:srgbClr val="231F20"/>
                </a:solidFill>
                <a:latin typeface="Arial"/>
                <a:cs typeface="Arial"/>
              </a:rPr>
              <a:t>ice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create</a:t>
            </a:r>
            <a:r>
              <a:rPr sz="1000" spc="10" dirty="0">
                <a:solidFill>
                  <a:srgbClr val="231F20"/>
                </a:solidFill>
                <a:latin typeface="Arial"/>
                <a:cs typeface="Arial"/>
              </a:rPr>
              <a:t> </a:t>
            </a:r>
            <a:r>
              <a:rPr sz="1000" dirty="0">
                <a:solidFill>
                  <a:srgbClr val="231F20"/>
                </a:solidFill>
                <a:latin typeface="Arial"/>
                <a:cs typeface="Arial"/>
              </a:rPr>
              <a:t>clouds</a:t>
            </a:r>
            <a:r>
              <a:rPr sz="1000" spc="5" dirty="0">
                <a:solidFill>
                  <a:srgbClr val="231F20"/>
                </a:solidFill>
                <a:latin typeface="Arial"/>
                <a:cs typeface="Arial"/>
              </a:rPr>
              <a:t> </a:t>
            </a:r>
            <a:r>
              <a:rPr sz="1000" spc="-10" dirty="0">
                <a:solidFill>
                  <a:srgbClr val="231F20"/>
                </a:solidFill>
                <a:latin typeface="Arial"/>
                <a:cs typeface="Arial"/>
              </a:rPr>
              <a:t>through </a:t>
            </a:r>
            <a:r>
              <a:rPr sz="1000" dirty="0">
                <a:solidFill>
                  <a:srgbClr val="231F20"/>
                </a:solidFill>
                <a:latin typeface="Arial"/>
                <a:cs typeface="Arial"/>
              </a:rPr>
              <a:t>chemical</a:t>
            </a:r>
            <a:r>
              <a:rPr sz="1000" spc="-5" dirty="0">
                <a:solidFill>
                  <a:srgbClr val="231F20"/>
                </a:solidFill>
                <a:latin typeface="Arial"/>
                <a:cs typeface="Arial"/>
              </a:rPr>
              <a:t> </a:t>
            </a:r>
            <a:r>
              <a:rPr sz="1000" dirty="0">
                <a:solidFill>
                  <a:srgbClr val="231F20"/>
                </a:solidFill>
                <a:latin typeface="Arial"/>
                <a:cs typeface="Arial"/>
              </a:rPr>
              <a:t>reactions.</a:t>
            </a:r>
            <a:r>
              <a:rPr sz="1000" spc="-5" dirty="0">
                <a:solidFill>
                  <a:srgbClr val="231F20"/>
                </a:solidFill>
                <a:latin typeface="Arial"/>
                <a:cs typeface="Arial"/>
              </a:rPr>
              <a:t> </a:t>
            </a:r>
            <a:r>
              <a:rPr sz="1000" dirty="0">
                <a:solidFill>
                  <a:srgbClr val="231F20"/>
                </a:solidFill>
                <a:latin typeface="Arial"/>
                <a:cs typeface="Arial"/>
              </a:rPr>
              <a:t>Through this</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the </a:t>
            </a:r>
            <a:r>
              <a:rPr sz="1000" spc="-10" dirty="0">
                <a:solidFill>
                  <a:srgbClr val="231F20"/>
                </a:solidFill>
                <a:latin typeface="Arial"/>
                <a:cs typeface="Arial"/>
              </a:rPr>
              <a:t>children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the importance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science in</a:t>
            </a:r>
            <a:r>
              <a:rPr sz="1000" spc="-5" dirty="0">
                <a:solidFill>
                  <a:srgbClr val="231F20"/>
                </a:solidFill>
                <a:latin typeface="Arial"/>
                <a:cs typeface="Arial"/>
              </a:rPr>
              <a:t> </a:t>
            </a:r>
            <a:r>
              <a:rPr sz="1000" dirty="0">
                <a:solidFill>
                  <a:srgbClr val="231F20"/>
                </a:solidFill>
                <a:latin typeface="Arial"/>
                <a:cs typeface="Arial"/>
              </a:rPr>
              <a:t>everyday life.</a:t>
            </a:r>
            <a:r>
              <a:rPr sz="1000" spc="-5" dirty="0">
                <a:solidFill>
                  <a:srgbClr val="231F20"/>
                </a:solidFill>
                <a:latin typeface="Arial"/>
                <a:cs typeface="Arial"/>
              </a:rPr>
              <a:t> </a:t>
            </a:r>
            <a:r>
              <a:rPr sz="1000" spc="-20" dirty="0">
                <a:solidFill>
                  <a:srgbClr val="231F20"/>
                </a:solidFill>
                <a:latin typeface="Arial"/>
                <a:cs typeface="Arial"/>
              </a:rPr>
              <a:t>After </a:t>
            </a:r>
            <a:r>
              <a:rPr sz="1000" dirty="0">
                <a:solidFill>
                  <a:srgbClr val="231F20"/>
                </a:solidFill>
                <a:latin typeface="Arial"/>
                <a:cs typeface="Arial"/>
              </a:rPr>
              <a:t>an</a:t>
            </a:r>
            <a:r>
              <a:rPr sz="1000" spc="-30" dirty="0">
                <a:solidFill>
                  <a:srgbClr val="231F20"/>
                </a:solidFill>
                <a:latin typeface="Arial"/>
                <a:cs typeface="Arial"/>
              </a:rPr>
              <a:t> </a:t>
            </a:r>
            <a:r>
              <a:rPr sz="1000" dirty="0">
                <a:solidFill>
                  <a:srgbClr val="231F20"/>
                </a:solidFill>
                <a:latin typeface="Arial"/>
                <a:cs typeface="Arial"/>
              </a:rPr>
              <a:t>unusual</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stressful</a:t>
            </a:r>
            <a:r>
              <a:rPr sz="1000" spc="-30" dirty="0">
                <a:solidFill>
                  <a:srgbClr val="231F20"/>
                </a:solidFill>
                <a:latin typeface="Arial"/>
                <a:cs typeface="Arial"/>
              </a:rPr>
              <a:t> </a:t>
            </a:r>
            <a:r>
              <a:rPr sz="1000" dirty="0">
                <a:solidFill>
                  <a:srgbClr val="231F20"/>
                </a:solidFill>
                <a:latin typeface="Arial"/>
                <a:cs typeface="Arial"/>
              </a:rPr>
              <a:t>year</a:t>
            </a:r>
            <a:r>
              <a:rPr sz="1000" spc="-3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quarantine,</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Group</a:t>
            </a:r>
            <a:r>
              <a:rPr sz="1000" spc="-25" dirty="0">
                <a:solidFill>
                  <a:srgbClr val="231F20"/>
                </a:solidFill>
                <a:latin typeface="Arial"/>
                <a:cs typeface="Arial"/>
              </a:rPr>
              <a:t> </a:t>
            </a:r>
            <a:r>
              <a:rPr sz="1000" spc="-50" dirty="0">
                <a:solidFill>
                  <a:srgbClr val="231F20"/>
                </a:solidFill>
                <a:latin typeface="Arial"/>
                <a:cs typeface="Arial"/>
              </a:rPr>
              <a:t>4</a:t>
            </a:r>
            <a:endParaRPr sz="1000">
              <a:latin typeface="Arial"/>
              <a:cs typeface="Arial"/>
            </a:endParaRPr>
          </a:p>
          <a:p>
            <a:pPr marL="12700" marR="19050">
              <a:lnSpc>
                <a:spcPct val="100000"/>
              </a:lnSpc>
            </a:pP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were</a:t>
            </a:r>
            <a:r>
              <a:rPr sz="1000" spc="25" dirty="0">
                <a:solidFill>
                  <a:srgbClr val="231F20"/>
                </a:solidFill>
                <a:latin typeface="Arial"/>
                <a:cs typeface="Arial"/>
              </a:rPr>
              <a:t> </a:t>
            </a:r>
            <a:r>
              <a:rPr sz="1000" dirty="0">
                <a:solidFill>
                  <a:srgbClr val="231F20"/>
                </a:solidFill>
                <a:latin typeface="Arial"/>
                <a:cs typeface="Arial"/>
              </a:rPr>
              <a:t>introduced</a:t>
            </a:r>
            <a:r>
              <a:rPr sz="1000" spc="25"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Art</a:t>
            </a:r>
            <a:r>
              <a:rPr sz="1000" spc="25" dirty="0">
                <a:solidFill>
                  <a:srgbClr val="231F20"/>
                </a:solidFill>
                <a:latin typeface="Arial"/>
                <a:cs typeface="Arial"/>
              </a:rPr>
              <a:t> </a:t>
            </a:r>
            <a:r>
              <a:rPr sz="1000" dirty="0">
                <a:solidFill>
                  <a:srgbClr val="231F20"/>
                </a:solidFill>
                <a:latin typeface="Arial"/>
                <a:cs typeface="Arial"/>
              </a:rPr>
              <a:t>therapy</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meditation</a:t>
            </a:r>
            <a:r>
              <a:rPr sz="1000" spc="30"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way</a:t>
            </a:r>
            <a:r>
              <a:rPr sz="1000" spc="-20"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process</a:t>
            </a:r>
            <a:r>
              <a:rPr sz="1000" spc="-20" dirty="0">
                <a:solidFill>
                  <a:srgbClr val="231F20"/>
                </a:solidFill>
                <a:latin typeface="Arial"/>
                <a:cs typeface="Arial"/>
              </a:rPr>
              <a:t> </a:t>
            </a:r>
            <a:r>
              <a:rPr sz="1000" dirty="0">
                <a:solidFill>
                  <a:srgbClr val="231F20"/>
                </a:solidFill>
                <a:latin typeface="Arial"/>
                <a:cs typeface="Arial"/>
              </a:rPr>
              <a:t>emotions.</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youth</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short-</a:t>
            </a:r>
            <a:r>
              <a:rPr sz="1000" spc="-10" dirty="0">
                <a:solidFill>
                  <a:srgbClr val="231F20"/>
                </a:solidFill>
                <a:latin typeface="Arial"/>
                <a:cs typeface="Arial"/>
              </a:rPr>
              <a:t>guided </a:t>
            </a:r>
            <a:r>
              <a:rPr sz="1000" dirty="0">
                <a:solidFill>
                  <a:srgbClr val="231F20"/>
                </a:solidFill>
                <a:latin typeface="Arial"/>
                <a:cs typeface="Arial"/>
              </a:rPr>
              <a:t>meditation</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which</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focused</a:t>
            </a:r>
            <a:r>
              <a:rPr sz="1000" spc="20"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how</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self-regulate </a:t>
            </a:r>
            <a:r>
              <a:rPr sz="1000" dirty="0">
                <a:solidFill>
                  <a:srgbClr val="231F20"/>
                </a:solidFill>
                <a:latin typeface="Arial"/>
                <a:cs typeface="Arial"/>
              </a:rPr>
              <a:t>negative</a:t>
            </a:r>
            <a:r>
              <a:rPr sz="1000" spc="15" dirty="0">
                <a:solidFill>
                  <a:srgbClr val="231F20"/>
                </a:solidFill>
                <a:latin typeface="Arial"/>
                <a:cs typeface="Arial"/>
              </a:rPr>
              <a:t> </a:t>
            </a:r>
            <a:r>
              <a:rPr sz="1000" dirty="0">
                <a:solidFill>
                  <a:srgbClr val="231F20"/>
                </a:solidFill>
                <a:latin typeface="Arial"/>
                <a:cs typeface="Arial"/>
              </a:rPr>
              <a:t>feelings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enhance</a:t>
            </a:r>
            <a:r>
              <a:rPr sz="1000" spc="20" dirty="0">
                <a:solidFill>
                  <a:srgbClr val="231F20"/>
                </a:solidFill>
                <a:latin typeface="Arial"/>
                <a:cs typeface="Arial"/>
              </a:rPr>
              <a:t> </a:t>
            </a:r>
            <a:r>
              <a:rPr sz="1000" dirty="0">
                <a:solidFill>
                  <a:srgbClr val="231F20"/>
                </a:solidFill>
                <a:latin typeface="Arial"/>
                <a:cs typeface="Arial"/>
              </a:rPr>
              <a:t>mental</a:t>
            </a:r>
            <a:r>
              <a:rPr sz="1000" spc="15" dirty="0">
                <a:solidFill>
                  <a:srgbClr val="231F20"/>
                </a:solidFill>
                <a:latin typeface="Arial"/>
                <a:cs typeface="Arial"/>
              </a:rPr>
              <a:t> </a:t>
            </a:r>
            <a:r>
              <a:rPr sz="1000" dirty="0">
                <a:solidFill>
                  <a:srgbClr val="231F20"/>
                </a:solidFill>
                <a:latin typeface="Arial"/>
                <a:cs typeface="Arial"/>
              </a:rPr>
              <a:t>well-being.</a:t>
            </a:r>
            <a:r>
              <a:rPr sz="1000" spc="15" dirty="0">
                <a:solidFill>
                  <a:srgbClr val="231F20"/>
                </a:solidFill>
                <a:latin typeface="Arial"/>
                <a:cs typeface="Arial"/>
              </a:rPr>
              <a:t> </a:t>
            </a:r>
            <a:r>
              <a:rPr sz="1000" spc="-20" dirty="0">
                <a:solidFill>
                  <a:srgbClr val="231F20"/>
                </a:solidFill>
                <a:latin typeface="Arial"/>
                <a:cs typeface="Arial"/>
              </a:rPr>
              <a:t>They</a:t>
            </a:r>
            <a:r>
              <a:rPr sz="1000" spc="500"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graffiti</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its</a:t>
            </a:r>
            <a:r>
              <a:rPr sz="1000" spc="20" dirty="0">
                <a:solidFill>
                  <a:srgbClr val="231F20"/>
                </a:solidFill>
                <a:latin typeface="Arial"/>
                <a:cs typeface="Arial"/>
              </a:rPr>
              <a:t> </a:t>
            </a:r>
            <a:r>
              <a:rPr sz="1000" spc="-10" dirty="0">
                <a:solidFill>
                  <a:srgbClr val="231F20"/>
                </a:solidFill>
                <a:latin typeface="Arial"/>
                <a:cs typeface="Arial"/>
              </a:rPr>
              <a:t>evolution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being considered </a:t>
            </a:r>
            <a:r>
              <a:rPr sz="1000" spc="-10" dirty="0">
                <a:solidFill>
                  <a:srgbClr val="231F20"/>
                </a:solidFill>
                <a:latin typeface="Arial"/>
                <a:cs typeface="Arial"/>
              </a:rPr>
              <a:t>vandalism</a:t>
            </a:r>
            <a:r>
              <a:rPr sz="1000" dirty="0">
                <a:solidFill>
                  <a:srgbClr val="231F20"/>
                </a:solidFill>
                <a:latin typeface="Arial"/>
                <a:cs typeface="Arial"/>
              </a:rPr>
              <a:t> to</a:t>
            </a:r>
            <a:r>
              <a:rPr sz="1000" spc="-5" dirty="0">
                <a:solidFill>
                  <a:srgbClr val="231F20"/>
                </a:solidFill>
                <a:latin typeface="Arial"/>
                <a:cs typeface="Arial"/>
              </a:rPr>
              <a:t> </a:t>
            </a:r>
            <a:r>
              <a:rPr sz="1000" dirty="0">
                <a:solidFill>
                  <a:srgbClr val="231F20"/>
                </a:solidFill>
                <a:latin typeface="Arial"/>
                <a:cs typeface="Arial"/>
              </a:rPr>
              <a:t>a form of art.</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introduced</a:t>
            </a:r>
            <a:r>
              <a:rPr sz="1000" spc="-5" dirty="0">
                <a:solidFill>
                  <a:srgbClr val="231F20"/>
                </a:solidFill>
                <a:latin typeface="Arial"/>
                <a:cs typeface="Arial"/>
              </a:rPr>
              <a:t> </a:t>
            </a:r>
            <a:r>
              <a:rPr sz="1000" dirty="0">
                <a:solidFill>
                  <a:srgbClr val="231F20"/>
                </a:solidFill>
                <a:latin typeface="Arial"/>
                <a:cs typeface="Arial"/>
              </a:rPr>
              <a:t>to famous</a:t>
            </a:r>
            <a:r>
              <a:rPr sz="1000" spc="-5" dirty="0">
                <a:solidFill>
                  <a:srgbClr val="231F20"/>
                </a:solidFill>
                <a:latin typeface="Arial"/>
                <a:cs typeface="Arial"/>
              </a:rPr>
              <a:t> </a:t>
            </a:r>
            <a:r>
              <a:rPr sz="1000" dirty="0">
                <a:solidFill>
                  <a:srgbClr val="231F20"/>
                </a:solidFill>
                <a:latin typeface="Arial"/>
                <a:cs typeface="Arial"/>
              </a:rPr>
              <a:t>artists</a:t>
            </a:r>
            <a:r>
              <a:rPr sz="1000" spc="-5" dirty="0">
                <a:solidFill>
                  <a:srgbClr val="231F20"/>
                </a:solidFill>
                <a:latin typeface="Arial"/>
                <a:cs typeface="Arial"/>
              </a:rPr>
              <a:t> </a:t>
            </a:r>
            <a:r>
              <a:rPr sz="1000" dirty="0">
                <a:solidFill>
                  <a:srgbClr val="231F20"/>
                </a:solidFill>
                <a:latin typeface="Arial"/>
                <a:cs typeface="Arial"/>
              </a:rPr>
              <a:t>such </a:t>
            </a:r>
            <a:r>
              <a:rPr sz="1000" spc="-10" dirty="0">
                <a:solidFill>
                  <a:srgbClr val="231F20"/>
                </a:solidFill>
                <a:latin typeface="Arial"/>
                <a:cs typeface="Arial"/>
              </a:rPr>
              <a:t>as</a:t>
            </a:r>
            <a:r>
              <a:rPr sz="1000" spc="-5" dirty="0">
                <a:solidFill>
                  <a:srgbClr val="231F20"/>
                </a:solidFill>
                <a:latin typeface="Arial"/>
                <a:cs typeface="Arial"/>
              </a:rPr>
              <a:t> </a:t>
            </a:r>
            <a:r>
              <a:rPr sz="1000" spc="-10" dirty="0">
                <a:solidFill>
                  <a:srgbClr val="231F20"/>
                </a:solidFill>
                <a:latin typeface="Arial"/>
                <a:cs typeface="Arial"/>
              </a:rPr>
              <a:t>Jean-Michel Basquiat,</a:t>
            </a:r>
            <a:r>
              <a:rPr sz="1000" spc="-20" dirty="0">
                <a:solidFill>
                  <a:srgbClr val="231F20"/>
                </a:solidFill>
                <a:latin typeface="Arial"/>
                <a:cs typeface="Arial"/>
              </a:rPr>
              <a:t> Banksey,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Dondi</a:t>
            </a:r>
            <a:r>
              <a:rPr sz="1000" spc="-15" dirty="0">
                <a:solidFill>
                  <a:srgbClr val="231F20"/>
                </a:solidFill>
                <a:latin typeface="Arial"/>
                <a:cs typeface="Arial"/>
              </a:rPr>
              <a:t> </a:t>
            </a:r>
            <a:r>
              <a:rPr sz="1000" spc="-10" dirty="0">
                <a:solidFill>
                  <a:srgbClr val="231F20"/>
                </a:solidFill>
                <a:latin typeface="Arial"/>
                <a:cs typeface="Arial"/>
              </a:rPr>
              <a:t>White.</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spc="-50" dirty="0">
                <a:solidFill>
                  <a:srgbClr val="231F20"/>
                </a:solidFill>
                <a:latin typeface="Arial"/>
                <a:cs typeface="Arial"/>
              </a:rPr>
              <a:t>a </a:t>
            </a:r>
            <a:r>
              <a:rPr sz="1000" spc="-10" dirty="0">
                <a:solidFill>
                  <a:srgbClr val="231F20"/>
                </a:solidFill>
                <a:latin typeface="Arial"/>
                <a:cs typeface="Arial"/>
              </a:rPr>
              <a:t>hands-</a:t>
            </a:r>
            <a:r>
              <a:rPr sz="1000" dirty="0">
                <a:solidFill>
                  <a:srgbClr val="231F20"/>
                </a:solidFill>
                <a:latin typeface="Arial"/>
                <a:cs typeface="Arial"/>
              </a:rPr>
              <a:t>on</a:t>
            </a:r>
            <a:r>
              <a:rPr sz="1000" spc="40" dirty="0">
                <a:solidFill>
                  <a:srgbClr val="231F20"/>
                </a:solidFill>
                <a:latin typeface="Arial"/>
                <a:cs typeface="Arial"/>
              </a:rPr>
              <a:t> </a:t>
            </a:r>
            <a:r>
              <a:rPr sz="1000" dirty="0">
                <a:solidFill>
                  <a:srgbClr val="231F20"/>
                </a:solidFill>
                <a:latin typeface="Arial"/>
                <a:cs typeface="Arial"/>
              </a:rPr>
              <a:t>component</a:t>
            </a:r>
            <a:r>
              <a:rPr sz="1000" spc="45" dirty="0">
                <a:solidFill>
                  <a:srgbClr val="231F20"/>
                </a:solidFill>
                <a:latin typeface="Arial"/>
                <a:cs typeface="Arial"/>
              </a:rPr>
              <a:t> </a:t>
            </a:r>
            <a:r>
              <a:rPr sz="1000" dirty="0">
                <a:solidFill>
                  <a:srgbClr val="231F20"/>
                </a:solidFill>
                <a:latin typeface="Arial"/>
                <a:cs typeface="Arial"/>
              </a:rPr>
              <a:t>where</a:t>
            </a:r>
            <a:r>
              <a:rPr sz="1000" spc="40" dirty="0">
                <a:solidFill>
                  <a:srgbClr val="231F20"/>
                </a:solidFill>
                <a:latin typeface="Arial"/>
                <a:cs typeface="Arial"/>
              </a:rPr>
              <a:t> </a:t>
            </a:r>
            <a:r>
              <a:rPr sz="1000" dirty="0">
                <a:solidFill>
                  <a:srgbClr val="231F20"/>
                </a:solidFill>
                <a:latin typeface="Arial"/>
                <a:cs typeface="Arial"/>
              </a:rPr>
              <a:t>they</a:t>
            </a:r>
            <a:r>
              <a:rPr sz="1000" spc="45" dirty="0">
                <a:solidFill>
                  <a:srgbClr val="231F20"/>
                </a:solidFill>
                <a:latin typeface="Arial"/>
                <a:cs typeface="Arial"/>
              </a:rPr>
              <a:t> </a:t>
            </a:r>
            <a:r>
              <a:rPr sz="1000" dirty="0">
                <a:solidFill>
                  <a:srgbClr val="231F20"/>
                </a:solidFill>
                <a:latin typeface="Arial"/>
                <a:cs typeface="Arial"/>
              </a:rPr>
              <a:t>experimented</a:t>
            </a:r>
            <a:r>
              <a:rPr sz="1000" spc="40" dirty="0">
                <a:solidFill>
                  <a:srgbClr val="231F20"/>
                </a:solidFill>
                <a:latin typeface="Arial"/>
                <a:cs typeface="Arial"/>
              </a:rPr>
              <a:t> </a:t>
            </a:r>
            <a:r>
              <a:rPr sz="1000" spc="-20" dirty="0">
                <a:solidFill>
                  <a:srgbClr val="231F20"/>
                </a:solidFill>
                <a:latin typeface="Arial"/>
                <a:cs typeface="Arial"/>
              </a:rPr>
              <a:t>with</a:t>
            </a:r>
            <a:r>
              <a:rPr sz="1000" spc="500" dirty="0">
                <a:solidFill>
                  <a:srgbClr val="231F20"/>
                </a:solidFill>
                <a:latin typeface="Arial"/>
                <a:cs typeface="Arial"/>
              </a:rPr>
              <a:t> </a:t>
            </a:r>
            <a:r>
              <a:rPr sz="1000" dirty="0">
                <a:solidFill>
                  <a:srgbClr val="231F20"/>
                </a:solidFill>
                <a:latin typeface="Arial"/>
                <a:cs typeface="Arial"/>
              </a:rPr>
              <a:t>paint,</a:t>
            </a:r>
            <a:r>
              <a:rPr sz="1000" spc="-10" dirty="0">
                <a:solidFill>
                  <a:srgbClr val="231F20"/>
                </a:solidFill>
                <a:latin typeface="Arial"/>
                <a:cs typeface="Arial"/>
              </a:rPr>
              <a:t> markers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spray</a:t>
            </a:r>
            <a:r>
              <a:rPr sz="1000" spc="-10" dirty="0">
                <a:solidFill>
                  <a:srgbClr val="231F20"/>
                </a:solidFill>
                <a:latin typeface="Arial"/>
                <a:cs typeface="Arial"/>
              </a:rPr>
              <a:t> </a:t>
            </a:r>
            <a:r>
              <a:rPr sz="1000" dirty="0">
                <a:solidFill>
                  <a:srgbClr val="231F20"/>
                </a:solidFill>
                <a:latin typeface="Arial"/>
                <a:cs typeface="Arial"/>
              </a:rPr>
              <a:t>paint</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create</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own</a:t>
            </a:r>
            <a:r>
              <a:rPr sz="1000" spc="-10" dirty="0">
                <a:solidFill>
                  <a:srgbClr val="231F20"/>
                </a:solidFill>
                <a:latin typeface="Arial"/>
                <a:cs typeface="Arial"/>
              </a:rPr>
              <a:t> custom </a:t>
            </a:r>
            <a:r>
              <a:rPr sz="1000" dirty="0">
                <a:solidFill>
                  <a:srgbClr val="231F20"/>
                </a:solidFill>
                <a:latin typeface="Arial"/>
                <a:cs typeface="Arial"/>
              </a:rPr>
              <a:t>graffiti</a:t>
            </a:r>
            <a:r>
              <a:rPr sz="1000" spc="5"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piece</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name</a:t>
            </a:r>
            <a:r>
              <a:rPr sz="1000" spc="5" dirty="0">
                <a:solidFill>
                  <a:srgbClr val="231F20"/>
                </a:solidFill>
                <a:latin typeface="Arial"/>
                <a:cs typeface="Arial"/>
              </a:rPr>
              <a:t> </a:t>
            </a:r>
            <a:r>
              <a:rPr sz="1000" dirty="0">
                <a:solidFill>
                  <a:srgbClr val="231F20"/>
                </a:solidFill>
                <a:latin typeface="Arial"/>
                <a:cs typeface="Arial"/>
              </a:rPr>
              <a:t>or</a:t>
            </a:r>
            <a:r>
              <a:rPr sz="1000" spc="5" dirty="0">
                <a:solidFill>
                  <a:srgbClr val="231F20"/>
                </a:solidFill>
                <a:latin typeface="Arial"/>
                <a:cs typeface="Arial"/>
              </a:rPr>
              <a:t> </a:t>
            </a:r>
            <a:r>
              <a:rPr sz="1000" dirty="0">
                <a:solidFill>
                  <a:srgbClr val="231F20"/>
                </a:solidFill>
                <a:latin typeface="Arial"/>
                <a:cs typeface="Arial"/>
              </a:rPr>
              <a:t>unique</a:t>
            </a:r>
            <a:r>
              <a:rPr sz="1000" spc="5" dirty="0">
                <a:solidFill>
                  <a:srgbClr val="231F20"/>
                </a:solidFill>
                <a:latin typeface="Arial"/>
                <a:cs typeface="Arial"/>
              </a:rPr>
              <a:t> </a:t>
            </a:r>
            <a:r>
              <a:rPr sz="1000" dirty="0">
                <a:solidFill>
                  <a:srgbClr val="231F20"/>
                </a:solidFill>
                <a:latin typeface="Arial"/>
                <a:cs typeface="Arial"/>
              </a:rPr>
              <a:t>tag.</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objective</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teach</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spc="-10" dirty="0">
                <a:solidFill>
                  <a:srgbClr val="231F20"/>
                </a:solidFill>
                <a:latin typeface="Arial"/>
                <a:cs typeface="Arial"/>
              </a:rPr>
              <a:t>healthy ways</a:t>
            </a:r>
            <a:r>
              <a:rPr sz="1000" spc="-5" dirty="0">
                <a:solidFill>
                  <a:srgbClr val="231F20"/>
                </a:solidFill>
                <a:latin typeface="Arial"/>
                <a:cs typeface="Arial"/>
              </a:rPr>
              <a:t> </a:t>
            </a:r>
            <a:r>
              <a:rPr sz="1000" dirty="0">
                <a:solidFill>
                  <a:srgbClr val="231F20"/>
                </a:solidFill>
                <a:latin typeface="Arial"/>
                <a:cs typeface="Arial"/>
              </a:rPr>
              <a:t>to relieve </a:t>
            </a:r>
            <a:r>
              <a:rPr sz="1000" spc="-10" dirty="0">
                <a:solidFill>
                  <a:srgbClr val="231F20"/>
                </a:solidFill>
                <a:latin typeface="Arial"/>
                <a:cs typeface="Arial"/>
              </a:rPr>
              <a:t>stress</a:t>
            </a:r>
            <a:r>
              <a:rPr sz="1000" dirty="0">
                <a:solidFill>
                  <a:srgbClr val="231F20"/>
                </a:solidFill>
                <a:latin typeface="Arial"/>
                <a:cs typeface="Arial"/>
              </a:rPr>
              <a:t> and</a:t>
            </a:r>
            <a:r>
              <a:rPr sz="1000" spc="-5" dirty="0">
                <a:solidFill>
                  <a:srgbClr val="231F20"/>
                </a:solidFill>
                <a:latin typeface="Arial"/>
                <a:cs typeface="Arial"/>
              </a:rPr>
              <a:t> </a:t>
            </a:r>
            <a:r>
              <a:rPr sz="1000" dirty="0">
                <a:solidFill>
                  <a:srgbClr val="231F20"/>
                </a:solidFill>
                <a:latin typeface="Arial"/>
                <a:cs typeface="Arial"/>
              </a:rPr>
              <a:t>educate them on the</a:t>
            </a:r>
            <a:r>
              <a:rPr sz="1000" spc="-5" dirty="0">
                <a:solidFill>
                  <a:srgbClr val="231F20"/>
                </a:solidFill>
                <a:latin typeface="Arial"/>
                <a:cs typeface="Arial"/>
              </a:rPr>
              <a:t> </a:t>
            </a:r>
            <a:r>
              <a:rPr sz="1000" spc="-20" dirty="0">
                <a:solidFill>
                  <a:srgbClr val="231F20"/>
                </a:solidFill>
                <a:latin typeface="Arial"/>
                <a:cs typeface="Arial"/>
              </a:rPr>
              <a:t>rich</a:t>
            </a:r>
            <a:r>
              <a:rPr sz="1000" spc="50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graffiti</a:t>
            </a:r>
            <a:r>
              <a:rPr sz="1000" spc="-10"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special</a:t>
            </a:r>
            <a:r>
              <a:rPr sz="1000" spc="-10" dirty="0">
                <a:solidFill>
                  <a:srgbClr val="231F20"/>
                </a:solidFill>
                <a:latin typeface="Arial"/>
                <a:cs typeface="Arial"/>
              </a:rPr>
              <a:t> </a:t>
            </a:r>
            <a:r>
              <a:rPr sz="1000" dirty="0">
                <a:solidFill>
                  <a:srgbClr val="231F20"/>
                </a:solidFill>
                <a:latin typeface="Arial"/>
                <a:cs typeface="Arial"/>
              </a:rPr>
              <a:t>focus</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artists.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benefited</a:t>
            </a:r>
            <a:r>
              <a:rPr sz="1000" spc="15" dirty="0">
                <a:solidFill>
                  <a:srgbClr val="231F20"/>
                </a:solidFill>
                <a:latin typeface="Arial"/>
                <a:cs typeface="Arial"/>
              </a:rPr>
              <a:t> </a:t>
            </a:r>
            <a:r>
              <a:rPr sz="1000" dirty="0">
                <a:solidFill>
                  <a:srgbClr val="231F20"/>
                </a:solidFill>
                <a:latin typeface="Arial"/>
                <a:cs typeface="Arial"/>
              </a:rPr>
              <a:t>because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spc="-10" dirty="0">
                <a:solidFill>
                  <a:srgbClr val="231F20"/>
                </a:solidFill>
                <a:latin typeface="Arial"/>
                <a:cs typeface="Arial"/>
              </a:rPr>
              <a:t>coping </a:t>
            </a:r>
            <a:r>
              <a:rPr sz="1000" dirty="0">
                <a:solidFill>
                  <a:srgbClr val="231F20"/>
                </a:solidFill>
                <a:latin typeface="Arial"/>
                <a:cs typeface="Arial"/>
              </a:rPr>
              <a:t>techniques</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regulate</a:t>
            </a:r>
            <a:r>
              <a:rPr sz="1000" spc="25"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dirty="0">
                <a:solidFill>
                  <a:srgbClr val="231F20"/>
                </a:solidFill>
                <a:latin typeface="Arial"/>
                <a:cs typeface="Arial"/>
              </a:rPr>
              <a:t>emotions</a:t>
            </a:r>
            <a:r>
              <a:rPr sz="1000" spc="25" dirty="0">
                <a:solidFill>
                  <a:srgbClr val="231F20"/>
                </a:solidFill>
                <a:latin typeface="Arial"/>
                <a:cs typeface="Arial"/>
              </a:rPr>
              <a:t> </a:t>
            </a:r>
            <a:r>
              <a:rPr sz="1000" dirty="0">
                <a:solidFill>
                  <a:srgbClr val="231F20"/>
                </a:solidFill>
                <a:latin typeface="Arial"/>
                <a:cs typeface="Arial"/>
              </a:rPr>
              <a:t>while</a:t>
            </a:r>
            <a:r>
              <a:rPr sz="1000" spc="25" dirty="0">
                <a:solidFill>
                  <a:srgbClr val="231F20"/>
                </a:solidFill>
                <a:latin typeface="Arial"/>
                <a:cs typeface="Arial"/>
              </a:rPr>
              <a:t> </a:t>
            </a:r>
            <a:r>
              <a:rPr sz="1000" spc="-20" dirty="0">
                <a:solidFill>
                  <a:srgbClr val="231F20"/>
                </a:solidFill>
                <a:latin typeface="Arial"/>
                <a:cs typeface="Arial"/>
              </a:rPr>
              <a:t>also </a:t>
            </a:r>
            <a:r>
              <a:rPr sz="1000" dirty="0">
                <a:solidFill>
                  <a:srgbClr val="231F20"/>
                </a:solidFill>
                <a:latin typeface="Arial"/>
                <a:cs typeface="Arial"/>
              </a:rPr>
              <a:t>improving </a:t>
            </a:r>
            <a:r>
              <a:rPr sz="1000" spc="-10" dirty="0">
                <a:solidFill>
                  <a:srgbClr val="231F20"/>
                </a:solidFill>
                <a:latin typeface="Arial"/>
                <a:cs typeface="Arial"/>
              </a:rPr>
              <a:t>self-</a:t>
            </a:r>
            <a:r>
              <a:rPr sz="1000" dirty="0">
                <a:solidFill>
                  <a:srgbClr val="231F20"/>
                </a:solidFill>
                <a:latin typeface="Arial"/>
                <a:cs typeface="Arial"/>
              </a:rPr>
              <a:t>esteem</a:t>
            </a:r>
            <a:r>
              <a:rPr sz="1000" spc="5" dirty="0">
                <a:solidFill>
                  <a:srgbClr val="231F20"/>
                </a:solidFill>
                <a:latin typeface="Arial"/>
                <a:cs typeface="Arial"/>
              </a:rPr>
              <a:t> </a:t>
            </a:r>
            <a:r>
              <a:rPr sz="1000" dirty="0">
                <a:solidFill>
                  <a:srgbClr val="231F20"/>
                </a:solidFill>
                <a:latin typeface="Arial"/>
                <a:cs typeface="Arial"/>
              </a:rPr>
              <a:t>and pride</a:t>
            </a:r>
            <a:r>
              <a:rPr sz="1000" spc="5" dirty="0">
                <a:solidFill>
                  <a:srgbClr val="231F20"/>
                </a:solidFill>
                <a:latin typeface="Arial"/>
                <a:cs typeface="Arial"/>
              </a:rPr>
              <a:t> </a:t>
            </a:r>
            <a:r>
              <a:rPr sz="1000" dirty="0">
                <a:solidFill>
                  <a:srgbClr val="231F20"/>
                </a:solidFill>
                <a:latin typeface="Arial"/>
                <a:cs typeface="Arial"/>
              </a:rPr>
              <a:t>in Black</a:t>
            </a:r>
            <a:r>
              <a:rPr sz="1000" spc="5" dirty="0">
                <a:solidFill>
                  <a:srgbClr val="231F20"/>
                </a:solidFill>
                <a:latin typeface="Arial"/>
                <a:cs typeface="Arial"/>
              </a:rPr>
              <a:t> </a:t>
            </a:r>
            <a:r>
              <a:rPr sz="1000" spc="-10" dirty="0">
                <a:solidFill>
                  <a:srgbClr val="231F20"/>
                </a:solidFill>
                <a:latin typeface="Arial"/>
                <a:cs typeface="Arial"/>
              </a:rPr>
              <a:t>culture.</a:t>
            </a:r>
            <a:endParaRPr sz="1000">
              <a:latin typeface="Arial"/>
              <a:cs typeface="Arial"/>
            </a:endParaRPr>
          </a:p>
          <a:p>
            <a:pPr marL="12700" marR="217804">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closed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spc="-20" dirty="0">
                <a:solidFill>
                  <a:srgbClr val="231F20"/>
                </a:solidFill>
                <a:latin typeface="Arial"/>
                <a:cs typeface="Arial"/>
              </a:rPr>
              <a:t>Family</a:t>
            </a:r>
            <a:r>
              <a:rPr sz="1000" spc="-10" dirty="0">
                <a:solidFill>
                  <a:srgbClr val="231F20"/>
                </a:solidFill>
                <a:latin typeface="Arial"/>
                <a:cs typeface="Arial"/>
              </a:rPr>
              <a:t> </a:t>
            </a:r>
            <a:r>
              <a:rPr sz="1000" spc="-2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Drive-</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movie</a:t>
            </a:r>
            <a:r>
              <a:rPr sz="1000" spc="-5" dirty="0">
                <a:solidFill>
                  <a:srgbClr val="231F20"/>
                </a:solidFill>
                <a:latin typeface="Arial"/>
                <a:cs typeface="Arial"/>
              </a:rPr>
              <a:t> </a:t>
            </a:r>
            <a:r>
              <a:rPr sz="1000" spc="-10" dirty="0">
                <a:solidFill>
                  <a:srgbClr val="231F20"/>
                </a:solidFill>
                <a:latin typeface="Arial"/>
                <a:cs typeface="Arial"/>
              </a:rPr>
              <a:t>theater,</a:t>
            </a:r>
            <a:r>
              <a:rPr sz="1000" dirty="0">
                <a:solidFill>
                  <a:srgbClr val="231F20"/>
                </a:solidFill>
                <a:latin typeface="Arial"/>
                <a:cs typeface="Arial"/>
              </a:rPr>
              <a:t> where</a:t>
            </a:r>
            <a:r>
              <a:rPr sz="1000" spc="-5" dirty="0">
                <a:solidFill>
                  <a:srgbClr val="231F20"/>
                </a:solidFill>
                <a:latin typeface="Arial"/>
                <a:cs typeface="Arial"/>
              </a:rPr>
              <a:t> </a:t>
            </a:r>
            <a:r>
              <a:rPr sz="1000" dirty="0">
                <a:solidFill>
                  <a:srgbClr val="231F20"/>
                </a:solidFill>
                <a:latin typeface="Arial"/>
                <a:cs typeface="Arial"/>
              </a:rPr>
              <a:t>our families</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spc="-20" dirty="0">
                <a:solidFill>
                  <a:srgbClr val="231F20"/>
                </a:solidFill>
                <a:latin typeface="Arial"/>
                <a:cs typeface="Arial"/>
              </a:rPr>
              <a:t>able</a:t>
            </a:r>
            <a:r>
              <a:rPr sz="1000" spc="50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enjoy</a:t>
            </a:r>
            <a:r>
              <a:rPr sz="1000" spc="-5" dirty="0">
                <a:solidFill>
                  <a:srgbClr val="231F20"/>
                </a:solidFill>
                <a:latin typeface="Arial"/>
                <a:cs typeface="Arial"/>
              </a:rPr>
              <a:t> </a:t>
            </a:r>
            <a:r>
              <a:rPr sz="1000" dirty="0">
                <a:solidFill>
                  <a:srgbClr val="231F20"/>
                </a:solidFill>
                <a:latin typeface="Arial"/>
                <a:cs typeface="Arial"/>
              </a:rPr>
              <a:t>two movies</a:t>
            </a:r>
            <a:r>
              <a:rPr sz="1000" spc="-5" dirty="0">
                <a:solidFill>
                  <a:srgbClr val="231F20"/>
                </a:solidFill>
                <a:latin typeface="Arial"/>
                <a:cs typeface="Arial"/>
              </a:rPr>
              <a:t> </a:t>
            </a:r>
            <a:r>
              <a:rPr sz="1000" dirty="0">
                <a:solidFill>
                  <a:srgbClr val="231F20"/>
                </a:solidFill>
                <a:latin typeface="Arial"/>
                <a:cs typeface="Arial"/>
              </a:rPr>
              <a:t>“Sing”</a:t>
            </a:r>
            <a:r>
              <a:rPr sz="1000" spc="-5" dirty="0">
                <a:solidFill>
                  <a:srgbClr val="231F20"/>
                </a:solidFill>
                <a:latin typeface="Arial"/>
                <a:cs typeface="Arial"/>
              </a:rPr>
              <a:t> </a:t>
            </a:r>
            <a:r>
              <a:rPr sz="1000" dirty="0">
                <a:solidFill>
                  <a:srgbClr val="231F20"/>
                </a:solidFill>
                <a:latin typeface="Arial"/>
                <a:cs typeface="Arial"/>
              </a:rPr>
              <a:t>and “Avengers</a:t>
            </a:r>
            <a:r>
              <a:rPr sz="1000" spc="-5" dirty="0">
                <a:solidFill>
                  <a:srgbClr val="231F20"/>
                </a:solidFill>
                <a:latin typeface="Arial"/>
                <a:cs typeface="Arial"/>
              </a:rPr>
              <a:t> </a:t>
            </a:r>
            <a:r>
              <a:rPr sz="1000" spc="-10" dirty="0">
                <a:solidFill>
                  <a:srgbClr val="231F20"/>
                </a:solidFill>
                <a:latin typeface="Arial"/>
                <a:cs typeface="Arial"/>
              </a:rPr>
              <a:t>End</a:t>
            </a:r>
            <a:r>
              <a:rPr sz="1000" dirty="0">
                <a:solidFill>
                  <a:srgbClr val="231F20"/>
                </a:solidFill>
                <a:latin typeface="Arial"/>
                <a:cs typeface="Arial"/>
              </a:rPr>
              <a:t> </a:t>
            </a:r>
            <a:r>
              <a:rPr sz="1000" spc="-10" dirty="0">
                <a:solidFill>
                  <a:srgbClr val="231F20"/>
                </a:solidFill>
                <a:latin typeface="Arial"/>
                <a:cs typeface="Arial"/>
              </a:rPr>
              <a:t>Game”.</a:t>
            </a:r>
            <a:endParaRPr sz="1000">
              <a:latin typeface="Arial"/>
              <a:cs typeface="Arial"/>
            </a:endParaRPr>
          </a:p>
          <a:p>
            <a:pPr marL="12700" marR="65405" algn="just">
              <a:lnSpc>
                <a:spcPct val="100000"/>
              </a:lnSpc>
            </a:pPr>
            <a:r>
              <a:rPr sz="1000" dirty="0">
                <a:solidFill>
                  <a:srgbClr val="231F20"/>
                </a:solidFill>
                <a:latin typeface="Arial"/>
                <a:cs typeface="Arial"/>
              </a:rPr>
              <a:t>Despite</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challenges</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world</a:t>
            </a:r>
            <a:r>
              <a:rPr sz="1000" spc="25" dirty="0">
                <a:solidFill>
                  <a:srgbClr val="231F20"/>
                </a:solidFill>
                <a:latin typeface="Arial"/>
                <a:cs typeface="Arial"/>
              </a:rPr>
              <a:t> </a:t>
            </a:r>
            <a:r>
              <a:rPr sz="1000" dirty="0">
                <a:solidFill>
                  <a:srgbClr val="231F20"/>
                </a:solidFill>
                <a:latin typeface="Arial"/>
                <a:cs typeface="Arial"/>
              </a:rPr>
              <a:t>faced</a:t>
            </a:r>
            <a:r>
              <a:rPr sz="1000" spc="3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35" dirty="0">
                <a:solidFill>
                  <a:srgbClr val="231F20"/>
                </a:solidFill>
                <a:latin typeface="Arial"/>
                <a:cs typeface="Arial"/>
              </a:rPr>
              <a:t>COVID-</a:t>
            </a:r>
            <a:r>
              <a:rPr sz="1000" spc="-95" dirty="0">
                <a:solidFill>
                  <a:srgbClr val="231F20"/>
                </a:solidFill>
                <a:latin typeface="Arial"/>
                <a:cs typeface="Arial"/>
              </a:rPr>
              <a:t>19,</a:t>
            </a:r>
            <a:r>
              <a:rPr sz="1000" spc="30" dirty="0">
                <a:solidFill>
                  <a:srgbClr val="231F20"/>
                </a:solidFill>
                <a:latin typeface="Arial"/>
                <a:cs typeface="Arial"/>
              </a:rPr>
              <a:t> </a:t>
            </a:r>
            <a:r>
              <a:rPr sz="1000" spc="-25" dirty="0">
                <a:solidFill>
                  <a:srgbClr val="231F20"/>
                </a:solidFill>
                <a:latin typeface="Arial"/>
                <a:cs typeface="Arial"/>
              </a:rPr>
              <a:t>it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great</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innovative and</a:t>
            </a:r>
            <a:r>
              <a:rPr sz="1000" spc="-5" dirty="0">
                <a:solidFill>
                  <a:srgbClr val="231F20"/>
                </a:solidFill>
                <a:latin typeface="Arial"/>
                <a:cs typeface="Arial"/>
              </a:rPr>
              <a:t> </a:t>
            </a:r>
            <a:r>
              <a:rPr sz="1000" dirty="0">
                <a:solidFill>
                  <a:srgbClr val="231F20"/>
                </a:solidFill>
                <a:latin typeface="Arial"/>
                <a:cs typeface="Arial"/>
              </a:rPr>
              <a:t>engaging</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Group</a:t>
            </a:r>
            <a:r>
              <a:rPr sz="1000" spc="-30" dirty="0">
                <a:solidFill>
                  <a:srgbClr val="231F20"/>
                </a:solidFill>
                <a:latin typeface="Arial"/>
                <a:cs typeface="Arial"/>
              </a:rPr>
              <a:t> </a:t>
            </a:r>
            <a:r>
              <a:rPr sz="1000" spc="-25" dirty="0">
                <a:solidFill>
                  <a:srgbClr val="231F20"/>
                </a:solidFill>
                <a:latin typeface="Arial"/>
                <a:cs typeface="Arial"/>
              </a:rPr>
              <a:t>4.</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middle</a:t>
            </a:r>
            <a:r>
              <a:rPr sz="1000" spc="10" dirty="0">
                <a:solidFill>
                  <a:srgbClr val="231F20"/>
                </a:solidFill>
                <a:latin typeface="Arial"/>
                <a:cs typeface="Arial"/>
              </a:rPr>
              <a:t> </a:t>
            </a:r>
            <a:r>
              <a:rPr sz="1000" dirty="0">
                <a:solidFill>
                  <a:srgbClr val="231F20"/>
                </a:solidFill>
                <a:latin typeface="Arial"/>
                <a:cs typeface="Arial"/>
              </a:rPr>
              <a:t>school,</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opened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program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hybrid/virtual</a:t>
            </a:r>
            <a:r>
              <a:rPr sz="1000" spc="10" dirty="0">
                <a:solidFill>
                  <a:srgbClr val="231F20"/>
                </a:solidFill>
                <a:latin typeface="Arial"/>
                <a:cs typeface="Arial"/>
              </a:rPr>
              <a:t> </a:t>
            </a:r>
            <a:r>
              <a:rPr sz="1000" dirty="0">
                <a:solidFill>
                  <a:srgbClr val="231F20"/>
                </a:solidFill>
                <a:latin typeface="Arial"/>
                <a:cs typeface="Arial"/>
              </a:rPr>
              <a:t>in-person</a:t>
            </a:r>
            <a:r>
              <a:rPr sz="1000" spc="10" dirty="0">
                <a:solidFill>
                  <a:srgbClr val="231F20"/>
                </a:solidFill>
                <a:latin typeface="Arial"/>
                <a:cs typeface="Arial"/>
              </a:rPr>
              <a:t> </a:t>
            </a:r>
            <a:r>
              <a:rPr sz="1000" dirty="0">
                <a:solidFill>
                  <a:srgbClr val="231F20"/>
                </a:solidFill>
                <a:latin typeface="Arial"/>
                <a:cs typeface="Arial"/>
              </a:rPr>
              <a:t>Junior</a:t>
            </a:r>
            <a:r>
              <a:rPr sz="1000" spc="5" dirty="0">
                <a:solidFill>
                  <a:srgbClr val="231F20"/>
                </a:solidFill>
                <a:latin typeface="Arial"/>
                <a:cs typeface="Arial"/>
              </a:rPr>
              <a:t> </a:t>
            </a:r>
            <a:r>
              <a:rPr sz="1000" spc="-20" dirty="0">
                <a:solidFill>
                  <a:srgbClr val="231F20"/>
                </a:solidFill>
                <a:latin typeface="Arial"/>
                <a:cs typeface="Arial"/>
              </a:rPr>
              <a:t>Teen</a:t>
            </a:r>
            <a:r>
              <a:rPr sz="1000" spc="10" dirty="0">
                <a:solidFill>
                  <a:srgbClr val="231F20"/>
                </a:solidFill>
                <a:latin typeface="Arial"/>
                <a:cs typeface="Arial"/>
              </a:rPr>
              <a:t> </a:t>
            </a:r>
            <a:r>
              <a:rPr sz="1000" spc="-10" dirty="0">
                <a:solidFill>
                  <a:srgbClr val="231F20"/>
                </a:solidFill>
                <a:latin typeface="Arial"/>
                <a:cs typeface="Arial"/>
              </a:rPr>
              <a:t>Retreat.</a:t>
            </a:r>
            <a:endParaRPr sz="1000">
              <a:latin typeface="Arial"/>
              <a:cs typeface="Arial"/>
            </a:endParaRPr>
          </a:p>
          <a:p>
            <a:pPr marL="12700" marR="7366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opening</a:t>
            </a:r>
            <a:r>
              <a:rPr sz="1000" spc="5" dirty="0">
                <a:solidFill>
                  <a:srgbClr val="231F20"/>
                </a:solidFill>
                <a:latin typeface="Arial"/>
                <a:cs typeface="Arial"/>
              </a:rPr>
              <a:t> </a:t>
            </a:r>
            <a:r>
              <a:rPr sz="1000" dirty="0">
                <a:solidFill>
                  <a:srgbClr val="231F20"/>
                </a:solidFill>
                <a:latin typeface="Arial"/>
                <a:cs typeface="Arial"/>
              </a:rPr>
              <a:t>featured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movie</a:t>
            </a:r>
            <a:r>
              <a:rPr sz="1000" spc="5" dirty="0">
                <a:solidFill>
                  <a:srgbClr val="231F20"/>
                </a:solidFill>
                <a:latin typeface="Arial"/>
                <a:cs typeface="Arial"/>
              </a:rPr>
              <a:t> </a:t>
            </a:r>
            <a:r>
              <a:rPr sz="1000" dirty="0">
                <a:solidFill>
                  <a:srgbClr val="231F20"/>
                </a:solidFill>
                <a:latin typeface="Arial"/>
                <a:cs typeface="Arial"/>
              </a:rPr>
              <a:t>“Massively</a:t>
            </a:r>
            <a:r>
              <a:rPr sz="1000" spc="10" dirty="0">
                <a:solidFill>
                  <a:srgbClr val="231F20"/>
                </a:solidFill>
                <a:latin typeface="Arial"/>
                <a:cs typeface="Arial"/>
              </a:rPr>
              <a:t> </a:t>
            </a:r>
            <a:r>
              <a:rPr sz="1000" spc="-20" dirty="0">
                <a:solidFill>
                  <a:srgbClr val="231F20"/>
                </a:solidFill>
                <a:latin typeface="Arial"/>
                <a:cs typeface="Arial"/>
              </a:rPr>
              <a:t>Mixed </a:t>
            </a:r>
            <a:r>
              <a:rPr sz="1000" dirty="0">
                <a:solidFill>
                  <a:srgbClr val="231F20"/>
                </a:solidFill>
                <a:latin typeface="Arial"/>
                <a:cs typeface="Arial"/>
              </a:rPr>
              <a:t>Up</a:t>
            </a:r>
            <a:r>
              <a:rPr sz="1000" spc="5" dirty="0">
                <a:solidFill>
                  <a:srgbClr val="231F20"/>
                </a:solidFill>
                <a:latin typeface="Arial"/>
                <a:cs typeface="Arial"/>
              </a:rPr>
              <a:t> </a:t>
            </a:r>
            <a:r>
              <a:rPr sz="1000" dirty="0">
                <a:solidFill>
                  <a:srgbClr val="231F20"/>
                </a:solidFill>
                <a:latin typeface="Arial"/>
                <a:cs typeface="Arial"/>
              </a:rPr>
              <a:t>Middle</a:t>
            </a:r>
            <a:r>
              <a:rPr sz="1000" spc="5" dirty="0">
                <a:solidFill>
                  <a:srgbClr val="231F20"/>
                </a:solidFill>
                <a:latin typeface="Arial"/>
                <a:cs typeface="Arial"/>
              </a:rPr>
              <a:t> </a:t>
            </a:r>
            <a:r>
              <a:rPr sz="1000" dirty="0">
                <a:solidFill>
                  <a:srgbClr val="231F20"/>
                </a:solidFill>
                <a:latin typeface="Arial"/>
                <a:cs typeface="Arial"/>
              </a:rPr>
              <a:t>School</a:t>
            </a:r>
            <a:r>
              <a:rPr sz="1000" spc="10" dirty="0">
                <a:solidFill>
                  <a:srgbClr val="231F20"/>
                </a:solidFill>
                <a:latin typeface="Arial"/>
                <a:cs typeface="Arial"/>
              </a:rPr>
              <a:t> </a:t>
            </a:r>
            <a:r>
              <a:rPr sz="1000" dirty="0">
                <a:solidFill>
                  <a:srgbClr val="231F20"/>
                </a:solidFill>
                <a:latin typeface="Arial"/>
                <a:cs typeface="Arial"/>
              </a:rPr>
              <a:t>Mystery”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breakout</a:t>
            </a:r>
            <a:r>
              <a:rPr sz="1000" spc="10" dirty="0">
                <a:solidFill>
                  <a:srgbClr val="231F20"/>
                </a:solidFill>
                <a:latin typeface="Arial"/>
                <a:cs typeface="Arial"/>
              </a:rPr>
              <a:t> </a:t>
            </a:r>
            <a:r>
              <a:rPr sz="1000" spc="-10" dirty="0">
                <a:solidFill>
                  <a:srgbClr val="231F20"/>
                </a:solidFill>
                <a:latin typeface="Arial"/>
                <a:cs typeface="Arial"/>
              </a:rPr>
              <a:t>sessions</a:t>
            </a:r>
            <a:r>
              <a:rPr sz="1000" spc="5" dirty="0">
                <a:solidFill>
                  <a:srgbClr val="231F20"/>
                </a:solidFill>
                <a:latin typeface="Arial"/>
                <a:cs typeface="Arial"/>
              </a:rPr>
              <a:t> </a:t>
            </a:r>
            <a:r>
              <a:rPr sz="1000" dirty="0">
                <a:solidFill>
                  <a:srgbClr val="231F20"/>
                </a:solidFill>
                <a:latin typeface="Arial"/>
                <a:cs typeface="Arial"/>
              </a:rPr>
              <a:t>led</a:t>
            </a:r>
            <a:r>
              <a:rPr sz="1000" spc="40"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very</a:t>
            </a:r>
            <a:r>
              <a:rPr sz="1000" spc="5" dirty="0">
                <a:solidFill>
                  <a:srgbClr val="231F20"/>
                </a:solidFill>
                <a:latin typeface="Arial"/>
                <a:cs typeface="Arial"/>
              </a:rPr>
              <a:t> </a:t>
            </a:r>
            <a:r>
              <a:rPr sz="1000" dirty="0">
                <a:solidFill>
                  <a:srgbClr val="231F20"/>
                </a:solidFill>
                <a:latin typeface="Arial"/>
                <a:cs typeface="Arial"/>
              </a:rPr>
              <a:t>own</a:t>
            </a:r>
            <a:r>
              <a:rPr sz="1000" spc="5" dirty="0">
                <a:solidFill>
                  <a:srgbClr val="231F20"/>
                </a:solidFill>
                <a:latin typeface="Arial"/>
                <a:cs typeface="Arial"/>
              </a:rPr>
              <a:t> </a:t>
            </a:r>
            <a:r>
              <a:rPr sz="1000" dirty="0">
                <a:solidFill>
                  <a:srgbClr val="231F20"/>
                </a:solidFill>
                <a:latin typeface="Arial"/>
                <a:cs typeface="Arial"/>
              </a:rPr>
              <a:t>junior</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two</a:t>
            </a:r>
            <a:r>
              <a:rPr sz="1000" spc="5" dirty="0">
                <a:solidFill>
                  <a:srgbClr val="231F20"/>
                </a:solidFill>
                <a:latin typeface="Arial"/>
                <a:cs typeface="Arial"/>
              </a:rPr>
              <a:t> </a:t>
            </a:r>
            <a:r>
              <a:rPr sz="1000" dirty="0">
                <a:solidFill>
                  <a:srgbClr val="231F20"/>
                </a:solidFill>
                <a:latin typeface="Arial"/>
                <a:cs typeface="Arial"/>
              </a:rPr>
              <a:t>featured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person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virtual</a:t>
            </a:r>
            <a:r>
              <a:rPr sz="1000" spc="-10"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a:t>
            </a:r>
            <a:r>
              <a:rPr sz="1000" dirty="0">
                <a:solidFill>
                  <a:srgbClr val="231F20"/>
                </a:solidFill>
                <a:latin typeface="Arial"/>
                <a:cs typeface="Arial"/>
              </a:rPr>
              <a:t>modules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bond</a:t>
            </a:r>
            <a:r>
              <a:rPr sz="1000" spc="-10" dirty="0">
                <a:solidFill>
                  <a:srgbClr val="231F20"/>
                </a:solidFill>
                <a:latin typeface="Arial"/>
                <a:cs typeface="Arial"/>
              </a:rPr>
              <a:t> </a:t>
            </a:r>
            <a:r>
              <a:rPr sz="1000" dirty="0">
                <a:solidFill>
                  <a:srgbClr val="231F20"/>
                </a:solidFill>
                <a:latin typeface="Arial"/>
                <a:cs typeface="Arial"/>
              </a:rPr>
              <a:t>fire</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0" dirty="0">
                <a:solidFill>
                  <a:srgbClr val="231F20"/>
                </a:solidFill>
                <a:latin typeface="Arial"/>
                <a:cs typeface="Arial"/>
              </a:rPr>
              <a:t>Camp </a:t>
            </a:r>
            <a:r>
              <a:rPr sz="1000" spc="-25" dirty="0">
                <a:solidFill>
                  <a:srgbClr val="231F20"/>
                </a:solidFill>
                <a:latin typeface="Arial"/>
                <a:cs typeface="Arial"/>
              </a:rPr>
              <a:t>Wabanna.</a:t>
            </a:r>
            <a:r>
              <a:rPr sz="1000" spc="5" dirty="0">
                <a:solidFill>
                  <a:srgbClr val="231F20"/>
                </a:solidFill>
                <a:latin typeface="Arial"/>
                <a:cs typeface="Arial"/>
              </a:rPr>
              <a:t> </a:t>
            </a:r>
            <a:r>
              <a:rPr sz="1000" dirty="0">
                <a:solidFill>
                  <a:srgbClr val="231F20"/>
                </a:solidFill>
                <a:latin typeface="Arial"/>
                <a:cs typeface="Arial"/>
              </a:rPr>
              <a:t>Nature</a:t>
            </a:r>
            <a:r>
              <a:rPr sz="1000" spc="5" dirty="0">
                <a:solidFill>
                  <a:srgbClr val="231F20"/>
                </a:solidFill>
                <a:latin typeface="Arial"/>
                <a:cs typeface="Arial"/>
              </a:rPr>
              <a:t> </a:t>
            </a:r>
            <a:r>
              <a:rPr sz="1000" dirty="0">
                <a:solidFill>
                  <a:srgbClr val="231F20"/>
                </a:solidFill>
                <a:latin typeface="Arial"/>
                <a:cs typeface="Arial"/>
              </a:rPr>
              <a:t>photography</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feature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October’s</a:t>
            </a:r>
            <a:r>
              <a:rPr sz="1000" spc="-2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Croydon</a:t>
            </a:r>
            <a:r>
              <a:rPr sz="1000" spc="-15" dirty="0">
                <a:solidFill>
                  <a:srgbClr val="231F20"/>
                </a:solidFill>
                <a:latin typeface="Arial"/>
                <a:cs typeface="Arial"/>
              </a:rPr>
              <a:t> </a:t>
            </a:r>
            <a:r>
              <a:rPr sz="1000" dirty="0">
                <a:solidFill>
                  <a:srgbClr val="231F20"/>
                </a:solidFill>
                <a:latin typeface="Arial"/>
                <a:cs typeface="Arial"/>
              </a:rPr>
              <a:t>Creek</a:t>
            </a:r>
            <a:r>
              <a:rPr sz="1000" spc="-20" dirty="0">
                <a:solidFill>
                  <a:srgbClr val="231F20"/>
                </a:solidFill>
                <a:latin typeface="Arial"/>
                <a:cs typeface="Arial"/>
              </a:rPr>
              <a:t> </a:t>
            </a:r>
            <a:r>
              <a:rPr sz="1000" dirty="0">
                <a:solidFill>
                  <a:srgbClr val="231F20"/>
                </a:solidFill>
                <a:latin typeface="Arial"/>
                <a:cs typeface="Arial"/>
              </a:rPr>
              <a:t>Nature</a:t>
            </a:r>
            <a:r>
              <a:rPr sz="1000" spc="-15" dirty="0">
                <a:solidFill>
                  <a:srgbClr val="231F20"/>
                </a:solidFill>
                <a:latin typeface="Arial"/>
                <a:cs typeface="Arial"/>
              </a:rPr>
              <a:t> </a:t>
            </a:r>
            <a:r>
              <a:rPr sz="1000" spc="-10" dirty="0">
                <a:solidFill>
                  <a:srgbClr val="231F20"/>
                </a:solidFill>
                <a:latin typeface="Arial"/>
                <a:cs typeface="Arial"/>
              </a:rPr>
              <a:t>Center.</a:t>
            </a:r>
            <a:endParaRPr sz="1000">
              <a:latin typeface="Arial"/>
              <a:cs typeface="Arial"/>
            </a:endParaRPr>
          </a:p>
          <a:p>
            <a:pPr marL="12700" marR="114935">
              <a:lnSpc>
                <a:spcPct val="100000"/>
              </a:lnSpc>
            </a:pPr>
            <a:r>
              <a:rPr sz="1000" dirty="0">
                <a:solidFill>
                  <a:srgbClr val="231F20"/>
                </a:solidFill>
                <a:latin typeface="Arial"/>
                <a:cs typeface="Arial"/>
              </a:rPr>
              <a:t>Junior</a:t>
            </a:r>
            <a:r>
              <a:rPr sz="1000" spc="-5" dirty="0">
                <a:solidFill>
                  <a:srgbClr val="231F20"/>
                </a:solidFill>
                <a:latin typeface="Arial"/>
                <a:cs typeface="Arial"/>
              </a:rPr>
              <a:t> </a:t>
            </a:r>
            <a:r>
              <a:rPr sz="1000" dirty="0">
                <a:solidFill>
                  <a:srgbClr val="231F20"/>
                </a:solidFill>
                <a:latin typeface="Arial"/>
                <a:cs typeface="Arial"/>
              </a:rPr>
              <a:t>teens received</a:t>
            </a:r>
            <a:r>
              <a:rPr sz="1000" spc="-5" dirty="0">
                <a:solidFill>
                  <a:srgbClr val="231F20"/>
                </a:solidFill>
                <a:latin typeface="Arial"/>
                <a:cs typeface="Arial"/>
              </a:rPr>
              <a:t> </a:t>
            </a:r>
            <a:r>
              <a:rPr sz="1000" dirty="0">
                <a:solidFill>
                  <a:srgbClr val="231F20"/>
                </a:solidFill>
                <a:latin typeface="Arial"/>
                <a:cs typeface="Arial"/>
              </a:rPr>
              <a:t>instant </a:t>
            </a:r>
            <a:r>
              <a:rPr sz="1000" spc="-10" dirty="0">
                <a:solidFill>
                  <a:srgbClr val="231F20"/>
                </a:solidFill>
                <a:latin typeface="Arial"/>
                <a:cs typeface="Arial"/>
              </a:rPr>
              <a:t>cameras</a:t>
            </a:r>
            <a:r>
              <a:rPr sz="1000" spc="-5" dirty="0">
                <a:solidFill>
                  <a:srgbClr val="231F20"/>
                </a:solidFill>
                <a:latin typeface="Arial"/>
                <a:cs typeface="Arial"/>
              </a:rPr>
              <a:t> </a:t>
            </a:r>
            <a:r>
              <a:rPr sz="1000" dirty="0">
                <a:solidFill>
                  <a:srgbClr val="231F20"/>
                </a:solidFill>
                <a:latin typeface="Arial"/>
                <a:cs typeface="Arial"/>
              </a:rPr>
              <a:t>allowing them </a:t>
            </a:r>
            <a:r>
              <a:rPr sz="1000" spc="-25" dirty="0">
                <a:solidFill>
                  <a:srgbClr val="231F20"/>
                </a:solidFill>
                <a:latin typeface="Arial"/>
                <a:cs typeface="Arial"/>
              </a:rPr>
              <a:t>to </a:t>
            </a:r>
            <a:r>
              <a:rPr sz="1000" dirty="0">
                <a:solidFill>
                  <a:srgbClr val="231F20"/>
                </a:solidFill>
                <a:latin typeface="Arial"/>
                <a:cs typeface="Arial"/>
              </a:rPr>
              <a:t>take</a:t>
            </a:r>
            <a:r>
              <a:rPr sz="1000" spc="-10" dirty="0">
                <a:solidFill>
                  <a:srgbClr val="231F20"/>
                </a:solidFill>
                <a:latin typeface="Arial"/>
                <a:cs typeface="Arial"/>
              </a:rPr>
              <a:t> </a:t>
            </a:r>
            <a:r>
              <a:rPr sz="1000" dirty="0">
                <a:solidFill>
                  <a:srgbClr val="231F20"/>
                </a:solidFill>
                <a:latin typeface="Arial"/>
                <a:cs typeface="Arial"/>
              </a:rPr>
              <a:t>photos</a:t>
            </a:r>
            <a:r>
              <a:rPr sz="1000" spc="-10" dirty="0">
                <a:solidFill>
                  <a:srgbClr val="231F20"/>
                </a:solidFill>
                <a:latin typeface="Arial"/>
                <a:cs typeface="Arial"/>
              </a:rPr>
              <a:t>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scavenger</a:t>
            </a:r>
            <a:r>
              <a:rPr sz="1000" spc="-5" dirty="0">
                <a:solidFill>
                  <a:srgbClr val="231F20"/>
                </a:solidFill>
                <a:latin typeface="Arial"/>
                <a:cs typeface="Arial"/>
              </a:rPr>
              <a:t> </a:t>
            </a:r>
            <a:r>
              <a:rPr sz="1000" dirty="0">
                <a:solidFill>
                  <a:srgbClr val="231F20"/>
                </a:solidFill>
                <a:latin typeface="Arial"/>
                <a:cs typeface="Arial"/>
              </a:rPr>
              <a:t>hunt.</a:t>
            </a:r>
            <a:r>
              <a:rPr sz="1000" spc="-10" dirty="0">
                <a:solidFill>
                  <a:srgbClr val="231F20"/>
                </a:solidFill>
                <a:latin typeface="Arial"/>
                <a:cs typeface="Arial"/>
              </a:rPr>
              <a:t> </a:t>
            </a:r>
            <a:r>
              <a:rPr sz="1000" dirty="0">
                <a:solidFill>
                  <a:srgbClr val="231F20"/>
                </a:solidFill>
                <a:latin typeface="Arial"/>
                <a:cs typeface="Arial"/>
              </a:rPr>
              <a:t>Once</a:t>
            </a:r>
            <a:r>
              <a:rPr sz="1000" spc="-5" dirty="0">
                <a:solidFill>
                  <a:srgbClr val="231F20"/>
                </a:solidFill>
                <a:latin typeface="Arial"/>
                <a:cs typeface="Arial"/>
              </a:rPr>
              <a:t> </a:t>
            </a:r>
            <a:r>
              <a:rPr sz="1000" spc="-10" dirty="0">
                <a:solidFill>
                  <a:srgbClr val="231F20"/>
                </a:solidFill>
                <a:latin typeface="Arial"/>
                <a:cs typeface="Arial"/>
              </a:rPr>
              <a:t>completed,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photos</a:t>
            </a:r>
            <a:r>
              <a:rPr sz="1000" spc="15" dirty="0">
                <a:solidFill>
                  <a:srgbClr val="231F20"/>
                </a:solidFill>
                <a:latin typeface="Arial"/>
                <a:cs typeface="Arial"/>
              </a:rPr>
              <a:t> </a:t>
            </a:r>
            <a:r>
              <a:rPr sz="1000" dirty="0">
                <a:solidFill>
                  <a:srgbClr val="231F20"/>
                </a:solidFill>
                <a:latin typeface="Arial"/>
                <a:cs typeface="Arial"/>
              </a:rPr>
              <a:t>became</a:t>
            </a:r>
            <a:r>
              <a:rPr sz="1000" spc="15" dirty="0">
                <a:solidFill>
                  <a:srgbClr val="231F20"/>
                </a:solidFill>
                <a:latin typeface="Arial"/>
                <a:cs typeface="Arial"/>
              </a:rPr>
              <a:t> </a:t>
            </a:r>
            <a:r>
              <a:rPr sz="1000" dirty="0">
                <a:solidFill>
                  <a:srgbClr val="231F20"/>
                </a:solidFill>
                <a:latin typeface="Arial"/>
                <a:cs typeface="Arial"/>
              </a:rPr>
              <a:t>part</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photo</a:t>
            </a:r>
            <a:r>
              <a:rPr sz="1000" spc="15" dirty="0">
                <a:solidFill>
                  <a:srgbClr val="231F20"/>
                </a:solidFill>
                <a:latin typeface="Arial"/>
                <a:cs typeface="Arial"/>
              </a:rPr>
              <a:t> </a:t>
            </a:r>
            <a:r>
              <a:rPr sz="1000" dirty="0">
                <a:solidFill>
                  <a:srgbClr val="231F20"/>
                </a:solidFill>
                <a:latin typeface="Arial"/>
                <a:cs typeface="Arial"/>
              </a:rPr>
              <a:t>contest.</a:t>
            </a:r>
            <a:r>
              <a:rPr sz="1000" spc="15" dirty="0">
                <a:solidFill>
                  <a:srgbClr val="231F20"/>
                </a:solidFill>
                <a:latin typeface="Arial"/>
                <a:cs typeface="Arial"/>
              </a:rPr>
              <a:t> </a:t>
            </a:r>
            <a:r>
              <a:rPr sz="1000" spc="-20" dirty="0">
                <a:solidFill>
                  <a:srgbClr val="231F20"/>
                </a:solidFill>
                <a:latin typeface="Arial"/>
                <a:cs typeface="Arial"/>
              </a:rPr>
              <a:t>With </a:t>
            </a:r>
            <a:r>
              <a:rPr sz="1000" spc="-35" dirty="0">
                <a:solidFill>
                  <a:srgbClr val="231F20"/>
                </a:solidFill>
                <a:latin typeface="Arial"/>
                <a:cs typeface="Arial"/>
              </a:rPr>
              <a:t>COVID-</a:t>
            </a:r>
            <a:r>
              <a:rPr sz="1000" spc="-80" dirty="0">
                <a:solidFill>
                  <a:srgbClr val="231F20"/>
                </a:solidFill>
                <a:latin typeface="Arial"/>
                <a:cs typeface="Arial"/>
              </a:rPr>
              <a:t>19,</a:t>
            </a:r>
            <a:r>
              <a:rPr sz="1000" spc="-5" dirty="0">
                <a:solidFill>
                  <a:srgbClr val="231F20"/>
                </a:solidFill>
                <a:latin typeface="Arial"/>
                <a:cs typeface="Arial"/>
              </a:rPr>
              <a:t> </a:t>
            </a:r>
            <a:r>
              <a:rPr sz="1000" dirty="0">
                <a:solidFill>
                  <a:srgbClr val="231F20"/>
                </a:solidFill>
                <a:latin typeface="Arial"/>
                <a:cs typeface="Arial"/>
              </a:rPr>
              <a:t>wearing</a:t>
            </a:r>
            <a:r>
              <a:rPr sz="1000" spc="-5" dirty="0">
                <a:solidFill>
                  <a:srgbClr val="231F20"/>
                </a:solidFill>
                <a:latin typeface="Arial"/>
                <a:cs typeface="Arial"/>
              </a:rPr>
              <a:t> </a:t>
            </a:r>
            <a:r>
              <a:rPr sz="1000" spc="-20" dirty="0">
                <a:solidFill>
                  <a:srgbClr val="231F20"/>
                </a:solidFill>
                <a:latin typeface="Arial"/>
                <a:cs typeface="Arial"/>
              </a:rPr>
              <a:t>masks</a:t>
            </a:r>
            <a:r>
              <a:rPr sz="1000" dirty="0">
                <a:solidFill>
                  <a:srgbClr val="231F20"/>
                </a:solidFill>
                <a:latin typeface="Arial"/>
                <a:cs typeface="Arial"/>
              </a:rPr>
              <a:t> is</a:t>
            </a:r>
            <a:r>
              <a:rPr sz="1000" spc="-5" dirty="0">
                <a:solidFill>
                  <a:srgbClr val="231F20"/>
                </a:solidFill>
                <a:latin typeface="Arial"/>
                <a:cs typeface="Arial"/>
              </a:rPr>
              <a:t> </a:t>
            </a:r>
            <a:r>
              <a:rPr sz="1000" dirty="0">
                <a:solidFill>
                  <a:srgbClr val="231F20"/>
                </a:solidFill>
                <a:latin typeface="Arial"/>
                <a:cs typeface="Arial"/>
              </a:rPr>
              <a:t>an important</a:t>
            </a:r>
            <a:r>
              <a:rPr sz="1000" spc="-5" dirty="0">
                <a:solidFill>
                  <a:srgbClr val="231F20"/>
                </a:solidFill>
                <a:latin typeface="Arial"/>
                <a:cs typeface="Arial"/>
              </a:rPr>
              <a:t> </a:t>
            </a:r>
            <a:r>
              <a:rPr sz="1000" dirty="0">
                <a:solidFill>
                  <a:srgbClr val="231F20"/>
                </a:solidFill>
                <a:latin typeface="Arial"/>
                <a:cs typeface="Arial"/>
              </a:rPr>
              <a:t>way to</a:t>
            </a:r>
            <a:r>
              <a:rPr sz="1000" spc="-5" dirty="0">
                <a:solidFill>
                  <a:srgbClr val="231F20"/>
                </a:solidFill>
                <a:latin typeface="Arial"/>
                <a:cs typeface="Arial"/>
              </a:rPr>
              <a:t> </a:t>
            </a:r>
            <a:r>
              <a:rPr sz="1000" spc="-10" dirty="0">
                <a:solidFill>
                  <a:srgbClr val="231F20"/>
                </a:solidFill>
                <a:latin typeface="Arial"/>
                <a:cs typeface="Arial"/>
              </a:rPr>
              <a:t>protect </a:t>
            </a:r>
            <a:r>
              <a:rPr sz="1000" dirty="0">
                <a:solidFill>
                  <a:srgbClr val="231F20"/>
                </a:solidFill>
                <a:latin typeface="Arial"/>
                <a:cs typeface="Arial"/>
              </a:rPr>
              <a:t>your</a:t>
            </a:r>
            <a:r>
              <a:rPr sz="1000" spc="-5" dirty="0">
                <a:solidFill>
                  <a:srgbClr val="231F20"/>
                </a:solidFill>
                <a:latin typeface="Arial"/>
                <a:cs typeface="Arial"/>
              </a:rPr>
              <a:t> </a:t>
            </a:r>
            <a:r>
              <a:rPr sz="1000" dirty="0">
                <a:solidFill>
                  <a:srgbClr val="231F20"/>
                </a:solidFill>
                <a:latin typeface="Arial"/>
                <a:cs typeface="Arial"/>
              </a:rPr>
              <a:t>neighbor from the spread of the </a:t>
            </a:r>
            <a:r>
              <a:rPr sz="1000" spc="-10" dirty="0">
                <a:solidFill>
                  <a:srgbClr val="231F20"/>
                </a:solidFill>
                <a:latin typeface="Arial"/>
                <a:cs typeface="Arial"/>
              </a:rPr>
              <a:t>disease.</a:t>
            </a:r>
            <a:r>
              <a:rPr sz="1000" dirty="0">
                <a:solidFill>
                  <a:srgbClr val="231F20"/>
                </a:solidFill>
                <a:latin typeface="Arial"/>
                <a:cs typeface="Arial"/>
              </a:rPr>
              <a:t> The </a:t>
            </a:r>
            <a:r>
              <a:rPr sz="1000" spc="-20" dirty="0">
                <a:solidFill>
                  <a:srgbClr val="231F20"/>
                </a:solidFill>
                <a:latin typeface="Arial"/>
                <a:cs typeface="Arial"/>
              </a:rPr>
              <a:t>mask</a:t>
            </a:r>
            <a:endParaRPr sz="1000">
              <a:latin typeface="Arial"/>
              <a:cs typeface="Arial"/>
            </a:endParaRPr>
          </a:p>
          <a:p>
            <a:pPr marL="12700" marR="45720">
              <a:lnSpc>
                <a:spcPct val="100000"/>
              </a:lnSpc>
            </a:pP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allowed</a:t>
            </a:r>
            <a:r>
              <a:rPr sz="1000" spc="15" dirty="0">
                <a:solidFill>
                  <a:srgbClr val="231F20"/>
                </a:solidFill>
                <a:latin typeface="Arial"/>
                <a:cs typeface="Arial"/>
              </a:rPr>
              <a:t> </a:t>
            </a:r>
            <a:r>
              <a:rPr sz="1000" dirty="0">
                <a:solidFill>
                  <a:srgbClr val="231F20"/>
                </a:solidFill>
                <a:latin typeface="Arial"/>
                <a:cs typeface="Arial"/>
              </a:rPr>
              <a:t>junior</a:t>
            </a:r>
            <a:r>
              <a:rPr sz="1000" spc="10" dirty="0">
                <a:solidFill>
                  <a:srgbClr val="231F20"/>
                </a:solidFill>
                <a:latin typeface="Arial"/>
                <a:cs typeface="Arial"/>
              </a:rPr>
              <a:t> </a:t>
            </a:r>
            <a:r>
              <a:rPr sz="100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learn</a:t>
            </a:r>
            <a:r>
              <a:rPr sz="1000" spc="10"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0" dirty="0">
                <a:solidFill>
                  <a:srgbClr val="231F20"/>
                </a:solidFill>
                <a:latin typeface="Arial"/>
                <a:cs typeface="Arial"/>
              </a:rPr>
              <a:t>make </a:t>
            </a:r>
            <a:r>
              <a:rPr sz="1000" dirty="0">
                <a:solidFill>
                  <a:srgbClr val="231F20"/>
                </a:solidFill>
                <a:latin typeface="Arial"/>
                <a:cs typeface="Arial"/>
              </a:rPr>
              <a:t>sewn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no-sew</a:t>
            </a:r>
            <a:r>
              <a:rPr sz="1000" spc="-5" dirty="0">
                <a:solidFill>
                  <a:srgbClr val="231F20"/>
                </a:solidFill>
                <a:latin typeface="Arial"/>
                <a:cs typeface="Arial"/>
              </a:rPr>
              <a:t> </a:t>
            </a:r>
            <a:r>
              <a:rPr sz="1000" spc="-20" dirty="0">
                <a:solidFill>
                  <a:srgbClr val="231F20"/>
                </a:solidFill>
                <a:latin typeface="Arial"/>
                <a:cs typeface="Arial"/>
              </a:rPr>
              <a:t>masks</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donated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youth- </a:t>
            </a:r>
            <a:r>
              <a:rPr sz="1000" dirty="0">
                <a:solidFill>
                  <a:srgbClr val="231F20"/>
                </a:solidFill>
                <a:latin typeface="Arial"/>
                <a:cs typeface="Arial"/>
              </a:rPr>
              <a:t>focused</a:t>
            </a:r>
            <a:r>
              <a:rPr sz="1000" spc="-20"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organization.</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Junior</a:t>
            </a:r>
            <a:r>
              <a:rPr sz="1000" spc="-20" dirty="0">
                <a:solidFill>
                  <a:srgbClr val="231F20"/>
                </a:solidFill>
                <a:latin typeface="Arial"/>
                <a:cs typeface="Arial"/>
              </a:rPr>
              <a:t> </a:t>
            </a:r>
            <a:r>
              <a:rPr sz="1000" spc="-10" dirty="0">
                <a:solidFill>
                  <a:srgbClr val="231F20"/>
                </a:solidFill>
                <a:latin typeface="Arial"/>
                <a:cs typeface="Arial"/>
              </a:rPr>
              <a:t>Master</a:t>
            </a:r>
            <a:r>
              <a:rPr sz="1000" spc="-15" dirty="0">
                <a:solidFill>
                  <a:srgbClr val="231F20"/>
                </a:solidFill>
                <a:latin typeface="Arial"/>
                <a:cs typeface="Arial"/>
              </a:rPr>
              <a:t> </a:t>
            </a:r>
            <a:r>
              <a:rPr sz="1000" spc="-20" dirty="0">
                <a:solidFill>
                  <a:srgbClr val="231F20"/>
                </a:solidFill>
                <a:latin typeface="Arial"/>
                <a:cs typeface="Arial"/>
              </a:rPr>
              <a:t>Chef</a:t>
            </a:r>
            <a:endParaRPr sz="1000">
              <a:latin typeface="Arial"/>
              <a:cs typeface="Arial"/>
            </a:endParaRPr>
          </a:p>
        </p:txBody>
      </p:sp>
      <p:sp>
        <p:nvSpPr>
          <p:cNvPr id="5" name="object 5"/>
          <p:cNvSpPr txBox="1">
            <a:spLocks noGrp="1"/>
          </p:cNvSpPr>
          <p:nvPr>
            <p:ph type="sldNum" sz="quarter" idx="7"/>
          </p:nvPr>
        </p:nvSpPr>
        <p:spPr>
          <a:xfrm>
            <a:off x="7067294" y="9529590"/>
            <a:ext cx="25425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3</a:t>
            </a:r>
            <a:endParaRPr spc="-25" dirty="0"/>
          </a:p>
        </p:txBody>
      </p:sp>
      <p:sp>
        <p:nvSpPr>
          <p:cNvPr id="3" name="object 3"/>
          <p:cNvSpPr txBox="1"/>
          <p:nvPr/>
        </p:nvSpPr>
        <p:spPr>
          <a:xfrm>
            <a:off x="4016375" y="2012175"/>
            <a:ext cx="3305175" cy="6807200"/>
          </a:xfrm>
          <a:prstGeom prst="rect">
            <a:avLst/>
          </a:prstGeom>
        </p:spPr>
        <p:txBody>
          <a:bodyPr vert="horz" wrap="square" lIns="0" tIns="12700" rIns="0" bIns="0" rtlCol="0">
            <a:spAutoFit/>
          </a:bodyPr>
          <a:lstStyle/>
          <a:p>
            <a:pPr marL="12700" marR="37465">
              <a:lnSpc>
                <a:spcPct val="100000"/>
              </a:lnSpc>
              <a:spcBef>
                <a:spcPts val="100"/>
              </a:spcBef>
            </a:pPr>
            <a:r>
              <a:rPr sz="1000" dirty="0">
                <a:solidFill>
                  <a:srgbClr val="231F20"/>
                </a:solidFill>
                <a:latin typeface="Arial"/>
                <a:cs typeface="Arial"/>
              </a:rPr>
              <a:t>winner</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Jill</a:t>
            </a:r>
            <a:r>
              <a:rPr sz="1000" spc="-25" dirty="0">
                <a:solidFill>
                  <a:srgbClr val="231F20"/>
                </a:solidFill>
                <a:latin typeface="Arial"/>
                <a:cs typeface="Arial"/>
              </a:rPr>
              <a:t> </a:t>
            </a:r>
            <a:r>
              <a:rPr sz="1000" spc="-10" dirty="0">
                <a:solidFill>
                  <a:srgbClr val="231F20"/>
                </a:solidFill>
                <a:latin typeface="Arial"/>
                <a:cs typeface="Arial"/>
              </a:rPr>
              <a:t>alumnae</a:t>
            </a:r>
            <a:r>
              <a:rPr sz="1000" spc="-20" dirty="0">
                <a:solidFill>
                  <a:srgbClr val="231F20"/>
                </a:solidFill>
                <a:latin typeface="Arial"/>
                <a:cs typeface="Arial"/>
              </a:rPr>
              <a:t> </a:t>
            </a:r>
            <a:r>
              <a:rPr sz="1000" spc="-10" dirty="0">
                <a:solidFill>
                  <a:srgbClr val="231F20"/>
                </a:solidFill>
                <a:latin typeface="Arial"/>
                <a:cs typeface="Arial"/>
              </a:rPr>
              <a:t>Jasmine</a:t>
            </a:r>
            <a:r>
              <a:rPr sz="1000" spc="-25" dirty="0">
                <a:solidFill>
                  <a:srgbClr val="231F20"/>
                </a:solidFill>
                <a:latin typeface="Arial"/>
                <a:cs typeface="Arial"/>
              </a:rPr>
              <a:t> </a:t>
            </a:r>
            <a:r>
              <a:rPr sz="1000" dirty="0">
                <a:solidFill>
                  <a:srgbClr val="231F20"/>
                </a:solidFill>
                <a:latin typeface="Arial"/>
                <a:cs typeface="Arial"/>
              </a:rPr>
              <a:t>Stewart</a:t>
            </a:r>
            <a:r>
              <a:rPr sz="1000" spc="-25" dirty="0">
                <a:solidFill>
                  <a:srgbClr val="231F20"/>
                </a:solidFill>
                <a:latin typeface="Arial"/>
                <a:cs typeface="Arial"/>
              </a:rPr>
              <a:t> </a:t>
            </a:r>
            <a:r>
              <a:rPr sz="1000" spc="-10" dirty="0">
                <a:solidFill>
                  <a:srgbClr val="231F20"/>
                </a:solidFill>
                <a:latin typeface="Arial"/>
                <a:cs typeface="Arial"/>
              </a:rPr>
              <a:t>walked </a:t>
            </a:r>
            <a:r>
              <a:rPr sz="1000" dirty="0">
                <a:solidFill>
                  <a:srgbClr val="231F20"/>
                </a:solidFill>
                <a:latin typeface="Arial"/>
                <a:cs typeface="Arial"/>
              </a:rPr>
              <a:t>our</a:t>
            </a:r>
            <a:r>
              <a:rPr sz="1000" spc="10"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preparation</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healthy,</a:t>
            </a:r>
            <a:r>
              <a:rPr sz="1000" spc="15" dirty="0">
                <a:solidFill>
                  <a:srgbClr val="231F20"/>
                </a:solidFill>
                <a:latin typeface="Arial"/>
                <a:cs typeface="Arial"/>
              </a:rPr>
              <a:t> </a:t>
            </a:r>
            <a:r>
              <a:rPr sz="1000" spc="-20" dirty="0">
                <a:solidFill>
                  <a:srgbClr val="231F20"/>
                </a:solidFill>
                <a:latin typeface="Arial"/>
                <a:cs typeface="Arial"/>
              </a:rPr>
              <a:t>tasty </a:t>
            </a:r>
            <a:r>
              <a:rPr sz="1000" spc="-10" dirty="0">
                <a:solidFill>
                  <a:srgbClr val="231F20"/>
                </a:solidFill>
                <a:latin typeface="Arial"/>
                <a:cs typeface="Arial"/>
              </a:rPr>
              <a:t>meal.</a:t>
            </a:r>
            <a:r>
              <a:rPr sz="1000" spc="-15" dirty="0">
                <a:solidFill>
                  <a:srgbClr val="231F20"/>
                </a:solidFill>
                <a:latin typeface="Arial"/>
                <a:cs typeface="Arial"/>
              </a:rPr>
              <a:t> </a:t>
            </a:r>
            <a:r>
              <a:rPr sz="1000" dirty="0">
                <a:solidFill>
                  <a:srgbClr val="231F20"/>
                </a:solidFill>
                <a:latin typeface="Arial"/>
                <a:cs typeface="Arial"/>
              </a:rPr>
              <a:t>Over</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Martin</a:t>
            </a:r>
            <a:r>
              <a:rPr sz="1000" spc="-15" dirty="0">
                <a:solidFill>
                  <a:srgbClr val="231F20"/>
                </a:solidFill>
                <a:latin typeface="Arial"/>
                <a:cs typeface="Arial"/>
              </a:rPr>
              <a:t> </a:t>
            </a:r>
            <a:r>
              <a:rPr sz="1000" dirty="0">
                <a:solidFill>
                  <a:srgbClr val="231F20"/>
                </a:solidFill>
                <a:latin typeface="Arial"/>
                <a:cs typeface="Arial"/>
              </a:rPr>
              <a:t>Luther</a:t>
            </a:r>
            <a:r>
              <a:rPr sz="1000" spc="-15" dirty="0">
                <a:solidFill>
                  <a:srgbClr val="231F20"/>
                </a:solidFill>
                <a:latin typeface="Arial"/>
                <a:cs typeface="Arial"/>
              </a:rPr>
              <a:t> </a:t>
            </a:r>
            <a:r>
              <a:rPr sz="1000" dirty="0">
                <a:solidFill>
                  <a:srgbClr val="231F20"/>
                </a:solidFill>
                <a:latin typeface="Arial"/>
                <a:cs typeface="Arial"/>
              </a:rPr>
              <a:t>King</a:t>
            </a:r>
            <a:r>
              <a:rPr sz="1000" spc="-15" dirty="0">
                <a:solidFill>
                  <a:srgbClr val="231F20"/>
                </a:solidFill>
                <a:latin typeface="Arial"/>
                <a:cs typeface="Arial"/>
              </a:rPr>
              <a:t> </a:t>
            </a:r>
            <a:r>
              <a:rPr sz="1000" dirty="0">
                <a:solidFill>
                  <a:srgbClr val="231F20"/>
                </a:solidFill>
                <a:latin typeface="Arial"/>
                <a:cs typeface="Arial"/>
              </a:rPr>
              <a:t>weekend,</a:t>
            </a:r>
            <a:r>
              <a:rPr sz="1000" spc="-15"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gathered</a:t>
            </a:r>
            <a:r>
              <a:rPr sz="1000" spc="10" dirty="0">
                <a:solidFill>
                  <a:srgbClr val="231F20"/>
                </a:solidFill>
                <a:latin typeface="Arial"/>
                <a:cs typeface="Arial"/>
              </a:rPr>
              <a:t> </a:t>
            </a:r>
            <a:r>
              <a:rPr sz="1000" dirty="0">
                <a:solidFill>
                  <a:srgbClr val="231F20"/>
                </a:solidFill>
                <a:latin typeface="Arial"/>
                <a:cs typeface="Arial"/>
              </a:rPr>
              <a:t>virtually</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in-person</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learn</a:t>
            </a:r>
            <a:r>
              <a:rPr sz="1000" spc="10" dirty="0">
                <a:solidFill>
                  <a:srgbClr val="231F20"/>
                </a:solidFill>
                <a:latin typeface="Arial"/>
                <a:cs typeface="Arial"/>
              </a:rPr>
              <a:t> </a:t>
            </a:r>
            <a:r>
              <a:rPr sz="1000" dirty="0">
                <a:solidFill>
                  <a:srgbClr val="231F20"/>
                </a:solidFill>
                <a:latin typeface="Arial"/>
                <a:cs typeface="Arial"/>
              </a:rPr>
              <a:t>more</a:t>
            </a:r>
            <a:r>
              <a:rPr sz="1000" spc="10" dirty="0">
                <a:solidFill>
                  <a:srgbClr val="231F20"/>
                </a:solidFill>
                <a:latin typeface="Arial"/>
                <a:cs typeface="Arial"/>
              </a:rPr>
              <a:t> </a:t>
            </a:r>
            <a:r>
              <a:rPr sz="1000" spc="-20" dirty="0">
                <a:solidFill>
                  <a:srgbClr val="231F20"/>
                </a:solidFill>
                <a:latin typeface="Arial"/>
                <a:cs typeface="Arial"/>
              </a:rPr>
              <a:t>about</a:t>
            </a:r>
            <a:endParaRPr sz="1000">
              <a:latin typeface="Arial"/>
              <a:cs typeface="Arial"/>
            </a:endParaRPr>
          </a:p>
          <a:p>
            <a:pPr marL="12700" marR="22860">
              <a:lnSpc>
                <a:spcPct val="100000"/>
              </a:lnSpc>
            </a:pP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significance of </a:t>
            </a:r>
            <a:r>
              <a:rPr sz="1000" spc="-30" dirty="0">
                <a:solidFill>
                  <a:srgbClr val="231F20"/>
                </a:solidFill>
                <a:latin typeface="Arial"/>
                <a:cs typeface="Arial"/>
              </a:rPr>
              <a:t>Tulsa,</a:t>
            </a:r>
            <a:r>
              <a:rPr sz="1000" spc="-5" dirty="0">
                <a:solidFill>
                  <a:srgbClr val="231F20"/>
                </a:solidFill>
                <a:latin typeface="Arial"/>
                <a:cs typeface="Arial"/>
              </a:rPr>
              <a:t> </a:t>
            </a:r>
            <a:r>
              <a:rPr sz="1000" dirty="0">
                <a:solidFill>
                  <a:srgbClr val="231F20"/>
                </a:solidFill>
                <a:latin typeface="Arial"/>
                <a:cs typeface="Arial"/>
              </a:rPr>
              <a:t>Oklahoma in the</a:t>
            </a:r>
            <a:r>
              <a:rPr sz="1000" spc="-5" dirty="0">
                <a:solidFill>
                  <a:srgbClr val="231F20"/>
                </a:solidFill>
                <a:latin typeface="Arial"/>
                <a:cs typeface="Arial"/>
              </a:rPr>
              <a:t> </a:t>
            </a:r>
            <a:r>
              <a:rPr sz="1000" dirty="0">
                <a:solidFill>
                  <a:srgbClr val="231F20"/>
                </a:solidFill>
                <a:latin typeface="Arial"/>
                <a:cs typeface="Arial"/>
              </a:rPr>
              <a:t>quest for </a:t>
            </a:r>
            <a:r>
              <a:rPr sz="1000" spc="-20" dirty="0">
                <a:solidFill>
                  <a:srgbClr val="231F20"/>
                </a:solidFill>
                <a:latin typeface="Arial"/>
                <a:cs typeface="Arial"/>
              </a:rPr>
              <a:t>civil </a:t>
            </a:r>
            <a:r>
              <a:rPr sz="1000" dirty="0">
                <a:solidFill>
                  <a:srgbClr val="231F20"/>
                </a:solidFill>
                <a:latin typeface="Arial"/>
                <a:cs typeface="Arial"/>
              </a:rPr>
              <a:t>rights. They learned</a:t>
            </a:r>
            <a:r>
              <a:rPr sz="1000" spc="5" dirty="0">
                <a:solidFill>
                  <a:srgbClr val="231F20"/>
                </a:solidFill>
                <a:latin typeface="Arial"/>
                <a:cs typeface="Arial"/>
              </a:rPr>
              <a:t> </a:t>
            </a:r>
            <a:r>
              <a:rPr sz="1000" dirty="0">
                <a:solidFill>
                  <a:srgbClr val="231F20"/>
                </a:solidFill>
                <a:latin typeface="Arial"/>
                <a:cs typeface="Arial"/>
              </a:rPr>
              <a:t>about our history</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entrepreneurship </a:t>
            </a:r>
            <a:r>
              <a:rPr sz="1000" dirty="0">
                <a:solidFill>
                  <a:srgbClr val="231F20"/>
                </a:solidFill>
                <a:latin typeface="Arial"/>
                <a:cs typeface="Arial"/>
              </a:rPr>
              <a:t>and cooperative economics </a:t>
            </a:r>
            <a:r>
              <a:rPr sz="1000" spc="-10" dirty="0">
                <a:solidFill>
                  <a:srgbClr val="231F20"/>
                </a:solidFill>
                <a:latin typeface="Arial"/>
                <a:cs typeface="Arial"/>
              </a:rPr>
              <a:t>as</a:t>
            </a:r>
            <a:r>
              <a:rPr sz="1000" dirty="0">
                <a:solidFill>
                  <a:srgbClr val="231F20"/>
                </a:solidFill>
                <a:latin typeface="Arial"/>
                <a:cs typeface="Arial"/>
              </a:rPr>
              <a:t> they studied Black </a:t>
            </a:r>
            <a:r>
              <a:rPr sz="1000" spc="-20" dirty="0">
                <a:solidFill>
                  <a:srgbClr val="231F20"/>
                </a:solidFill>
                <a:latin typeface="Arial"/>
                <a:cs typeface="Arial"/>
              </a:rPr>
              <a:t>Wall </a:t>
            </a:r>
            <a:r>
              <a:rPr sz="1000" dirty="0">
                <a:solidFill>
                  <a:srgbClr val="231F20"/>
                </a:solidFill>
                <a:latin typeface="Arial"/>
                <a:cs typeface="Arial"/>
              </a:rPr>
              <a:t>Street</a:t>
            </a:r>
            <a:r>
              <a:rPr sz="1000" spc="-5" dirty="0">
                <a:solidFill>
                  <a:srgbClr val="231F20"/>
                </a:solidFill>
                <a:latin typeface="Arial"/>
                <a:cs typeface="Arial"/>
              </a:rPr>
              <a:t> </a:t>
            </a:r>
            <a:r>
              <a:rPr sz="1000" dirty="0">
                <a:solidFill>
                  <a:srgbClr val="231F20"/>
                </a:solidFill>
                <a:latin typeface="Arial"/>
                <a:cs typeface="Arial"/>
              </a:rPr>
              <a:t>and the</a:t>
            </a:r>
            <a:r>
              <a:rPr sz="1000" spc="-5" dirty="0">
                <a:solidFill>
                  <a:srgbClr val="231F20"/>
                </a:solidFill>
                <a:latin typeface="Arial"/>
                <a:cs typeface="Arial"/>
              </a:rPr>
              <a:t> </a:t>
            </a:r>
            <a:r>
              <a:rPr sz="1000" spc="-30" dirty="0">
                <a:solidFill>
                  <a:srgbClr val="231F20"/>
                </a:solidFill>
                <a:latin typeface="Arial"/>
                <a:cs typeface="Arial"/>
              </a:rPr>
              <a:t>Tulsa</a:t>
            </a:r>
            <a:r>
              <a:rPr sz="1000" dirty="0">
                <a:solidFill>
                  <a:srgbClr val="231F20"/>
                </a:solidFill>
                <a:latin typeface="Arial"/>
                <a:cs typeface="Arial"/>
              </a:rPr>
              <a:t> riot</a:t>
            </a:r>
            <a:r>
              <a:rPr sz="1000" spc="-5" dirty="0">
                <a:solidFill>
                  <a:srgbClr val="231F20"/>
                </a:solidFill>
                <a:latin typeface="Arial"/>
                <a:cs typeface="Arial"/>
              </a:rPr>
              <a:t> </a:t>
            </a:r>
            <a:r>
              <a:rPr sz="1000" dirty="0">
                <a:solidFill>
                  <a:srgbClr val="231F20"/>
                </a:solidFill>
                <a:latin typeface="Arial"/>
                <a:cs typeface="Arial"/>
              </a:rPr>
              <a:t>of </a:t>
            </a:r>
            <a:r>
              <a:rPr sz="1000" spc="-85" dirty="0">
                <a:solidFill>
                  <a:srgbClr val="231F20"/>
                </a:solidFill>
                <a:latin typeface="Arial"/>
                <a:cs typeface="Arial"/>
              </a:rPr>
              <a:t>1921.</a:t>
            </a:r>
            <a:r>
              <a:rPr sz="1000" dirty="0">
                <a:solidFill>
                  <a:srgbClr val="231F20"/>
                </a:solidFill>
                <a:latin typeface="Arial"/>
                <a:cs typeface="Arial"/>
              </a:rPr>
              <a:t> </a:t>
            </a:r>
            <a:r>
              <a:rPr sz="1000" spc="-25" dirty="0">
                <a:solidFill>
                  <a:srgbClr val="231F20"/>
                </a:solidFill>
                <a:latin typeface="Arial"/>
                <a:cs typeface="Arial"/>
              </a:rPr>
              <a:t>Panda’s</a:t>
            </a:r>
            <a:r>
              <a:rPr sz="1000" spc="-5" dirty="0">
                <a:solidFill>
                  <a:srgbClr val="231F20"/>
                </a:solidFill>
                <a:latin typeface="Arial"/>
                <a:cs typeface="Arial"/>
              </a:rPr>
              <a:t> </a:t>
            </a:r>
            <a:r>
              <a:rPr sz="1000" spc="-20" dirty="0">
                <a:solidFill>
                  <a:srgbClr val="231F20"/>
                </a:solidFill>
                <a:latin typeface="Arial"/>
                <a:cs typeface="Arial"/>
              </a:rPr>
              <a:t>Karate</a:t>
            </a:r>
            <a:r>
              <a:rPr sz="1000" dirty="0">
                <a:solidFill>
                  <a:srgbClr val="231F20"/>
                </a:solidFill>
                <a:latin typeface="Arial"/>
                <a:cs typeface="Arial"/>
              </a:rPr>
              <a:t> led</a:t>
            </a:r>
            <a:r>
              <a:rPr sz="1000" spc="-5" dirty="0">
                <a:solidFill>
                  <a:srgbClr val="231F20"/>
                </a:solidFill>
                <a:latin typeface="Arial"/>
                <a:cs typeface="Arial"/>
              </a:rPr>
              <a:t> </a:t>
            </a:r>
            <a:r>
              <a:rPr sz="1000" spc="-25" dirty="0">
                <a:solidFill>
                  <a:srgbClr val="231F20"/>
                </a:solidFill>
                <a:latin typeface="Arial"/>
                <a:cs typeface="Arial"/>
              </a:rPr>
              <a:t>our </a:t>
            </a:r>
            <a:r>
              <a:rPr sz="1000" dirty="0">
                <a:solidFill>
                  <a:srgbClr val="231F20"/>
                </a:solidFill>
                <a:latin typeface="Arial"/>
                <a:cs typeface="Arial"/>
              </a:rPr>
              <a:t>teens</a:t>
            </a:r>
            <a:r>
              <a:rPr sz="1000" spc="20" dirty="0">
                <a:solidFill>
                  <a:srgbClr val="231F20"/>
                </a:solidFill>
                <a:latin typeface="Arial"/>
                <a:cs typeface="Arial"/>
              </a:rPr>
              <a:t> </a:t>
            </a:r>
            <a:r>
              <a:rPr sz="1000" dirty="0">
                <a:solidFill>
                  <a:srgbClr val="231F20"/>
                </a:solidFill>
                <a:latin typeface="Arial"/>
                <a:cs typeface="Arial"/>
              </a:rPr>
              <a:t>through</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defense</a:t>
            </a:r>
            <a:r>
              <a:rPr sz="1000" spc="20" dirty="0">
                <a:solidFill>
                  <a:srgbClr val="231F20"/>
                </a:solidFill>
                <a:latin typeface="Arial"/>
                <a:cs typeface="Arial"/>
              </a:rPr>
              <a:t> </a:t>
            </a:r>
            <a:r>
              <a:rPr sz="1000" dirty="0">
                <a:solidFill>
                  <a:srgbClr val="231F20"/>
                </a:solidFill>
                <a:latin typeface="Arial"/>
                <a:cs typeface="Arial"/>
              </a:rPr>
              <a:t>workshop</a:t>
            </a:r>
            <a:r>
              <a:rPr sz="1000" spc="25" dirty="0">
                <a:solidFill>
                  <a:srgbClr val="231F20"/>
                </a:solidFill>
                <a:latin typeface="Arial"/>
                <a:cs typeface="Arial"/>
              </a:rPr>
              <a:t> </a:t>
            </a:r>
            <a:r>
              <a:rPr sz="1000" dirty="0">
                <a:solidFill>
                  <a:srgbClr val="231F20"/>
                </a:solidFill>
                <a:latin typeface="Arial"/>
                <a:cs typeface="Arial"/>
              </a:rPr>
              <a:t>during</a:t>
            </a:r>
            <a:r>
              <a:rPr sz="1000" spc="25" dirty="0">
                <a:solidFill>
                  <a:srgbClr val="231F20"/>
                </a:solidFill>
                <a:latin typeface="Arial"/>
                <a:cs typeface="Arial"/>
              </a:rPr>
              <a:t> </a:t>
            </a:r>
            <a:r>
              <a:rPr sz="1000" spc="-10" dirty="0">
                <a:solidFill>
                  <a:srgbClr val="231F20"/>
                </a:solidFill>
                <a:latin typeface="Arial"/>
                <a:cs typeface="Arial"/>
              </a:rPr>
              <a:t>February</a:t>
            </a:r>
            <a:r>
              <a:rPr sz="1000" spc="50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National</a:t>
            </a:r>
            <a:r>
              <a:rPr sz="1000" spc="-20" dirty="0">
                <a:solidFill>
                  <a:srgbClr val="231F20"/>
                </a:solidFill>
                <a:latin typeface="Arial"/>
                <a:cs typeface="Arial"/>
              </a:rPr>
              <a:t> </a:t>
            </a:r>
            <a:r>
              <a:rPr sz="1000" dirty="0">
                <a:solidFill>
                  <a:srgbClr val="231F20"/>
                </a:solidFill>
                <a:latin typeface="Arial"/>
                <a:cs typeface="Arial"/>
              </a:rPr>
              <a:t>Bullying</a:t>
            </a:r>
            <a:r>
              <a:rPr sz="1000" spc="-20" dirty="0">
                <a:solidFill>
                  <a:srgbClr val="231F20"/>
                </a:solidFill>
                <a:latin typeface="Arial"/>
                <a:cs typeface="Arial"/>
              </a:rPr>
              <a:t> </a:t>
            </a:r>
            <a:r>
              <a:rPr sz="1000" dirty="0">
                <a:solidFill>
                  <a:srgbClr val="231F20"/>
                </a:solidFill>
                <a:latin typeface="Arial"/>
                <a:cs typeface="Arial"/>
              </a:rPr>
              <a:t>Prevention</a:t>
            </a:r>
            <a:r>
              <a:rPr sz="1000" spc="-20" dirty="0">
                <a:solidFill>
                  <a:srgbClr val="231F20"/>
                </a:solidFill>
                <a:latin typeface="Arial"/>
                <a:cs typeface="Arial"/>
              </a:rPr>
              <a:t> </a:t>
            </a:r>
            <a:r>
              <a:rPr sz="1000" dirty="0">
                <a:solidFill>
                  <a:srgbClr val="231F20"/>
                </a:solidFill>
                <a:latin typeface="Arial"/>
                <a:cs typeface="Arial"/>
              </a:rPr>
              <a:t>Month.</a:t>
            </a:r>
            <a:r>
              <a:rPr sz="1000" spc="-20" dirty="0">
                <a:solidFill>
                  <a:srgbClr val="231F20"/>
                </a:solidFill>
                <a:latin typeface="Arial"/>
                <a:cs typeface="Arial"/>
              </a:rPr>
              <a:t> </a:t>
            </a:r>
            <a:r>
              <a:rPr sz="1000" dirty="0">
                <a:solidFill>
                  <a:srgbClr val="231F20"/>
                </a:solidFill>
                <a:latin typeface="Arial"/>
                <a:cs typeface="Arial"/>
              </a:rPr>
              <a:t>Ideas</a:t>
            </a:r>
            <a:r>
              <a:rPr sz="1000" spc="-2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“Kids Kaves”</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display</a:t>
            </a:r>
            <a:r>
              <a:rPr sz="1000" spc="10"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interior</a:t>
            </a:r>
            <a:r>
              <a:rPr sz="1000" spc="10" dirty="0">
                <a:solidFill>
                  <a:srgbClr val="231F20"/>
                </a:solidFill>
                <a:latin typeface="Arial"/>
                <a:cs typeface="Arial"/>
              </a:rPr>
              <a:t> </a:t>
            </a:r>
            <a:r>
              <a:rPr sz="1000" spc="-10" dirty="0">
                <a:solidFill>
                  <a:srgbClr val="231F20"/>
                </a:solidFill>
                <a:latin typeface="Arial"/>
                <a:cs typeface="Arial"/>
              </a:rPr>
              <a:t>design</a:t>
            </a:r>
            <a:endParaRPr sz="1000">
              <a:latin typeface="Arial"/>
              <a:cs typeface="Arial"/>
            </a:endParaRPr>
          </a:p>
          <a:p>
            <a:pPr marL="12700" marR="8255">
              <a:lnSpc>
                <a:spcPct val="100000"/>
              </a:lnSpc>
            </a:pP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our teens</a:t>
            </a:r>
            <a:r>
              <a:rPr sz="1000" spc="-5" dirty="0">
                <a:solidFill>
                  <a:srgbClr val="231F20"/>
                </a:solidFill>
                <a:latin typeface="Arial"/>
                <a:cs typeface="Arial"/>
              </a:rPr>
              <a:t> </a:t>
            </a:r>
            <a:r>
              <a:rPr sz="1000" dirty="0">
                <a:solidFill>
                  <a:srgbClr val="231F20"/>
                </a:solidFill>
                <a:latin typeface="Arial"/>
                <a:cs typeface="Arial"/>
              </a:rPr>
              <a:t>discussed</a:t>
            </a:r>
            <a:r>
              <a:rPr sz="1000" spc="-5" dirty="0">
                <a:solidFill>
                  <a:srgbClr val="231F20"/>
                </a:solidFill>
                <a:latin typeface="Arial"/>
                <a:cs typeface="Arial"/>
              </a:rPr>
              <a:t> </a:t>
            </a:r>
            <a:r>
              <a:rPr sz="1000" dirty="0">
                <a:solidFill>
                  <a:srgbClr val="231F20"/>
                </a:solidFill>
                <a:latin typeface="Arial"/>
                <a:cs typeface="Arial"/>
              </a:rPr>
              <a:t>their ideas</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20" dirty="0">
                <a:solidFill>
                  <a:srgbClr val="231F20"/>
                </a:solidFill>
                <a:latin typeface="Arial"/>
                <a:cs typeface="Arial"/>
              </a:rPr>
              <a:t>three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designers.</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walked</a:t>
            </a:r>
            <a:r>
              <a:rPr sz="1000" spc="-15" dirty="0">
                <a:solidFill>
                  <a:srgbClr val="231F20"/>
                </a:solidFill>
                <a:latin typeface="Arial"/>
                <a:cs typeface="Arial"/>
              </a:rPr>
              <a:t> </a:t>
            </a:r>
            <a:r>
              <a:rPr sz="1000" dirty="0">
                <a:solidFill>
                  <a:srgbClr val="231F20"/>
                </a:solidFill>
                <a:latin typeface="Arial"/>
                <a:cs typeface="Arial"/>
              </a:rPr>
              <a:t>through</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fundamentals of design</a:t>
            </a:r>
            <a:r>
              <a:rPr sz="1000" spc="5" dirty="0">
                <a:solidFill>
                  <a:srgbClr val="231F20"/>
                </a:solidFill>
                <a:latin typeface="Arial"/>
                <a:cs typeface="Arial"/>
              </a:rPr>
              <a:t> </a:t>
            </a:r>
            <a:r>
              <a:rPr sz="1000" dirty="0">
                <a:solidFill>
                  <a:srgbClr val="231F20"/>
                </a:solidFill>
                <a:latin typeface="Arial"/>
                <a:cs typeface="Arial"/>
              </a:rPr>
              <a:t>including design</a:t>
            </a:r>
            <a:r>
              <a:rPr sz="1000" spc="5" dirty="0">
                <a:solidFill>
                  <a:srgbClr val="231F20"/>
                </a:solidFill>
                <a:latin typeface="Arial"/>
                <a:cs typeface="Arial"/>
              </a:rPr>
              <a:t> </a:t>
            </a:r>
            <a:r>
              <a:rPr sz="1000" dirty="0">
                <a:solidFill>
                  <a:srgbClr val="231F20"/>
                </a:solidFill>
                <a:latin typeface="Arial"/>
                <a:cs typeface="Arial"/>
              </a:rPr>
              <a:t>themes, </a:t>
            </a:r>
            <a:r>
              <a:rPr sz="1000" spc="-10" dirty="0">
                <a:solidFill>
                  <a:srgbClr val="231F20"/>
                </a:solidFill>
                <a:latin typeface="Arial"/>
                <a:cs typeface="Arial"/>
              </a:rPr>
              <a:t>styles, </a:t>
            </a:r>
            <a:r>
              <a:rPr sz="1000" dirty="0">
                <a:solidFill>
                  <a:srgbClr val="231F20"/>
                </a:solidFill>
                <a:latin typeface="Arial"/>
                <a:cs typeface="Arial"/>
              </a:rPr>
              <a:t>techniques,</a:t>
            </a:r>
            <a:r>
              <a:rPr sz="1000" spc="-20" dirty="0">
                <a:solidFill>
                  <a:srgbClr val="231F20"/>
                </a:solidFill>
                <a:latin typeface="Arial"/>
                <a:cs typeface="Arial"/>
              </a:rPr>
              <a:t> </a:t>
            </a:r>
            <a:r>
              <a:rPr sz="1000" dirty="0">
                <a:solidFill>
                  <a:srgbClr val="231F20"/>
                </a:solidFill>
                <a:latin typeface="Arial"/>
                <a:cs typeface="Arial"/>
              </a:rPr>
              <a:t>art,</a:t>
            </a:r>
            <a:r>
              <a:rPr sz="1000" spc="-20" dirty="0">
                <a:solidFill>
                  <a:srgbClr val="231F20"/>
                </a:solidFill>
                <a:latin typeface="Arial"/>
                <a:cs typeface="Arial"/>
              </a:rPr>
              <a:t> </a:t>
            </a:r>
            <a:r>
              <a:rPr sz="1000" dirty="0">
                <a:solidFill>
                  <a:srgbClr val="231F20"/>
                </a:solidFill>
                <a:latin typeface="Arial"/>
                <a:cs typeface="Arial"/>
              </a:rPr>
              <a:t>etc.</a:t>
            </a:r>
            <a:r>
              <a:rPr sz="1000" spc="-15" dirty="0">
                <a:solidFill>
                  <a:srgbClr val="231F20"/>
                </a:solidFill>
                <a:latin typeface="Arial"/>
                <a:cs typeface="Arial"/>
              </a:rPr>
              <a:t> </a:t>
            </a:r>
            <a:r>
              <a:rPr sz="1000" spc="-20" dirty="0">
                <a:solidFill>
                  <a:srgbClr val="231F20"/>
                </a:solidFill>
                <a:latin typeface="Arial"/>
                <a:cs typeface="Arial"/>
              </a:rPr>
              <a:t>Finally, </a:t>
            </a:r>
            <a:r>
              <a:rPr sz="1000" dirty="0">
                <a:solidFill>
                  <a:srgbClr val="231F20"/>
                </a:solidFill>
                <a:latin typeface="Arial"/>
                <a:cs typeface="Arial"/>
              </a:rPr>
              <a:t>Mad</a:t>
            </a:r>
            <a:r>
              <a:rPr sz="1000" spc="-20" dirty="0">
                <a:solidFill>
                  <a:srgbClr val="231F20"/>
                </a:solidFill>
                <a:latin typeface="Arial"/>
                <a:cs typeface="Arial"/>
              </a:rPr>
              <a:t> </a:t>
            </a:r>
            <a:r>
              <a:rPr sz="1000" dirty="0">
                <a:solidFill>
                  <a:srgbClr val="231F20"/>
                </a:solidFill>
                <a:latin typeface="Arial"/>
                <a:cs typeface="Arial"/>
              </a:rPr>
              <a:t>Scientists</a:t>
            </a:r>
            <a:r>
              <a:rPr sz="1000" spc="-15" dirty="0">
                <a:solidFill>
                  <a:srgbClr val="231F20"/>
                </a:solidFill>
                <a:latin typeface="Arial"/>
                <a:cs typeface="Arial"/>
              </a:rPr>
              <a:t> </a:t>
            </a:r>
            <a:r>
              <a:rPr sz="1000" dirty="0">
                <a:solidFill>
                  <a:srgbClr val="231F20"/>
                </a:solidFill>
                <a:latin typeface="Arial"/>
                <a:cs typeface="Arial"/>
              </a:rPr>
              <a:t>led</a:t>
            </a:r>
            <a:r>
              <a:rPr sz="1000" spc="-20"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advanced</a:t>
            </a:r>
            <a:r>
              <a:rPr sz="1000" spc="20" dirty="0">
                <a:solidFill>
                  <a:srgbClr val="231F20"/>
                </a:solidFill>
                <a:latin typeface="Arial"/>
                <a:cs typeface="Arial"/>
              </a:rPr>
              <a:t> </a:t>
            </a:r>
            <a:r>
              <a:rPr sz="1000" spc="-65" dirty="0">
                <a:solidFill>
                  <a:srgbClr val="231F20"/>
                </a:solidFill>
                <a:latin typeface="Arial"/>
                <a:cs typeface="Arial"/>
              </a:rPr>
              <a:t>STEM</a:t>
            </a:r>
            <a:r>
              <a:rPr sz="1000" spc="20" dirty="0">
                <a:solidFill>
                  <a:srgbClr val="231F20"/>
                </a:solidFill>
                <a:latin typeface="Arial"/>
                <a:cs typeface="Arial"/>
              </a:rPr>
              <a:t> </a:t>
            </a:r>
            <a:r>
              <a:rPr sz="1000" spc="-10" dirty="0">
                <a:solidFill>
                  <a:srgbClr val="231F20"/>
                </a:solidFill>
                <a:latin typeface="Arial"/>
                <a:cs typeface="Arial"/>
              </a:rPr>
              <a:t>experiments.</a:t>
            </a:r>
            <a:endParaRPr sz="1000">
              <a:latin typeface="Arial"/>
              <a:cs typeface="Arial"/>
            </a:endParaRPr>
          </a:p>
          <a:p>
            <a:pPr marL="12700" marR="50165">
              <a:lnSpc>
                <a:spcPct val="100000"/>
              </a:lnSpc>
              <a:spcBef>
                <a:spcPts val="900"/>
              </a:spcBef>
            </a:pP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6 kicked off the program year with a virtual </a:t>
            </a:r>
            <a:r>
              <a:rPr sz="1000" spc="-10" dirty="0">
                <a:solidFill>
                  <a:srgbClr val="231F20"/>
                </a:solidFill>
                <a:latin typeface="Arial"/>
                <a:cs typeface="Arial"/>
              </a:rPr>
              <a:t>retreat </a:t>
            </a:r>
            <a:r>
              <a:rPr sz="1000" dirty="0">
                <a:solidFill>
                  <a:srgbClr val="231F20"/>
                </a:solidFill>
                <a:latin typeface="Arial"/>
                <a:cs typeface="Arial"/>
              </a:rPr>
              <a:t>where</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teens</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goal</a:t>
            </a:r>
            <a:r>
              <a:rPr sz="1000" spc="20" dirty="0">
                <a:solidFill>
                  <a:srgbClr val="231F20"/>
                </a:solidFill>
                <a:latin typeface="Arial"/>
                <a:cs typeface="Arial"/>
              </a:rPr>
              <a:t> </a:t>
            </a:r>
            <a:r>
              <a:rPr sz="1000" dirty="0">
                <a:solidFill>
                  <a:srgbClr val="231F20"/>
                </a:solidFill>
                <a:latin typeface="Arial"/>
                <a:cs typeface="Arial"/>
              </a:rPr>
              <a:t>setting</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character </a:t>
            </a:r>
            <a:r>
              <a:rPr sz="1000" dirty="0">
                <a:solidFill>
                  <a:srgbClr val="231F20"/>
                </a:solidFill>
                <a:latin typeface="Arial"/>
                <a:cs typeface="Arial"/>
              </a:rPr>
              <a:t>building.</a:t>
            </a:r>
            <a:r>
              <a:rPr sz="1000" spc="-5" dirty="0">
                <a:solidFill>
                  <a:srgbClr val="231F20"/>
                </a:solidFill>
                <a:latin typeface="Arial"/>
                <a:cs typeface="Arial"/>
              </a:rPr>
              <a:t> </a:t>
            </a:r>
            <a:r>
              <a:rPr sz="1000" dirty="0">
                <a:solidFill>
                  <a:srgbClr val="231F20"/>
                </a:solidFill>
                <a:latin typeface="Arial"/>
                <a:cs typeface="Arial"/>
              </a:rPr>
              <a:t>The teens also</a:t>
            </a:r>
            <a:r>
              <a:rPr sz="1000" spc="-5" dirty="0">
                <a:solidFill>
                  <a:srgbClr val="231F20"/>
                </a:solidFill>
                <a:latin typeface="Arial"/>
                <a:cs typeface="Arial"/>
              </a:rPr>
              <a:t> </a:t>
            </a:r>
            <a:r>
              <a:rPr sz="1000" dirty="0">
                <a:solidFill>
                  <a:srgbClr val="231F20"/>
                </a:solidFill>
                <a:latin typeface="Arial"/>
                <a:cs typeface="Arial"/>
              </a:rPr>
              <a:t>participated in a</a:t>
            </a:r>
            <a:r>
              <a:rPr sz="1000" spc="-5" dirty="0">
                <a:solidFill>
                  <a:srgbClr val="231F20"/>
                </a:solidFill>
                <a:latin typeface="Arial"/>
                <a:cs typeface="Arial"/>
              </a:rPr>
              <a:t> </a:t>
            </a:r>
            <a:r>
              <a:rPr sz="1000" dirty="0">
                <a:solidFill>
                  <a:srgbClr val="231F20"/>
                </a:solidFill>
                <a:latin typeface="Arial"/>
                <a:cs typeface="Arial"/>
              </a:rPr>
              <a:t>virtual </a:t>
            </a:r>
            <a:r>
              <a:rPr sz="1000" spc="-10" dirty="0">
                <a:solidFill>
                  <a:srgbClr val="231F20"/>
                </a:solidFill>
                <a:latin typeface="Arial"/>
                <a:cs typeface="Arial"/>
              </a:rPr>
              <a:t>tribute</a:t>
            </a:r>
            <a:endParaRPr sz="1000">
              <a:latin typeface="Arial"/>
              <a:cs typeface="Arial"/>
            </a:endParaRPr>
          </a:p>
          <a:p>
            <a:pPr marL="12700" marR="394970">
              <a:lnSpc>
                <a:spcPct val="100000"/>
              </a:lnSpc>
            </a:pP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Carole</a:t>
            </a:r>
            <a:r>
              <a:rPr sz="1000" spc="-20" dirty="0">
                <a:solidFill>
                  <a:srgbClr val="231F20"/>
                </a:solidFill>
                <a:latin typeface="Arial"/>
                <a:cs typeface="Arial"/>
              </a:rPr>
              <a:t> </a:t>
            </a:r>
            <a:r>
              <a:rPr sz="1000" dirty="0">
                <a:solidFill>
                  <a:srgbClr val="231F20"/>
                </a:solidFill>
                <a:latin typeface="Arial"/>
                <a:cs typeface="Arial"/>
              </a:rPr>
              <a:t>Robertson</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September</a:t>
            </a:r>
            <a:r>
              <a:rPr sz="1000" spc="-20" dirty="0">
                <a:solidFill>
                  <a:srgbClr val="231F20"/>
                </a:solidFill>
                <a:latin typeface="Arial"/>
                <a:cs typeface="Arial"/>
              </a:rPr>
              <a:t> </a:t>
            </a:r>
            <a:r>
              <a:rPr sz="1000" spc="-30" dirty="0">
                <a:solidFill>
                  <a:srgbClr val="231F20"/>
                </a:solidFill>
                <a:latin typeface="Arial"/>
                <a:cs typeface="Arial"/>
              </a:rPr>
              <a:t>2021.</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October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teens</a:t>
            </a:r>
            <a:r>
              <a:rPr sz="1000" spc="25" dirty="0">
                <a:solidFill>
                  <a:srgbClr val="231F20"/>
                </a:solidFill>
                <a:latin typeface="Arial"/>
                <a:cs typeface="Arial"/>
              </a:rPr>
              <a:t> </a:t>
            </a:r>
            <a:r>
              <a:rPr sz="1000" dirty="0">
                <a:solidFill>
                  <a:srgbClr val="231F20"/>
                </a:solidFill>
                <a:latin typeface="Arial"/>
                <a:cs typeface="Arial"/>
              </a:rPr>
              <a:t>attended</a:t>
            </a:r>
            <a:r>
              <a:rPr sz="1000" spc="3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virtual</a:t>
            </a:r>
            <a:r>
              <a:rPr sz="1000" spc="25" dirty="0">
                <a:solidFill>
                  <a:srgbClr val="231F20"/>
                </a:solidFill>
                <a:latin typeface="Arial"/>
                <a:cs typeface="Arial"/>
              </a:rPr>
              <a:t> </a:t>
            </a:r>
            <a:r>
              <a:rPr sz="1000" dirty="0">
                <a:solidFill>
                  <a:srgbClr val="231F20"/>
                </a:solidFill>
                <a:latin typeface="Arial"/>
                <a:cs typeface="Arial"/>
              </a:rPr>
              <a:t>legislative</a:t>
            </a:r>
            <a:r>
              <a:rPr sz="1000" spc="30" dirty="0">
                <a:solidFill>
                  <a:srgbClr val="231F20"/>
                </a:solidFill>
                <a:latin typeface="Arial"/>
                <a:cs typeface="Arial"/>
              </a:rPr>
              <a:t> </a:t>
            </a:r>
            <a:r>
              <a:rPr sz="1000" dirty="0">
                <a:solidFill>
                  <a:srgbClr val="231F20"/>
                </a:solidFill>
                <a:latin typeface="Arial"/>
                <a:cs typeface="Arial"/>
              </a:rPr>
              <a:t>activity</a:t>
            </a:r>
            <a:r>
              <a:rPr sz="1000" spc="25"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97790">
              <a:lnSpc>
                <a:spcPct val="100000"/>
              </a:lnSpc>
            </a:pPr>
            <a:r>
              <a:rPr sz="1000" dirty="0">
                <a:solidFill>
                  <a:srgbClr val="231F20"/>
                </a:solidFill>
                <a:latin typeface="Arial"/>
                <a:cs typeface="Arial"/>
              </a:rPr>
              <a:t>Councilman </a:t>
            </a:r>
            <a:r>
              <a:rPr sz="1000" spc="-25" dirty="0">
                <a:solidFill>
                  <a:srgbClr val="231F20"/>
                </a:solidFill>
                <a:latin typeface="Arial"/>
                <a:cs typeface="Arial"/>
              </a:rPr>
              <a:t>Reimer</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 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Voting Rights</a:t>
            </a:r>
            <a:r>
              <a:rPr sz="1000" spc="30" dirty="0">
                <a:solidFill>
                  <a:srgbClr val="231F20"/>
                </a:solidFill>
                <a:latin typeface="Arial"/>
                <a:cs typeface="Arial"/>
              </a:rPr>
              <a:t> </a:t>
            </a:r>
            <a:r>
              <a:rPr sz="1000" dirty="0">
                <a:solidFill>
                  <a:srgbClr val="231F20"/>
                </a:solidFill>
                <a:latin typeface="Arial"/>
                <a:cs typeface="Arial"/>
              </a:rPr>
              <a:t>Act</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dirty="0">
                <a:solidFill>
                  <a:srgbClr val="231F20"/>
                </a:solidFill>
                <a:latin typeface="Arial"/>
                <a:cs typeface="Arial"/>
              </a:rPr>
              <a:t>better</a:t>
            </a:r>
            <a:r>
              <a:rPr sz="1000" spc="35" dirty="0">
                <a:solidFill>
                  <a:srgbClr val="231F20"/>
                </a:solidFill>
                <a:latin typeface="Arial"/>
                <a:cs typeface="Arial"/>
              </a:rPr>
              <a:t> </a:t>
            </a:r>
            <a:r>
              <a:rPr sz="1000" dirty="0">
                <a:solidFill>
                  <a:srgbClr val="231F20"/>
                </a:solidFill>
                <a:latin typeface="Arial"/>
                <a:cs typeface="Arial"/>
              </a:rPr>
              <a:t>understand</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election</a:t>
            </a:r>
            <a:r>
              <a:rPr sz="1000" spc="30" dirty="0">
                <a:solidFill>
                  <a:srgbClr val="231F20"/>
                </a:solidFill>
                <a:latin typeface="Arial"/>
                <a:cs typeface="Arial"/>
              </a:rPr>
              <a:t> </a:t>
            </a:r>
            <a:r>
              <a:rPr sz="1000" spc="-10" dirty="0">
                <a:solidFill>
                  <a:srgbClr val="231F20"/>
                </a:solidFill>
                <a:latin typeface="Arial"/>
                <a:cs typeface="Arial"/>
              </a:rPr>
              <a:t>process.</a:t>
            </a:r>
            <a:r>
              <a:rPr sz="1000" spc="3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November</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teens</a:t>
            </a:r>
            <a:r>
              <a:rPr sz="1000" spc="20" dirty="0">
                <a:solidFill>
                  <a:srgbClr val="231F20"/>
                </a:solidFill>
                <a:latin typeface="Arial"/>
                <a:cs typeface="Arial"/>
              </a:rPr>
              <a:t> </a:t>
            </a:r>
            <a:r>
              <a:rPr sz="1000" dirty="0">
                <a:solidFill>
                  <a:srgbClr val="231F20"/>
                </a:solidFill>
                <a:latin typeface="Arial"/>
                <a:cs typeface="Arial"/>
              </a:rPr>
              <a:t>attended</a:t>
            </a:r>
            <a:r>
              <a:rPr sz="1000" spc="2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cooking</a:t>
            </a:r>
            <a:r>
              <a:rPr sz="1000" spc="20" dirty="0">
                <a:solidFill>
                  <a:srgbClr val="231F20"/>
                </a:solidFill>
                <a:latin typeface="Arial"/>
                <a:cs typeface="Arial"/>
              </a:rPr>
              <a:t> </a:t>
            </a:r>
            <a:r>
              <a:rPr sz="1000" spc="-10" dirty="0">
                <a:solidFill>
                  <a:srgbClr val="231F20"/>
                </a:solidFill>
                <a:latin typeface="Arial"/>
                <a:cs typeface="Arial"/>
              </a:rPr>
              <a:t>extravaganza </a:t>
            </a:r>
            <a:r>
              <a:rPr sz="1000" dirty="0">
                <a:solidFill>
                  <a:srgbClr val="231F20"/>
                </a:solidFill>
                <a:latin typeface="Arial"/>
                <a:cs typeface="Arial"/>
              </a:rPr>
              <a:t>event</a:t>
            </a:r>
            <a:r>
              <a:rPr sz="1000" spc="40" dirty="0">
                <a:solidFill>
                  <a:srgbClr val="231F20"/>
                </a:solidFill>
                <a:latin typeface="Arial"/>
                <a:cs typeface="Arial"/>
              </a:rPr>
              <a:t> </a:t>
            </a:r>
            <a:r>
              <a:rPr sz="1000" dirty="0">
                <a:solidFill>
                  <a:srgbClr val="231F20"/>
                </a:solidFill>
                <a:latin typeface="Arial"/>
                <a:cs typeface="Arial"/>
              </a:rPr>
              <a:t>where</a:t>
            </a:r>
            <a:r>
              <a:rPr sz="1000" spc="45" dirty="0">
                <a:solidFill>
                  <a:srgbClr val="231F20"/>
                </a:solidFill>
                <a:latin typeface="Arial"/>
                <a:cs typeface="Arial"/>
              </a:rPr>
              <a:t> </a:t>
            </a:r>
            <a:r>
              <a:rPr sz="1000" dirty="0">
                <a:solidFill>
                  <a:srgbClr val="231F20"/>
                </a:solidFill>
                <a:latin typeface="Arial"/>
                <a:cs typeface="Arial"/>
              </a:rPr>
              <a:t>they</a:t>
            </a:r>
            <a:r>
              <a:rPr sz="1000" spc="40" dirty="0">
                <a:solidFill>
                  <a:srgbClr val="231F20"/>
                </a:solidFill>
                <a:latin typeface="Arial"/>
                <a:cs typeface="Arial"/>
              </a:rPr>
              <a:t> </a:t>
            </a:r>
            <a:r>
              <a:rPr sz="1000" dirty="0">
                <a:solidFill>
                  <a:srgbClr val="231F20"/>
                </a:solidFill>
                <a:latin typeface="Arial"/>
                <a:cs typeface="Arial"/>
              </a:rPr>
              <a:t>practiced</a:t>
            </a:r>
            <a:r>
              <a:rPr sz="1000" spc="45" dirty="0">
                <a:solidFill>
                  <a:srgbClr val="231F20"/>
                </a:solidFill>
                <a:latin typeface="Arial"/>
                <a:cs typeface="Arial"/>
              </a:rPr>
              <a:t> </a:t>
            </a:r>
            <a:r>
              <a:rPr sz="1000" dirty="0">
                <a:solidFill>
                  <a:srgbClr val="231F20"/>
                </a:solidFill>
                <a:latin typeface="Arial"/>
                <a:cs typeface="Arial"/>
              </a:rPr>
              <a:t>budgeting</a:t>
            </a:r>
            <a:r>
              <a:rPr sz="1000" spc="40" dirty="0">
                <a:solidFill>
                  <a:srgbClr val="231F20"/>
                </a:solidFill>
                <a:latin typeface="Arial"/>
                <a:cs typeface="Arial"/>
              </a:rPr>
              <a:t> </a:t>
            </a:r>
            <a:r>
              <a:rPr sz="1000" dirty="0">
                <a:solidFill>
                  <a:srgbClr val="231F20"/>
                </a:solidFill>
                <a:latin typeface="Arial"/>
                <a:cs typeface="Arial"/>
              </a:rPr>
              <a:t>while</a:t>
            </a:r>
            <a:r>
              <a:rPr sz="1000" spc="45" dirty="0">
                <a:solidFill>
                  <a:srgbClr val="231F20"/>
                </a:solidFill>
                <a:latin typeface="Arial"/>
                <a:cs typeface="Arial"/>
              </a:rPr>
              <a:t> </a:t>
            </a:r>
            <a:r>
              <a:rPr sz="1000" spc="-10" dirty="0">
                <a:solidFill>
                  <a:srgbClr val="231F20"/>
                </a:solidFill>
                <a:latin typeface="Arial"/>
                <a:cs typeface="Arial"/>
              </a:rPr>
              <a:t>shopping</a:t>
            </a:r>
            <a:r>
              <a:rPr sz="1000" spc="50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ingredients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then</a:t>
            </a:r>
            <a:r>
              <a:rPr sz="1000" spc="15" dirty="0">
                <a:solidFill>
                  <a:srgbClr val="231F20"/>
                </a:solidFill>
                <a:latin typeface="Arial"/>
                <a:cs typeface="Arial"/>
              </a:rPr>
              <a:t> </a:t>
            </a:r>
            <a:r>
              <a:rPr sz="1000" dirty="0">
                <a:solidFill>
                  <a:srgbClr val="231F20"/>
                </a:solidFill>
                <a:latin typeface="Arial"/>
                <a:cs typeface="Arial"/>
              </a:rPr>
              <a:t>worked</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chef</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0" dirty="0">
                <a:solidFill>
                  <a:srgbClr val="231F20"/>
                </a:solidFill>
                <a:latin typeface="Arial"/>
                <a:cs typeface="Arial"/>
              </a:rPr>
              <a:t>learn</a:t>
            </a:r>
            <a:endParaRPr sz="1000">
              <a:latin typeface="Arial"/>
              <a:cs typeface="Arial"/>
            </a:endParaRPr>
          </a:p>
          <a:p>
            <a:pPr marL="12700" marR="5080">
              <a:lnSpc>
                <a:spcPct val="100000"/>
              </a:lnSpc>
            </a:pP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create</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own</a:t>
            </a:r>
            <a:r>
              <a:rPr sz="1000" spc="-10" dirty="0">
                <a:solidFill>
                  <a:srgbClr val="231F20"/>
                </a:solidFill>
                <a:latin typeface="Arial"/>
                <a:cs typeface="Arial"/>
              </a:rPr>
              <a:t> </a:t>
            </a:r>
            <a:r>
              <a:rPr sz="1000" spc="-20" dirty="0">
                <a:solidFill>
                  <a:srgbClr val="231F20"/>
                </a:solidFill>
                <a:latin typeface="Arial"/>
                <a:cs typeface="Arial"/>
              </a:rPr>
              <a:t>meals.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participated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where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shopped</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created</a:t>
            </a:r>
            <a:r>
              <a:rPr sz="1000" spc="-15" dirty="0">
                <a:solidFill>
                  <a:srgbClr val="231F20"/>
                </a:solidFill>
                <a:latin typeface="Arial"/>
                <a:cs typeface="Arial"/>
              </a:rPr>
              <a:t> </a:t>
            </a:r>
            <a:r>
              <a:rPr sz="1000" dirty="0">
                <a:solidFill>
                  <a:srgbClr val="231F20"/>
                </a:solidFill>
                <a:latin typeface="Arial"/>
                <a:cs typeface="Arial"/>
              </a:rPr>
              <a:t>Thanksgiving</a:t>
            </a:r>
            <a:r>
              <a:rPr sz="1000" spc="-15" dirty="0">
                <a:solidFill>
                  <a:srgbClr val="231F20"/>
                </a:solidFill>
                <a:latin typeface="Arial"/>
                <a:cs typeface="Arial"/>
              </a:rPr>
              <a:t> </a:t>
            </a:r>
            <a:r>
              <a:rPr sz="1000" dirty="0">
                <a:solidFill>
                  <a:srgbClr val="231F20"/>
                </a:solidFill>
                <a:latin typeface="Arial"/>
                <a:cs typeface="Arial"/>
              </a:rPr>
              <a:t>baskets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families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need.</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virtual escape</a:t>
            </a:r>
            <a:r>
              <a:rPr sz="1000" spc="5" dirty="0">
                <a:solidFill>
                  <a:srgbClr val="231F20"/>
                </a:solidFill>
                <a:latin typeface="Arial"/>
                <a:cs typeface="Arial"/>
              </a:rPr>
              <a:t> </a:t>
            </a:r>
            <a:r>
              <a:rPr sz="1000" dirty="0">
                <a:solidFill>
                  <a:srgbClr val="231F20"/>
                </a:solidFill>
                <a:latin typeface="Arial"/>
                <a:cs typeface="Arial"/>
              </a:rPr>
              <a:t>room</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highlight</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December</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addition</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participating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all-day</a:t>
            </a:r>
            <a:r>
              <a:rPr sz="1000" spc="5" dirty="0">
                <a:solidFill>
                  <a:srgbClr val="231F20"/>
                </a:solidFill>
                <a:latin typeface="Arial"/>
                <a:cs typeface="Arial"/>
              </a:rPr>
              <a:t> </a:t>
            </a:r>
            <a:r>
              <a:rPr sz="1000" spc="-10" dirty="0">
                <a:solidFill>
                  <a:srgbClr val="231F20"/>
                </a:solidFill>
                <a:latin typeface="Arial"/>
                <a:cs typeface="Arial"/>
              </a:rPr>
              <a:t>Module Madness</a:t>
            </a:r>
            <a:r>
              <a:rPr sz="1000" spc="-15" dirty="0">
                <a:solidFill>
                  <a:srgbClr val="231F20"/>
                </a:solidFill>
                <a:latin typeface="Arial"/>
                <a:cs typeface="Arial"/>
              </a:rPr>
              <a:t> </a:t>
            </a:r>
            <a:r>
              <a:rPr sz="1000" spc="-10" dirty="0">
                <a:solidFill>
                  <a:srgbClr val="231F20"/>
                </a:solidFill>
                <a:latin typeface="Arial"/>
                <a:cs typeface="Arial"/>
              </a:rPr>
              <a:t>activity.</a:t>
            </a:r>
            <a:endParaRPr sz="1000">
              <a:latin typeface="Arial"/>
              <a:cs typeface="Arial"/>
            </a:endParaRPr>
          </a:p>
          <a:p>
            <a:pPr marL="12700" marR="158750">
              <a:lnSpc>
                <a:spcPct val="100000"/>
              </a:lnSpc>
              <a:spcBef>
                <a:spcPts val="900"/>
              </a:spcBef>
            </a:pP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January</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participated</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45" dirty="0">
                <a:solidFill>
                  <a:srgbClr val="231F20"/>
                </a:solidFill>
                <a:latin typeface="Arial"/>
                <a:cs typeface="Arial"/>
              </a:rPr>
              <a:t>MLK</a:t>
            </a:r>
            <a:r>
              <a:rPr sz="1000" spc="-10" dirty="0">
                <a:solidFill>
                  <a:srgbClr val="231F20"/>
                </a:solidFill>
                <a:latin typeface="Arial"/>
                <a:cs typeface="Arial"/>
              </a:rPr>
              <a:t> </a:t>
            </a:r>
            <a:r>
              <a:rPr sz="1000" spc="-20" dirty="0">
                <a:solidFill>
                  <a:srgbClr val="231F20"/>
                </a:solidFill>
                <a:latin typeface="Arial"/>
                <a:cs typeface="Arial"/>
              </a:rPr>
              <a:t>Day</a:t>
            </a:r>
            <a:r>
              <a:rPr sz="1000" spc="-5" dirty="0">
                <a:solidFill>
                  <a:srgbClr val="231F20"/>
                </a:solidFill>
                <a:latin typeface="Arial"/>
                <a:cs typeface="Arial"/>
              </a:rPr>
              <a:t> </a:t>
            </a:r>
            <a:r>
              <a:rPr sz="1000" spc="-10" dirty="0">
                <a:solidFill>
                  <a:srgbClr val="231F20"/>
                </a:solidFill>
                <a:latin typeface="Arial"/>
                <a:cs typeface="Arial"/>
              </a:rPr>
              <a:t>activities</a:t>
            </a:r>
            <a:r>
              <a:rPr sz="1000" spc="500" dirty="0">
                <a:solidFill>
                  <a:srgbClr val="231F20"/>
                </a:solidFill>
                <a:latin typeface="Arial"/>
                <a:cs typeface="Arial"/>
              </a:rPr>
              <a:t> </a:t>
            </a:r>
            <a:r>
              <a:rPr sz="1000" dirty="0">
                <a:solidFill>
                  <a:srgbClr val="231F20"/>
                </a:solidFill>
                <a:latin typeface="Arial"/>
                <a:cs typeface="Arial"/>
              </a:rPr>
              <a:t>to</a:t>
            </a:r>
            <a:r>
              <a:rPr sz="1000" spc="40" dirty="0">
                <a:solidFill>
                  <a:srgbClr val="231F20"/>
                </a:solidFill>
                <a:latin typeface="Arial"/>
                <a:cs typeface="Arial"/>
              </a:rPr>
              <a:t> </a:t>
            </a:r>
            <a:r>
              <a:rPr sz="1000" dirty="0">
                <a:solidFill>
                  <a:srgbClr val="231F20"/>
                </a:solidFill>
                <a:latin typeface="Arial"/>
                <a:cs typeface="Arial"/>
              </a:rPr>
              <a:t>promote</a:t>
            </a:r>
            <a:r>
              <a:rPr sz="1000" spc="40" dirty="0">
                <a:solidFill>
                  <a:srgbClr val="231F20"/>
                </a:solidFill>
                <a:latin typeface="Arial"/>
                <a:cs typeface="Arial"/>
              </a:rPr>
              <a:t> </a:t>
            </a:r>
            <a:r>
              <a:rPr sz="1000" dirty="0">
                <a:solidFill>
                  <a:srgbClr val="231F20"/>
                </a:solidFill>
                <a:latin typeface="Arial"/>
                <a:cs typeface="Arial"/>
              </a:rPr>
              <a:t>goodness</a:t>
            </a:r>
            <a:r>
              <a:rPr sz="1000" spc="40" dirty="0">
                <a:solidFill>
                  <a:srgbClr val="231F20"/>
                </a:solidFill>
                <a:latin typeface="Arial"/>
                <a:cs typeface="Arial"/>
              </a:rPr>
              <a:t> </a:t>
            </a:r>
            <a:r>
              <a:rPr sz="1000" dirty="0">
                <a:solidFill>
                  <a:srgbClr val="231F20"/>
                </a:solidFill>
                <a:latin typeface="Arial"/>
                <a:cs typeface="Arial"/>
              </a:rPr>
              <a:t>throughout</a:t>
            </a:r>
            <a:r>
              <a:rPr sz="1000" spc="40" dirty="0">
                <a:solidFill>
                  <a:srgbClr val="231F20"/>
                </a:solidFill>
                <a:latin typeface="Arial"/>
                <a:cs typeface="Arial"/>
              </a:rPr>
              <a:t> </a:t>
            </a:r>
            <a:r>
              <a:rPr sz="1000" dirty="0">
                <a:solidFill>
                  <a:srgbClr val="231F20"/>
                </a:solidFill>
                <a:latin typeface="Arial"/>
                <a:cs typeface="Arial"/>
              </a:rPr>
              <a:t>the</a:t>
            </a:r>
            <a:r>
              <a:rPr sz="1000" spc="45" dirty="0">
                <a:solidFill>
                  <a:srgbClr val="231F20"/>
                </a:solidFill>
                <a:latin typeface="Arial"/>
                <a:cs typeface="Arial"/>
              </a:rPr>
              <a:t> </a:t>
            </a:r>
            <a:r>
              <a:rPr sz="1000" spc="-10" dirty="0">
                <a:solidFill>
                  <a:srgbClr val="231F20"/>
                </a:solidFill>
                <a:latin typeface="Arial"/>
                <a:cs typeface="Arial"/>
              </a:rPr>
              <a:t>community.</a:t>
            </a:r>
            <a:r>
              <a:rPr sz="1000" spc="40"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participated in the Jack &amp; Jill</a:t>
            </a:r>
            <a:r>
              <a:rPr sz="1000" spc="5" dirty="0">
                <a:solidFill>
                  <a:srgbClr val="231F20"/>
                </a:solidFill>
                <a:latin typeface="Arial"/>
                <a:cs typeface="Arial"/>
              </a:rPr>
              <a:t> </a:t>
            </a:r>
            <a:r>
              <a:rPr sz="1000" dirty="0">
                <a:solidFill>
                  <a:srgbClr val="231F20"/>
                </a:solidFill>
                <a:latin typeface="Arial"/>
                <a:cs typeface="Arial"/>
              </a:rPr>
              <a:t>Oratorical Competition </a:t>
            </a:r>
            <a:r>
              <a:rPr sz="1000" spc="-25" dirty="0">
                <a:solidFill>
                  <a:srgbClr val="231F20"/>
                </a:solidFill>
                <a:latin typeface="Arial"/>
                <a:cs typeface="Arial"/>
              </a:rPr>
              <a:t>in </a:t>
            </a:r>
            <a:r>
              <a:rPr sz="1000" dirty="0">
                <a:solidFill>
                  <a:srgbClr val="231F20"/>
                </a:solidFill>
                <a:latin typeface="Arial"/>
                <a:cs typeface="Arial"/>
              </a:rPr>
              <a:t>collaboration</a:t>
            </a:r>
            <a:r>
              <a:rPr sz="1000" spc="-5" dirty="0">
                <a:solidFill>
                  <a:srgbClr val="231F20"/>
                </a:solidFill>
                <a:latin typeface="Arial"/>
                <a:cs typeface="Arial"/>
              </a:rPr>
              <a:t> </a:t>
            </a:r>
            <a:r>
              <a:rPr sz="1000" dirty="0">
                <a:solidFill>
                  <a:srgbClr val="231F20"/>
                </a:solidFill>
                <a:latin typeface="Arial"/>
                <a:cs typeface="Arial"/>
              </a:rPr>
              <a:t>with </a:t>
            </a:r>
            <a:r>
              <a:rPr sz="1000" spc="-10" dirty="0">
                <a:solidFill>
                  <a:srgbClr val="231F20"/>
                </a:solidFill>
                <a:latin typeface="Arial"/>
                <a:cs typeface="Arial"/>
              </a:rPr>
              <a:t>Gavel</a:t>
            </a:r>
            <a:r>
              <a:rPr sz="1000" dirty="0">
                <a:solidFill>
                  <a:srgbClr val="231F20"/>
                </a:solidFill>
                <a:latin typeface="Arial"/>
                <a:cs typeface="Arial"/>
              </a:rPr>
              <a:t> Club</a:t>
            </a:r>
            <a:r>
              <a:rPr sz="1000" spc="-5" dirty="0">
                <a:solidFill>
                  <a:srgbClr val="231F20"/>
                </a:solidFill>
                <a:latin typeface="Arial"/>
                <a:cs typeface="Arial"/>
              </a:rPr>
              <a:t> </a:t>
            </a:r>
            <a:r>
              <a:rPr sz="1000" dirty="0">
                <a:solidFill>
                  <a:srgbClr val="231F20"/>
                </a:solidFill>
                <a:latin typeface="Arial"/>
                <a:cs typeface="Arial"/>
              </a:rPr>
              <a:t>for Black history</a:t>
            </a:r>
            <a:r>
              <a:rPr sz="1000" spc="-5" dirty="0">
                <a:solidFill>
                  <a:srgbClr val="231F20"/>
                </a:solidFill>
                <a:latin typeface="Arial"/>
                <a:cs typeface="Arial"/>
              </a:rPr>
              <a:t> </a:t>
            </a:r>
            <a:r>
              <a:rPr sz="1000" spc="-20" dirty="0">
                <a:solidFill>
                  <a:srgbClr val="231F20"/>
                </a:solidFill>
                <a:latin typeface="Arial"/>
                <a:cs typeface="Arial"/>
              </a:rPr>
              <a:t>month</a:t>
            </a:r>
            <a:endParaRPr sz="1000">
              <a:latin typeface="Arial"/>
              <a:cs typeface="Arial"/>
            </a:endParaRPr>
          </a:p>
          <a:p>
            <a:pPr marL="12700" marR="110489">
              <a:lnSpc>
                <a:spcPct val="100000"/>
              </a:lnSpc>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February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attended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spc="-10" dirty="0">
                <a:solidFill>
                  <a:srgbClr val="231F20"/>
                </a:solidFill>
                <a:latin typeface="Arial"/>
                <a:cs typeface="Arial"/>
              </a:rPr>
              <a:t>cultural</a:t>
            </a:r>
            <a:r>
              <a:rPr sz="1000" spc="500" dirty="0">
                <a:solidFill>
                  <a:srgbClr val="231F20"/>
                </a:solidFill>
                <a:latin typeface="Arial"/>
                <a:cs typeface="Arial"/>
              </a:rPr>
              <a:t> </a:t>
            </a:r>
            <a:r>
              <a:rPr sz="1000" dirty="0">
                <a:solidFill>
                  <a:srgbClr val="231F20"/>
                </a:solidFill>
                <a:latin typeface="Arial"/>
                <a:cs typeface="Arial"/>
              </a:rPr>
              <a:t>story</a:t>
            </a:r>
            <a:r>
              <a:rPr sz="1000" spc="5" dirty="0">
                <a:solidFill>
                  <a:srgbClr val="231F20"/>
                </a:solidFill>
                <a:latin typeface="Arial"/>
                <a:cs typeface="Arial"/>
              </a:rPr>
              <a:t> </a:t>
            </a:r>
            <a:r>
              <a:rPr sz="1000" dirty="0">
                <a:solidFill>
                  <a:srgbClr val="231F20"/>
                </a:solidFill>
                <a:latin typeface="Arial"/>
                <a:cs typeface="Arial"/>
              </a:rPr>
              <a:t>telling</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spc="-10" dirty="0">
                <a:solidFill>
                  <a:srgbClr val="231F20"/>
                </a:solidFill>
                <a:latin typeface="Arial"/>
                <a:cs typeface="Arial"/>
              </a:rPr>
              <a:t>Ayanna</a:t>
            </a:r>
            <a:r>
              <a:rPr sz="1000" spc="5" dirty="0">
                <a:solidFill>
                  <a:srgbClr val="231F20"/>
                </a:solidFill>
                <a:latin typeface="Arial"/>
                <a:cs typeface="Arial"/>
              </a:rPr>
              <a:t> </a:t>
            </a:r>
            <a:r>
              <a:rPr sz="1000" spc="-10" dirty="0">
                <a:solidFill>
                  <a:srgbClr val="231F20"/>
                </a:solidFill>
                <a:latin typeface="Arial"/>
                <a:cs typeface="Arial"/>
              </a:rPr>
              <a:t>Gregory.</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March</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prepared</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attended</a:t>
            </a:r>
            <a:r>
              <a:rPr sz="1000" spc="20" dirty="0">
                <a:solidFill>
                  <a:srgbClr val="231F20"/>
                </a:solidFill>
                <a:latin typeface="Arial"/>
                <a:cs typeface="Arial"/>
              </a:rPr>
              <a:t> </a:t>
            </a:r>
            <a:r>
              <a:rPr sz="1000" dirty="0">
                <a:solidFill>
                  <a:srgbClr val="231F20"/>
                </a:solidFill>
                <a:latin typeface="Arial"/>
                <a:cs typeface="Arial"/>
              </a:rPr>
              <a:t>Virtual</a:t>
            </a:r>
            <a:r>
              <a:rPr sz="1000" spc="15" dirty="0">
                <a:solidFill>
                  <a:srgbClr val="231F20"/>
                </a:solidFill>
                <a:latin typeface="Arial"/>
                <a:cs typeface="Arial"/>
              </a:rPr>
              <a:t> </a:t>
            </a:r>
            <a:r>
              <a:rPr sz="1000" spc="-10" dirty="0">
                <a:solidFill>
                  <a:srgbClr val="231F20"/>
                </a:solidFill>
                <a:latin typeface="Arial"/>
                <a:cs typeface="Arial"/>
              </a:rPr>
              <a:t>Regional</a:t>
            </a:r>
            <a:r>
              <a:rPr sz="1000" spc="15" dirty="0">
                <a:solidFill>
                  <a:srgbClr val="231F20"/>
                </a:solidFill>
                <a:latin typeface="Arial"/>
                <a:cs typeface="Arial"/>
              </a:rPr>
              <a:t> </a:t>
            </a:r>
            <a:r>
              <a:rPr sz="1000" spc="-20" dirty="0">
                <a:solidFill>
                  <a:srgbClr val="231F20"/>
                </a:solidFill>
                <a:latin typeface="Arial"/>
                <a:cs typeface="Arial"/>
              </a:rPr>
              <a:t>Teen </a:t>
            </a:r>
            <a:r>
              <a:rPr sz="1000" dirty="0">
                <a:solidFill>
                  <a:srgbClr val="231F20"/>
                </a:solidFill>
                <a:latin typeface="Arial"/>
                <a:cs typeface="Arial"/>
              </a:rPr>
              <a:t>Conference.</a:t>
            </a:r>
            <a:r>
              <a:rPr sz="1000" spc="-10"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game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dirty="0">
                <a:solidFill>
                  <a:srgbClr val="231F20"/>
                </a:solidFill>
                <a:latin typeface="Arial"/>
                <a:cs typeface="Arial"/>
              </a:rPr>
              <a:t>jeopardy</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April</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completed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in-person</a:t>
            </a:r>
            <a:r>
              <a:rPr sz="1000" spc="10"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celebrate</a:t>
            </a:r>
            <a:r>
              <a:rPr sz="1000" spc="-20" dirty="0">
                <a:solidFill>
                  <a:srgbClr val="231F20"/>
                </a:solidFill>
                <a:latin typeface="Arial"/>
                <a:cs typeface="Arial"/>
              </a:rPr>
              <a:t> </a:t>
            </a:r>
            <a:r>
              <a:rPr sz="1000" dirty="0">
                <a:solidFill>
                  <a:srgbClr val="231F20"/>
                </a:solidFill>
                <a:latin typeface="Arial"/>
                <a:cs typeface="Arial"/>
              </a:rPr>
              <a:t>Black</a:t>
            </a:r>
            <a:r>
              <a:rPr sz="1000" spc="-25" dirty="0">
                <a:solidFill>
                  <a:srgbClr val="231F20"/>
                </a:solidFill>
                <a:latin typeface="Arial"/>
                <a:cs typeface="Arial"/>
              </a:rPr>
              <a:t> </a:t>
            </a:r>
            <a:r>
              <a:rPr sz="1000" dirty="0">
                <a:solidFill>
                  <a:srgbClr val="231F20"/>
                </a:solidFill>
                <a:latin typeface="Arial"/>
                <a:cs typeface="Arial"/>
              </a:rPr>
              <a:t>family</a:t>
            </a:r>
            <a:r>
              <a:rPr sz="1000" spc="-20" dirty="0">
                <a:solidFill>
                  <a:srgbClr val="231F20"/>
                </a:solidFill>
                <a:latin typeface="Arial"/>
                <a:cs typeface="Arial"/>
              </a:rPr>
              <a:t> Day</a:t>
            </a:r>
            <a:r>
              <a:rPr sz="1000" spc="-2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well</a:t>
            </a:r>
            <a:r>
              <a:rPr sz="1000" spc="-2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our</a:t>
            </a:r>
            <a:r>
              <a:rPr sz="1000" spc="-25" dirty="0">
                <a:solidFill>
                  <a:srgbClr val="231F20"/>
                </a:solidFill>
                <a:latin typeface="Arial"/>
                <a:cs typeface="Arial"/>
              </a:rPr>
              <a:t> </a:t>
            </a:r>
            <a:r>
              <a:rPr sz="1000" spc="-10" dirty="0">
                <a:solidFill>
                  <a:srgbClr val="231F20"/>
                </a:solidFill>
                <a:latin typeface="Arial"/>
                <a:cs typeface="Arial"/>
              </a:rPr>
              <a:t>graduating </a:t>
            </a:r>
            <a:r>
              <a:rPr sz="1000" dirty="0">
                <a:solidFill>
                  <a:srgbClr val="231F20"/>
                </a:solidFill>
                <a:latin typeface="Arial"/>
                <a:cs typeface="Arial"/>
              </a:rPr>
              <a:t>seniors</a:t>
            </a:r>
            <a:r>
              <a:rPr sz="1000" spc="-3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20" dirty="0">
                <a:solidFill>
                  <a:srgbClr val="231F20"/>
                </a:solidFill>
                <a:latin typeface="Arial"/>
                <a:cs typeface="Arial"/>
              </a:rPr>
              <a:t>May.</a:t>
            </a:r>
            <a:endParaRPr sz="100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176851"/>
            <a:ext cx="3199130" cy="6535420"/>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2021–2022</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201930" marR="194310" algn="ctr">
              <a:lnSpc>
                <a:spcPts val="1680"/>
              </a:lnSpc>
              <a:spcBef>
                <a:spcPts val="100"/>
              </a:spcBef>
            </a:pPr>
            <a:r>
              <a:rPr sz="1100" dirty="0">
                <a:solidFill>
                  <a:srgbClr val="1D5495"/>
                </a:solidFill>
                <a:latin typeface="Lucida Sans Unicode"/>
                <a:cs typeface="Lucida Sans Unicode"/>
              </a:rPr>
              <a:t>President:</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Bamidele</a:t>
            </a:r>
            <a:r>
              <a:rPr sz="1100" spc="-20" dirty="0">
                <a:solidFill>
                  <a:srgbClr val="1D5495"/>
                </a:solidFill>
                <a:latin typeface="Lucida Sans Unicode"/>
                <a:cs typeface="Lucida Sans Unicode"/>
              </a:rPr>
              <a:t> </a:t>
            </a:r>
            <a:r>
              <a:rPr sz="1100" dirty="0">
                <a:solidFill>
                  <a:srgbClr val="1D5495"/>
                </a:solidFill>
                <a:latin typeface="Lucida Sans Unicode"/>
                <a:cs typeface="Lucida Sans Unicode"/>
              </a:rPr>
              <a:t>“Kiki”</a:t>
            </a:r>
            <a:r>
              <a:rPr sz="1100" spc="-20"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50" dirty="0">
                <a:solidFill>
                  <a:srgbClr val="1D5495"/>
                </a:solidFill>
                <a:latin typeface="Lucida Sans Unicode"/>
                <a:cs typeface="Lucida Sans Unicode"/>
              </a:rPr>
              <a:t> Sampson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Program</a:t>
            </a:r>
            <a:r>
              <a:rPr sz="1100" spc="5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55" dirty="0">
                <a:solidFill>
                  <a:srgbClr val="1D5495"/>
                </a:solidFill>
                <a:latin typeface="Lucida Sans Unicode"/>
                <a:cs typeface="Lucida Sans Unicode"/>
              </a:rPr>
              <a:t> Tameka</a:t>
            </a:r>
            <a:r>
              <a:rPr sz="1100" spc="60" dirty="0">
                <a:solidFill>
                  <a:srgbClr val="1D5495"/>
                </a:solidFill>
                <a:latin typeface="Lucida Sans Unicode"/>
                <a:cs typeface="Lucida Sans Unicode"/>
              </a:rPr>
              <a:t> </a:t>
            </a:r>
            <a:r>
              <a:rPr sz="1100" spc="-10" dirty="0">
                <a:solidFill>
                  <a:srgbClr val="1D5495"/>
                </a:solidFill>
                <a:latin typeface="Lucida Sans Unicode"/>
                <a:cs typeface="Lucida Sans Unicode"/>
              </a:rPr>
              <a:t>Montgomery </a:t>
            </a:r>
            <a:r>
              <a:rPr sz="1100" spc="10" dirty="0">
                <a:solidFill>
                  <a:srgbClr val="1D5495"/>
                </a:solidFill>
                <a:latin typeface="Lucida Sans Unicode"/>
                <a:cs typeface="Lucida Sans Unicode"/>
              </a:rPr>
              <a:t>Recording</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Ayo</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Atterberry</a:t>
            </a:r>
            <a:endParaRPr sz="1100">
              <a:latin typeface="Lucida Sans Unicode"/>
              <a:cs typeface="Lucida Sans Unicode"/>
            </a:endParaRPr>
          </a:p>
          <a:p>
            <a:pPr marL="78105" marR="70485" algn="ctr">
              <a:lnSpc>
                <a:spcPct val="100000"/>
              </a:lnSpc>
              <a:spcBef>
                <a:spcPts val="240"/>
              </a:spcBef>
            </a:pPr>
            <a:r>
              <a:rPr sz="1100" spc="10" dirty="0">
                <a:solidFill>
                  <a:srgbClr val="1D5495"/>
                </a:solidFill>
                <a:latin typeface="Lucida Sans Unicode"/>
                <a:cs typeface="Lucida Sans Unicode"/>
              </a:rPr>
              <a:t>Corresponding</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75" dirty="0">
                <a:solidFill>
                  <a:srgbClr val="1D5495"/>
                </a:solidFill>
                <a:latin typeface="Lucida Sans Unicode"/>
                <a:cs typeface="Lucida Sans Unicode"/>
              </a:rPr>
              <a:t>Jeanine</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 Grain</a:t>
            </a:r>
            <a:endParaRPr sz="1100">
              <a:latin typeface="Lucida Sans Unicode"/>
              <a:cs typeface="Lucida Sans Unicode"/>
            </a:endParaRPr>
          </a:p>
          <a:p>
            <a:pPr marL="12700" marR="5080" indent="588645">
              <a:lnSpc>
                <a:spcPct val="127299"/>
              </a:lnSpc>
            </a:pPr>
            <a:r>
              <a:rPr sz="1100" dirty="0">
                <a:solidFill>
                  <a:srgbClr val="1D5495"/>
                </a:solidFill>
                <a:latin typeface="Lucida Sans Unicode"/>
                <a:cs typeface="Lucida Sans Unicode"/>
              </a:rPr>
              <a:t>Treasurer:</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r>
              <a:rPr sz="1100" spc="500" dirty="0">
                <a:solidFill>
                  <a:srgbClr val="1D5495"/>
                </a:solidFill>
                <a:latin typeface="Lucida Sans Unicode"/>
                <a:cs typeface="Lucida Sans Unicode"/>
              </a:rPr>
              <a:t> </a:t>
            </a:r>
            <a:r>
              <a:rPr sz="1100" spc="10" dirty="0">
                <a:solidFill>
                  <a:srgbClr val="1D5495"/>
                </a:solidFill>
                <a:latin typeface="Lucida Sans Unicode"/>
                <a:cs typeface="Lucida Sans Unicode"/>
              </a:rPr>
              <a:t>Financial</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Mignon</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McLemore</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Pierce</a:t>
            </a:r>
            <a:endParaRPr sz="1100">
              <a:latin typeface="Lucida Sans Unicode"/>
              <a:cs typeface="Lucida Sans Unicode"/>
            </a:endParaRPr>
          </a:p>
          <a:p>
            <a:pPr marL="436880" marR="429259" indent="-635" algn="ctr">
              <a:lnSpc>
                <a:spcPct val="127299"/>
              </a:lnSpc>
            </a:pPr>
            <a:r>
              <a:rPr sz="1100" spc="-20" dirty="0">
                <a:solidFill>
                  <a:srgbClr val="1D5495"/>
                </a:solidFill>
                <a:latin typeface="Lucida Sans Unicode"/>
                <a:cs typeface="Lucida Sans Unicode"/>
              </a:rPr>
              <a:t>Editor:</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Donné</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Settles</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Allen </a:t>
            </a:r>
            <a:r>
              <a:rPr sz="1100" dirty="0">
                <a:solidFill>
                  <a:srgbClr val="1D5495"/>
                </a:solidFill>
                <a:latin typeface="Lucida Sans Unicode"/>
                <a:cs typeface="Lucida Sans Unicode"/>
              </a:rPr>
              <a:t>Parliamentarian:</a:t>
            </a:r>
            <a:r>
              <a:rPr sz="1100" spc="19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95"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Foundation</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35" dirty="0">
                <a:solidFill>
                  <a:srgbClr val="1D5495"/>
                </a:solidFill>
                <a:latin typeface="Lucida Sans Unicode"/>
                <a:cs typeface="Lucida Sans Unicode"/>
              </a:rPr>
              <a:t> </a:t>
            </a:r>
            <a:r>
              <a:rPr sz="1100" dirty="0">
                <a:solidFill>
                  <a:srgbClr val="1D5495"/>
                </a:solidFill>
                <a:latin typeface="Lucida Sans Unicode"/>
                <a:cs typeface="Lucida Sans Unicode"/>
              </a:rPr>
              <a:t>Angela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Riemer </a:t>
            </a:r>
            <a:r>
              <a:rPr sz="1100" spc="10" dirty="0">
                <a:solidFill>
                  <a:srgbClr val="1D5495"/>
                </a:solidFill>
                <a:latin typeface="Lucida Sans Unicode"/>
                <a:cs typeface="Lucida Sans Unicode"/>
              </a:rPr>
              <a:t>Chaplain:</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Lena</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Grimes</a:t>
            </a:r>
            <a:endParaRPr sz="1100">
              <a:latin typeface="Lucida Sans Unicode"/>
              <a:cs typeface="Lucida Sans Unicode"/>
            </a:endParaRPr>
          </a:p>
          <a:p>
            <a:pPr marL="156210" marR="148590" indent="-635" algn="ctr">
              <a:lnSpc>
                <a:spcPct val="127299"/>
              </a:lnSpc>
            </a:pPr>
            <a:r>
              <a:rPr sz="1100" dirty="0">
                <a:solidFill>
                  <a:srgbClr val="1D5495"/>
                </a:solidFill>
                <a:latin typeface="Lucida Sans Unicode"/>
                <a:cs typeface="Lucida Sans Unicode"/>
              </a:rPr>
              <a:t>Historian: </a:t>
            </a:r>
            <a:r>
              <a:rPr sz="1100" spc="55" dirty="0">
                <a:solidFill>
                  <a:srgbClr val="1D5495"/>
                </a:solidFill>
                <a:latin typeface="Lucida Sans Unicode"/>
                <a:cs typeface="Lucida Sans Unicode"/>
              </a:rPr>
              <a:t>Tameka</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Bennett</a:t>
            </a:r>
            <a:r>
              <a:rPr sz="1100" spc="5" dirty="0">
                <a:solidFill>
                  <a:srgbClr val="1D5495"/>
                </a:solidFill>
                <a:latin typeface="Lucida Sans Unicode"/>
                <a:cs typeface="Lucida Sans Unicode"/>
              </a:rPr>
              <a:t> </a:t>
            </a:r>
            <a:r>
              <a:rPr sz="1100" spc="50" dirty="0">
                <a:solidFill>
                  <a:srgbClr val="1D5495"/>
                </a:solidFill>
                <a:latin typeface="Lucida Sans Unicode"/>
                <a:cs typeface="Lucida Sans Unicode"/>
              </a:rPr>
              <a:t>Watt </a:t>
            </a:r>
            <a:r>
              <a:rPr sz="1100" dirty="0">
                <a:solidFill>
                  <a:srgbClr val="1D5495"/>
                </a:solidFill>
                <a:latin typeface="Lucida Sans Unicode"/>
                <a:cs typeface="Lucida Sans Unicode"/>
              </a:rPr>
              <a:t>Sergeant-At-Arms:</a:t>
            </a:r>
            <a:r>
              <a:rPr sz="1100" spc="185" dirty="0">
                <a:solidFill>
                  <a:srgbClr val="1D5495"/>
                </a:solidFill>
                <a:latin typeface="Lucida Sans Unicode"/>
                <a:cs typeface="Lucida Sans Unicode"/>
              </a:rPr>
              <a:t> </a:t>
            </a:r>
            <a:r>
              <a:rPr sz="1100" spc="50" dirty="0">
                <a:solidFill>
                  <a:srgbClr val="1D5495"/>
                </a:solidFill>
                <a:latin typeface="Lucida Sans Unicode"/>
                <a:cs typeface="Lucida Sans Unicode"/>
              </a:rPr>
              <a:t>Abena</a:t>
            </a:r>
            <a:r>
              <a:rPr sz="1100" spc="185" dirty="0">
                <a:solidFill>
                  <a:srgbClr val="1D5495"/>
                </a:solidFill>
                <a:latin typeface="Lucida Sans Unicode"/>
                <a:cs typeface="Lucida Sans Unicode"/>
              </a:rPr>
              <a:t> </a:t>
            </a:r>
            <a:r>
              <a:rPr sz="1100" dirty="0">
                <a:solidFill>
                  <a:srgbClr val="1D5495"/>
                </a:solidFill>
                <a:latin typeface="Lucida Sans Unicode"/>
                <a:cs typeface="Lucida Sans Unicode"/>
              </a:rPr>
              <a:t>Lewis-</a:t>
            </a:r>
            <a:r>
              <a:rPr sz="1100" spc="-10" dirty="0">
                <a:solidFill>
                  <a:srgbClr val="1D5495"/>
                </a:solidFill>
                <a:latin typeface="Lucida Sans Unicode"/>
                <a:cs typeface="Lucida Sans Unicode"/>
              </a:rPr>
              <a:t>Mhoon </a:t>
            </a:r>
            <a:r>
              <a:rPr sz="1100" dirty="0">
                <a:solidFill>
                  <a:srgbClr val="1D5495"/>
                </a:solidFill>
                <a:latin typeface="Lucida Sans Unicode"/>
                <a:cs typeface="Lucida Sans Unicode"/>
              </a:rPr>
              <a:t>Father’s</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35" dirty="0">
                <a:solidFill>
                  <a:srgbClr val="1D5495"/>
                </a:solidFill>
                <a:latin typeface="Lucida Sans Unicode"/>
                <a:cs typeface="Lucida Sans Unicode"/>
              </a:rPr>
              <a:t> </a:t>
            </a:r>
            <a:r>
              <a:rPr sz="1100" spc="75" dirty="0">
                <a:solidFill>
                  <a:srgbClr val="1D5495"/>
                </a:solidFill>
                <a:latin typeface="Lucida Sans Unicode"/>
                <a:cs typeface="Lucida Sans Unicode"/>
              </a:rPr>
              <a:t>Jonathan</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Montgomery</a:t>
            </a:r>
            <a:endParaRPr sz="110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19100" marR="411480" algn="ctr">
              <a:lnSpc>
                <a:spcPct val="127299"/>
              </a:lnSpc>
              <a:spcBef>
                <a:spcPts val="70"/>
              </a:spcBef>
            </a:pPr>
            <a:r>
              <a:rPr sz="1100" dirty="0">
                <a:solidFill>
                  <a:srgbClr val="1D5495"/>
                </a:solidFill>
                <a:latin typeface="Lucida Sans Unicode"/>
                <a:cs typeface="Lucida Sans Unicode"/>
              </a:rPr>
              <a:t>Teen</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Madison</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Wilson </a:t>
            </a:r>
            <a:r>
              <a:rPr sz="1100" dirty="0">
                <a:solidFill>
                  <a:srgbClr val="1D5495"/>
                </a:solidFill>
                <a:latin typeface="Lucida Sans Unicode"/>
                <a:cs typeface="Lucida Sans Unicode"/>
              </a:rPr>
              <a:t>Vice</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Lindsay</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spc="10" dirty="0">
                <a:solidFill>
                  <a:srgbClr val="1D5495"/>
                </a:solidFill>
                <a:latin typeface="Lucida Sans Unicode"/>
                <a:cs typeface="Lucida Sans Unicode"/>
              </a:rPr>
              <a:t>Recording</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Olivia</a:t>
            </a:r>
            <a:r>
              <a:rPr sz="1100" spc="100" dirty="0">
                <a:solidFill>
                  <a:srgbClr val="1D5495"/>
                </a:solidFill>
                <a:latin typeface="Lucida Sans Unicode"/>
                <a:cs typeface="Lucida Sans Unicode"/>
              </a:rPr>
              <a:t> </a:t>
            </a:r>
            <a:r>
              <a:rPr sz="1100" spc="70" dirty="0">
                <a:solidFill>
                  <a:srgbClr val="1D5495"/>
                </a:solidFill>
                <a:latin typeface="Lucida Sans Unicode"/>
                <a:cs typeface="Lucida Sans Unicode"/>
              </a:rPr>
              <a:t>Jones</a:t>
            </a:r>
            <a:endParaRPr sz="1100">
              <a:latin typeface="Lucida Sans Unicode"/>
              <a:cs typeface="Lucida Sans Unicode"/>
            </a:endParaRPr>
          </a:p>
          <a:p>
            <a:pPr marL="196850" marR="189230" algn="ctr">
              <a:lnSpc>
                <a:spcPct val="127299"/>
              </a:lnSpc>
            </a:pPr>
            <a:r>
              <a:rPr sz="1100" spc="10" dirty="0">
                <a:solidFill>
                  <a:srgbClr val="1D5495"/>
                </a:solidFill>
                <a:latin typeface="Lucida Sans Unicode"/>
                <a:cs typeface="Lucida Sans Unicode"/>
              </a:rPr>
              <a:t>Corresponding</a:t>
            </a:r>
            <a:r>
              <a:rPr sz="1100" spc="16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Braden</a:t>
            </a:r>
            <a:r>
              <a:rPr sz="1100" spc="165" dirty="0">
                <a:solidFill>
                  <a:srgbClr val="1D5495"/>
                </a:solidFill>
                <a:latin typeface="Lucida Sans Unicode"/>
                <a:cs typeface="Lucida Sans Unicode"/>
              </a:rPr>
              <a:t> </a:t>
            </a:r>
            <a:r>
              <a:rPr sz="1100" spc="-10" dirty="0">
                <a:solidFill>
                  <a:srgbClr val="1D5495"/>
                </a:solidFill>
                <a:latin typeface="Lucida Sans Unicode"/>
                <a:cs typeface="Lucida Sans Unicode"/>
              </a:rPr>
              <a:t>Groce </a:t>
            </a:r>
            <a:r>
              <a:rPr sz="1100" dirty="0">
                <a:solidFill>
                  <a:srgbClr val="1D5495"/>
                </a:solidFill>
                <a:latin typeface="Lucida Sans Unicode"/>
                <a:cs typeface="Lucida Sans Unicode"/>
              </a:rPr>
              <a:t>Treasurer:</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Cole</a:t>
            </a:r>
            <a:r>
              <a:rPr sz="1100" spc="35" dirty="0">
                <a:solidFill>
                  <a:srgbClr val="1D5495"/>
                </a:solidFill>
                <a:latin typeface="Lucida Sans Unicode"/>
                <a:cs typeface="Lucida Sans Unicode"/>
              </a:rPr>
              <a:t> </a:t>
            </a:r>
            <a:r>
              <a:rPr sz="1100" spc="-10" dirty="0">
                <a:solidFill>
                  <a:srgbClr val="1D5495"/>
                </a:solidFill>
                <a:latin typeface="Lucida Sans Unicode"/>
                <a:cs typeface="Lucida Sans Unicode"/>
              </a:rPr>
              <a:t>Rodia</a:t>
            </a:r>
            <a:endParaRPr sz="1100">
              <a:latin typeface="Lucida Sans Unicode"/>
              <a:cs typeface="Lucida Sans Unicode"/>
            </a:endParaRPr>
          </a:p>
          <a:p>
            <a:pPr marL="315595" marR="307975" algn="ctr">
              <a:lnSpc>
                <a:spcPct val="127299"/>
              </a:lnSpc>
            </a:pPr>
            <a:r>
              <a:rPr sz="1100" spc="10" dirty="0">
                <a:solidFill>
                  <a:srgbClr val="1D5495"/>
                </a:solidFill>
                <a:latin typeface="Lucida Sans Unicode"/>
                <a:cs typeface="Lucida Sans Unicode"/>
              </a:rPr>
              <a:t>Financial</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80" dirty="0">
                <a:solidFill>
                  <a:srgbClr val="1D5495"/>
                </a:solidFill>
                <a:latin typeface="Lucida Sans Unicode"/>
                <a:cs typeface="Lucida Sans Unicode"/>
              </a:rPr>
              <a:t>Sage</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Crittenden </a:t>
            </a:r>
            <a:r>
              <a:rPr sz="1100" spc="20" dirty="0">
                <a:solidFill>
                  <a:srgbClr val="1D5495"/>
                </a:solidFill>
                <a:latin typeface="Lucida Sans Unicode"/>
                <a:cs typeface="Lucida Sans Unicode"/>
              </a:rPr>
              <a:t>Parliamentarian: David</a:t>
            </a:r>
            <a:r>
              <a:rPr sz="1100" spc="25" dirty="0">
                <a:solidFill>
                  <a:srgbClr val="1D5495"/>
                </a:solidFill>
                <a:latin typeface="Lucida Sans Unicode"/>
                <a:cs typeface="Lucida Sans Unicode"/>
              </a:rPr>
              <a:t> </a:t>
            </a:r>
            <a:r>
              <a:rPr sz="1100" spc="20" dirty="0">
                <a:solidFill>
                  <a:srgbClr val="1D5495"/>
                </a:solidFill>
                <a:latin typeface="Lucida Sans Unicode"/>
                <a:cs typeface="Lucida Sans Unicode"/>
              </a:rPr>
              <a:t>Alexander </a:t>
            </a:r>
            <a:r>
              <a:rPr sz="1100" spc="-25" dirty="0">
                <a:solidFill>
                  <a:srgbClr val="1D5495"/>
                </a:solidFill>
                <a:latin typeface="Lucida Sans Unicode"/>
                <a:cs typeface="Lucida Sans Unicode"/>
              </a:rPr>
              <a:t>III </a:t>
            </a:r>
            <a:r>
              <a:rPr sz="1100" dirty="0">
                <a:solidFill>
                  <a:srgbClr val="1D5495"/>
                </a:solidFill>
                <a:latin typeface="Lucida Sans Unicode"/>
                <a:cs typeface="Lucida Sans Unicode"/>
              </a:rPr>
              <a:t>Foundation</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0" dirty="0">
                <a:solidFill>
                  <a:srgbClr val="1D5495"/>
                </a:solidFill>
                <a:latin typeface="Lucida Sans Unicode"/>
                <a:cs typeface="Lucida Sans Unicode"/>
              </a:rPr>
              <a:t> </a:t>
            </a:r>
            <a:r>
              <a:rPr sz="1100" spc="60" dirty="0">
                <a:solidFill>
                  <a:srgbClr val="1D5495"/>
                </a:solidFill>
                <a:latin typeface="Lucida Sans Unicode"/>
                <a:cs typeface="Lucida Sans Unicode"/>
              </a:rPr>
              <a:t>Dana</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Roberts </a:t>
            </a:r>
            <a:r>
              <a:rPr sz="1100" spc="10" dirty="0">
                <a:solidFill>
                  <a:srgbClr val="1D5495"/>
                </a:solidFill>
                <a:latin typeface="Lucida Sans Unicode"/>
                <a:cs typeface="Lucida Sans Unicode"/>
              </a:rPr>
              <a:t>Chaplain:</a:t>
            </a:r>
            <a:r>
              <a:rPr sz="1100" spc="40" dirty="0">
                <a:solidFill>
                  <a:srgbClr val="1D5495"/>
                </a:solidFill>
                <a:latin typeface="Lucida Sans Unicode"/>
                <a:cs typeface="Lucida Sans Unicode"/>
              </a:rPr>
              <a:t> </a:t>
            </a:r>
            <a:r>
              <a:rPr sz="1100" spc="75" dirty="0">
                <a:solidFill>
                  <a:srgbClr val="1D5495"/>
                </a:solidFill>
                <a:latin typeface="Lucida Sans Unicode"/>
                <a:cs typeface="Lucida Sans Unicode"/>
              </a:rPr>
              <a:t>Namara</a:t>
            </a:r>
            <a:r>
              <a:rPr sz="1100" spc="45"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dirty="0">
                <a:solidFill>
                  <a:srgbClr val="1D5495"/>
                </a:solidFill>
                <a:latin typeface="Lucida Sans Unicode"/>
                <a:cs typeface="Lucida Sans Unicode"/>
              </a:rPr>
              <a:t>Historian:</a:t>
            </a:r>
            <a:r>
              <a:rPr sz="1100" spc="25" dirty="0">
                <a:solidFill>
                  <a:srgbClr val="1D5495"/>
                </a:solidFill>
                <a:latin typeface="Lucida Sans Unicode"/>
                <a:cs typeface="Lucida Sans Unicode"/>
              </a:rPr>
              <a:t> </a:t>
            </a:r>
            <a:r>
              <a:rPr sz="1100" dirty="0">
                <a:solidFill>
                  <a:srgbClr val="1D5495"/>
                </a:solidFill>
                <a:latin typeface="Lucida Sans Unicode"/>
                <a:cs typeface="Lucida Sans Unicode"/>
              </a:rPr>
              <a:t>Christopher</a:t>
            </a:r>
            <a:r>
              <a:rPr sz="1100" spc="30"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 </a:t>
            </a:r>
            <a:r>
              <a:rPr sz="1100" dirty="0">
                <a:solidFill>
                  <a:srgbClr val="1D5495"/>
                </a:solidFill>
                <a:latin typeface="Lucida Sans Unicode"/>
                <a:cs typeface="Lucida Sans Unicode"/>
              </a:rPr>
              <a:t>Sergeant-at-Arms:</a:t>
            </a:r>
            <a:r>
              <a:rPr sz="1100" spc="280" dirty="0">
                <a:solidFill>
                  <a:srgbClr val="1D5495"/>
                </a:solidFill>
                <a:latin typeface="Lucida Sans Unicode"/>
                <a:cs typeface="Lucida Sans Unicode"/>
              </a:rPr>
              <a:t> </a:t>
            </a:r>
            <a:r>
              <a:rPr sz="1100" dirty="0">
                <a:solidFill>
                  <a:srgbClr val="1D5495"/>
                </a:solidFill>
                <a:latin typeface="Lucida Sans Unicode"/>
                <a:cs typeface="Lucida Sans Unicode"/>
              </a:rPr>
              <a:t>McKinley</a:t>
            </a:r>
            <a:r>
              <a:rPr sz="1100" spc="280" dirty="0">
                <a:solidFill>
                  <a:srgbClr val="1D5495"/>
                </a:solidFill>
                <a:latin typeface="Lucida Sans Unicode"/>
                <a:cs typeface="Lucida Sans Unicode"/>
              </a:rPr>
              <a:t> </a:t>
            </a:r>
            <a:r>
              <a:rPr sz="1100" spc="-10" dirty="0">
                <a:solidFill>
                  <a:srgbClr val="1D5495"/>
                </a:solidFill>
                <a:latin typeface="Lucida Sans Unicode"/>
                <a:cs typeface="Lucida Sans Unicode"/>
              </a:rPr>
              <a:t>Wilson </a:t>
            </a:r>
            <a:r>
              <a:rPr sz="1100" dirty="0">
                <a:solidFill>
                  <a:srgbClr val="1D5495"/>
                </a:solidFill>
                <a:latin typeface="Lucida Sans Unicode"/>
                <a:cs typeface="Lucida Sans Unicode"/>
              </a:rPr>
              <a:t>Legislative</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45" dirty="0">
                <a:solidFill>
                  <a:srgbClr val="1D5495"/>
                </a:solidFill>
                <a:latin typeface="Lucida Sans Unicode"/>
                <a:cs typeface="Lucida Sans Unicode"/>
              </a:rPr>
              <a:t> </a:t>
            </a:r>
            <a:r>
              <a:rPr sz="1100" spc="55" dirty="0">
                <a:solidFill>
                  <a:srgbClr val="1D5495"/>
                </a:solidFill>
                <a:latin typeface="Lucida Sans Unicode"/>
                <a:cs typeface="Lucida Sans Unicode"/>
              </a:rPr>
              <a:t>Sydney</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Mitchell</a:t>
            </a:r>
            <a:endParaRPr sz="1100">
              <a:latin typeface="Lucida Sans Unicode"/>
              <a:cs typeface="Lucida Sans Unicode"/>
            </a:endParaRPr>
          </a:p>
        </p:txBody>
      </p:sp>
      <p:sp>
        <p:nvSpPr>
          <p:cNvPr id="3" name="object 3"/>
          <p:cNvSpPr/>
          <p:nvPr/>
        </p:nvSpPr>
        <p:spPr>
          <a:xfrm>
            <a:off x="643508" y="2019795"/>
            <a:ext cx="2800350" cy="0"/>
          </a:xfrm>
          <a:custGeom>
            <a:avLst/>
            <a:gdLst/>
            <a:ahLst/>
            <a:cxnLst/>
            <a:rect l="l" t="t" r="r" b="b"/>
            <a:pathLst>
              <a:path w="2800350">
                <a:moveTo>
                  <a:pt x="0" y="0"/>
                </a:moveTo>
                <a:lnTo>
                  <a:pt x="2800350" y="0"/>
                </a:lnTo>
              </a:path>
            </a:pathLst>
          </a:custGeom>
          <a:ln w="12700">
            <a:solidFill>
              <a:srgbClr val="F06CA6"/>
            </a:solidFill>
          </a:ln>
        </p:spPr>
        <p:txBody>
          <a:bodyPr wrap="square" lIns="0" tIns="0" rIns="0" bIns="0" rtlCol="0"/>
          <a:lstStyle/>
          <a:p>
            <a:endParaRPr/>
          </a:p>
        </p:txBody>
      </p:sp>
      <p:sp>
        <p:nvSpPr>
          <p:cNvPr id="6" name="object 6"/>
          <p:cNvSpPr txBox="1">
            <a:spLocks noGrp="1"/>
          </p:cNvSpPr>
          <p:nvPr>
            <p:ph type="sldNum" sz="quarter" idx="7"/>
          </p:nvPr>
        </p:nvSpPr>
        <p:spPr>
          <a:xfrm>
            <a:off x="7067294" y="9529590"/>
            <a:ext cx="25679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4</a:t>
            </a:r>
            <a:endParaRPr spc="-25" dirty="0"/>
          </a:p>
        </p:txBody>
      </p:sp>
      <p:sp>
        <p:nvSpPr>
          <p:cNvPr id="5" name="object 5"/>
          <p:cNvSpPr txBox="1"/>
          <p:nvPr/>
        </p:nvSpPr>
        <p:spPr>
          <a:xfrm>
            <a:off x="4016375" y="1974075"/>
            <a:ext cx="3307715" cy="7150100"/>
          </a:xfrm>
          <a:prstGeom prst="rect">
            <a:avLst/>
          </a:prstGeom>
        </p:spPr>
        <p:txBody>
          <a:bodyPr vert="horz" wrap="square" lIns="0" tIns="12700" rIns="0" bIns="0" rtlCol="0">
            <a:spAutoFit/>
          </a:bodyPr>
          <a:lstStyle/>
          <a:p>
            <a:pPr marL="12700" marR="36195">
              <a:lnSpc>
                <a:spcPct val="100000"/>
              </a:lnSpc>
              <a:spcBef>
                <a:spcPts val="100"/>
              </a:spcBef>
            </a:pPr>
            <a:r>
              <a:rPr sz="1000" spc="-30" dirty="0">
                <a:solidFill>
                  <a:srgbClr val="231F20"/>
                </a:solidFill>
                <a:latin typeface="Arial"/>
                <a:cs typeface="Arial"/>
              </a:rPr>
              <a:t>JJMCMC</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220" dirty="0">
                <a:solidFill>
                  <a:srgbClr val="231F20"/>
                </a:solidFill>
                <a:latin typeface="Arial"/>
                <a:cs typeface="Arial"/>
              </a:rPr>
              <a:t>1</a:t>
            </a:r>
            <a:r>
              <a:rPr sz="1000" spc="5" dirty="0">
                <a:solidFill>
                  <a:srgbClr val="231F20"/>
                </a:solidFill>
                <a:latin typeface="Arial"/>
                <a:cs typeface="Arial"/>
              </a:rPr>
              <a:t> </a:t>
            </a:r>
            <a:r>
              <a:rPr sz="1000" dirty="0">
                <a:solidFill>
                  <a:srgbClr val="231F20"/>
                </a:solidFill>
                <a:latin typeface="Arial"/>
                <a:cs typeface="Arial"/>
              </a:rPr>
              <a:t>started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2021–2022</a:t>
            </a:r>
            <a:r>
              <a:rPr sz="1000" spc="5" dirty="0">
                <a:solidFill>
                  <a:srgbClr val="231F20"/>
                </a:solidFill>
                <a:latin typeface="Arial"/>
                <a:cs typeface="Arial"/>
              </a:rPr>
              <a:t> </a:t>
            </a:r>
            <a:r>
              <a:rPr sz="1000" spc="-10" dirty="0">
                <a:solidFill>
                  <a:srgbClr val="231F20"/>
                </a:solidFill>
                <a:latin typeface="Arial"/>
                <a:cs typeface="Arial"/>
              </a:rPr>
              <a:t>programming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planning</a:t>
            </a:r>
            <a:r>
              <a:rPr sz="1000" spc="10" dirty="0">
                <a:solidFill>
                  <a:srgbClr val="231F20"/>
                </a:solidFill>
                <a:latin typeface="Arial"/>
                <a:cs typeface="Arial"/>
              </a:rPr>
              <a:t> </a:t>
            </a:r>
            <a:r>
              <a:rPr sz="1000" dirty="0">
                <a:solidFill>
                  <a:srgbClr val="231F20"/>
                </a:solidFill>
                <a:latin typeface="Arial"/>
                <a:cs typeface="Arial"/>
              </a:rPr>
              <a:t>age</a:t>
            </a:r>
            <a:r>
              <a:rPr sz="1000" spc="15" dirty="0">
                <a:solidFill>
                  <a:srgbClr val="231F20"/>
                </a:solidFill>
                <a:latin typeface="Arial"/>
                <a:cs typeface="Arial"/>
              </a:rPr>
              <a:t> </a:t>
            </a:r>
            <a:r>
              <a:rPr sz="1000" dirty="0">
                <a:solidFill>
                  <a:srgbClr val="231F20"/>
                </a:solidFill>
                <a:latin typeface="Arial"/>
                <a:cs typeface="Arial"/>
              </a:rPr>
              <a:t>appropriate,</a:t>
            </a:r>
            <a:r>
              <a:rPr sz="1000" spc="10" dirty="0">
                <a:solidFill>
                  <a:srgbClr val="231F20"/>
                </a:solidFill>
                <a:latin typeface="Arial"/>
                <a:cs typeface="Arial"/>
              </a:rPr>
              <a:t> </a:t>
            </a:r>
            <a:r>
              <a:rPr sz="1000" dirty="0">
                <a:solidFill>
                  <a:srgbClr val="231F20"/>
                </a:solidFill>
                <a:latin typeface="Arial"/>
                <a:cs typeface="Arial"/>
              </a:rPr>
              <a:t>engaging,</a:t>
            </a:r>
            <a:r>
              <a:rPr sz="1000" spc="10"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commenced</a:t>
            </a:r>
            <a:r>
              <a:rPr sz="1000" spc="-1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Cabin</a:t>
            </a:r>
            <a:r>
              <a:rPr sz="1000" spc="-15" dirty="0">
                <a:solidFill>
                  <a:srgbClr val="231F20"/>
                </a:solidFill>
                <a:latin typeface="Arial"/>
                <a:cs typeface="Arial"/>
              </a:rPr>
              <a:t> </a:t>
            </a:r>
            <a:r>
              <a:rPr sz="1000" dirty="0">
                <a:solidFill>
                  <a:srgbClr val="231F20"/>
                </a:solidFill>
                <a:latin typeface="Arial"/>
                <a:cs typeface="Arial"/>
              </a:rPr>
              <a:t>John</a:t>
            </a:r>
            <a:r>
              <a:rPr sz="1000" spc="-15" dirty="0">
                <a:solidFill>
                  <a:srgbClr val="231F20"/>
                </a:solidFill>
                <a:latin typeface="Arial"/>
                <a:cs typeface="Arial"/>
              </a:rPr>
              <a:t> </a:t>
            </a:r>
            <a:r>
              <a:rPr sz="1000" spc="-10" dirty="0">
                <a:solidFill>
                  <a:srgbClr val="231F20"/>
                </a:solidFill>
                <a:latin typeface="Arial"/>
                <a:cs typeface="Arial"/>
              </a:rPr>
              <a:t>Regional</a:t>
            </a:r>
            <a:r>
              <a:rPr sz="1000" spc="-15" dirty="0">
                <a:solidFill>
                  <a:srgbClr val="231F20"/>
                </a:solidFill>
                <a:latin typeface="Arial"/>
                <a:cs typeface="Arial"/>
              </a:rPr>
              <a:t> </a:t>
            </a:r>
            <a:r>
              <a:rPr sz="1000" spc="-20"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All-Aboard:</a:t>
            </a:r>
            <a:r>
              <a:rPr sz="1000" spc="-15" dirty="0">
                <a:solidFill>
                  <a:srgbClr val="231F20"/>
                </a:solidFill>
                <a:latin typeface="Arial"/>
                <a:cs typeface="Arial"/>
              </a:rPr>
              <a:t> </a:t>
            </a:r>
            <a:r>
              <a:rPr sz="1000" spc="-10" dirty="0">
                <a:solidFill>
                  <a:srgbClr val="231F20"/>
                </a:solidFill>
                <a:latin typeface="Arial"/>
                <a:cs typeface="Arial"/>
              </a:rPr>
              <a:t>Exploring </a:t>
            </a:r>
            <a:r>
              <a:rPr sz="1000" spc="-50" dirty="0">
                <a:solidFill>
                  <a:srgbClr val="231F20"/>
                </a:solidFill>
                <a:latin typeface="Arial"/>
                <a:cs typeface="Arial"/>
              </a:rPr>
              <a:t>STEAM</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spc="-10" dirty="0">
                <a:solidFill>
                  <a:srgbClr val="231F20"/>
                </a:solidFill>
                <a:latin typeface="Arial"/>
                <a:cs typeface="Arial"/>
              </a:rPr>
              <a:t>trains.</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aspects</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engineering</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building</a:t>
            </a:r>
            <a:r>
              <a:rPr sz="1000" spc="15" dirty="0">
                <a:solidFill>
                  <a:srgbClr val="231F20"/>
                </a:solidFill>
                <a:latin typeface="Arial"/>
                <a:cs typeface="Arial"/>
              </a:rPr>
              <a:t> </a:t>
            </a:r>
            <a:r>
              <a:rPr sz="1000" dirty="0">
                <a:solidFill>
                  <a:srgbClr val="231F20"/>
                </a:solidFill>
                <a:latin typeface="Arial"/>
                <a:cs typeface="Arial"/>
              </a:rPr>
              <a:t>miniature</a:t>
            </a:r>
            <a:r>
              <a:rPr sz="1000" spc="10" dirty="0">
                <a:solidFill>
                  <a:srgbClr val="231F20"/>
                </a:solidFill>
                <a:latin typeface="Arial"/>
                <a:cs typeface="Arial"/>
              </a:rPr>
              <a:t> </a:t>
            </a:r>
            <a:r>
              <a:rPr sz="1000" spc="-10" dirty="0">
                <a:solidFill>
                  <a:srgbClr val="231F20"/>
                </a:solidFill>
                <a:latin typeface="Arial"/>
                <a:cs typeface="Arial"/>
              </a:rPr>
              <a:t>trains,</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story</a:t>
            </a:r>
            <a:r>
              <a:rPr sz="1000" spc="15" dirty="0">
                <a:solidFill>
                  <a:srgbClr val="231F20"/>
                </a:solidFill>
                <a:latin typeface="Arial"/>
                <a:cs typeface="Arial"/>
              </a:rPr>
              <a:t> </a:t>
            </a:r>
            <a:r>
              <a:rPr sz="1000" spc="-20" dirty="0">
                <a:solidFill>
                  <a:srgbClr val="231F20"/>
                </a:solidFill>
                <a:latin typeface="Arial"/>
                <a:cs typeface="Arial"/>
              </a:rPr>
              <a:t>about </a:t>
            </a:r>
            <a:r>
              <a:rPr sz="1000" spc="-10" dirty="0">
                <a:solidFill>
                  <a:srgbClr val="231F20"/>
                </a:solidFill>
                <a:latin typeface="Arial"/>
                <a:cs typeface="Arial"/>
              </a:rPr>
              <a:t>trains,</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being</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train</a:t>
            </a:r>
            <a:r>
              <a:rPr sz="1000" spc="10" dirty="0">
                <a:solidFill>
                  <a:srgbClr val="231F20"/>
                </a:solidFill>
                <a:latin typeface="Arial"/>
                <a:cs typeface="Arial"/>
              </a:rPr>
              <a:t> </a:t>
            </a:r>
            <a:r>
              <a:rPr sz="1000" dirty="0">
                <a:solidFill>
                  <a:srgbClr val="231F20"/>
                </a:solidFill>
                <a:latin typeface="Arial"/>
                <a:cs typeface="Arial"/>
              </a:rPr>
              <a:t>conductor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capping </a:t>
            </a:r>
            <a:r>
              <a:rPr sz="1000" dirty="0">
                <a:solidFill>
                  <a:srgbClr val="231F20"/>
                </a:solidFill>
                <a:latin typeface="Arial"/>
                <a:cs typeface="Arial"/>
              </a:rPr>
              <a:t>the experience by riding the </a:t>
            </a:r>
            <a:r>
              <a:rPr sz="1000" spc="-25" dirty="0">
                <a:solidFill>
                  <a:srgbClr val="231F20"/>
                </a:solidFill>
                <a:latin typeface="Arial"/>
                <a:cs typeface="Arial"/>
              </a:rPr>
              <a:t>Train</a:t>
            </a:r>
            <a:r>
              <a:rPr sz="1000" dirty="0">
                <a:solidFill>
                  <a:srgbClr val="231F20"/>
                </a:solidFill>
                <a:latin typeface="Arial"/>
                <a:cs typeface="Arial"/>
              </a:rPr>
              <a:t> at Cabin John </a:t>
            </a:r>
            <a:r>
              <a:rPr sz="1000" spc="-10" dirty="0">
                <a:solidFill>
                  <a:srgbClr val="231F20"/>
                </a:solidFill>
                <a:latin typeface="Arial"/>
                <a:cs typeface="Arial"/>
              </a:rPr>
              <a:t>Regional </a:t>
            </a:r>
            <a:r>
              <a:rPr sz="1000" spc="-25"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exploration</a:t>
            </a:r>
            <a:r>
              <a:rPr sz="1000" spc="10" dirty="0">
                <a:solidFill>
                  <a:srgbClr val="231F20"/>
                </a:solidFill>
                <a:latin typeface="Arial"/>
                <a:cs typeface="Arial"/>
              </a:rPr>
              <a:t> </a:t>
            </a:r>
            <a:r>
              <a:rPr sz="1000" dirty="0">
                <a:solidFill>
                  <a:srgbClr val="231F20"/>
                </a:solidFill>
                <a:latin typeface="Arial"/>
                <a:cs typeface="Arial"/>
              </a:rPr>
              <a:t>continued</a:t>
            </a:r>
            <a:r>
              <a:rPr sz="1000" spc="10" dirty="0">
                <a:solidFill>
                  <a:srgbClr val="231F20"/>
                </a:solidFill>
                <a:latin typeface="Arial"/>
                <a:cs typeface="Arial"/>
              </a:rPr>
              <a:t> </a:t>
            </a:r>
            <a:r>
              <a:rPr sz="1000" spc="-10" dirty="0">
                <a:solidFill>
                  <a:srgbClr val="231F20"/>
                </a:solidFill>
                <a:latin typeface="Arial"/>
                <a:cs typeface="Arial"/>
              </a:rPr>
              <a:t>throughout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Green</a:t>
            </a:r>
            <a:r>
              <a:rPr sz="1000" spc="-20" dirty="0">
                <a:solidFill>
                  <a:srgbClr val="231F20"/>
                </a:solidFill>
                <a:latin typeface="Arial"/>
                <a:cs typeface="Arial"/>
              </a:rPr>
              <a:t> </a:t>
            </a:r>
            <a:r>
              <a:rPr sz="1000" dirty="0">
                <a:solidFill>
                  <a:srgbClr val="231F20"/>
                </a:solidFill>
                <a:latin typeface="Arial"/>
                <a:cs typeface="Arial"/>
              </a:rPr>
              <a:t>Meadows</a:t>
            </a:r>
            <a:r>
              <a:rPr sz="1000" spc="-20" dirty="0">
                <a:solidFill>
                  <a:srgbClr val="231F20"/>
                </a:solidFill>
                <a:latin typeface="Arial"/>
                <a:cs typeface="Arial"/>
              </a:rPr>
              <a:t> </a:t>
            </a:r>
            <a:r>
              <a:rPr sz="1000" spc="-30" dirty="0">
                <a:solidFill>
                  <a:srgbClr val="231F20"/>
                </a:solidFill>
                <a:latin typeface="Arial"/>
                <a:cs typeface="Arial"/>
              </a:rPr>
              <a:t>Farm</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all types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animals</a:t>
            </a:r>
            <a:r>
              <a:rPr sz="1000" dirty="0">
                <a:solidFill>
                  <a:srgbClr val="231F20"/>
                </a:solidFill>
                <a:latin typeface="Arial"/>
                <a:cs typeface="Arial"/>
              </a:rPr>
              <a:t> and</a:t>
            </a:r>
            <a:r>
              <a:rPr sz="1000" spc="-5" dirty="0">
                <a:solidFill>
                  <a:srgbClr val="231F20"/>
                </a:solidFill>
                <a:latin typeface="Arial"/>
                <a:cs typeface="Arial"/>
              </a:rPr>
              <a:t> </a:t>
            </a:r>
            <a:r>
              <a:rPr sz="1000" dirty="0">
                <a:solidFill>
                  <a:srgbClr val="231F20"/>
                </a:solidFill>
                <a:latin typeface="Arial"/>
                <a:cs typeface="Arial"/>
              </a:rPr>
              <a:t>even got</a:t>
            </a:r>
            <a:r>
              <a:rPr sz="1000" spc="-5" dirty="0">
                <a:solidFill>
                  <a:srgbClr val="231F20"/>
                </a:solidFill>
                <a:latin typeface="Arial"/>
                <a:cs typeface="Arial"/>
              </a:rPr>
              <a:t> </a:t>
            </a:r>
            <a:r>
              <a:rPr sz="1000" dirty="0">
                <a:solidFill>
                  <a:srgbClr val="231F20"/>
                </a:solidFill>
                <a:latin typeface="Arial"/>
                <a:cs typeface="Arial"/>
              </a:rPr>
              <a:t>watch a</a:t>
            </a:r>
            <a:r>
              <a:rPr sz="1000" spc="-5" dirty="0">
                <a:solidFill>
                  <a:srgbClr val="231F20"/>
                </a:solidFill>
                <a:latin typeface="Arial"/>
                <a:cs typeface="Arial"/>
              </a:rPr>
              <a:t> </a:t>
            </a:r>
            <a:r>
              <a:rPr sz="1000" spc="-25" dirty="0">
                <a:solidFill>
                  <a:srgbClr val="231F20"/>
                </a:solidFill>
                <a:latin typeface="Arial"/>
                <a:cs typeface="Arial"/>
              </a:rPr>
              <a:t>pig</a:t>
            </a:r>
            <a:endParaRPr sz="1000">
              <a:latin typeface="Arial"/>
              <a:cs typeface="Arial"/>
            </a:endParaRPr>
          </a:p>
          <a:p>
            <a:pPr marL="12700" marR="215900">
              <a:lnSpc>
                <a:spcPct val="100000"/>
              </a:lnSpc>
            </a:pPr>
            <a:r>
              <a:rPr sz="1000" spc="-10" dirty="0">
                <a:solidFill>
                  <a:srgbClr val="231F20"/>
                </a:solidFill>
                <a:latin typeface="Arial"/>
                <a:cs typeface="Arial"/>
              </a:rPr>
              <a:t>race.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220" dirty="0">
                <a:solidFill>
                  <a:srgbClr val="231F20"/>
                </a:solidFill>
                <a:latin typeface="Arial"/>
                <a:cs typeface="Arial"/>
              </a:rPr>
              <a:t>1</a:t>
            </a:r>
            <a:r>
              <a:rPr sz="1000" dirty="0">
                <a:solidFill>
                  <a:srgbClr val="231F20"/>
                </a:solidFill>
                <a:latin typeface="Arial"/>
                <a:cs typeface="Arial"/>
              </a:rPr>
              <a:t> children</a:t>
            </a:r>
            <a:r>
              <a:rPr sz="1000" spc="-5" dirty="0">
                <a:solidFill>
                  <a:srgbClr val="231F20"/>
                </a:solidFill>
                <a:latin typeface="Arial"/>
                <a:cs typeface="Arial"/>
              </a:rPr>
              <a:t> </a:t>
            </a:r>
            <a:r>
              <a:rPr sz="1000" dirty="0">
                <a:solidFill>
                  <a:srgbClr val="231F20"/>
                </a:solidFill>
                <a:latin typeface="Arial"/>
                <a:cs typeface="Arial"/>
              </a:rPr>
              <a:t>continued</a:t>
            </a:r>
            <a:r>
              <a:rPr sz="1000" spc="-5" dirty="0">
                <a:solidFill>
                  <a:srgbClr val="231F20"/>
                </a:solidFill>
                <a:latin typeface="Arial"/>
                <a:cs typeface="Arial"/>
              </a:rPr>
              <a:t> </a:t>
            </a:r>
            <a:r>
              <a:rPr sz="1000" dirty="0">
                <a:solidFill>
                  <a:srgbClr val="231F20"/>
                </a:solidFill>
                <a:latin typeface="Arial"/>
                <a:cs typeface="Arial"/>
              </a:rPr>
              <a:t>their </a:t>
            </a:r>
            <a:r>
              <a:rPr sz="1000" spc="-10" dirty="0">
                <a:solidFill>
                  <a:srgbClr val="231F20"/>
                </a:solidFill>
                <a:latin typeface="Arial"/>
                <a:cs typeface="Arial"/>
              </a:rPr>
              <a:t>experiences </a:t>
            </a:r>
            <a:r>
              <a:rPr sz="1000" dirty="0">
                <a:solidFill>
                  <a:srgbClr val="231F20"/>
                </a:solidFill>
                <a:latin typeface="Arial"/>
                <a:cs typeface="Arial"/>
              </a:rPr>
              <a:t>exploring the</a:t>
            </a:r>
            <a:r>
              <a:rPr sz="1000" spc="5" dirty="0">
                <a:solidFill>
                  <a:srgbClr val="231F20"/>
                </a:solidFill>
                <a:latin typeface="Arial"/>
                <a:cs typeface="Arial"/>
              </a:rPr>
              <a:t> </a:t>
            </a:r>
            <a:r>
              <a:rPr sz="1000" dirty="0">
                <a:solidFill>
                  <a:srgbClr val="231F20"/>
                </a:solidFill>
                <a:latin typeface="Arial"/>
                <a:cs typeface="Arial"/>
              </a:rPr>
              <a:t>thrusts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&amp; </a:t>
            </a:r>
            <a:r>
              <a:rPr sz="1000" spc="-20" dirty="0">
                <a:solidFill>
                  <a:srgbClr val="231F20"/>
                </a:solidFill>
                <a:latin typeface="Arial"/>
                <a:cs typeface="Arial"/>
              </a:rPr>
              <a:t>Wellness,</a:t>
            </a:r>
            <a:r>
              <a:rPr sz="1000" spc="5" dirty="0">
                <a:solidFill>
                  <a:srgbClr val="231F20"/>
                </a:solidFill>
                <a:latin typeface="Arial"/>
                <a:cs typeface="Arial"/>
              </a:rPr>
              <a:t> </a:t>
            </a:r>
            <a:r>
              <a:rPr sz="1000" spc="-10" dirty="0">
                <a:solidFill>
                  <a:srgbClr val="231F20"/>
                </a:solidFill>
                <a:latin typeface="Arial"/>
                <a:cs typeface="Arial"/>
              </a:rPr>
              <a:t>Social</a:t>
            </a:r>
            <a:r>
              <a:rPr sz="1000" spc="5"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Recreational</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dirty="0">
                <a:solidFill>
                  <a:srgbClr val="231F20"/>
                </a:solidFill>
                <a:latin typeface="Arial"/>
                <a:cs typeface="Arial"/>
              </a:rPr>
              <a:t>such</a:t>
            </a:r>
            <a:r>
              <a:rPr sz="1000" spc="-20"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Kid</a:t>
            </a:r>
            <a:r>
              <a:rPr sz="1000" spc="-20" dirty="0">
                <a:solidFill>
                  <a:srgbClr val="231F20"/>
                </a:solidFill>
                <a:latin typeface="Arial"/>
                <a:cs typeface="Arial"/>
              </a:rPr>
              <a:t> </a:t>
            </a:r>
            <a:r>
              <a:rPr sz="1000" spc="-10" dirty="0">
                <a:solidFill>
                  <a:srgbClr val="231F20"/>
                </a:solidFill>
                <a:latin typeface="Arial"/>
                <a:cs typeface="Arial"/>
              </a:rPr>
              <a:t>Power:</a:t>
            </a:r>
            <a:r>
              <a:rPr sz="1000" spc="-20" dirty="0">
                <a:solidFill>
                  <a:srgbClr val="231F20"/>
                </a:solidFill>
                <a:latin typeface="Arial"/>
                <a:cs typeface="Arial"/>
              </a:rPr>
              <a:t> </a:t>
            </a:r>
            <a:r>
              <a:rPr sz="1000" spc="-10" dirty="0">
                <a:solidFill>
                  <a:srgbClr val="231F20"/>
                </a:solidFill>
                <a:latin typeface="Arial"/>
                <a:cs typeface="Arial"/>
              </a:rPr>
              <a:t>Skills</a:t>
            </a:r>
            <a:r>
              <a:rPr sz="1000" spc="50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safety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confidence,</a:t>
            </a:r>
            <a:r>
              <a:rPr sz="1000" spc="5" dirty="0">
                <a:solidFill>
                  <a:srgbClr val="231F20"/>
                </a:solidFill>
                <a:latin typeface="Arial"/>
                <a:cs typeface="Arial"/>
              </a:rPr>
              <a:t> </a:t>
            </a:r>
            <a:r>
              <a:rPr sz="1000" dirty="0">
                <a:solidFill>
                  <a:srgbClr val="231F20"/>
                </a:solidFill>
                <a:latin typeface="Arial"/>
                <a:cs typeface="Arial"/>
              </a:rPr>
              <a:t>which</a:t>
            </a:r>
            <a:r>
              <a:rPr sz="1000" spc="5" dirty="0">
                <a:solidFill>
                  <a:srgbClr val="231F20"/>
                </a:solidFill>
                <a:latin typeface="Arial"/>
                <a:cs typeface="Arial"/>
              </a:rPr>
              <a:t> </a:t>
            </a:r>
            <a:r>
              <a:rPr sz="1000" dirty="0">
                <a:solidFill>
                  <a:srgbClr val="231F20"/>
                </a:solidFill>
                <a:latin typeface="Arial"/>
                <a:cs typeface="Arial"/>
              </a:rPr>
              <a:t>taught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children</a:t>
            </a:r>
            <a:endParaRPr sz="1000">
              <a:latin typeface="Arial"/>
              <a:cs typeface="Arial"/>
            </a:endParaRPr>
          </a:p>
          <a:p>
            <a:pPr marL="12700" marR="93980">
              <a:lnSpc>
                <a:spcPct val="100000"/>
              </a:lnSpc>
            </a:pPr>
            <a:r>
              <a:rPr sz="1000" dirty="0">
                <a:solidFill>
                  <a:srgbClr val="231F20"/>
                </a:solidFill>
                <a:latin typeface="Arial"/>
                <a:cs typeface="Arial"/>
              </a:rPr>
              <a:t>empowerment by applying</a:t>
            </a:r>
            <a:r>
              <a:rPr sz="1000" spc="5" dirty="0">
                <a:solidFill>
                  <a:srgbClr val="231F20"/>
                </a:solidFill>
                <a:latin typeface="Arial"/>
                <a:cs typeface="Arial"/>
              </a:rPr>
              <a:t> </a:t>
            </a:r>
            <a:r>
              <a:rPr sz="1000" dirty="0">
                <a:solidFill>
                  <a:srgbClr val="231F20"/>
                </a:solidFill>
                <a:latin typeface="Arial"/>
                <a:cs typeface="Arial"/>
              </a:rPr>
              <a:t>safety skills for</a:t>
            </a:r>
            <a:r>
              <a:rPr sz="1000" spc="5" dirty="0">
                <a:solidFill>
                  <a:srgbClr val="231F20"/>
                </a:solidFill>
                <a:latin typeface="Arial"/>
                <a:cs typeface="Arial"/>
              </a:rPr>
              <a:t> </a:t>
            </a:r>
            <a:r>
              <a:rPr sz="1000" dirty="0">
                <a:solidFill>
                  <a:srgbClr val="231F20"/>
                </a:solidFill>
                <a:latin typeface="Arial"/>
                <a:cs typeface="Arial"/>
              </a:rPr>
              <a:t>them to use</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daily</a:t>
            </a:r>
            <a:r>
              <a:rPr sz="1000" spc="10" dirty="0">
                <a:solidFill>
                  <a:srgbClr val="231F20"/>
                </a:solidFill>
                <a:latin typeface="Arial"/>
                <a:cs typeface="Arial"/>
              </a:rPr>
              <a:t> </a:t>
            </a:r>
            <a:r>
              <a:rPr sz="1000" dirty="0">
                <a:solidFill>
                  <a:srgbClr val="231F20"/>
                </a:solidFill>
                <a:latin typeface="Arial"/>
                <a:cs typeface="Arial"/>
              </a:rPr>
              <a:t>life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help</a:t>
            </a:r>
            <a:r>
              <a:rPr sz="1000" spc="15"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understand</a:t>
            </a:r>
            <a:r>
              <a:rPr sz="1000" spc="10" dirty="0">
                <a:solidFill>
                  <a:srgbClr val="231F20"/>
                </a:solidFill>
                <a:latin typeface="Arial"/>
                <a:cs typeface="Arial"/>
              </a:rPr>
              <a:t> </a:t>
            </a:r>
            <a:r>
              <a:rPr sz="1000" dirty="0">
                <a:solidFill>
                  <a:srgbClr val="231F20"/>
                </a:solidFill>
                <a:latin typeface="Arial"/>
                <a:cs typeface="Arial"/>
              </a:rPr>
              <a:t>who</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trust</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who</a:t>
            </a:r>
            <a:r>
              <a:rPr sz="1000" spc="-10" dirty="0">
                <a:solidFill>
                  <a:srgbClr val="231F20"/>
                </a:solidFill>
                <a:latin typeface="Arial"/>
                <a:cs typeface="Arial"/>
              </a:rPr>
              <a:t> </a:t>
            </a:r>
            <a:r>
              <a:rPr sz="1000" dirty="0">
                <a:solidFill>
                  <a:srgbClr val="231F20"/>
                </a:solidFill>
                <a:latin typeface="Arial"/>
                <a:cs typeface="Arial"/>
              </a:rPr>
              <a:t>will</a:t>
            </a:r>
            <a:r>
              <a:rPr sz="1000" spc="-10" dirty="0">
                <a:solidFill>
                  <a:srgbClr val="231F20"/>
                </a:solidFill>
                <a:latin typeface="Arial"/>
                <a:cs typeface="Arial"/>
              </a:rPr>
              <a:t> </a:t>
            </a:r>
            <a:r>
              <a:rPr sz="1000" dirty="0">
                <a:solidFill>
                  <a:srgbClr val="231F20"/>
                </a:solidFill>
                <a:latin typeface="Arial"/>
                <a:cs typeface="Arial"/>
              </a:rPr>
              <a:t>take</a:t>
            </a:r>
            <a:r>
              <a:rPr sz="1000" spc="-10" dirty="0">
                <a:solidFill>
                  <a:srgbClr val="231F20"/>
                </a:solidFill>
                <a:latin typeface="Arial"/>
                <a:cs typeface="Arial"/>
              </a:rPr>
              <a:t> </a:t>
            </a:r>
            <a:r>
              <a:rPr sz="1000" dirty="0">
                <a:solidFill>
                  <a:srgbClr val="231F20"/>
                </a:solidFill>
                <a:latin typeface="Arial"/>
                <a:cs typeface="Arial"/>
              </a:rPr>
              <a:t>care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spc="-35" dirty="0">
                <a:solidFill>
                  <a:srgbClr val="231F20"/>
                </a:solidFill>
                <a:latin typeface="Arial"/>
                <a:cs typeface="Arial"/>
              </a:rPr>
              <a:t>(i.e.,</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parents,</a:t>
            </a:r>
            <a:r>
              <a:rPr sz="1000" spc="-5" dirty="0">
                <a:solidFill>
                  <a:srgbClr val="231F20"/>
                </a:solidFill>
                <a:latin typeface="Arial"/>
                <a:cs typeface="Arial"/>
              </a:rPr>
              <a:t> </a:t>
            </a:r>
            <a:r>
              <a:rPr sz="1000" spc="-10" dirty="0">
                <a:solidFill>
                  <a:srgbClr val="231F20"/>
                </a:solidFill>
                <a:latin typeface="Arial"/>
                <a:cs typeface="Arial"/>
              </a:rPr>
              <a:t>relatives, </a:t>
            </a:r>
            <a:r>
              <a:rPr sz="1000" spc="-20" dirty="0">
                <a:solidFill>
                  <a:srgbClr val="231F20"/>
                </a:solidFill>
                <a:latin typeface="Arial"/>
                <a:cs typeface="Arial"/>
              </a:rPr>
              <a:t>etc.)</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know</a:t>
            </a:r>
            <a:r>
              <a:rPr sz="1000" spc="5" dirty="0">
                <a:solidFill>
                  <a:srgbClr val="231F20"/>
                </a:solidFill>
                <a:latin typeface="Arial"/>
                <a:cs typeface="Arial"/>
              </a:rPr>
              <a:t> </a:t>
            </a:r>
            <a:r>
              <a:rPr sz="1000" dirty="0">
                <a:solidFill>
                  <a:srgbClr val="231F20"/>
                </a:solidFill>
                <a:latin typeface="Arial"/>
                <a:cs typeface="Arial"/>
              </a:rPr>
              <a:t>when</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say</a:t>
            </a:r>
            <a:r>
              <a:rPr sz="1000" spc="5" dirty="0">
                <a:solidFill>
                  <a:srgbClr val="231F20"/>
                </a:solidFill>
                <a:latin typeface="Arial"/>
                <a:cs typeface="Arial"/>
              </a:rPr>
              <a:t> </a:t>
            </a:r>
            <a:r>
              <a:rPr sz="1000" dirty="0">
                <a:solidFill>
                  <a:srgbClr val="231F20"/>
                </a:solidFill>
                <a:latin typeface="Arial"/>
                <a:cs typeface="Arial"/>
              </a:rPr>
              <a:t>“no”</a:t>
            </a:r>
            <a:r>
              <a:rPr sz="1000" spc="5" dirty="0">
                <a:solidFill>
                  <a:srgbClr val="231F20"/>
                </a:solidFill>
                <a:latin typeface="Arial"/>
                <a:cs typeface="Arial"/>
              </a:rPr>
              <a:t> </a:t>
            </a:r>
            <a:r>
              <a:rPr sz="1000" dirty="0">
                <a:solidFill>
                  <a:srgbClr val="231F20"/>
                </a:solidFill>
                <a:latin typeface="Arial"/>
                <a:cs typeface="Arial"/>
              </a:rPr>
              <a:t>if</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faced</a:t>
            </a:r>
            <a:r>
              <a:rPr sz="1000" spc="5"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313690">
              <a:lnSpc>
                <a:spcPct val="100000"/>
              </a:lnSpc>
            </a:pPr>
            <a:r>
              <a:rPr sz="1000" dirty="0">
                <a:solidFill>
                  <a:srgbClr val="231F20"/>
                </a:solidFill>
                <a:latin typeface="Arial"/>
                <a:cs typeface="Arial"/>
              </a:rPr>
              <a:t>a dangerous situation.</a:t>
            </a:r>
            <a:r>
              <a:rPr sz="1000" spc="5" dirty="0">
                <a:solidFill>
                  <a:srgbClr val="231F20"/>
                </a:solidFill>
                <a:latin typeface="Arial"/>
                <a:cs typeface="Arial"/>
              </a:rPr>
              <a:t> </a:t>
            </a:r>
            <a:r>
              <a:rPr sz="1000" dirty="0">
                <a:solidFill>
                  <a:srgbClr val="231F20"/>
                </a:solidFill>
                <a:latin typeface="Arial"/>
                <a:cs typeface="Arial"/>
              </a:rPr>
              <a:t>The children continued</a:t>
            </a:r>
            <a:r>
              <a:rPr sz="1000" spc="5" dirty="0">
                <a:solidFill>
                  <a:srgbClr val="231F20"/>
                </a:solidFill>
                <a:latin typeface="Arial"/>
                <a:cs typeface="Arial"/>
              </a:rPr>
              <a:t> </a:t>
            </a:r>
            <a:r>
              <a:rPr sz="1000" dirty="0">
                <a:solidFill>
                  <a:srgbClr val="231F20"/>
                </a:solidFill>
                <a:latin typeface="Arial"/>
                <a:cs typeface="Arial"/>
              </a:rPr>
              <a:t>to </a:t>
            </a:r>
            <a:r>
              <a:rPr sz="1000" spc="-25" dirty="0">
                <a:solidFill>
                  <a:srgbClr val="231F20"/>
                </a:solidFill>
                <a:latin typeface="Arial"/>
                <a:cs typeface="Arial"/>
              </a:rPr>
              <a:t>be </a:t>
            </a:r>
            <a:r>
              <a:rPr sz="1000" dirty="0">
                <a:solidFill>
                  <a:srgbClr val="231F20"/>
                </a:solidFill>
                <a:latin typeface="Arial"/>
                <a:cs typeface="Arial"/>
              </a:rPr>
              <a:t>exposed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packing</a:t>
            </a:r>
            <a:r>
              <a:rPr sz="1000" spc="5" dirty="0">
                <a:solidFill>
                  <a:srgbClr val="231F20"/>
                </a:solidFill>
                <a:latin typeface="Arial"/>
                <a:cs typeface="Arial"/>
              </a:rPr>
              <a:t> </a:t>
            </a:r>
            <a:r>
              <a:rPr sz="1000" spc="-10" dirty="0">
                <a:solidFill>
                  <a:srgbClr val="231F20"/>
                </a:solidFill>
                <a:latin typeface="Arial"/>
                <a:cs typeface="Arial"/>
              </a:rPr>
              <a:t>meals</a:t>
            </a:r>
            <a:r>
              <a:rPr sz="1000" spc="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in need in partnership with Shepherd’s</a:t>
            </a:r>
            <a:r>
              <a:rPr sz="1000" spc="-5" dirty="0">
                <a:solidFill>
                  <a:srgbClr val="231F20"/>
                </a:solidFill>
                <a:latin typeface="Arial"/>
                <a:cs typeface="Arial"/>
              </a:rPr>
              <a:t> </a:t>
            </a:r>
            <a:r>
              <a:rPr sz="1000" spc="-20" dirty="0">
                <a:solidFill>
                  <a:srgbClr val="231F20"/>
                </a:solidFill>
                <a:latin typeface="Arial"/>
                <a:cs typeface="Arial"/>
              </a:rPr>
              <a:t>Table </a:t>
            </a:r>
            <a:r>
              <a:rPr sz="1000" dirty="0">
                <a:solidFill>
                  <a:srgbClr val="231F20"/>
                </a:solidFill>
                <a:latin typeface="Arial"/>
                <a:cs typeface="Arial"/>
              </a:rPr>
              <a:t>and they learned the</a:t>
            </a:r>
            <a:r>
              <a:rPr sz="1000" spc="5" dirty="0">
                <a:solidFill>
                  <a:srgbClr val="231F20"/>
                </a:solidFill>
                <a:latin typeface="Arial"/>
                <a:cs typeface="Arial"/>
              </a:rPr>
              <a:t> </a:t>
            </a:r>
            <a:r>
              <a:rPr sz="1000" dirty="0">
                <a:solidFill>
                  <a:srgbClr val="231F20"/>
                </a:solidFill>
                <a:latin typeface="Arial"/>
                <a:cs typeface="Arial"/>
              </a:rPr>
              <a:t>importance of families</a:t>
            </a:r>
            <a:r>
              <a:rPr sz="1000" spc="5" dirty="0">
                <a:solidFill>
                  <a:srgbClr val="231F20"/>
                </a:solidFill>
                <a:latin typeface="Arial"/>
                <a:cs typeface="Arial"/>
              </a:rPr>
              <a:t> </a:t>
            </a:r>
            <a:r>
              <a:rPr sz="1000" dirty="0">
                <a:solidFill>
                  <a:srgbClr val="231F20"/>
                </a:solidFill>
                <a:latin typeface="Arial"/>
                <a:cs typeface="Arial"/>
              </a:rPr>
              <a:t>in </a:t>
            </a:r>
            <a:r>
              <a:rPr sz="1000" spc="-20" dirty="0">
                <a:solidFill>
                  <a:srgbClr val="231F20"/>
                </a:solidFill>
                <a:latin typeface="Arial"/>
                <a:cs typeface="Arial"/>
              </a:rPr>
              <a:t>their</a:t>
            </a:r>
            <a:endParaRPr sz="1000">
              <a:latin typeface="Arial"/>
              <a:cs typeface="Arial"/>
            </a:endParaRPr>
          </a:p>
          <a:p>
            <a:pPr marL="12700" marR="22225">
              <a:lnSpc>
                <a:spcPct val="100000"/>
              </a:lnSpc>
            </a:pPr>
            <a:r>
              <a:rPr sz="1000" dirty="0">
                <a:solidFill>
                  <a:srgbClr val="231F20"/>
                </a:solidFill>
                <a:latin typeface="Arial"/>
                <a:cs typeface="Arial"/>
              </a:rPr>
              <a:t>communities</a:t>
            </a:r>
            <a:r>
              <a:rPr sz="1000" spc="10" dirty="0">
                <a:solidFill>
                  <a:srgbClr val="231F20"/>
                </a:solidFill>
                <a:latin typeface="Arial"/>
                <a:cs typeface="Arial"/>
              </a:rPr>
              <a:t> </a:t>
            </a:r>
            <a:r>
              <a:rPr sz="1000" dirty="0">
                <a:solidFill>
                  <a:srgbClr val="231F20"/>
                </a:solidFill>
                <a:latin typeface="Arial"/>
                <a:cs typeface="Arial"/>
              </a:rPr>
              <a:t>have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food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need</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winter</a:t>
            </a:r>
            <a:r>
              <a:rPr sz="1000" spc="10" dirty="0">
                <a:solidFill>
                  <a:srgbClr val="231F20"/>
                </a:solidFill>
                <a:latin typeface="Arial"/>
                <a:cs typeface="Arial"/>
              </a:rPr>
              <a:t> </a:t>
            </a:r>
            <a:r>
              <a:rPr sz="1000" spc="-10" dirty="0">
                <a:solidFill>
                  <a:srgbClr val="231F20"/>
                </a:solidFill>
                <a:latin typeface="Arial"/>
                <a:cs typeface="Arial"/>
              </a:rPr>
              <a:t>months. </a:t>
            </a:r>
            <a:r>
              <a:rPr sz="1000" dirty="0">
                <a:solidFill>
                  <a:srgbClr val="231F20"/>
                </a:solidFill>
                <a:latin typeface="Arial"/>
                <a:cs typeface="Arial"/>
              </a:rPr>
              <a:t>After</a:t>
            </a:r>
            <a:r>
              <a:rPr sz="1000" spc="30" dirty="0">
                <a:solidFill>
                  <a:srgbClr val="231F20"/>
                </a:solidFill>
                <a:latin typeface="Arial"/>
                <a:cs typeface="Arial"/>
              </a:rPr>
              <a:t> </a:t>
            </a:r>
            <a:r>
              <a:rPr sz="1000" dirty="0">
                <a:solidFill>
                  <a:srgbClr val="231F20"/>
                </a:solidFill>
                <a:latin typeface="Arial"/>
                <a:cs typeface="Arial"/>
              </a:rPr>
              <a:t>that</a:t>
            </a:r>
            <a:r>
              <a:rPr sz="1000" spc="35" dirty="0">
                <a:solidFill>
                  <a:srgbClr val="231F20"/>
                </a:solidFill>
                <a:latin typeface="Arial"/>
                <a:cs typeface="Arial"/>
              </a:rPr>
              <a:t> </a:t>
            </a:r>
            <a:r>
              <a:rPr sz="1000" dirty="0">
                <a:solidFill>
                  <a:srgbClr val="231F20"/>
                </a:solidFill>
                <a:latin typeface="Arial"/>
                <a:cs typeface="Arial"/>
              </a:rPr>
              <a:t>activity</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children</a:t>
            </a:r>
            <a:r>
              <a:rPr sz="1000" spc="35" dirty="0">
                <a:solidFill>
                  <a:srgbClr val="231F20"/>
                </a:solidFill>
                <a:latin typeface="Arial"/>
                <a:cs typeface="Arial"/>
              </a:rPr>
              <a:t> </a:t>
            </a:r>
            <a:r>
              <a:rPr sz="1000" dirty="0">
                <a:solidFill>
                  <a:srgbClr val="231F20"/>
                </a:solidFill>
                <a:latin typeface="Arial"/>
                <a:cs typeface="Arial"/>
              </a:rPr>
              <a:t>built</a:t>
            </a:r>
            <a:r>
              <a:rPr sz="1000" spc="30" dirty="0">
                <a:solidFill>
                  <a:srgbClr val="231F20"/>
                </a:solidFill>
                <a:latin typeface="Arial"/>
                <a:cs typeface="Arial"/>
              </a:rPr>
              <a:t> </a:t>
            </a:r>
            <a:r>
              <a:rPr sz="1000" dirty="0">
                <a:solidFill>
                  <a:srgbClr val="231F20"/>
                </a:solidFill>
                <a:latin typeface="Arial"/>
                <a:cs typeface="Arial"/>
              </a:rPr>
              <a:t>their</a:t>
            </a:r>
            <a:r>
              <a:rPr sz="1000" spc="35" dirty="0">
                <a:solidFill>
                  <a:srgbClr val="231F20"/>
                </a:solidFill>
                <a:latin typeface="Arial"/>
                <a:cs typeface="Arial"/>
              </a:rPr>
              <a:t> </a:t>
            </a:r>
            <a:r>
              <a:rPr sz="1000" spc="-10" dirty="0">
                <a:solidFill>
                  <a:srgbClr val="231F20"/>
                </a:solidFill>
                <a:latin typeface="Arial"/>
                <a:cs typeface="Arial"/>
              </a:rPr>
              <a:t>confidence, resilience,</a:t>
            </a:r>
            <a:r>
              <a:rPr sz="1000" dirty="0">
                <a:solidFill>
                  <a:srgbClr val="231F20"/>
                </a:solidFill>
                <a:latin typeface="Arial"/>
                <a:cs typeface="Arial"/>
              </a:rPr>
              <a:t> and</a:t>
            </a:r>
            <a:r>
              <a:rPr sz="1000" spc="5" dirty="0">
                <a:solidFill>
                  <a:srgbClr val="231F20"/>
                </a:solidFill>
                <a:latin typeface="Arial"/>
                <a:cs typeface="Arial"/>
              </a:rPr>
              <a:t> </a:t>
            </a:r>
            <a:r>
              <a:rPr sz="1000" dirty="0">
                <a:solidFill>
                  <a:srgbClr val="231F20"/>
                </a:solidFill>
                <a:latin typeface="Arial"/>
                <a:cs typeface="Arial"/>
              </a:rPr>
              <a:t>leadership</a:t>
            </a:r>
            <a:r>
              <a:rPr sz="1000" spc="5" dirty="0">
                <a:solidFill>
                  <a:srgbClr val="231F20"/>
                </a:solidFill>
                <a:latin typeface="Arial"/>
                <a:cs typeface="Arial"/>
              </a:rPr>
              <a:t> </a:t>
            </a:r>
            <a:r>
              <a:rPr sz="100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learning</a:t>
            </a:r>
            <a:r>
              <a:rPr sz="1000" spc="5" dirty="0">
                <a:solidFill>
                  <a:srgbClr val="231F20"/>
                </a:solidFill>
                <a:latin typeface="Arial"/>
                <a:cs typeface="Arial"/>
              </a:rPr>
              <a:t> </a:t>
            </a:r>
            <a:r>
              <a:rPr sz="1000" dirty="0">
                <a:solidFill>
                  <a:srgbClr val="231F20"/>
                </a:solidFill>
                <a:latin typeface="Arial"/>
                <a:cs typeface="Arial"/>
              </a:rPr>
              <a:t>how to</a:t>
            </a:r>
            <a:r>
              <a:rPr sz="1000" spc="5" dirty="0">
                <a:solidFill>
                  <a:srgbClr val="231F20"/>
                </a:solidFill>
                <a:latin typeface="Arial"/>
                <a:cs typeface="Arial"/>
              </a:rPr>
              <a:t> </a:t>
            </a:r>
            <a:r>
              <a:rPr sz="1000" spc="-25" dirty="0">
                <a:solidFill>
                  <a:srgbClr val="231F20"/>
                </a:solidFill>
                <a:latin typeface="Arial"/>
                <a:cs typeface="Arial"/>
              </a:rPr>
              <a:t>ice </a:t>
            </a:r>
            <a:r>
              <a:rPr sz="1000" dirty="0">
                <a:solidFill>
                  <a:srgbClr val="231F20"/>
                </a:solidFill>
                <a:latin typeface="Arial"/>
                <a:cs typeface="Arial"/>
              </a:rPr>
              <a:t>skate</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social,</a:t>
            </a:r>
            <a:r>
              <a:rPr sz="1000" spc="-20" dirty="0">
                <a:solidFill>
                  <a:srgbClr val="231F20"/>
                </a:solidFill>
                <a:latin typeface="Arial"/>
                <a:cs typeface="Arial"/>
              </a:rPr>
              <a:t> </a:t>
            </a:r>
            <a:r>
              <a:rPr sz="1000" dirty="0">
                <a:solidFill>
                  <a:srgbClr val="231F20"/>
                </a:solidFill>
                <a:latin typeface="Arial"/>
                <a:cs typeface="Arial"/>
              </a:rPr>
              <a:t>fun</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few</a:t>
            </a:r>
            <a:r>
              <a:rPr sz="1000" spc="-20" dirty="0">
                <a:solidFill>
                  <a:srgbClr val="231F20"/>
                </a:solidFill>
                <a:latin typeface="Arial"/>
                <a:cs typeface="Arial"/>
              </a:rPr>
              <a:t> </a:t>
            </a:r>
            <a:r>
              <a:rPr sz="1000" dirty="0">
                <a:solidFill>
                  <a:srgbClr val="231F20"/>
                </a:solidFill>
                <a:latin typeface="Arial"/>
                <a:cs typeface="Arial"/>
              </a:rPr>
              <a:t>falls</a:t>
            </a:r>
            <a:r>
              <a:rPr sz="1000" spc="-20" dirty="0">
                <a:solidFill>
                  <a:srgbClr val="231F20"/>
                </a:solidFill>
                <a:latin typeface="Arial"/>
                <a:cs typeface="Arial"/>
              </a:rPr>
              <a:t> </a:t>
            </a:r>
            <a:r>
              <a:rPr sz="1000" dirty="0">
                <a:solidFill>
                  <a:srgbClr val="231F20"/>
                </a:solidFill>
                <a:latin typeface="Arial"/>
                <a:cs typeface="Arial"/>
              </a:rPr>
              <a:t>around</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ice</a:t>
            </a:r>
            <a:r>
              <a:rPr sz="1000" spc="-20" dirty="0">
                <a:solidFill>
                  <a:srgbClr val="231F20"/>
                </a:solidFill>
                <a:latin typeface="Arial"/>
                <a:cs typeface="Arial"/>
              </a:rPr>
              <a:t> rink</a:t>
            </a:r>
            <a:endParaRPr sz="1000">
              <a:latin typeface="Arial"/>
              <a:cs typeface="Arial"/>
            </a:endParaRPr>
          </a:p>
          <a:p>
            <a:pPr marL="12700" marR="78740">
              <a:lnSpc>
                <a:spcPct val="100000"/>
              </a:lnSpc>
            </a:pP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Silver</a:t>
            </a:r>
            <a:r>
              <a:rPr sz="1000" spc="-20" dirty="0">
                <a:solidFill>
                  <a:srgbClr val="231F20"/>
                </a:solidFill>
                <a:latin typeface="Arial"/>
                <a:cs typeface="Arial"/>
              </a:rPr>
              <a:t> </a:t>
            </a:r>
            <a:r>
              <a:rPr sz="1000" dirty="0">
                <a:solidFill>
                  <a:srgbClr val="231F20"/>
                </a:solidFill>
                <a:latin typeface="Arial"/>
                <a:cs typeface="Arial"/>
              </a:rPr>
              <a:t>Spring,</a:t>
            </a:r>
            <a:r>
              <a:rPr sz="1000" spc="-20"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spring</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continued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engage</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a:t>
            </a:r>
            <a:r>
              <a:rPr sz="1000" spc="-10" dirty="0">
                <a:solidFill>
                  <a:srgbClr val="231F20"/>
                </a:solidFill>
                <a:latin typeface="Arial"/>
                <a:cs typeface="Arial"/>
              </a:rPr>
              <a:t>literacy,</a:t>
            </a:r>
            <a:r>
              <a:rPr sz="1000" spc="10"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racial</a:t>
            </a:r>
            <a:r>
              <a:rPr sz="1000" spc="15" dirty="0">
                <a:solidFill>
                  <a:srgbClr val="231F20"/>
                </a:solidFill>
                <a:latin typeface="Arial"/>
                <a:cs typeface="Arial"/>
              </a:rPr>
              <a:t> </a:t>
            </a:r>
            <a:r>
              <a:rPr sz="1000" dirty="0">
                <a:solidFill>
                  <a:srgbClr val="231F20"/>
                </a:solidFill>
                <a:latin typeface="Arial"/>
                <a:cs typeface="Arial"/>
              </a:rPr>
              <a:t>identity</a:t>
            </a:r>
            <a:r>
              <a:rPr sz="1000" spc="20" dirty="0">
                <a:solidFill>
                  <a:srgbClr val="231F20"/>
                </a:solidFill>
                <a:latin typeface="Arial"/>
                <a:cs typeface="Arial"/>
              </a:rPr>
              <a:t> </a:t>
            </a:r>
            <a:r>
              <a:rPr sz="1000" dirty="0">
                <a:solidFill>
                  <a:srgbClr val="231F20"/>
                </a:solidFill>
                <a:latin typeface="Arial"/>
                <a:cs typeface="Arial"/>
              </a:rPr>
              <a:t>thrusts</a:t>
            </a:r>
            <a:r>
              <a:rPr sz="1000" spc="15"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taking</a:t>
            </a:r>
            <a:r>
              <a:rPr sz="1000" spc="20" dirty="0">
                <a:solidFill>
                  <a:srgbClr val="231F20"/>
                </a:solidFill>
                <a:latin typeface="Arial"/>
                <a:cs typeface="Arial"/>
              </a:rPr>
              <a:t> </a:t>
            </a:r>
            <a:r>
              <a:rPr sz="1000" dirty="0">
                <a:solidFill>
                  <a:srgbClr val="231F20"/>
                </a:solidFill>
                <a:latin typeface="Arial"/>
                <a:cs typeface="Arial"/>
              </a:rPr>
              <a:t>part</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creating</a:t>
            </a:r>
            <a:r>
              <a:rPr sz="1000" spc="15" dirty="0">
                <a:solidFill>
                  <a:srgbClr val="231F20"/>
                </a:solidFill>
                <a:latin typeface="Arial"/>
                <a:cs typeface="Arial"/>
              </a:rPr>
              <a:t> </a:t>
            </a:r>
            <a:r>
              <a:rPr sz="1000" spc="-20" dirty="0">
                <a:solidFill>
                  <a:srgbClr val="231F20"/>
                </a:solidFill>
                <a:latin typeface="Arial"/>
                <a:cs typeface="Arial"/>
              </a:rPr>
              <a:t>piggy </a:t>
            </a:r>
            <a:r>
              <a:rPr sz="1000" dirty="0">
                <a:solidFill>
                  <a:srgbClr val="231F20"/>
                </a:solidFill>
                <a:latin typeface="Arial"/>
                <a:cs typeface="Arial"/>
              </a:rPr>
              <a:t>banks</a:t>
            </a:r>
            <a:r>
              <a:rPr sz="1000" spc="-5" dirty="0">
                <a:solidFill>
                  <a:srgbClr val="231F20"/>
                </a:solidFill>
                <a:latin typeface="Arial"/>
                <a:cs typeface="Arial"/>
              </a:rPr>
              <a:t> </a:t>
            </a:r>
            <a:r>
              <a:rPr sz="1000" dirty="0">
                <a:solidFill>
                  <a:srgbClr val="231F20"/>
                </a:solidFill>
                <a:latin typeface="Arial"/>
                <a:cs typeface="Arial"/>
              </a:rPr>
              <a:t>with pottery at</a:t>
            </a:r>
            <a:r>
              <a:rPr sz="1000" spc="-5" dirty="0">
                <a:solidFill>
                  <a:srgbClr val="231F20"/>
                </a:solidFill>
                <a:latin typeface="Arial"/>
                <a:cs typeface="Arial"/>
              </a:rPr>
              <a:t> </a:t>
            </a:r>
            <a:r>
              <a:rPr sz="1000" dirty="0">
                <a:solidFill>
                  <a:srgbClr val="231F20"/>
                </a:solidFill>
                <a:latin typeface="Arial"/>
                <a:cs typeface="Arial"/>
              </a:rPr>
              <a:t>Color Me Mine</a:t>
            </a:r>
            <a:r>
              <a:rPr sz="1000" spc="-5" dirty="0">
                <a:solidFill>
                  <a:srgbClr val="231F20"/>
                </a:solidFill>
                <a:latin typeface="Arial"/>
                <a:cs typeface="Arial"/>
              </a:rPr>
              <a:t> </a:t>
            </a:r>
            <a:r>
              <a:rPr sz="1000" dirty="0">
                <a:solidFill>
                  <a:srgbClr val="231F20"/>
                </a:solidFill>
                <a:latin typeface="Arial"/>
                <a:cs typeface="Arial"/>
              </a:rPr>
              <a:t>and an </a:t>
            </a:r>
            <a:r>
              <a:rPr sz="1000" spc="-10" dirty="0">
                <a:solidFill>
                  <a:srgbClr val="231F20"/>
                </a:solidFill>
                <a:latin typeface="Arial"/>
                <a:cs typeface="Arial"/>
              </a:rPr>
              <a:t>interactive </a:t>
            </a:r>
            <a:r>
              <a:rPr sz="1000" dirty="0">
                <a:solidFill>
                  <a:srgbClr val="231F20"/>
                </a:solidFill>
                <a:latin typeface="Arial"/>
                <a:cs typeface="Arial"/>
              </a:rPr>
              <a:t>painting activity</a:t>
            </a:r>
            <a:r>
              <a:rPr sz="1000" spc="5" dirty="0">
                <a:solidFill>
                  <a:srgbClr val="231F20"/>
                </a:solidFill>
                <a:latin typeface="Arial"/>
                <a:cs typeface="Arial"/>
              </a:rPr>
              <a:t> </a:t>
            </a:r>
            <a:r>
              <a:rPr sz="1000" dirty="0">
                <a:solidFill>
                  <a:srgbClr val="231F20"/>
                </a:solidFill>
                <a:latin typeface="Arial"/>
                <a:cs typeface="Arial"/>
              </a:rPr>
              <a:t>lead by</a:t>
            </a:r>
            <a:r>
              <a:rPr sz="1000" spc="5" dirty="0">
                <a:solidFill>
                  <a:srgbClr val="231F20"/>
                </a:solidFill>
                <a:latin typeface="Arial"/>
                <a:cs typeface="Arial"/>
              </a:rPr>
              <a:t> </a:t>
            </a:r>
            <a:r>
              <a:rPr sz="1000" dirty="0">
                <a:solidFill>
                  <a:srgbClr val="231F20"/>
                </a:solidFill>
                <a:latin typeface="Arial"/>
                <a:cs typeface="Arial"/>
              </a:rPr>
              <a:t>a local</a:t>
            </a:r>
            <a:r>
              <a:rPr sz="1000" spc="5" dirty="0">
                <a:solidFill>
                  <a:srgbClr val="231F20"/>
                </a:solidFill>
                <a:latin typeface="Arial"/>
                <a:cs typeface="Arial"/>
              </a:rPr>
              <a:t> </a:t>
            </a:r>
            <a:r>
              <a:rPr sz="1000" dirty="0">
                <a:solidFill>
                  <a:srgbClr val="231F20"/>
                </a:solidFill>
                <a:latin typeface="Arial"/>
                <a:cs typeface="Arial"/>
              </a:rPr>
              <a:t>black female</a:t>
            </a:r>
            <a:r>
              <a:rPr sz="1000" spc="5" dirty="0">
                <a:solidFill>
                  <a:srgbClr val="231F20"/>
                </a:solidFill>
                <a:latin typeface="Arial"/>
                <a:cs typeface="Arial"/>
              </a:rPr>
              <a:t> </a:t>
            </a:r>
            <a:r>
              <a:rPr sz="1000" dirty="0">
                <a:solidFill>
                  <a:srgbClr val="231F20"/>
                </a:solidFill>
                <a:latin typeface="Arial"/>
                <a:cs typeface="Arial"/>
              </a:rPr>
              <a:t>artist, </a:t>
            </a:r>
            <a:r>
              <a:rPr sz="1000" spc="-20" dirty="0">
                <a:solidFill>
                  <a:srgbClr val="231F20"/>
                </a:solidFill>
                <a:latin typeface="Arial"/>
                <a:cs typeface="Arial"/>
              </a:rPr>
              <a:t>where </a:t>
            </a:r>
            <a:r>
              <a:rPr sz="1000" dirty="0">
                <a:solidFill>
                  <a:srgbClr val="231F20"/>
                </a:solidFill>
                <a:latin typeface="Arial"/>
                <a:cs typeface="Arial"/>
              </a:rPr>
              <a:t>the</a:t>
            </a:r>
            <a:r>
              <a:rPr sz="1000" spc="40" dirty="0">
                <a:solidFill>
                  <a:srgbClr val="231F20"/>
                </a:solidFill>
                <a:latin typeface="Arial"/>
                <a:cs typeface="Arial"/>
              </a:rPr>
              <a:t> </a:t>
            </a:r>
            <a:r>
              <a:rPr sz="1000" dirty="0">
                <a:solidFill>
                  <a:srgbClr val="231F20"/>
                </a:solidFill>
                <a:latin typeface="Arial"/>
                <a:cs typeface="Arial"/>
              </a:rPr>
              <a:t>children</a:t>
            </a:r>
            <a:r>
              <a:rPr sz="1000" spc="45" dirty="0">
                <a:solidFill>
                  <a:srgbClr val="231F20"/>
                </a:solidFill>
                <a:latin typeface="Arial"/>
                <a:cs typeface="Arial"/>
              </a:rPr>
              <a:t> </a:t>
            </a:r>
            <a:r>
              <a:rPr sz="1000" dirty="0">
                <a:solidFill>
                  <a:srgbClr val="231F20"/>
                </a:solidFill>
                <a:latin typeface="Arial"/>
                <a:cs typeface="Arial"/>
              </a:rPr>
              <a:t>had</a:t>
            </a:r>
            <a:r>
              <a:rPr sz="1000" spc="45" dirty="0">
                <a:solidFill>
                  <a:srgbClr val="231F20"/>
                </a:solidFill>
                <a:latin typeface="Arial"/>
                <a:cs typeface="Arial"/>
              </a:rPr>
              <a:t> </a:t>
            </a:r>
            <a:r>
              <a:rPr sz="1000" dirty="0">
                <a:solidFill>
                  <a:srgbClr val="231F20"/>
                </a:solidFill>
                <a:latin typeface="Arial"/>
                <a:cs typeface="Arial"/>
              </a:rPr>
              <a:t>the</a:t>
            </a:r>
            <a:r>
              <a:rPr sz="1000" spc="45" dirty="0">
                <a:solidFill>
                  <a:srgbClr val="231F20"/>
                </a:solidFill>
                <a:latin typeface="Arial"/>
                <a:cs typeface="Arial"/>
              </a:rPr>
              <a:t> </a:t>
            </a:r>
            <a:r>
              <a:rPr sz="1000" dirty="0">
                <a:solidFill>
                  <a:srgbClr val="231F20"/>
                </a:solidFill>
                <a:latin typeface="Arial"/>
                <a:cs typeface="Arial"/>
              </a:rPr>
              <a:t>opportunity</a:t>
            </a:r>
            <a:r>
              <a:rPr sz="1000" spc="45" dirty="0">
                <a:solidFill>
                  <a:srgbClr val="231F20"/>
                </a:solidFill>
                <a:latin typeface="Arial"/>
                <a:cs typeface="Arial"/>
              </a:rPr>
              <a:t> </a:t>
            </a:r>
            <a:r>
              <a:rPr sz="1000" dirty="0">
                <a:solidFill>
                  <a:srgbClr val="231F20"/>
                </a:solidFill>
                <a:latin typeface="Arial"/>
                <a:cs typeface="Arial"/>
              </a:rPr>
              <a:t>to</a:t>
            </a:r>
            <a:r>
              <a:rPr sz="1000" spc="40" dirty="0">
                <a:solidFill>
                  <a:srgbClr val="231F20"/>
                </a:solidFill>
                <a:latin typeface="Arial"/>
                <a:cs typeface="Arial"/>
              </a:rPr>
              <a:t> </a:t>
            </a:r>
            <a:r>
              <a:rPr sz="1000" dirty="0">
                <a:solidFill>
                  <a:srgbClr val="231F20"/>
                </a:solidFill>
                <a:latin typeface="Arial"/>
                <a:cs typeface="Arial"/>
              </a:rPr>
              <a:t>paint</a:t>
            </a:r>
            <a:r>
              <a:rPr sz="1000" spc="45" dirty="0">
                <a:solidFill>
                  <a:srgbClr val="231F20"/>
                </a:solidFill>
                <a:latin typeface="Arial"/>
                <a:cs typeface="Arial"/>
              </a:rPr>
              <a:t> </a:t>
            </a:r>
            <a:r>
              <a:rPr sz="1000" dirty="0">
                <a:solidFill>
                  <a:srgbClr val="231F20"/>
                </a:solidFill>
                <a:latin typeface="Arial"/>
                <a:cs typeface="Arial"/>
              </a:rPr>
              <a:t>portraits</a:t>
            </a:r>
            <a:r>
              <a:rPr sz="1000" spc="4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Langston</a:t>
            </a:r>
            <a:r>
              <a:rPr sz="1000" spc="-5" dirty="0">
                <a:solidFill>
                  <a:srgbClr val="231F20"/>
                </a:solidFill>
                <a:latin typeface="Arial"/>
                <a:cs typeface="Arial"/>
              </a:rPr>
              <a:t> </a:t>
            </a:r>
            <a:r>
              <a:rPr sz="1000" dirty="0">
                <a:solidFill>
                  <a:srgbClr val="231F20"/>
                </a:solidFill>
                <a:latin typeface="Arial"/>
                <a:cs typeface="Arial"/>
              </a:rPr>
              <a:t>Hughes while</a:t>
            </a:r>
            <a:r>
              <a:rPr sz="1000" spc="-5" dirty="0">
                <a:solidFill>
                  <a:srgbClr val="231F20"/>
                </a:solidFill>
                <a:latin typeface="Arial"/>
                <a:cs typeface="Arial"/>
              </a:rPr>
              <a:t> </a:t>
            </a:r>
            <a:r>
              <a:rPr sz="1000" dirty="0">
                <a:solidFill>
                  <a:srgbClr val="231F20"/>
                </a:solidFill>
                <a:latin typeface="Arial"/>
                <a:cs typeface="Arial"/>
              </a:rPr>
              <a:t>learning about his</a:t>
            </a:r>
            <a:r>
              <a:rPr sz="1000" spc="-5" dirty="0">
                <a:solidFill>
                  <a:srgbClr val="231F20"/>
                </a:solidFill>
                <a:latin typeface="Arial"/>
                <a:cs typeface="Arial"/>
              </a:rPr>
              <a:t> </a:t>
            </a:r>
            <a:r>
              <a:rPr sz="1000" spc="-10" dirty="0">
                <a:solidFill>
                  <a:srgbClr val="231F20"/>
                </a:solidFill>
                <a:latin typeface="Arial"/>
                <a:cs typeface="Arial"/>
              </a:rPr>
              <a:t>contribution</a:t>
            </a:r>
            <a:r>
              <a:rPr sz="1000" spc="50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Harlem</a:t>
            </a:r>
            <a:r>
              <a:rPr sz="1000" spc="-10" dirty="0">
                <a:solidFill>
                  <a:srgbClr val="231F20"/>
                </a:solidFill>
                <a:latin typeface="Arial"/>
                <a:cs typeface="Arial"/>
              </a:rPr>
              <a:t> </a:t>
            </a:r>
            <a:r>
              <a:rPr sz="1000" spc="-20" dirty="0">
                <a:solidFill>
                  <a:srgbClr val="231F20"/>
                </a:solidFill>
                <a:latin typeface="Arial"/>
                <a:cs typeface="Arial"/>
              </a:rPr>
              <a:t>Renaissance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5" dirty="0">
                <a:solidFill>
                  <a:srgbClr val="231F20"/>
                </a:solidFill>
                <a:latin typeface="Arial"/>
                <a:cs typeface="Arial"/>
              </a:rPr>
              <a:t>end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finished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spc="-20" dirty="0">
                <a:solidFill>
                  <a:srgbClr val="231F20"/>
                </a:solidFill>
                <a:latin typeface="Arial"/>
                <a:cs typeface="Arial"/>
              </a:rPr>
              <a:t>more</a:t>
            </a:r>
            <a:endParaRPr sz="1000">
              <a:latin typeface="Arial"/>
              <a:cs typeface="Arial"/>
            </a:endParaRPr>
          </a:p>
          <a:p>
            <a:pPr marL="12700" marR="5080">
              <a:lnSpc>
                <a:spcPct val="100000"/>
              </a:lnSpc>
            </a:pPr>
            <a:r>
              <a:rPr sz="1000" spc="-50" dirty="0">
                <a:solidFill>
                  <a:srgbClr val="231F20"/>
                </a:solidFill>
                <a:latin typeface="Arial"/>
                <a:cs typeface="Arial"/>
              </a:rPr>
              <a:t>STEAM</a:t>
            </a:r>
            <a:r>
              <a:rPr sz="1000" spc="1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all</a:t>
            </a:r>
            <a:r>
              <a:rPr sz="1000" spc="15"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reptiles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highlight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0" dirty="0">
                <a:solidFill>
                  <a:srgbClr val="231F20"/>
                </a:solidFill>
                <a:latin typeface="Arial"/>
                <a:cs typeface="Arial"/>
              </a:rPr>
              <a:t>Tennis</a:t>
            </a:r>
            <a:r>
              <a:rPr sz="1000" spc="-10" dirty="0">
                <a:solidFill>
                  <a:srgbClr val="231F20"/>
                </a:solidFill>
                <a:latin typeface="Arial"/>
                <a:cs typeface="Arial"/>
              </a:rPr>
              <a:t> activity.</a:t>
            </a:r>
            <a:endParaRPr sz="1000">
              <a:latin typeface="Arial"/>
              <a:cs typeface="Arial"/>
            </a:endParaRPr>
          </a:p>
          <a:p>
            <a:pPr marL="12700" marR="9525">
              <a:lnSpc>
                <a:spcPct val="100000"/>
              </a:lnSpc>
            </a:pPr>
            <a:r>
              <a:rPr sz="1000" dirty="0">
                <a:solidFill>
                  <a:srgbClr val="231F20"/>
                </a:solidFill>
                <a:latin typeface="Arial"/>
                <a:cs typeface="Arial"/>
              </a:rPr>
              <a:t>During</a:t>
            </a:r>
            <a:r>
              <a:rPr sz="1000" spc="15" dirty="0">
                <a:solidFill>
                  <a:srgbClr val="231F20"/>
                </a:solidFill>
                <a:latin typeface="Arial"/>
                <a:cs typeface="Arial"/>
              </a:rPr>
              <a:t> </a:t>
            </a:r>
            <a:r>
              <a:rPr sz="1000" dirty="0">
                <a:solidFill>
                  <a:srgbClr val="231F20"/>
                </a:solidFill>
                <a:latin typeface="Arial"/>
                <a:cs typeface="Arial"/>
              </a:rPr>
              <a:t>that</a:t>
            </a:r>
            <a:r>
              <a:rPr sz="1000" spc="20"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dirty="0">
                <a:solidFill>
                  <a:srgbClr val="231F20"/>
                </a:solidFill>
                <a:latin typeface="Arial"/>
                <a:cs typeface="Arial"/>
              </a:rPr>
              <a:t>introduced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local </a:t>
            </a:r>
            <a:r>
              <a:rPr sz="1000" dirty="0">
                <a:solidFill>
                  <a:srgbClr val="231F20"/>
                </a:solidFill>
                <a:latin typeface="Arial"/>
                <a:cs typeface="Arial"/>
              </a:rPr>
              <a:t>black</a:t>
            </a:r>
            <a:r>
              <a:rPr sz="1000" spc="-5" dirty="0">
                <a:solidFill>
                  <a:srgbClr val="231F20"/>
                </a:solidFill>
                <a:latin typeface="Arial"/>
                <a:cs typeface="Arial"/>
              </a:rPr>
              <a:t> </a:t>
            </a:r>
            <a:r>
              <a:rPr sz="1000" dirty="0">
                <a:solidFill>
                  <a:srgbClr val="231F20"/>
                </a:solidFill>
                <a:latin typeface="Arial"/>
                <a:cs typeface="Arial"/>
              </a:rPr>
              <a:t>tennis</a:t>
            </a:r>
            <a:r>
              <a:rPr sz="1000" spc="-5" dirty="0">
                <a:solidFill>
                  <a:srgbClr val="231F20"/>
                </a:solidFill>
                <a:latin typeface="Arial"/>
                <a:cs typeface="Arial"/>
              </a:rPr>
              <a:t> </a:t>
            </a:r>
            <a:r>
              <a:rPr sz="1000" dirty="0">
                <a:solidFill>
                  <a:srgbClr val="231F20"/>
                </a:solidFill>
                <a:latin typeface="Arial"/>
                <a:cs typeface="Arial"/>
              </a:rPr>
              <a:t>instructor,</a:t>
            </a:r>
            <a:r>
              <a:rPr sz="1000" spc="-5" dirty="0">
                <a:solidFill>
                  <a:srgbClr val="231F20"/>
                </a:solidFill>
                <a:latin typeface="Arial"/>
                <a:cs typeface="Arial"/>
              </a:rPr>
              <a:t> </a:t>
            </a:r>
            <a:r>
              <a:rPr sz="1000" dirty="0">
                <a:solidFill>
                  <a:srgbClr val="231F20"/>
                </a:solidFill>
                <a:latin typeface="Arial"/>
                <a:cs typeface="Arial"/>
              </a:rPr>
              <a:t>read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story about</a:t>
            </a:r>
            <a:r>
              <a:rPr sz="1000" spc="-5" dirty="0">
                <a:solidFill>
                  <a:srgbClr val="231F20"/>
                </a:solidFill>
                <a:latin typeface="Arial"/>
                <a:cs typeface="Arial"/>
              </a:rPr>
              <a:t> </a:t>
            </a:r>
            <a:r>
              <a:rPr sz="1000" dirty="0">
                <a:solidFill>
                  <a:srgbClr val="231F20"/>
                </a:solidFill>
                <a:latin typeface="Arial"/>
                <a:cs typeface="Arial"/>
              </a:rPr>
              <a:t>Arthur</a:t>
            </a:r>
            <a:r>
              <a:rPr sz="1000" spc="-5" dirty="0">
                <a:solidFill>
                  <a:srgbClr val="231F20"/>
                </a:solidFill>
                <a:latin typeface="Arial"/>
                <a:cs typeface="Arial"/>
              </a:rPr>
              <a:t> </a:t>
            </a:r>
            <a:r>
              <a:rPr sz="1000" dirty="0">
                <a:solidFill>
                  <a:srgbClr val="231F20"/>
                </a:solidFill>
                <a:latin typeface="Arial"/>
                <a:cs typeface="Arial"/>
              </a:rPr>
              <a:t>Ashe</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got to practice</a:t>
            </a:r>
            <a:r>
              <a:rPr sz="1000" spc="5" dirty="0">
                <a:solidFill>
                  <a:srgbClr val="231F20"/>
                </a:solidFill>
                <a:latin typeface="Arial"/>
                <a:cs typeface="Arial"/>
              </a:rPr>
              <a:t> </a:t>
            </a:r>
            <a:r>
              <a:rPr sz="1000" dirty="0">
                <a:solidFill>
                  <a:srgbClr val="231F20"/>
                </a:solidFill>
                <a:latin typeface="Arial"/>
                <a:cs typeface="Arial"/>
              </a:rPr>
              <a:t>their emerging</a:t>
            </a:r>
            <a:r>
              <a:rPr sz="1000" spc="5" dirty="0">
                <a:solidFill>
                  <a:srgbClr val="231F20"/>
                </a:solidFill>
                <a:latin typeface="Arial"/>
                <a:cs typeface="Arial"/>
              </a:rPr>
              <a:t> </a:t>
            </a:r>
            <a:r>
              <a:rPr sz="1000" dirty="0">
                <a:solidFill>
                  <a:srgbClr val="231F20"/>
                </a:solidFill>
                <a:latin typeface="Arial"/>
                <a:cs typeface="Arial"/>
              </a:rPr>
              <a:t>tennis skills</a:t>
            </a:r>
            <a:r>
              <a:rPr sz="1000" spc="5" dirty="0">
                <a:solidFill>
                  <a:srgbClr val="231F20"/>
                </a:solidFill>
                <a:latin typeface="Arial"/>
                <a:cs typeface="Arial"/>
              </a:rPr>
              <a:t> </a:t>
            </a:r>
            <a:r>
              <a:rPr sz="1000" dirty="0">
                <a:solidFill>
                  <a:srgbClr val="231F20"/>
                </a:solidFill>
                <a:latin typeface="Arial"/>
                <a:cs typeface="Arial"/>
              </a:rPr>
              <a:t>at an </a:t>
            </a:r>
            <a:r>
              <a:rPr sz="1000" spc="-10" dirty="0">
                <a:solidFill>
                  <a:srgbClr val="231F20"/>
                </a:solidFill>
                <a:latin typeface="Arial"/>
                <a:cs typeface="Arial"/>
              </a:rPr>
              <a:t>indoor </a:t>
            </a:r>
            <a:r>
              <a:rPr sz="1000" dirty="0">
                <a:solidFill>
                  <a:srgbClr val="231F20"/>
                </a:solidFill>
                <a:latin typeface="Arial"/>
                <a:cs typeface="Arial"/>
              </a:rPr>
              <a:t>tennis</a:t>
            </a:r>
            <a:r>
              <a:rPr sz="1000" spc="-15" dirty="0">
                <a:solidFill>
                  <a:srgbClr val="231F20"/>
                </a:solidFill>
                <a:latin typeface="Arial"/>
                <a:cs typeface="Arial"/>
              </a:rPr>
              <a:t> </a:t>
            </a:r>
            <a:r>
              <a:rPr sz="1000" spc="-10" dirty="0">
                <a:solidFill>
                  <a:srgbClr val="231F20"/>
                </a:solidFill>
                <a:latin typeface="Arial"/>
                <a:cs typeface="Arial"/>
              </a:rPr>
              <a:t>court.</a:t>
            </a:r>
            <a:endParaRPr sz="1000">
              <a:latin typeface="Arial"/>
              <a:cs typeface="Arial"/>
            </a:endParaRPr>
          </a:p>
          <a:p>
            <a:pPr marL="12700" marR="22225">
              <a:lnSpc>
                <a:spcPct val="100000"/>
              </a:lnSpc>
              <a:spcBef>
                <a:spcPts val="900"/>
              </a:spcBef>
            </a:pP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2</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stellar</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programming</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2021–2022</a:t>
            </a:r>
            <a:r>
              <a:rPr sz="1000" spc="-25"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year.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new</a:t>
            </a:r>
            <a:r>
              <a:rPr sz="1000" spc="-20" dirty="0">
                <a:solidFill>
                  <a:srgbClr val="231F20"/>
                </a:solidFill>
                <a:latin typeface="Arial"/>
                <a:cs typeface="Arial"/>
              </a:rPr>
              <a:t> </a:t>
            </a:r>
            <a:r>
              <a:rPr sz="1000" dirty="0">
                <a:solidFill>
                  <a:srgbClr val="231F20"/>
                </a:solidFill>
                <a:latin typeface="Arial"/>
                <a:cs typeface="Arial"/>
              </a:rPr>
              <a:t>program</a:t>
            </a:r>
            <a:r>
              <a:rPr sz="1000" spc="-20" dirty="0">
                <a:solidFill>
                  <a:srgbClr val="231F20"/>
                </a:solidFill>
                <a:latin typeface="Arial"/>
                <a:cs typeface="Arial"/>
              </a:rPr>
              <a:t> </a:t>
            </a:r>
            <a:r>
              <a:rPr sz="1000" dirty="0">
                <a:solidFill>
                  <a:srgbClr val="231F20"/>
                </a:solidFill>
                <a:latin typeface="Arial"/>
                <a:cs typeface="Arial"/>
              </a:rPr>
              <a:t>year</a:t>
            </a:r>
            <a:r>
              <a:rPr sz="1000" spc="-25" dirty="0">
                <a:solidFill>
                  <a:srgbClr val="231F20"/>
                </a:solidFill>
                <a:latin typeface="Arial"/>
                <a:cs typeface="Arial"/>
              </a:rPr>
              <a:t> </a:t>
            </a:r>
            <a:r>
              <a:rPr sz="1000" spc="-10" dirty="0">
                <a:solidFill>
                  <a:srgbClr val="231F20"/>
                </a:solidFill>
                <a:latin typeface="Arial"/>
                <a:cs typeface="Arial"/>
              </a:rPr>
              <a:t>started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lot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bubbles,</a:t>
            </a:r>
            <a:r>
              <a:rPr sz="1000" spc="-5" dirty="0">
                <a:solidFill>
                  <a:srgbClr val="231F20"/>
                </a:solidFill>
                <a:latin typeface="Arial"/>
                <a:cs typeface="Arial"/>
              </a:rPr>
              <a:t> </a:t>
            </a:r>
            <a:r>
              <a:rPr sz="1000" spc="-10" dirty="0">
                <a:solidFill>
                  <a:srgbClr val="231F20"/>
                </a:solidFill>
                <a:latin typeface="Arial"/>
                <a:cs typeface="Arial"/>
              </a:rPr>
              <a:t>fizz</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chemical</a:t>
            </a:r>
            <a:r>
              <a:rPr sz="1000" spc="-5" dirty="0">
                <a:solidFill>
                  <a:srgbClr val="231F20"/>
                </a:solidFill>
                <a:latin typeface="Arial"/>
                <a:cs typeface="Arial"/>
              </a:rPr>
              <a:t> </a:t>
            </a:r>
            <a:r>
              <a:rPr sz="1000" dirty="0">
                <a:solidFill>
                  <a:srgbClr val="231F20"/>
                </a:solidFill>
                <a:latin typeface="Arial"/>
                <a:cs typeface="Arial"/>
              </a:rPr>
              <a:t>reactions</a:t>
            </a:r>
            <a:r>
              <a:rPr sz="1000" spc="-5" dirty="0">
                <a:solidFill>
                  <a:srgbClr val="231F20"/>
                </a:solidFill>
                <a:latin typeface="Arial"/>
                <a:cs typeface="Arial"/>
              </a:rPr>
              <a:t> </a:t>
            </a:r>
            <a:r>
              <a:rPr sz="1000" spc="-25" dirty="0">
                <a:solidFill>
                  <a:srgbClr val="231F20"/>
                </a:solidFill>
                <a:latin typeface="Arial"/>
                <a:cs typeface="Arial"/>
              </a:rPr>
              <a:t>as</a:t>
            </a:r>
            <a:r>
              <a:rPr sz="1000" spc="50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dabbled</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chemistry</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Things</a:t>
            </a:r>
            <a:r>
              <a:rPr sz="1000" spc="20" dirty="0">
                <a:solidFill>
                  <a:srgbClr val="231F20"/>
                </a:solidFill>
                <a:latin typeface="Arial"/>
                <a:cs typeface="Arial"/>
              </a:rPr>
              <a:t> </a:t>
            </a:r>
            <a:r>
              <a:rPr sz="1000" spc="-20" dirty="0">
                <a:solidFill>
                  <a:srgbClr val="231F20"/>
                </a:solidFill>
                <a:latin typeface="Arial"/>
                <a:cs typeface="Arial"/>
              </a:rPr>
              <a:t>That</a:t>
            </a:r>
            <a:endParaRPr sz="10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954021"/>
            <a:ext cx="3302000" cy="69977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Go</a:t>
            </a:r>
            <a:r>
              <a:rPr sz="1000" spc="-10" dirty="0">
                <a:solidFill>
                  <a:srgbClr val="231F20"/>
                </a:solidFill>
                <a:latin typeface="Arial"/>
                <a:cs typeface="Arial"/>
              </a:rPr>
              <a:t> </a:t>
            </a:r>
            <a:r>
              <a:rPr sz="1000" dirty="0">
                <a:solidFill>
                  <a:srgbClr val="231F20"/>
                </a:solidFill>
                <a:latin typeface="Arial"/>
                <a:cs typeface="Arial"/>
              </a:rPr>
              <a:t>Boom</a:t>
            </a:r>
            <a:r>
              <a:rPr sz="1000" spc="-1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this</a:t>
            </a:r>
            <a:r>
              <a:rPr sz="1000" spc="-10" dirty="0">
                <a:solidFill>
                  <a:srgbClr val="231F20"/>
                </a:solidFill>
                <a:latin typeface="Arial"/>
                <a:cs typeface="Arial"/>
              </a:rPr>
              <a:t> </a:t>
            </a:r>
            <a:r>
              <a:rPr sz="1000" spc="-20" dirty="0">
                <a:solidFill>
                  <a:srgbClr val="231F20"/>
                </a:solidFill>
                <a:latin typeface="Arial"/>
                <a:cs typeface="Arial"/>
              </a:rPr>
              <a:t>STEAM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hands</a:t>
            </a:r>
            <a:r>
              <a:rPr sz="1000" spc="15"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demonstration</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workshop</a:t>
            </a:r>
            <a:r>
              <a:rPr sz="1000" spc="15" dirty="0">
                <a:solidFill>
                  <a:srgbClr val="231F20"/>
                </a:solidFill>
                <a:latin typeface="Arial"/>
                <a:cs typeface="Arial"/>
              </a:rPr>
              <a:t> </a:t>
            </a:r>
            <a:r>
              <a:rPr sz="1000" spc="-20" dirty="0">
                <a:solidFill>
                  <a:srgbClr val="231F20"/>
                </a:solidFill>
                <a:latin typeface="Arial"/>
                <a:cs typeface="Arial"/>
              </a:rPr>
              <a:t>where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how</a:t>
            </a:r>
            <a:r>
              <a:rPr sz="1000" spc="-15" dirty="0">
                <a:solidFill>
                  <a:srgbClr val="231F20"/>
                </a:solidFill>
                <a:latin typeface="Arial"/>
                <a:cs typeface="Arial"/>
              </a:rPr>
              <a:t> </a:t>
            </a:r>
            <a:r>
              <a:rPr sz="1000" dirty="0">
                <a:solidFill>
                  <a:srgbClr val="231F20"/>
                </a:solidFill>
                <a:latin typeface="Arial"/>
                <a:cs typeface="Arial"/>
              </a:rPr>
              <a:t>Styrofoam</a:t>
            </a:r>
            <a:r>
              <a:rPr sz="1000" spc="-15" dirty="0">
                <a:solidFill>
                  <a:srgbClr val="231F20"/>
                </a:solidFill>
                <a:latin typeface="Arial"/>
                <a:cs typeface="Arial"/>
              </a:rPr>
              <a:t> </a:t>
            </a:r>
            <a:r>
              <a:rPr sz="1000" dirty="0">
                <a:solidFill>
                  <a:srgbClr val="231F20"/>
                </a:solidFill>
                <a:latin typeface="Arial"/>
                <a:cs typeface="Arial"/>
              </a:rPr>
              <a:t>is</a:t>
            </a:r>
            <a:r>
              <a:rPr sz="1000" spc="-15" dirty="0">
                <a:solidFill>
                  <a:srgbClr val="231F20"/>
                </a:solidFill>
                <a:latin typeface="Arial"/>
                <a:cs typeface="Arial"/>
              </a:rPr>
              <a:t> </a:t>
            </a:r>
            <a:r>
              <a:rPr sz="1000" dirty="0">
                <a:solidFill>
                  <a:srgbClr val="231F20"/>
                </a:solidFill>
                <a:latin typeface="Arial"/>
                <a:cs typeface="Arial"/>
              </a:rPr>
              <a:t>made</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uses</a:t>
            </a:r>
            <a:r>
              <a:rPr sz="1000" spc="-15" dirty="0">
                <a:solidFill>
                  <a:srgbClr val="231F20"/>
                </a:solidFill>
                <a:latin typeface="Arial"/>
                <a:cs typeface="Arial"/>
              </a:rPr>
              <a:t> </a:t>
            </a:r>
            <a:r>
              <a:rPr sz="1000" spc="-25" dirty="0">
                <a:solidFill>
                  <a:srgbClr val="231F20"/>
                </a:solidFill>
                <a:latin typeface="Arial"/>
                <a:cs typeface="Arial"/>
              </a:rPr>
              <a:t>of</a:t>
            </a:r>
            <a:r>
              <a:rPr sz="1000" spc="500" dirty="0">
                <a:solidFill>
                  <a:srgbClr val="231F20"/>
                </a:solidFill>
                <a:latin typeface="Arial"/>
                <a:cs typeface="Arial"/>
              </a:rPr>
              <a:t> </a:t>
            </a:r>
            <a:r>
              <a:rPr sz="1000" dirty="0">
                <a:solidFill>
                  <a:srgbClr val="231F20"/>
                </a:solidFill>
                <a:latin typeface="Arial"/>
                <a:cs typeface="Arial"/>
              </a:rPr>
              <a:t>acids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bases</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create</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rainbow</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chemical</a:t>
            </a:r>
            <a:r>
              <a:rPr sz="1000" spc="-15" dirty="0">
                <a:solidFill>
                  <a:srgbClr val="231F20"/>
                </a:solidFill>
                <a:latin typeface="Arial"/>
                <a:cs typeface="Arial"/>
              </a:rPr>
              <a:t> </a:t>
            </a:r>
            <a:r>
              <a:rPr sz="1000" spc="-10" dirty="0">
                <a:solidFill>
                  <a:srgbClr val="231F20"/>
                </a:solidFill>
                <a:latin typeface="Arial"/>
                <a:cs typeface="Arial"/>
              </a:rPr>
              <a:t>reaction.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 year continued to focus on the thrusts </a:t>
            </a:r>
            <a:r>
              <a:rPr sz="1000" spc="-25" dirty="0">
                <a:solidFill>
                  <a:srgbClr val="231F20"/>
                </a:solidFill>
                <a:latin typeface="Arial"/>
                <a:cs typeface="Arial"/>
              </a:rPr>
              <a:t>of </a:t>
            </a:r>
            <a:r>
              <a:rPr sz="1000" dirty="0">
                <a:solidFill>
                  <a:srgbClr val="231F20"/>
                </a:solidFill>
                <a:latin typeface="Arial"/>
                <a:cs typeface="Arial"/>
              </a:rPr>
              <a:t>leadership</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culture/racial</a:t>
            </a:r>
            <a:r>
              <a:rPr sz="1000" spc="20" dirty="0">
                <a:solidFill>
                  <a:srgbClr val="231F20"/>
                </a:solidFill>
                <a:latin typeface="Arial"/>
                <a:cs typeface="Arial"/>
              </a:rPr>
              <a:t> </a:t>
            </a:r>
            <a:r>
              <a:rPr sz="1000" dirty="0">
                <a:solidFill>
                  <a:srgbClr val="231F20"/>
                </a:solidFill>
                <a:latin typeface="Arial"/>
                <a:cs typeface="Arial"/>
              </a:rPr>
              <a:t>identity</a:t>
            </a:r>
            <a:r>
              <a:rPr sz="1000" spc="20" dirty="0">
                <a:solidFill>
                  <a:srgbClr val="231F20"/>
                </a:solidFill>
                <a:latin typeface="Arial"/>
                <a:cs typeface="Arial"/>
              </a:rPr>
              <a:t> </a:t>
            </a:r>
            <a:r>
              <a:rPr sz="1000" dirty="0">
                <a:solidFill>
                  <a:srgbClr val="231F20"/>
                </a:solidFill>
                <a:latin typeface="Arial"/>
                <a:cs typeface="Arial"/>
              </a:rPr>
              <a:t>where</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safety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know</a:t>
            </a:r>
            <a:r>
              <a:rPr sz="1000" spc="500" dirty="0">
                <a:solidFill>
                  <a:srgbClr val="231F20"/>
                </a:solidFill>
                <a:latin typeface="Arial"/>
                <a:cs typeface="Arial"/>
              </a:rPr>
              <a:t> </a:t>
            </a:r>
            <a:r>
              <a:rPr sz="1000" dirty="0">
                <a:solidFill>
                  <a:srgbClr val="231F20"/>
                </a:solidFill>
                <a:latin typeface="Arial"/>
                <a:cs typeface="Arial"/>
              </a:rPr>
              <a:t>who to trust in partnership with</a:t>
            </a:r>
            <a:r>
              <a:rPr sz="1000" spc="5" dirty="0">
                <a:solidFill>
                  <a:srgbClr val="231F20"/>
                </a:solidFill>
                <a:latin typeface="Arial"/>
                <a:cs typeface="Arial"/>
              </a:rPr>
              <a:t> </a:t>
            </a:r>
            <a:r>
              <a:rPr sz="1000" dirty="0">
                <a:solidFill>
                  <a:srgbClr val="231F20"/>
                </a:solidFill>
                <a:latin typeface="Arial"/>
                <a:cs typeface="Arial"/>
              </a:rPr>
              <a:t>Kid </a:t>
            </a:r>
            <a:r>
              <a:rPr sz="1000" spc="-25" dirty="0">
                <a:solidFill>
                  <a:srgbClr val="231F20"/>
                </a:solidFill>
                <a:latin typeface="Arial"/>
                <a:cs typeface="Arial"/>
              </a:rPr>
              <a:t>Power.</a:t>
            </a:r>
            <a:r>
              <a:rPr sz="1000" dirty="0">
                <a:solidFill>
                  <a:srgbClr val="231F20"/>
                </a:solidFill>
                <a:latin typeface="Arial"/>
                <a:cs typeface="Arial"/>
              </a:rPr>
              <a:t> Kid </a:t>
            </a:r>
            <a:r>
              <a:rPr sz="1000" spc="-20" dirty="0">
                <a:solidFill>
                  <a:srgbClr val="231F20"/>
                </a:solidFill>
                <a:latin typeface="Arial"/>
                <a:cs typeface="Arial"/>
              </a:rPr>
              <a:t>Power </a:t>
            </a:r>
            <a:r>
              <a:rPr sz="1000" dirty="0">
                <a:solidFill>
                  <a:srgbClr val="231F20"/>
                </a:solidFill>
                <a:latin typeface="Arial"/>
                <a:cs typeface="Arial"/>
              </a:rPr>
              <a:t>taught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develop</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safety</a:t>
            </a:r>
            <a:r>
              <a:rPr sz="1000" spc="10" dirty="0">
                <a:solidFill>
                  <a:srgbClr val="231F20"/>
                </a:solidFill>
                <a:latin typeface="Arial"/>
                <a:cs typeface="Arial"/>
              </a:rPr>
              <a:t> </a:t>
            </a:r>
            <a:r>
              <a:rPr sz="1000" dirty="0">
                <a:solidFill>
                  <a:srgbClr val="231F20"/>
                </a:solidFill>
                <a:latin typeface="Arial"/>
                <a:cs typeface="Arial"/>
              </a:rPr>
              <a:t>plan</a:t>
            </a:r>
            <a:r>
              <a:rPr sz="1000" spc="1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their grown up and</a:t>
            </a:r>
            <a:r>
              <a:rPr sz="1000" spc="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defense </a:t>
            </a:r>
            <a:r>
              <a:rPr sz="1000" spc="-10" dirty="0">
                <a:solidFill>
                  <a:srgbClr val="231F20"/>
                </a:solidFill>
                <a:latin typeface="Arial"/>
                <a:cs typeface="Arial"/>
              </a:rPr>
              <a:t>skills.</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most </a:t>
            </a:r>
            <a:r>
              <a:rPr sz="1000" spc="-10" dirty="0">
                <a:solidFill>
                  <a:srgbClr val="231F20"/>
                </a:solidFill>
                <a:latin typeface="Arial"/>
                <a:cs typeface="Arial"/>
              </a:rPr>
              <a:t>important </a:t>
            </a:r>
            <a:r>
              <a:rPr sz="1000" dirty="0">
                <a:solidFill>
                  <a:srgbClr val="231F20"/>
                </a:solidFill>
                <a:latin typeface="Arial"/>
                <a:cs typeface="Arial"/>
              </a:rPr>
              <a:t>skill</a:t>
            </a:r>
            <a:r>
              <a:rPr sz="1000" spc="15" dirty="0">
                <a:solidFill>
                  <a:srgbClr val="231F20"/>
                </a:solidFill>
                <a:latin typeface="Arial"/>
                <a:cs typeface="Arial"/>
              </a:rPr>
              <a:t> </a:t>
            </a:r>
            <a:r>
              <a:rPr sz="1000" dirty="0">
                <a:solidFill>
                  <a:srgbClr val="231F20"/>
                </a:solidFill>
                <a:latin typeface="Arial"/>
                <a:cs typeface="Arial"/>
              </a:rPr>
              <a:t>taught</a:t>
            </a:r>
            <a:r>
              <a:rPr sz="1000" spc="15"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“mouth</a:t>
            </a:r>
            <a:r>
              <a:rPr sz="1000" spc="15" dirty="0">
                <a:solidFill>
                  <a:srgbClr val="231F20"/>
                </a:solidFill>
                <a:latin typeface="Arial"/>
                <a:cs typeface="Arial"/>
              </a:rPr>
              <a:t> </a:t>
            </a:r>
            <a:r>
              <a:rPr sz="1000" dirty="0">
                <a:solidFill>
                  <a:srgbClr val="231F20"/>
                </a:solidFill>
                <a:latin typeface="Arial"/>
                <a:cs typeface="Arial"/>
              </a:rPr>
              <a:t>power”</a:t>
            </a:r>
            <a:r>
              <a:rPr sz="1000" spc="15" dirty="0">
                <a:solidFill>
                  <a:srgbClr val="231F20"/>
                </a:solidFill>
                <a:latin typeface="Arial"/>
                <a:cs typeface="Arial"/>
              </a:rPr>
              <a:t> </a:t>
            </a:r>
            <a:r>
              <a:rPr sz="1000" dirty="0">
                <a:solidFill>
                  <a:srgbClr val="231F20"/>
                </a:solidFill>
                <a:latin typeface="Arial"/>
                <a:cs typeface="Arial"/>
              </a:rPr>
              <a:t>not</a:t>
            </a:r>
            <a:r>
              <a:rPr sz="1000" spc="15" dirty="0">
                <a:solidFill>
                  <a:srgbClr val="231F20"/>
                </a:solidFill>
                <a:latin typeface="Arial"/>
                <a:cs typeface="Arial"/>
              </a:rPr>
              <a:t> </a:t>
            </a:r>
            <a:r>
              <a:rPr sz="1000" dirty="0">
                <a:solidFill>
                  <a:srgbClr val="231F20"/>
                </a:solidFill>
                <a:latin typeface="Arial"/>
                <a:cs typeface="Arial"/>
              </a:rPr>
              <a:t>talking</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strange </a:t>
            </a:r>
            <a:r>
              <a:rPr sz="1000" dirty="0">
                <a:solidFill>
                  <a:srgbClr val="231F20"/>
                </a:solidFill>
                <a:latin typeface="Arial"/>
                <a:cs typeface="Arial"/>
              </a:rPr>
              <a:t>without</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adult</a:t>
            </a:r>
            <a:r>
              <a:rPr sz="1000" spc="5" dirty="0">
                <a:solidFill>
                  <a:srgbClr val="231F20"/>
                </a:solidFill>
                <a:latin typeface="Arial"/>
                <a:cs typeface="Arial"/>
              </a:rPr>
              <a:t> </a:t>
            </a:r>
            <a:r>
              <a:rPr sz="1000" dirty="0">
                <a:solidFill>
                  <a:srgbClr val="231F20"/>
                </a:solidFill>
                <a:latin typeface="Arial"/>
                <a:cs typeface="Arial"/>
              </a:rPr>
              <a:t>approval</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how</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say</a:t>
            </a:r>
            <a:r>
              <a:rPr sz="1000" spc="10" dirty="0">
                <a:solidFill>
                  <a:srgbClr val="231F20"/>
                </a:solidFill>
                <a:latin typeface="Arial"/>
                <a:cs typeface="Arial"/>
              </a:rPr>
              <a:t> </a:t>
            </a:r>
            <a:r>
              <a:rPr sz="1000" dirty="0">
                <a:solidFill>
                  <a:srgbClr val="231F20"/>
                </a:solidFill>
                <a:latin typeface="Arial"/>
                <a:cs typeface="Arial"/>
              </a:rPr>
              <a:t>“no”.</a:t>
            </a:r>
            <a:r>
              <a:rPr sz="1000" spc="5" dirty="0">
                <a:solidFill>
                  <a:srgbClr val="231F20"/>
                </a:solidFill>
                <a:latin typeface="Arial"/>
                <a:cs typeface="Arial"/>
              </a:rPr>
              <a:t> </a:t>
            </a:r>
            <a:r>
              <a:rPr sz="1000" spc="-20" dirty="0">
                <a:solidFill>
                  <a:srgbClr val="231F20"/>
                </a:solidFill>
                <a:latin typeface="Arial"/>
                <a:cs typeface="Arial"/>
              </a:rPr>
              <a:t>Then</a:t>
            </a:r>
            <a:endParaRPr sz="1000">
              <a:latin typeface="Arial"/>
              <a:cs typeface="Arial"/>
            </a:endParaRPr>
          </a:p>
          <a:p>
            <a:pPr marL="12700" marR="17145">
              <a:lnSpc>
                <a:spcPct val="100000"/>
              </a:lnSpc>
            </a:pP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moved</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exploration</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benefits</a:t>
            </a:r>
            <a:r>
              <a:rPr sz="1000" spc="2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living</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Country</a:t>
            </a:r>
            <a:r>
              <a:rPr sz="1000" spc="10" dirty="0">
                <a:solidFill>
                  <a:srgbClr val="231F20"/>
                </a:solidFill>
                <a:latin typeface="Arial"/>
                <a:cs typeface="Arial"/>
              </a:rPr>
              <a:t> </a:t>
            </a:r>
            <a:r>
              <a:rPr sz="1000" dirty="0">
                <a:solidFill>
                  <a:srgbClr val="231F20"/>
                </a:solidFill>
                <a:latin typeface="Arial"/>
                <a:cs typeface="Arial"/>
              </a:rPr>
              <a:t>Maryland</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our</a:t>
            </a:r>
            <a:r>
              <a:rPr sz="1000" spc="10" dirty="0">
                <a:solidFill>
                  <a:srgbClr val="231F20"/>
                </a:solidFill>
                <a:latin typeface="Arial"/>
                <a:cs typeface="Arial"/>
              </a:rPr>
              <a:t> </a:t>
            </a:r>
            <a:r>
              <a:rPr sz="1000" spc="-10" dirty="0">
                <a:solidFill>
                  <a:srgbClr val="231F20"/>
                </a:solidFill>
                <a:latin typeface="Arial"/>
                <a:cs typeface="Arial"/>
              </a:rPr>
              <a:t>important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along</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Underground</a:t>
            </a:r>
            <a:r>
              <a:rPr sz="1000" spc="15" dirty="0">
                <a:solidFill>
                  <a:srgbClr val="231F20"/>
                </a:solidFill>
                <a:latin typeface="Arial"/>
                <a:cs typeface="Arial"/>
              </a:rPr>
              <a:t> </a:t>
            </a:r>
            <a:r>
              <a:rPr sz="1000" spc="-20" dirty="0">
                <a:solidFill>
                  <a:srgbClr val="231F20"/>
                </a:solidFill>
                <a:latin typeface="Arial"/>
                <a:cs typeface="Arial"/>
              </a:rPr>
              <a:t>Railroad.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celebrated</a:t>
            </a:r>
            <a:r>
              <a:rPr sz="1000" spc="-10" dirty="0">
                <a:solidFill>
                  <a:srgbClr val="231F20"/>
                </a:solidFill>
                <a:latin typeface="Arial"/>
                <a:cs typeface="Arial"/>
              </a:rPr>
              <a:t> </a:t>
            </a:r>
            <a:r>
              <a:rPr sz="1000" dirty="0">
                <a:solidFill>
                  <a:srgbClr val="231F20"/>
                </a:solidFill>
                <a:latin typeface="Arial"/>
                <a:cs typeface="Arial"/>
              </a:rPr>
              <a:t>Maryland’s</a:t>
            </a:r>
            <a:r>
              <a:rPr sz="1000" spc="-5" dirty="0">
                <a:solidFill>
                  <a:srgbClr val="231F20"/>
                </a:solidFill>
                <a:latin typeface="Arial"/>
                <a:cs typeface="Arial"/>
              </a:rPr>
              <a:t> </a:t>
            </a:r>
            <a:r>
              <a:rPr sz="1000" spc="-10" dirty="0">
                <a:solidFill>
                  <a:srgbClr val="231F20"/>
                </a:solidFill>
                <a:latin typeface="Arial"/>
                <a:cs typeface="Arial"/>
              </a:rPr>
              <a:t>Emancipation</a:t>
            </a:r>
            <a:r>
              <a:rPr sz="1000" spc="-5" dirty="0">
                <a:solidFill>
                  <a:srgbClr val="231F20"/>
                </a:solidFill>
                <a:latin typeface="Arial"/>
                <a:cs typeface="Arial"/>
              </a:rPr>
              <a:t> </a:t>
            </a:r>
            <a:r>
              <a:rPr sz="1000" spc="-2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followed</a:t>
            </a:r>
            <a:r>
              <a:rPr sz="1000" spc="50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drinking</a:t>
            </a:r>
            <a:r>
              <a:rPr sz="1000" spc="35" dirty="0">
                <a:solidFill>
                  <a:srgbClr val="231F20"/>
                </a:solidFill>
                <a:latin typeface="Arial"/>
                <a:cs typeface="Arial"/>
              </a:rPr>
              <a:t> </a:t>
            </a:r>
            <a:r>
              <a:rPr sz="1000" dirty="0">
                <a:solidFill>
                  <a:srgbClr val="231F20"/>
                </a:solidFill>
                <a:latin typeface="Arial"/>
                <a:cs typeface="Arial"/>
              </a:rPr>
              <a:t>gourd</a:t>
            </a:r>
            <a:r>
              <a:rPr sz="1000" spc="35" dirty="0">
                <a:solidFill>
                  <a:srgbClr val="231F20"/>
                </a:solidFill>
                <a:latin typeface="Arial"/>
                <a:cs typeface="Arial"/>
              </a:rPr>
              <a:t> </a:t>
            </a:r>
            <a:r>
              <a:rPr sz="1000" dirty="0">
                <a:solidFill>
                  <a:srgbClr val="231F20"/>
                </a:solidFill>
                <a:latin typeface="Arial"/>
                <a:cs typeface="Arial"/>
              </a:rPr>
              <a:t>along</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Underground</a:t>
            </a:r>
            <a:r>
              <a:rPr sz="1000" spc="35" dirty="0">
                <a:solidFill>
                  <a:srgbClr val="231F20"/>
                </a:solidFill>
                <a:latin typeface="Arial"/>
                <a:cs typeface="Arial"/>
              </a:rPr>
              <a:t> </a:t>
            </a:r>
            <a:r>
              <a:rPr sz="1000" spc="-20" dirty="0">
                <a:solidFill>
                  <a:srgbClr val="231F20"/>
                </a:solidFill>
                <a:latin typeface="Arial"/>
                <a:cs typeface="Arial"/>
              </a:rPr>
              <a:t>Railroad</a:t>
            </a:r>
            <a:r>
              <a:rPr sz="1000" spc="35"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Woodland</a:t>
            </a:r>
            <a:r>
              <a:rPr sz="1000" spc="-40" dirty="0">
                <a:solidFill>
                  <a:srgbClr val="231F20"/>
                </a:solidFill>
                <a:latin typeface="Arial"/>
                <a:cs typeface="Arial"/>
              </a:rPr>
              <a:t> </a:t>
            </a:r>
            <a:r>
              <a:rPr sz="1000" dirty="0">
                <a:solidFill>
                  <a:srgbClr val="231F20"/>
                </a:solidFill>
                <a:latin typeface="Arial"/>
                <a:cs typeface="Arial"/>
              </a:rPr>
              <a:t>Cultural</a:t>
            </a:r>
            <a:r>
              <a:rPr sz="1000" spc="-35" dirty="0">
                <a:solidFill>
                  <a:srgbClr val="231F20"/>
                </a:solidFill>
                <a:latin typeface="Arial"/>
                <a:cs typeface="Arial"/>
              </a:rPr>
              <a:t> </a:t>
            </a:r>
            <a:r>
              <a:rPr sz="1000" spc="-20" dirty="0">
                <a:solidFill>
                  <a:srgbClr val="231F20"/>
                </a:solidFill>
                <a:latin typeface="Arial"/>
                <a:cs typeface="Arial"/>
              </a:rPr>
              <a:t>Park.</a:t>
            </a:r>
            <a:endParaRPr sz="1000">
              <a:latin typeface="Arial"/>
              <a:cs typeface="Arial"/>
            </a:endParaRPr>
          </a:p>
          <a:p>
            <a:pPr marL="12700" marR="73660">
              <a:lnSpc>
                <a:spcPct val="100000"/>
              </a:lnSpc>
              <a:spcBef>
                <a:spcPts val="900"/>
              </a:spcBef>
            </a:pP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3</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40" dirty="0">
                <a:solidFill>
                  <a:srgbClr val="231F20"/>
                </a:solidFill>
                <a:latin typeface="Arial"/>
                <a:cs typeface="Arial"/>
              </a:rPr>
              <a:t>2021-</a:t>
            </a:r>
            <a:r>
              <a:rPr sz="1000" spc="-25" dirty="0">
                <a:solidFill>
                  <a:srgbClr val="231F20"/>
                </a:solidFill>
                <a:latin typeface="Arial"/>
                <a:cs typeface="Arial"/>
              </a:rPr>
              <a:t>2021</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setting</a:t>
            </a:r>
            <a:r>
              <a:rPr sz="1000" spc="-10" dirty="0">
                <a:solidFill>
                  <a:srgbClr val="231F20"/>
                </a:solidFill>
                <a:latin typeface="Arial"/>
                <a:cs typeface="Arial"/>
              </a:rPr>
              <a:t> </a:t>
            </a:r>
            <a:r>
              <a:rPr sz="1000" dirty="0">
                <a:solidFill>
                  <a:srgbClr val="231F20"/>
                </a:solidFill>
                <a:latin typeface="Arial"/>
                <a:cs typeface="Arial"/>
              </a:rPr>
              <a:t>sail</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social</a:t>
            </a:r>
            <a:r>
              <a:rPr sz="1000" spc="-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known</a:t>
            </a:r>
            <a:r>
              <a:rPr sz="1000" spc="-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“Pirates</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Chesapeake.”</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dressed</a:t>
            </a:r>
            <a:r>
              <a:rPr sz="1000" spc="-15" dirty="0">
                <a:solidFill>
                  <a:srgbClr val="231F20"/>
                </a:solidFill>
                <a:latin typeface="Arial"/>
                <a:cs typeface="Arial"/>
              </a:rPr>
              <a:t> </a:t>
            </a:r>
            <a:r>
              <a:rPr sz="1000" dirty="0">
                <a:solidFill>
                  <a:srgbClr val="231F20"/>
                </a:solidFill>
                <a:latin typeface="Arial"/>
                <a:cs typeface="Arial"/>
              </a:rPr>
              <a:t>up</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pirates</a:t>
            </a:r>
            <a:r>
              <a:rPr sz="1000" spc="-10"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princesses,</a:t>
            </a:r>
            <a:r>
              <a:rPr sz="1000" spc="20" dirty="0">
                <a:solidFill>
                  <a:srgbClr val="231F20"/>
                </a:solidFill>
                <a:latin typeface="Arial"/>
                <a:cs typeface="Arial"/>
              </a:rPr>
              <a:t> </a:t>
            </a:r>
            <a:r>
              <a:rPr sz="1000" dirty="0">
                <a:solidFill>
                  <a:srgbClr val="231F20"/>
                </a:solidFill>
                <a:latin typeface="Arial"/>
                <a:cs typeface="Arial"/>
              </a:rPr>
              <a:t>engaged</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reconnecting</a:t>
            </a:r>
            <a:r>
              <a:rPr sz="1000" spc="2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each</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20" dirty="0">
                <a:solidFill>
                  <a:srgbClr val="231F20"/>
                </a:solidFill>
                <a:latin typeface="Arial"/>
                <a:cs typeface="Arial"/>
              </a:rPr>
              <a:t>then </a:t>
            </a:r>
            <a:r>
              <a:rPr sz="1000" dirty="0">
                <a:solidFill>
                  <a:srgbClr val="231F20"/>
                </a:solidFill>
                <a:latin typeface="Arial"/>
                <a:cs typeface="Arial"/>
              </a:rPr>
              <a:t>set</a:t>
            </a:r>
            <a:r>
              <a:rPr sz="1000" spc="-10" dirty="0">
                <a:solidFill>
                  <a:srgbClr val="231F20"/>
                </a:solidFill>
                <a:latin typeface="Arial"/>
                <a:cs typeface="Arial"/>
              </a:rPr>
              <a:t> </a:t>
            </a:r>
            <a:r>
              <a:rPr sz="1000" dirty="0">
                <a:solidFill>
                  <a:srgbClr val="231F20"/>
                </a:solidFill>
                <a:latin typeface="Arial"/>
                <a:cs typeface="Arial"/>
              </a:rPr>
              <a:t>sail</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Chesapeake</a:t>
            </a:r>
            <a:r>
              <a:rPr sz="1000" spc="-5" dirty="0">
                <a:solidFill>
                  <a:srgbClr val="231F20"/>
                </a:solidFill>
                <a:latin typeface="Arial"/>
                <a:cs typeface="Arial"/>
              </a:rPr>
              <a:t> </a:t>
            </a:r>
            <a:r>
              <a:rPr sz="1000" spc="-20" dirty="0">
                <a:solidFill>
                  <a:srgbClr val="231F20"/>
                </a:solidFill>
                <a:latin typeface="Arial"/>
                <a:cs typeface="Arial"/>
              </a:rPr>
              <a:t>Bay</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interactive</a:t>
            </a:r>
            <a:r>
              <a:rPr sz="1000" spc="-5" dirty="0">
                <a:solidFill>
                  <a:srgbClr val="231F20"/>
                </a:solidFill>
                <a:latin typeface="Arial"/>
                <a:cs typeface="Arial"/>
              </a:rPr>
              <a:t> </a:t>
            </a:r>
            <a:r>
              <a:rPr sz="1000" spc="-10" dirty="0">
                <a:solidFill>
                  <a:srgbClr val="231F20"/>
                </a:solidFill>
                <a:latin typeface="Arial"/>
                <a:cs typeface="Arial"/>
              </a:rPr>
              <a:t>pirate </a:t>
            </a:r>
            <a:r>
              <a:rPr sz="1000" dirty="0">
                <a:solidFill>
                  <a:srgbClr val="231F20"/>
                </a:solidFill>
                <a:latin typeface="Arial"/>
                <a:cs typeface="Arial"/>
              </a:rPr>
              <a:t>adventure</a:t>
            </a:r>
            <a:r>
              <a:rPr sz="1000" spc="30" dirty="0">
                <a:solidFill>
                  <a:srgbClr val="231F20"/>
                </a:solidFill>
                <a:latin typeface="Arial"/>
                <a:cs typeface="Arial"/>
              </a:rPr>
              <a:t> </a:t>
            </a:r>
            <a:r>
              <a:rPr sz="1000" dirty="0">
                <a:solidFill>
                  <a:srgbClr val="231F20"/>
                </a:solidFill>
                <a:latin typeface="Arial"/>
                <a:cs typeface="Arial"/>
              </a:rPr>
              <a:t>where</a:t>
            </a:r>
            <a:r>
              <a:rPr sz="1000" spc="35" dirty="0">
                <a:solidFill>
                  <a:srgbClr val="231F20"/>
                </a:solidFill>
                <a:latin typeface="Arial"/>
                <a:cs typeface="Arial"/>
              </a:rPr>
              <a:t> </a:t>
            </a:r>
            <a:r>
              <a:rPr sz="1000" dirty="0">
                <a:solidFill>
                  <a:srgbClr val="231F20"/>
                </a:solidFill>
                <a:latin typeface="Arial"/>
                <a:cs typeface="Arial"/>
              </a:rPr>
              <a:t>they</a:t>
            </a:r>
            <a:r>
              <a:rPr sz="1000" spc="35" dirty="0">
                <a:solidFill>
                  <a:srgbClr val="231F20"/>
                </a:solidFill>
                <a:latin typeface="Arial"/>
                <a:cs typeface="Arial"/>
              </a:rPr>
              <a:t> </a:t>
            </a:r>
            <a:r>
              <a:rPr sz="1000" dirty="0">
                <a:solidFill>
                  <a:srgbClr val="231F20"/>
                </a:solidFill>
                <a:latin typeface="Arial"/>
                <a:cs typeface="Arial"/>
              </a:rPr>
              <a:t>had</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opportunity</a:t>
            </a:r>
            <a:r>
              <a:rPr sz="1000" spc="30"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hunt</a:t>
            </a:r>
            <a:r>
              <a:rPr sz="1000" spc="35"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actual buried </a:t>
            </a:r>
            <a:r>
              <a:rPr sz="1000" spc="-10" dirty="0">
                <a:solidFill>
                  <a:srgbClr val="231F20"/>
                </a:solidFill>
                <a:latin typeface="Arial"/>
                <a:cs typeface="Arial"/>
              </a:rPr>
              <a:t>treasure.</a:t>
            </a:r>
            <a:r>
              <a:rPr sz="1000" dirty="0">
                <a:solidFill>
                  <a:srgbClr val="231F20"/>
                </a:solidFill>
                <a:latin typeface="Arial"/>
                <a:cs typeface="Arial"/>
              </a:rPr>
              <a:t> They</a:t>
            </a:r>
            <a:r>
              <a:rPr sz="1000" spc="5" dirty="0">
                <a:solidFill>
                  <a:srgbClr val="231F20"/>
                </a:solidFill>
                <a:latin typeface="Arial"/>
                <a:cs typeface="Arial"/>
              </a:rPr>
              <a:t> </a:t>
            </a:r>
            <a:r>
              <a:rPr sz="1000" dirty="0">
                <a:solidFill>
                  <a:srgbClr val="231F20"/>
                </a:solidFill>
                <a:latin typeface="Arial"/>
                <a:cs typeface="Arial"/>
              </a:rPr>
              <a:t>kept the spirit</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adventure </a:t>
            </a:r>
            <a:r>
              <a:rPr sz="1000" dirty="0">
                <a:solidFill>
                  <a:srgbClr val="231F20"/>
                </a:solidFill>
                <a:latin typeface="Arial"/>
                <a:cs typeface="Arial"/>
              </a:rPr>
              <a:t>throughout their</a:t>
            </a:r>
            <a:r>
              <a:rPr sz="1000" spc="5" dirty="0">
                <a:solidFill>
                  <a:srgbClr val="231F20"/>
                </a:solidFill>
                <a:latin typeface="Arial"/>
                <a:cs typeface="Arial"/>
              </a:rPr>
              <a:t> </a:t>
            </a:r>
            <a:r>
              <a:rPr sz="1000" dirty="0">
                <a:solidFill>
                  <a:srgbClr val="231F20"/>
                </a:solidFill>
                <a:latin typeface="Arial"/>
                <a:cs typeface="Arial"/>
              </a:rPr>
              <a:t>program 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 health</a:t>
            </a:r>
            <a:r>
              <a:rPr sz="1000" spc="5" dirty="0">
                <a:solidFill>
                  <a:srgbClr val="231F20"/>
                </a:solidFill>
                <a:latin typeface="Arial"/>
                <a:cs typeface="Arial"/>
              </a:rPr>
              <a:t> </a:t>
            </a:r>
            <a:r>
              <a:rPr sz="1000" dirty="0">
                <a:solidFill>
                  <a:srgbClr val="231F20"/>
                </a:solidFill>
                <a:latin typeface="Arial"/>
                <a:cs typeface="Arial"/>
              </a:rPr>
              <a:t>&amp;</a:t>
            </a:r>
            <a:r>
              <a:rPr sz="1000" spc="5" dirty="0">
                <a:solidFill>
                  <a:srgbClr val="231F20"/>
                </a:solidFill>
                <a:latin typeface="Arial"/>
                <a:cs typeface="Arial"/>
              </a:rPr>
              <a:t> </a:t>
            </a:r>
            <a:r>
              <a:rPr sz="1000" spc="-10" dirty="0">
                <a:solidFill>
                  <a:srgbClr val="231F20"/>
                </a:solidFill>
                <a:latin typeface="Arial"/>
                <a:cs typeface="Arial"/>
              </a:rPr>
              <a:t>wellness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Geocaching.</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this</a:t>
            </a:r>
            <a:r>
              <a:rPr sz="1000" spc="1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spc="-20" dirty="0">
                <a:solidFill>
                  <a:srgbClr val="231F20"/>
                </a:solidFill>
                <a:latin typeface="Arial"/>
                <a:cs typeface="Arial"/>
              </a:rPr>
              <a:t>used</a:t>
            </a:r>
            <a:endParaRPr sz="1000">
              <a:latin typeface="Arial"/>
              <a:cs typeface="Arial"/>
            </a:endParaRPr>
          </a:p>
          <a:p>
            <a:pPr marL="12700" marR="148590">
              <a:lnSpc>
                <a:spcPct val="100000"/>
              </a:lnSpc>
            </a:pPr>
            <a:r>
              <a:rPr sz="1000" dirty="0">
                <a:solidFill>
                  <a:srgbClr val="231F20"/>
                </a:solidFill>
                <a:latin typeface="Arial"/>
                <a:cs typeface="Arial"/>
              </a:rPr>
              <a:t>a </a:t>
            </a:r>
            <a:r>
              <a:rPr sz="1000" spc="-70" dirty="0">
                <a:solidFill>
                  <a:srgbClr val="231F20"/>
                </a:solidFill>
                <a:latin typeface="Arial"/>
                <a:cs typeface="Arial"/>
              </a:rPr>
              <a:t>GPS</a:t>
            </a:r>
            <a:r>
              <a:rPr sz="1000" dirty="0">
                <a:solidFill>
                  <a:srgbClr val="231F20"/>
                </a:solidFill>
                <a:latin typeface="Arial"/>
                <a:cs typeface="Arial"/>
              </a:rPr>
              <a:t> and other navigational techniques </a:t>
            </a:r>
            <a:r>
              <a:rPr sz="1000" spc="-10" dirty="0">
                <a:solidFill>
                  <a:srgbClr val="231F20"/>
                </a:solidFill>
                <a:latin typeface="Arial"/>
                <a:cs typeface="Arial"/>
              </a:rPr>
              <a:t>throughout </a:t>
            </a:r>
            <a:r>
              <a:rPr sz="1000" dirty="0">
                <a:solidFill>
                  <a:srgbClr val="231F20"/>
                </a:solidFill>
                <a:latin typeface="Arial"/>
                <a:cs typeface="Arial"/>
              </a:rPr>
              <a:t>Sligo</a:t>
            </a:r>
            <a:r>
              <a:rPr sz="1000" spc="-10" dirty="0">
                <a:solidFill>
                  <a:srgbClr val="231F20"/>
                </a:solidFill>
                <a:latin typeface="Arial"/>
                <a:cs typeface="Arial"/>
              </a:rPr>
              <a:t> </a:t>
            </a:r>
            <a:r>
              <a:rPr sz="1000" dirty="0">
                <a:solidFill>
                  <a:srgbClr val="231F20"/>
                </a:solidFill>
                <a:latin typeface="Arial"/>
                <a:cs typeface="Arial"/>
              </a:rPr>
              <a:t>Creek</a:t>
            </a:r>
            <a:r>
              <a:rPr sz="1000" spc="-10" dirty="0">
                <a:solidFill>
                  <a:srgbClr val="231F20"/>
                </a:solidFill>
                <a:latin typeface="Arial"/>
                <a:cs typeface="Arial"/>
              </a:rPr>
              <a:t> </a:t>
            </a:r>
            <a:r>
              <a:rPr sz="1000" spc="-20"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find</a:t>
            </a:r>
            <a:r>
              <a:rPr sz="1000" spc="-10" dirty="0">
                <a:solidFill>
                  <a:srgbClr val="231F20"/>
                </a:solidFill>
                <a:latin typeface="Arial"/>
                <a:cs typeface="Arial"/>
              </a:rPr>
              <a:t> </a:t>
            </a:r>
            <a:r>
              <a:rPr sz="1000" dirty="0">
                <a:solidFill>
                  <a:srgbClr val="231F20"/>
                </a:solidFill>
                <a:latin typeface="Arial"/>
                <a:cs typeface="Arial"/>
              </a:rPr>
              <a:t>more</a:t>
            </a:r>
            <a:r>
              <a:rPr sz="1000" spc="-10" dirty="0">
                <a:solidFill>
                  <a:srgbClr val="231F20"/>
                </a:solidFill>
                <a:latin typeface="Arial"/>
                <a:cs typeface="Arial"/>
              </a:rPr>
              <a:t> </a:t>
            </a:r>
            <a:r>
              <a:rPr sz="1000" dirty="0">
                <a:solidFill>
                  <a:srgbClr val="231F20"/>
                </a:solidFill>
                <a:latin typeface="Arial"/>
                <a:cs typeface="Arial"/>
              </a:rPr>
              <a:t>hidden</a:t>
            </a:r>
            <a:r>
              <a:rPr sz="1000" spc="-5" dirty="0">
                <a:solidFill>
                  <a:srgbClr val="231F20"/>
                </a:solidFill>
                <a:latin typeface="Arial"/>
                <a:cs typeface="Arial"/>
              </a:rPr>
              <a:t> </a:t>
            </a:r>
            <a:r>
              <a:rPr sz="1000" spc="-10" dirty="0">
                <a:solidFill>
                  <a:srgbClr val="231F20"/>
                </a:solidFill>
                <a:latin typeface="Arial"/>
                <a:cs typeface="Arial"/>
              </a:rPr>
              <a:t>treasures. Taking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the treasure they acquired in</a:t>
            </a:r>
            <a:r>
              <a:rPr sz="1000" spc="-5" dirty="0">
                <a:solidFill>
                  <a:srgbClr val="231F20"/>
                </a:solidFill>
                <a:latin typeface="Arial"/>
                <a:cs typeface="Arial"/>
              </a:rPr>
              <a:t> </a:t>
            </a:r>
            <a:r>
              <a:rPr sz="1000" dirty="0">
                <a:solidFill>
                  <a:srgbClr val="231F20"/>
                </a:solidFill>
                <a:latin typeface="Arial"/>
                <a:cs typeface="Arial"/>
              </a:rPr>
              <a:t>their other </a:t>
            </a:r>
            <a:r>
              <a:rPr sz="1000" spc="-10" dirty="0">
                <a:solidFill>
                  <a:srgbClr val="231F20"/>
                </a:solidFill>
                <a:latin typeface="Arial"/>
                <a:cs typeface="Arial"/>
              </a:rPr>
              <a:t>activities</a:t>
            </a:r>
            <a:r>
              <a:rPr sz="1000" spc="500" dirty="0">
                <a:solidFill>
                  <a:srgbClr val="231F20"/>
                </a:solidFill>
                <a:latin typeface="Arial"/>
                <a:cs typeface="Arial"/>
              </a:rPr>
              <a:t> </a:t>
            </a:r>
            <a:r>
              <a:rPr sz="1000" dirty="0">
                <a:solidFill>
                  <a:srgbClr val="231F20"/>
                </a:solidFill>
                <a:latin typeface="Arial"/>
                <a:cs typeface="Arial"/>
              </a:rPr>
              <a:t>they</a:t>
            </a:r>
            <a:r>
              <a:rPr sz="1000" spc="30" dirty="0">
                <a:solidFill>
                  <a:srgbClr val="231F20"/>
                </a:solidFill>
                <a:latin typeface="Arial"/>
                <a:cs typeface="Arial"/>
              </a:rPr>
              <a:t> </a:t>
            </a:r>
            <a:r>
              <a:rPr sz="1000" dirty="0">
                <a:solidFill>
                  <a:srgbClr val="231F20"/>
                </a:solidFill>
                <a:latin typeface="Arial"/>
                <a:cs typeface="Arial"/>
              </a:rPr>
              <a:t>explored</a:t>
            </a:r>
            <a:r>
              <a:rPr sz="1000" spc="3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economic</a:t>
            </a:r>
            <a:r>
              <a:rPr sz="1000" spc="35" dirty="0">
                <a:solidFill>
                  <a:srgbClr val="231F20"/>
                </a:solidFill>
                <a:latin typeface="Arial"/>
                <a:cs typeface="Arial"/>
              </a:rPr>
              <a:t> </a:t>
            </a:r>
            <a:r>
              <a:rPr sz="1000" dirty="0">
                <a:solidFill>
                  <a:srgbClr val="231F20"/>
                </a:solidFill>
                <a:latin typeface="Arial"/>
                <a:cs typeface="Arial"/>
              </a:rPr>
              <a:t>development</a:t>
            </a:r>
            <a:r>
              <a:rPr sz="1000" spc="35" dirty="0">
                <a:solidFill>
                  <a:srgbClr val="231F20"/>
                </a:solidFill>
                <a:latin typeface="Arial"/>
                <a:cs typeface="Arial"/>
              </a:rPr>
              <a:t> </a:t>
            </a:r>
            <a:r>
              <a:rPr sz="1000" dirty="0">
                <a:solidFill>
                  <a:srgbClr val="231F20"/>
                </a:solidFill>
                <a:latin typeface="Arial"/>
                <a:cs typeface="Arial"/>
              </a:rPr>
              <a:t>thrust</a:t>
            </a:r>
            <a:r>
              <a:rPr sz="1000" spc="3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putting</a:t>
            </a:r>
            <a:r>
              <a:rPr sz="1000" spc="10" dirty="0">
                <a:solidFill>
                  <a:srgbClr val="231F20"/>
                </a:solidFill>
                <a:latin typeface="Arial"/>
                <a:cs typeface="Arial"/>
              </a:rPr>
              <a:t> </a:t>
            </a:r>
            <a:r>
              <a:rPr sz="1000" dirty="0">
                <a:solidFill>
                  <a:srgbClr val="231F20"/>
                </a:solidFill>
                <a:latin typeface="Arial"/>
                <a:cs typeface="Arial"/>
              </a:rPr>
              <a:t>some</a:t>
            </a:r>
            <a:r>
              <a:rPr sz="1000" spc="15" dirty="0">
                <a:solidFill>
                  <a:srgbClr val="231F20"/>
                </a:solidFill>
                <a:latin typeface="Arial"/>
                <a:cs typeface="Arial"/>
              </a:rPr>
              <a:t> </a:t>
            </a:r>
            <a:r>
              <a:rPr sz="1000" spc="-20" dirty="0">
                <a:solidFill>
                  <a:srgbClr val="231F20"/>
                </a:solidFill>
                <a:latin typeface="Arial"/>
                <a:cs typeface="Arial"/>
              </a:rPr>
              <a:t>a-</a:t>
            </a:r>
            <a:r>
              <a:rPr sz="1000" dirty="0">
                <a:solidFill>
                  <a:srgbClr val="231F20"/>
                </a:solidFill>
                <a:latin typeface="Arial"/>
                <a:cs typeface="Arial"/>
              </a:rPr>
              <a:t>side</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selecting</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career, research</a:t>
            </a:r>
            <a:r>
              <a:rPr sz="1000" spc="-5" dirty="0">
                <a:solidFill>
                  <a:srgbClr val="231F20"/>
                </a:solidFill>
                <a:latin typeface="Arial"/>
                <a:cs typeface="Arial"/>
              </a:rPr>
              <a:t> </a:t>
            </a:r>
            <a:r>
              <a:rPr sz="1000" dirty="0">
                <a:solidFill>
                  <a:srgbClr val="231F20"/>
                </a:solidFill>
                <a:latin typeface="Arial"/>
                <a:cs typeface="Arial"/>
              </a:rPr>
              <a:t>compensation</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building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real</a:t>
            </a:r>
            <a:r>
              <a:rPr sz="1000" spc="-5" dirty="0">
                <a:solidFill>
                  <a:srgbClr val="231F20"/>
                </a:solidFill>
                <a:latin typeface="Arial"/>
                <a:cs typeface="Arial"/>
              </a:rPr>
              <a:t> </a:t>
            </a:r>
            <a:r>
              <a:rPr sz="1000" dirty="0">
                <a:solidFill>
                  <a:srgbClr val="231F20"/>
                </a:solidFill>
                <a:latin typeface="Arial"/>
                <a:cs typeface="Arial"/>
              </a:rPr>
              <a:t>budget</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expenses.</a:t>
            </a:r>
            <a:r>
              <a:rPr sz="1000" spc="-5" dirty="0">
                <a:solidFill>
                  <a:srgbClr val="231F20"/>
                </a:solidFill>
                <a:latin typeface="Arial"/>
                <a:cs typeface="Arial"/>
              </a:rPr>
              <a:t> </a:t>
            </a:r>
            <a:r>
              <a:rPr sz="100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programming</a:t>
            </a:r>
            <a:endParaRPr sz="1000">
              <a:latin typeface="Arial"/>
              <a:cs typeface="Arial"/>
            </a:endParaRPr>
          </a:p>
          <a:p>
            <a:pPr marL="12700" marR="196215">
              <a:lnSpc>
                <a:spcPct val="100000"/>
              </a:lnSpc>
            </a:pP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continued</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progress</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navigated</a:t>
            </a:r>
            <a:r>
              <a:rPr sz="1000" spc="15" dirty="0">
                <a:solidFill>
                  <a:srgbClr val="231F20"/>
                </a:solidFill>
                <a:latin typeface="Arial"/>
                <a:cs typeface="Arial"/>
              </a:rPr>
              <a:t> </a:t>
            </a:r>
            <a:r>
              <a:rPr sz="1000" spc="-25" dirty="0">
                <a:solidFill>
                  <a:srgbClr val="231F20"/>
                </a:solidFill>
                <a:latin typeface="Arial"/>
                <a:cs typeface="Arial"/>
              </a:rPr>
              <a:t>the </a:t>
            </a:r>
            <a:r>
              <a:rPr sz="1000" spc="-50" dirty="0">
                <a:solidFill>
                  <a:srgbClr val="231F20"/>
                </a:solidFill>
                <a:latin typeface="Arial"/>
                <a:cs typeface="Arial"/>
              </a:rPr>
              <a:t>STEAM</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thrusts</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Coding</a:t>
            </a:r>
            <a:r>
              <a:rPr sz="1000" spc="10" dirty="0">
                <a:solidFill>
                  <a:srgbClr val="231F20"/>
                </a:solidFill>
                <a:latin typeface="Arial"/>
                <a:cs typeface="Arial"/>
              </a:rPr>
              <a:t> </a:t>
            </a:r>
            <a:r>
              <a:rPr sz="1000" spc="-50" dirty="0">
                <a:solidFill>
                  <a:srgbClr val="231F20"/>
                </a:solidFill>
                <a:latin typeface="Arial"/>
                <a:cs typeface="Arial"/>
              </a:rPr>
              <a:t>101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touring the </a:t>
            </a:r>
            <a:r>
              <a:rPr sz="1000" spc="-10" dirty="0">
                <a:solidFill>
                  <a:srgbClr val="231F20"/>
                </a:solidFill>
                <a:latin typeface="Arial"/>
                <a:cs typeface="Arial"/>
              </a:rPr>
              <a:t>Planet</a:t>
            </a:r>
            <a:r>
              <a:rPr sz="1000" spc="-5" dirty="0">
                <a:solidFill>
                  <a:srgbClr val="231F20"/>
                </a:solidFill>
                <a:latin typeface="Arial"/>
                <a:cs typeface="Arial"/>
              </a:rPr>
              <a:t> </a:t>
            </a:r>
            <a:r>
              <a:rPr sz="1000" spc="-10" dirty="0">
                <a:solidFill>
                  <a:srgbClr val="231F20"/>
                </a:solidFill>
                <a:latin typeface="Arial"/>
                <a:cs typeface="Arial"/>
              </a:rPr>
              <a:t>Word</a:t>
            </a:r>
            <a:r>
              <a:rPr sz="1000" dirty="0">
                <a:solidFill>
                  <a:srgbClr val="231F20"/>
                </a:solidFill>
                <a:latin typeface="Arial"/>
                <a:cs typeface="Arial"/>
              </a:rPr>
              <a:t> </a:t>
            </a:r>
            <a:r>
              <a:rPr sz="1000" spc="-10" dirty="0">
                <a:solidFill>
                  <a:srgbClr val="231F20"/>
                </a:solidFill>
                <a:latin typeface="Arial"/>
                <a:cs typeface="Arial"/>
              </a:rPr>
              <a:t>Museum</a:t>
            </a:r>
            <a:r>
              <a:rPr sz="1000" dirty="0">
                <a:solidFill>
                  <a:srgbClr val="231F20"/>
                </a:solidFill>
                <a:latin typeface="Arial"/>
                <a:cs typeface="Arial"/>
              </a:rPr>
              <a:t> where they</a:t>
            </a:r>
            <a:r>
              <a:rPr sz="1000" spc="-5" dirty="0">
                <a:solidFill>
                  <a:srgbClr val="231F20"/>
                </a:solidFill>
                <a:latin typeface="Arial"/>
                <a:cs typeface="Arial"/>
              </a:rPr>
              <a:t> </a:t>
            </a:r>
            <a:r>
              <a:rPr sz="1000" spc="-20" dirty="0">
                <a:solidFill>
                  <a:srgbClr val="231F20"/>
                </a:solidFill>
                <a:latin typeface="Arial"/>
                <a:cs typeface="Arial"/>
              </a:rPr>
              <a:t>were </a:t>
            </a:r>
            <a:r>
              <a:rPr sz="1000" dirty="0">
                <a:solidFill>
                  <a:srgbClr val="231F20"/>
                </a:solidFill>
                <a:latin typeface="Arial"/>
                <a:cs typeface="Arial"/>
              </a:rPr>
              <a:t>exposed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languages</a:t>
            </a:r>
            <a:r>
              <a:rPr sz="1000" spc="-15"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dirty="0">
                <a:solidFill>
                  <a:srgbClr val="231F20"/>
                </a:solidFill>
                <a:latin typeface="Arial"/>
                <a:cs typeface="Arial"/>
              </a:rPr>
              <a:t>comes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many</a:t>
            </a:r>
            <a:r>
              <a:rPr sz="1000" spc="-15" dirty="0">
                <a:solidFill>
                  <a:srgbClr val="231F20"/>
                </a:solidFill>
                <a:latin typeface="Arial"/>
                <a:cs typeface="Arial"/>
              </a:rPr>
              <a:t> </a:t>
            </a:r>
            <a:r>
              <a:rPr sz="1000" dirty="0">
                <a:solidFill>
                  <a:srgbClr val="231F20"/>
                </a:solidFill>
                <a:latin typeface="Arial"/>
                <a:cs typeface="Arial"/>
              </a:rPr>
              <a:t>forms</a:t>
            </a:r>
            <a:r>
              <a:rPr sz="1000" spc="-15" dirty="0">
                <a:solidFill>
                  <a:srgbClr val="231F20"/>
                </a:solidFill>
                <a:latin typeface="Arial"/>
                <a:cs typeface="Arial"/>
              </a:rPr>
              <a:t> </a:t>
            </a:r>
            <a:r>
              <a:rPr sz="1000" spc="-20" dirty="0">
                <a:solidFill>
                  <a:srgbClr val="231F20"/>
                </a:solidFill>
                <a:latin typeface="Arial"/>
                <a:cs typeface="Arial"/>
              </a:rPr>
              <a:t>such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sign,</a:t>
            </a:r>
            <a:r>
              <a:rPr sz="1000" spc="-10" dirty="0">
                <a:solidFill>
                  <a:srgbClr val="231F20"/>
                </a:solidFill>
                <a:latin typeface="Arial"/>
                <a:cs typeface="Arial"/>
              </a:rPr>
              <a:t> </a:t>
            </a:r>
            <a:r>
              <a:rPr sz="1000" dirty="0">
                <a:solidFill>
                  <a:srgbClr val="231F20"/>
                </a:solidFill>
                <a:latin typeface="Arial"/>
                <a:cs typeface="Arial"/>
              </a:rPr>
              <a:t>spoken</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sung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understand</a:t>
            </a:r>
            <a:r>
              <a:rPr sz="1000" spc="-1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helps</a:t>
            </a:r>
            <a:r>
              <a:rPr sz="1000" spc="-5" dirty="0">
                <a:solidFill>
                  <a:srgbClr val="231F20"/>
                </a:solidFill>
                <a:latin typeface="Arial"/>
                <a:cs typeface="Arial"/>
              </a:rPr>
              <a:t> </a:t>
            </a:r>
            <a:r>
              <a:rPr sz="1000" spc="-10" dirty="0">
                <a:solidFill>
                  <a:srgbClr val="231F20"/>
                </a:solidFill>
                <a:latin typeface="Arial"/>
                <a:cs typeface="Arial"/>
              </a:rPr>
              <a:t>humans</a:t>
            </a:r>
            <a:r>
              <a:rPr sz="1000" spc="-5" dirty="0">
                <a:solidFill>
                  <a:srgbClr val="231F20"/>
                </a:solidFill>
                <a:latin typeface="Arial"/>
                <a:cs typeface="Arial"/>
              </a:rPr>
              <a:t> </a:t>
            </a:r>
            <a:r>
              <a:rPr sz="1000" dirty="0">
                <a:solidFill>
                  <a:srgbClr val="231F20"/>
                </a:solidFill>
                <a:latin typeface="Arial"/>
                <a:cs typeface="Arial"/>
              </a:rPr>
              <a:t>interpret the</a:t>
            </a:r>
            <a:r>
              <a:rPr sz="1000" spc="-5" dirty="0">
                <a:solidFill>
                  <a:srgbClr val="231F20"/>
                </a:solidFill>
                <a:latin typeface="Arial"/>
                <a:cs typeface="Arial"/>
              </a:rPr>
              <a:t> </a:t>
            </a:r>
            <a:r>
              <a:rPr sz="1000" dirty="0">
                <a:solidFill>
                  <a:srgbClr val="231F20"/>
                </a:solidFill>
                <a:latin typeface="Arial"/>
                <a:cs typeface="Arial"/>
              </a:rPr>
              <a:t>worlds around</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As </a:t>
            </a:r>
            <a:r>
              <a:rPr sz="1000" spc="-25" dirty="0">
                <a:solidFill>
                  <a:srgbClr val="231F20"/>
                </a:solidFill>
                <a:latin typeface="Arial"/>
                <a:cs typeface="Arial"/>
              </a:rPr>
              <a:t>the</a:t>
            </a:r>
            <a:endParaRPr sz="1000">
              <a:latin typeface="Arial"/>
              <a:cs typeface="Arial"/>
            </a:endParaRPr>
          </a:p>
          <a:p>
            <a:pPr marL="12700" marR="76835">
              <a:lnSpc>
                <a:spcPct val="100000"/>
              </a:lnSpc>
            </a:pP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approached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spring</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programming</a:t>
            </a:r>
            <a:r>
              <a:rPr sz="1000" spc="20"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 legislative principals</a:t>
            </a:r>
            <a:r>
              <a:rPr sz="1000" spc="-5" dirty="0">
                <a:solidFill>
                  <a:srgbClr val="231F20"/>
                </a:solidFill>
                <a:latin typeface="Arial"/>
                <a:cs typeface="Arial"/>
              </a:rPr>
              <a:t> </a:t>
            </a:r>
            <a:r>
              <a:rPr sz="1000" dirty="0">
                <a:solidFill>
                  <a:srgbClr val="231F20"/>
                </a:solidFill>
                <a:latin typeface="Arial"/>
                <a:cs typeface="Arial"/>
              </a:rPr>
              <a:t>with a Mock</a:t>
            </a:r>
            <a:r>
              <a:rPr sz="1000" spc="-5" dirty="0">
                <a:solidFill>
                  <a:srgbClr val="231F20"/>
                </a:solidFill>
                <a:latin typeface="Arial"/>
                <a:cs typeface="Arial"/>
              </a:rPr>
              <a:t> </a:t>
            </a:r>
            <a:r>
              <a:rPr sz="1000" spc="-25" dirty="0">
                <a:solidFill>
                  <a:srgbClr val="231F20"/>
                </a:solidFill>
                <a:latin typeface="Arial"/>
                <a:cs typeface="Arial"/>
              </a:rPr>
              <a:t>Trial</a:t>
            </a:r>
            <a:r>
              <a:rPr sz="100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“Goldilocks</a:t>
            </a:r>
            <a:r>
              <a:rPr sz="1000" spc="-15" dirty="0">
                <a:solidFill>
                  <a:srgbClr val="231F20"/>
                </a:solidFill>
                <a:latin typeface="Arial"/>
                <a:cs typeface="Arial"/>
              </a:rPr>
              <a:t> </a:t>
            </a:r>
            <a:r>
              <a:rPr sz="1000" dirty="0">
                <a:solidFill>
                  <a:srgbClr val="231F20"/>
                </a:solidFill>
                <a:latin typeface="Arial"/>
                <a:cs typeface="Arial"/>
              </a:rPr>
              <a:t>vs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Three</a:t>
            </a:r>
            <a:r>
              <a:rPr sz="1000" spc="-10" dirty="0">
                <a:solidFill>
                  <a:srgbClr val="231F20"/>
                </a:solidFill>
                <a:latin typeface="Arial"/>
                <a:cs typeface="Arial"/>
              </a:rPr>
              <a:t> </a:t>
            </a:r>
            <a:r>
              <a:rPr sz="1000" dirty="0">
                <a:solidFill>
                  <a:srgbClr val="231F20"/>
                </a:solidFill>
                <a:latin typeface="Arial"/>
                <a:cs typeface="Arial"/>
              </a:rPr>
              <a:t>Bears”</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retelling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story</a:t>
            </a:r>
            <a:r>
              <a:rPr sz="1000" spc="500" dirty="0">
                <a:solidFill>
                  <a:srgbClr val="231F20"/>
                </a:solidFill>
                <a:latin typeface="Arial"/>
                <a:cs typeface="Arial"/>
              </a:rPr>
              <a:t> </a:t>
            </a:r>
            <a:r>
              <a:rPr sz="1000" dirty="0">
                <a:solidFill>
                  <a:srgbClr val="231F20"/>
                </a:solidFill>
                <a:latin typeface="Arial"/>
                <a:cs typeface="Arial"/>
              </a:rPr>
              <a:t>with </a:t>
            </a:r>
            <a:r>
              <a:rPr sz="1000" spc="-10" dirty="0">
                <a:solidFill>
                  <a:srgbClr val="231F20"/>
                </a:solidFill>
                <a:latin typeface="Arial"/>
                <a:cs typeface="Arial"/>
              </a:rPr>
              <a:t>African-</a:t>
            </a:r>
            <a:r>
              <a:rPr sz="1000" dirty="0">
                <a:solidFill>
                  <a:srgbClr val="231F20"/>
                </a:solidFill>
                <a:latin typeface="Arial"/>
                <a:cs typeface="Arial"/>
              </a:rPr>
              <a:t>America</a:t>
            </a:r>
            <a:r>
              <a:rPr sz="1000" spc="5" dirty="0">
                <a:solidFill>
                  <a:srgbClr val="231F20"/>
                </a:solidFill>
                <a:latin typeface="Arial"/>
                <a:cs typeface="Arial"/>
              </a:rPr>
              <a:t> </a:t>
            </a:r>
            <a:r>
              <a:rPr sz="1000" dirty="0">
                <a:solidFill>
                  <a:srgbClr val="231F20"/>
                </a:solidFill>
                <a:latin typeface="Arial"/>
                <a:cs typeface="Arial"/>
              </a:rPr>
              <a:t>characters</a:t>
            </a:r>
            <a:r>
              <a:rPr sz="1000" spc="5" dirty="0">
                <a:solidFill>
                  <a:srgbClr val="231F20"/>
                </a:solidFill>
                <a:latin typeface="Arial"/>
                <a:cs typeface="Arial"/>
              </a:rPr>
              <a:t> </a:t>
            </a:r>
            <a:r>
              <a:rPr sz="1000" dirty="0">
                <a:solidFill>
                  <a:srgbClr val="231F20"/>
                </a:solidFill>
                <a:latin typeface="Arial"/>
                <a:cs typeface="Arial"/>
              </a:rPr>
              <a:t>and it</a:t>
            </a:r>
            <a:r>
              <a:rPr sz="1000" spc="5" dirty="0">
                <a:solidFill>
                  <a:srgbClr val="231F20"/>
                </a:solidFill>
                <a:latin typeface="Arial"/>
                <a:cs typeface="Arial"/>
              </a:rPr>
              <a:t> </a:t>
            </a:r>
            <a:r>
              <a:rPr sz="1000" dirty="0">
                <a:solidFill>
                  <a:srgbClr val="231F20"/>
                </a:solidFill>
                <a:latin typeface="Arial"/>
                <a:cs typeface="Arial"/>
              </a:rPr>
              <a:t>played</a:t>
            </a:r>
            <a:r>
              <a:rPr sz="1000" spc="5" dirty="0">
                <a:solidFill>
                  <a:srgbClr val="231F20"/>
                </a:solidFill>
                <a:latin typeface="Arial"/>
                <a:cs typeface="Arial"/>
              </a:rPr>
              <a:t> </a:t>
            </a:r>
            <a:r>
              <a:rPr sz="1000" dirty="0">
                <a:solidFill>
                  <a:srgbClr val="231F20"/>
                </a:solidFill>
                <a:latin typeface="Arial"/>
                <a:cs typeface="Arial"/>
              </a:rPr>
              <a:t>out in</a:t>
            </a:r>
            <a:r>
              <a:rPr sz="1000" spc="5" dirty="0">
                <a:solidFill>
                  <a:srgbClr val="231F20"/>
                </a:solidFill>
                <a:latin typeface="Arial"/>
                <a:cs typeface="Arial"/>
              </a:rPr>
              <a:t> </a:t>
            </a:r>
            <a:r>
              <a:rPr sz="1000" spc="-50" dirty="0">
                <a:solidFill>
                  <a:srgbClr val="231F20"/>
                </a:solidFill>
                <a:latin typeface="Arial"/>
                <a:cs typeface="Arial"/>
              </a:rPr>
              <a:t>a</a:t>
            </a:r>
            <a:r>
              <a:rPr sz="1000" spc="500" dirty="0">
                <a:solidFill>
                  <a:srgbClr val="231F20"/>
                </a:solidFill>
                <a:latin typeface="Arial"/>
                <a:cs typeface="Arial"/>
              </a:rPr>
              <a:t> </a:t>
            </a:r>
            <a:r>
              <a:rPr sz="1000" dirty="0">
                <a:solidFill>
                  <a:srgbClr val="231F20"/>
                </a:solidFill>
                <a:latin typeface="Arial"/>
                <a:cs typeface="Arial"/>
              </a:rPr>
              <a:t>real</a:t>
            </a:r>
            <a:r>
              <a:rPr sz="1000" spc="-10" dirty="0">
                <a:solidFill>
                  <a:srgbClr val="231F20"/>
                </a:solidFill>
                <a:latin typeface="Arial"/>
                <a:cs typeface="Arial"/>
              </a:rPr>
              <a:t> </a:t>
            </a:r>
            <a:r>
              <a:rPr sz="1000" dirty="0">
                <a:solidFill>
                  <a:srgbClr val="231F20"/>
                </a:solidFill>
                <a:latin typeface="Arial"/>
                <a:cs typeface="Arial"/>
              </a:rPr>
              <a:t>courtroom.</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found</a:t>
            </a:r>
            <a:r>
              <a:rPr sz="1000" spc="-10" dirty="0">
                <a:solidFill>
                  <a:srgbClr val="231F20"/>
                </a:solidFill>
                <a:latin typeface="Arial"/>
                <a:cs typeface="Arial"/>
              </a:rPr>
              <a:t> </a:t>
            </a:r>
            <a:r>
              <a:rPr sz="1000" dirty="0">
                <a:solidFill>
                  <a:srgbClr val="231F20"/>
                </a:solidFill>
                <a:latin typeface="Arial"/>
                <a:cs typeface="Arial"/>
              </a:rPr>
              <a:t>Leola</a:t>
            </a:r>
            <a:r>
              <a:rPr sz="1000" spc="-5" dirty="0">
                <a:solidFill>
                  <a:srgbClr val="231F20"/>
                </a:solidFill>
                <a:latin typeface="Arial"/>
                <a:cs typeface="Arial"/>
              </a:rPr>
              <a:t> </a:t>
            </a:r>
            <a:r>
              <a:rPr sz="1000" spc="-10" dirty="0">
                <a:solidFill>
                  <a:srgbClr val="231F20"/>
                </a:solidFill>
                <a:latin typeface="Arial"/>
                <a:cs typeface="Arial"/>
              </a:rPr>
              <a:t>(Goldilocks)</a:t>
            </a:r>
            <a:endParaRPr sz="1000">
              <a:latin typeface="Arial"/>
              <a:cs typeface="Arial"/>
            </a:endParaRPr>
          </a:p>
        </p:txBody>
      </p:sp>
      <p:sp>
        <p:nvSpPr>
          <p:cNvPr id="5" name="object 5"/>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5</a:t>
            </a:r>
            <a:endParaRPr spc="-25" dirty="0"/>
          </a:p>
        </p:txBody>
      </p:sp>
      <p:sp>
        <p:nvSpPr>
          <p:cNvPr id="4" name="object 4"/>
          <p:cNvSpPr txBox="1"/>
          <p:nvPr/>
        </p:nvSpPr>
        <p:spPr>
          <a:xfrm>
            <a:off x="4016375" y="1954021"/>
            <a:ext cx="3270885" cy="7150100"/>
          </a:xfrm>
          <a:prstGeom prst="rect">
            <a:avLst/>
          </a:prstGeom>
        </p:spPr>
        <p:txBody>
          <a:bodyPr vert="horz" wrap="square" lIns="0" tIns="12700" rIns="0" bIns="0" rtlCol="0">
            <a:spAutoFit/>
          </a:bodyPr>
          <a:lstStyle/>
          <a:p>
            <a:pPr marL="12700" marR="101600">
              <a:lnSpc>
                <a:spcPct val="100000"/>
              </a:lnSpc>
              <a:spcBef>
                <a:spcPts val="100"/>
              </a:spcBef>
            </a:pPr>
            <a:r>
              <a:rPr sz="1000" dirty="0">
                <a:solidFill>
                  <a:srgbClr val="231F20"/>
                </a:solidFill>
                <a:latin typeface="Arial"/>
                <a:cs typeface="Arial"/>
              </a:rPr>
              <a:t>guilty</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her</a:t>
            </a:r>
            <a:r>
              <a:rPr sz="1000" spc="-10" dirty="0">
                <a:solidFill>
                  <a:srgbClr val="231F20"/>
                </a:solidFill>
                <a:latin typeface="Arial"/>
                <a:cs typeface="Arial"/>
              </a:rPr>
              <a:t> crime.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thrust</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cultural/racial</a:t>
            </a:r>
            <a:r>
              <a:rPr sz="1000" spc="-10" dirty="0">
                <a:solidFill>
                  <a:srgbClr val="231F20"/>
                </a:solidFill>
                <a:latin typeface="Arial"/>
                <a:cs typeface="Arial"/>
              </a:rPr>
              <a:t> identity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navigated</a:t>
            </a:r>
            <a:r>
              <a:rPr sz="1000" spc="15" dirty="0">
                <a:solidFill>
                  <a:srgbClr val="231F20"/>
                </a:solidFill>
                <a:latin typeface="Arial"/>
                <a:cs typeface="Arial"/>
              </a:rPr>
              <a:t>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activities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Heritage</a:t>
            </a:r>
            <a:r>
              <a:rPr sz="1000" spc="500" dirty="0">
                <a:solidFill>
                  <a:srgbClr val="231F20"/>
                </a:solidFill>
                <a:latin typeface="Arial"/>
                <a:cs typeface="Arial"/>
              </a:rPr>
              <a:t> </a:t>
            </a:r>
            <a:r>
              <a:rPr sz="1000" dirty="0">
                <a:solidFill>
                  <a:srgbClr val="231F20"/>
                </a:solidFill>
                <a:latin typeface="Arial"/>
                <a:cs typeface="Arial"/>
              </a:rPr>
              <a:t>tour</a:t>
            </a:r>
            <a:r>
              <a:rPr sz="1000" spc="-2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U</a:t>
            </a:r>
            <a:r>
              <a:rPr sz="1000" spc="-20" dirty="0">
                <a:solidFill>
                  <a:srgbClr val="231F20"/>
                </a:solidFill>
                <a:latin typeface="Arial"/>
                <a:cs typeface="Arial"/>
              </a:rPr>
              <a:t> </a:t>
            </a:r>
            <a:r>
              <a:rPr sz="1000" dirty="0">
                <a:solidFill>
                  <a:srgbClr val="231F20"/>
                </a:solidFill>
                <a:latin typeface="Arial"/>
                <a:cs typeface="Arial"/>
              </a:rPr>
              <a:t>Street</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Washington,</a:t>
            </a:r>
            <a:r>
              <a:rPr sz="1000" spc="-20" dirty="0">
                <a:solidFill>
                  <a:srgbClr val="231F20"/>
                </a:solidFill>
                <a:latin typeface="Arial"/>
                <a:cs typeface="Arial"/>
              </a:rPr>
              <a:t> </a:t>
            </a:r>
            <a:r>
              <a:rPr sz="1000" spc="-35" dirty="0">
                <a:solidFill>
                  <a:srgbClr val="231F20"/>
                </a:solidFill>
                <a:latin typeface="Arial"/>
                <a:cs typeface="Arial"/>
              </a:rPr>
              <a:t>DC,</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Black</a:t>
            </a:r>
            <a:r>
              <a:rPr sz="1000" spc="-20" dirty="0">
                <a:solidFill>
                  <a:srgbClr val="231F20"/>
                </a:solidFill>
                <a:latin typeface="Arial"/>
                <a:cs typeface="Arial"/>
              </a:rPr>
              <a:t> </a:t>
            </a:r>
            <a:r>
              <a:rPr sz="1000" spc="-10" dirty="0">
                <a:solidFill>
                  <a:srgbClr val="231F20"/>
                </a:solidFill>
                <a:latin typeface="Arial"/>
                <a:cs typeface="Arial"/>
              </a:rPr>
              <a:t>People </a:t>
            </a:r>
            <a:r>
              <a:rPr sz="1000" spc="-25" dirty="0">
                <a:solidFill>
                  <a:srgbClr val="231F20"/>
                </a:solidFill>
                <a:latin typeface="Arial"/>
                <a:cs typeface="Arial"/>
              </a:rPr>
              <a:t>Swim.</a:t>
            </a:r>
            <a:r>
              <a:rPr sz="1000" spc="-10" dirty="0">
                <a:solidFill>
                  <a:srgbClr val="231F20"/>
                </a:solidFill>
                <a:latin typeface="Arial"/>
                <a:cs typeface="Arial"/>
              </a:rPr>
              <a:t> </a:t>
            </a:r>
            <a:r>
              <a:rPr sz="1000" dirty="0">
                <a:solidFill>
                  <a:srgbClr val="231F20"/>
                </a:solidFill>
                <a:latin typeface="Arial"/>
                <a:cs typeface="Arial"/>
              </a:rPr>
              <a:t>These</a:t>
            </a:r>
            <a:r>
              <a:rPr sz="1000" spc="-5" dirty="0">
                <a:solidFill>
                  <a:srgbClr val="231F20"/>
                </a:solidFill>
                <a:latin typeface="Arial"/>
                <a:cs typeface="Arial"/>
              </a:rPr>
              <a:t> </a:t>
            </a:r>
            <a:r>
              <a:rPr sz="1000" dirty="0">
                <a:solidFill>
                  <a:srgbClr val="231F20"/>
                </a:solidFill>
                <a:latin typeface="Arial"/>
                <a:cs typeface="Arial"/>
              </a:rPr>
              <a:t>historical</a:t>
            </a:r>
            <a:r>
              <a:rPr sz="1000" spc="-5" dirty="0">
                <a:solidFill>
                  <a:srgbClr val="231F20"/>
                </a:solidFill>
                <a:latin typeface="Arial"/>
                <a:cs typeface="Arial"/>
              </a:rPr>
              <a:t> </a:t>
            </a:r>
            <a:r>
              <a:rPr sz="1000" dirty="0">
                <a:solidFill>
                  <a:srgbClr val="231F20"/>
                </a:solidFill>
                <a:latin typeface="Arial"/>
                <a:cs typeface="Arial"/>
              </a:rPr>
              <a:t>adventures</a:t>
            </a:r>
            <a:r>
              <a:rPr sz="1000" spc="-5" dirty="0">
                <a:solidFill>
                  <a:srgbClr val="231F20"/>
                </a:solidFill>
                <a:latin typeface="Arial"/>
                <a:cs typeface="Arial"/>
              </a:rPr>
              <a:t> </a:t>
            </a:r>
            <a:r>
              <a:rPr sz="1000" dirty="0">
                <a:solidFill>
                  <a:srgbClr val="231F20"/>
                </a:solidFill>
                <a:latin typeface="Arial"/>
                <a:cs typeface="Arial"/>
              </a:rPr>
              <a:t>explored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History</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U</a:t>
            </a:r>
            <a:r>
              <a:rPr sz="1000" spc="-20" dirty="0">
                <a:solidFill>
                  <a:srgbClr val="231F20"/>
                </a:solidFill>
                <a:latin typeface="Arial"/>
                <a:cs typeface="Arial"/>
              </a:rPr>
              <a:t> </a:t>
            </a:r>
            <a:r>
              <a:rPr sz="1000" dirty="0">
                <a:solidFill>
                  <a:srgbClr val="231F20"/>
                </a:solidFill>
                <a:latin typeface="Arial"/>
                <a:cs typeface="Arial"/>
              </a:rPr>
              <a:t>Street,</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cultural</a:t>
            </a:r>
            <a:r>
              <a:rPr sz="1000" spc="-15" dirty="0">
                <a:solidFill>
                  <a:srgbClr val="231F20"/>
                </a:solidFill>
                <a:latin typeface="Arial"/>
                <a:cs typeface="Arial"/>
              </a:rPr>
              <a:t> </a:t>
            </a:r>
            <a:r>
              <a:rPr sz="1000" spc="-10" dirty="0">
                <a:solidFill>
                  <a:srgbClr val="231F20"/>
                </a:solidFill>
                <a:latin typeface="Arial"/>
                <a:cs typeface="Arial"/>
              </a:rPr>
              <a:t>influences</a:t>
            </a:r>
            <a:endParaRPr sz="1000">
              <a:latin typeface="Arial"/>
              <a:cs typeface="Arial"/>
            </a:endParaRPr>
          </a:p>
          <a:p>
            <a:pPr marL="12700" marR="13335">
              <a:lnSpc>
                <a:spcPct val="100000"/>
              </a:lnSpc>
            </a:pP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neighborhood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dirty="0">
                <a:solidFill>
                  <a:srgbClr val="231F20"/>
                </a:solidFill>
                <a:latin typeface="Arial"/>
                <a:cs typeface="Arial"/>
              </a:rPr>
              <a:t>People</a:t>
            </a:r>
            <a:r>
              <a:rPr sz="1000" spc="15" dirty="0">
                <a:solidFill>
                  <a:srgbClr val="231F20"/>
                </a:solidFill>
                <a:latin typeface="Arial"/>
                <a:cs typeface="Arial"/>
              </a:rPr>
              <a:t> </a:t>
            </a:r>
            <a:r>
              <a:rPr sz="1000" spc="-20" dirty="0">
                <a:solidFill>
                  <a:srgbClr val="231F20"/>
                </a:solidFill>
                <a:latin typeface="Arial"/>
                <a:cs typeface="Arial"/>
              </a:rPr>
              <a:t>Swim</a:t>
            </a:r>
            <a:r>
              <a:rPr sz="1000" spc="15" dirty="0">
                <a:solidFill>
                  <a:srgbClr val="231F20"/>
                </a:solidFill>
                <a:latin typeface="Arial"/>
                <a:cs typeface="Arial"/>
              </a:rPr>
              <a:t> </a:t>
            </a:r>
            <a:r>
              <a:rPr sz="1000" dirty="0">
                <a:solidFill>
                  <a:srgbClr val="231F20"/>
                </a:solidFill>
                <a:latin typeface="Arial"/>
                <a:cs typeface="Arial"/>
              </a:rPr>
              <a:t>exposed</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swimming</a:t>
            </a:r>
            <a:r>
              <a:rPr sz="1000" spc="15" dirty="0">
                <a:solidFill>
                  <a:srgbClr val="231F20"/>
                </a:solidFill>
                <a:latin typeface="Arial"/>
                <a:cs typeface="Arial"/>
              </a:rPr>
              <a:t> </a:t>
            </a:r>
            <a:r>
              <a:rPr sz="1000" dirty="0">
                <a:solidFill>
                  <a:srgbClr val="231F20"/>
                </a:solidFill>
                <a:latin typeface="Arial"/>
                <a:cs typeface="Arial"/>
              </a:rPr>
              <a:t>techniques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applied</a:t>
            </a:r>
            <a:r>
              <a:rPr sz="1000" spc="15" dirty="0">
                <a:solidFill>
                  <a:srgbClr val="231F20"/>
                </a:solidFill>
                <a:latin typeface="Arial"/>
                <a:cs typeface="Arial"/>
              </a:rPr>
              <a:t> </a:t>
            </a:r>
            <a:r>
              <a:rPr sz="1000" spc="-10" dirty="0">
                <a:solidFill>
                  <a:srgbClr val="231F20"/>
                </a:solidFill>
                <a:latin typeface="Arial"/>
                <a:cs typeface="Arial"/>
              </a:rPr>
              <a:t>important </a:t>
            </a:r>
            <a:r>
              <a:rPr sz="1000" dirty="0">
                <a:solidFill>
                  <a:srgbClr val="231F20"/>
                </a:solidFill>
                <a:latin typeface="Arial"/>
                <a:cs typeface="Arial"/>
              </a:rPr>
              <a:t>safety</a:t>
            </a:r>
            <a:r>
              <a:rPr sz="1000" spc="-10" dirty="0">
                <a:solidFill>
                  <a:srgbClr val="231F20"/>
                </a:solidFill>
                <a:latin typeface="Arial"/>
                <a:cs typeface="Arial"/>
              </a:rPr>
              <a:t> </a:t>
            </a:r>
            <a:r>
              <a:rPr sz="100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10" dirty="0">
                <a:solidFill>
                  <a:srgbClr val="231F20"/>
                </a:solidFill>
                <a:latin typeface="Arial"/>
                <a:cs typeface="Arial"/>
              </a:rPr>
              <a:t>swimming.</a:t>
            </a:r>
            <a:endParaRPr sz="1000">
              <a:latin typeface="Arial"/>
              <a:cs typeface="Arial"/>
            </a:endParaRPr>
          </a:p>
          <a:p>
            <a:pPr marL="12700" marR="415290" algn="just">
              <a:lnSpc>
                <a:spcPct val="100000"/>
              </a:lnSpc>
              <a:spcBef>
                <a:spcPts val="900"/>
              </a:spcBef>
            </a:pP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spc="-10" dirty="0">
                <a:solidFill>
                  <a:srgbClr val="231F20"/>
                </a:solidFill>
                <a:latin typeface="Arial"/>
                <a:cs typeface="Arial"/>
              </a:rPr>
              <a:t>2021–2022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thrusts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40" dirty="0">
                <a:solidFill>
                  <a:srgbClr val="231F20"/>
                </a:solidFill>
                <a:latin typeface="Arial"/>
                <a:cs typeface="Arial"/>
              </a:rPr>
              <a:t>STEAM,</a:t>
            </a:r>
            <a:r>
              <a:rPr sz="1000" spc="-10" dirty="0">
                <a:solidFill>
                  <a:srgbClr val="231F20"/>
                </a:solidFill>
                <a:latin typeface="Arial"/>
                <a:cs typeface="Arial"/>
              </a:rPr>
              <a:t> Health </a:t>
            </a:r>
            <a:r>
              <a:rPr sz="1000" dirty="0">
                <a:solidFill>
                  <a:srgbClr val="231F20"/>
                </a:solidFill>
                <a:latin typeface="Arial"/>
                <a:cs typeface="Arial"/>
              </a:rPr>
              <a:t>&amp;</a:t>
            </a:r>
            <a:r>
              <a:rPr sz="1000" spc="-40" dirty="0">
                <a:solidFill>
                  <a:srgbClr val="231F20"/>
                </a:solidFill>
                <a:latin typeface="Arial"/>
                <a:cs typeface="Arial"/>
              </a:rPr>
              <a:t> </a:t>
            </a:r>
            <a:r>
              <a:rPr sz="1000" spc="-20" dirty="0">
                <a:solidFill>
                  <a:srgbClr val="231F20"/>
                </a:solidFill>
                <a:latin typeface="Arial"/>
                <a:cs typeface="Arial"/>
              </a:rPr>
              <a:t>Wellness,</a:t>
            </a:r>
            <a:r>
              <a:rPr sz="1000" spc="-35" dirty="0">
                <a:solidFill>
                  <a:srgbClr val="231F20"/>
                </a:solidFill>
                <a:latin typeface="Arial"/>
                <a:cs typeface="Arial"/>
              </a:rPr>
              <a:t> </a:t>
            </a:r>
            <a:r>
              <a:rPr sz="1000" spc="-10" dirty="0">
                <a:solidFill>
                  <a:srgbClr val="231F20"/>
                </a:solidFill>
                <a:latin typeface="Arial"/>
                <a:cs typeface="Arial"/>
              </a:rPr>
              <a:t>Social,</a:t>
            </a:r>
            <a:r>
              <a:rPr sz="1000" spc="-40" dirty="0">
                <a:solidFill>
                  <a:srgbClr val="231F20"/>
                </a:solidFill>
                <a:latin typeface="Arial"/>
                <a:cs typeface="Arial"/>
              </a:rPr>
              <a:t> </a:t>
            </a:r>
            <a:r>
              <a:rPr sz="1000" spc="-10" dirty="0">
                <a:solidFill>
                  <a:srgbClr val="231F20"/>
                </a:solidFill>
                <a:latin typeface="Arial"/>
                <a:cs typeface="Arial"/>
              </a:rPr>
              <a:t>Recreational,</a:t>
            </a:r>
            <a:r>
              <a:rPr sz="1000" spc="-35" dirty="0">
                <a:solidFill>
                  <a:srgbClr val="231F20"/>
                </a:solidFill>
                <a:latin typeface="Arial"/>
                <a:cs typeface="Arial"/>
              </a:rPr>
              <a:t> </a:t>
            </a:r>
            <a:r>
              <a:rPr sz="1000" spc="-10" dirty="0">
                <a:solidFill>
                  <a:srgbClr val="231F20"/>
                </a:solidFill>
                <a:latin typeface="Arial"/>
                <a:cs typeface="Arial"/>
              </a:rPr>
              <a:t>Cultural/Racial</a:t>
            </a:r>
            <a:endParaRPr sz="1000">
              <a:latin typeface="Arial"/>
              <a:cs typeface="Arial"/>
            </a:endParaRPr>
          </a:p>
          <a:p>
            <a:pPr marL="12700" marR="57150">
              <a:lnSpc>
                <a:spcPct val="100000"/>
              </a:lnSpc>
            </a:pPr>
            <a:r>
              <a:rPr sz="1000" dirty="0">
                <a:solidFill>
                  <a:srgbClr val="231F20"/>
                </a:solidFill>
                <a:latin typeface="Arial"/>
                <a:cs typeface="Arial"/>
              </a:rPr>
              <a:t>Identity,</a:t>
            </a:r>
            <a:r>
              <a:rPr sz="1000" spc="-25" dirty="0">
                <a:solidFill>
                  <a:srgbClr val="231F20"/>
                </a:solidFill>
                <a:latin typeface="Arial"/>
                <a:cs typeface="Arial"/>
              </a:rPr>
              <a:t> </a:t>
            </a:r>
            <a:r>
              <a:rPr sz="1000" spc="-10" dirty="0">
                <a:solidFill>
                  <a:srgbClr val="231F20"/>
                </a:solidFill>
                <a:latin typeface="Arial"/>
                <a:cs typeface="Arial"/>
              </a:rPr>
              <a:t>Civic,</a:t>
            </a:r>
            <a:r>
              <a:rPr sz="1000" spc="-20" dirty="0">
                <a:solidFill>
                  <a:srgbClr val="231F20"/>
                </a:solidFill>
                <a:latin typeface="Arial"/>
                <a:cs typeface="Arial"/>
              </a:rPr>
              <a:t> </a:t>
            </a:r>
            <a:r>
              <a:rPr sz="1000" dirty="0">
                <a:solidFill>
                  <a:srgbClr val="231F20"/>
                </a:solidFill>
                <a:latin typeface="Arial"/>
                <a:cs typeface="Arial"/>
              </a:rPr>
              <a:t>Legislative</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Economic</a:t>
            </a:r>
            <a:r>
              <a:rPr sz="1000" spc="-20" dirty="0">
                <a:solidFill>
                  <a:srgbClr val="231F20"/>
                </a:solidFill>
                <a:latin typeface="Arial"/>
                <a:cs typeface="Arial"/>
              </a:rPr>
              <a:t> </a:t>
            </a:r>
            <a:r>
              <a:rPr sz="1000" spc="-10" dirty="0">
                <a:solidFill>
                  <a:srgbClr val="231F20"/>
                </a:solidFill>
                <a:latin typeface="Arial"/>
                <a:cs typeface="Arial"/>
              </a:rPr>
              <a:t>Development </a:t>
            </a:r>
            <a:r>
              <a:rPr sz="1000" dirty="0">
                <a:solidFill>
                  <a:srgbClr val="231F20"/>
                </a:solidFill>
                <a:latin typeface="Arial"/>
                <a:cs typeface="Arial"/>
              </a:rPr>
              <a:t>represented.</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began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spc="-10" dirty="0">
                <a:solidFill>
                  <a:srgbClr val="231F20"/>
                </a:solidFill>
                <a:latin typeface="Arial"/>
                <a:cs typeface="Arial"/>
              </a:rPr>
              <a:t>exploring </a:t>
            </a:r>
            <a:r>
              <a:rPr sz="1000" dirty="0">
                <a:solidFill>
                  <a:srgbClr val="231F20"/>
                </a:solidFill>
                <a:latin typeface="Arial"/>
                <a:cs typeface="Arial"/>
              </a:rPr>
              <a:t>Sligo</a:t>
            </a:r>
            <a:r>
              <a:rPr sz="1000" spc="-40" dirty="0">
                <a:solidFill>
                  <a:srgbClr val="231F20"/>
                </a:solidFill>
                <a:latin typeface="Arial"/>
                <a:cs typeface="Arial"/>
              </a:rPr>
              <a:t> </a:t>
            </a:r>
            <a:r>
              <a:rPr sz="1000" dirty="0">
                <a:solidFill>
                  <a:srgbClr val="231F20"/>
                </a:solidFill>
                <a:latin typeface="Arial"/>
                <a:cs typeface="Arial"/>
              </a:rPr>
              <a:t>Creek</a:t>
            </a:r>
            <a:r>
              <a:rPr sz="1000" spc="-25" dirty="0">
                <a:solidFill>
                  <a:srgbClr val="231F20"/>
                </a:solidFill>
                <a:latin typeface="Arial"/>
                <a:cs typeface="Arial"/>
              </a:rPr>
              <a:t> </a:t>
            </a:r>
            <a:r>
              <a:rPr sz="1000" spc="-20" dirty="0">
                <a:solidFill>
                  <a:srgbClr val="231F20"/>
                </a:solidFill>
                <a:latin typeface="Arial"/>
                <a:cs typeface="Arial"/>
              </a:rPr>
              <a:t>Park</a:t>
            </a:r>
            <a:r>
              <a:rPr sz="1000" spc="-30"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Geocaching.</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50" dirty="0">
                <a:solidFill>
                  <a:srgbClr val="231F20"/>
                </a:solidFill>
                <a:latin typeface="Arial"/>
                <a:cs typeface="Arial"/>
              </a:rPr>
              <a:t>STEAM</a:t>
            </a:r>
            <a:r>
              <a:rPr sz="1000" spc="-20" dirty="0">
                <a:solidFill>
                  <a:srgbClr val="231F20"/>
                </a:solidFill>
                <a:latin typeface="Arial"/>
                <a:cs typeface="Arial"/>
              </a:rPr>
              <a:t> </a:t>
            </a:r>
            <a:r>
              <a:rPr sz="1000" spc="-10" dirty="0">
                <a:solidFill>
                  <a:srgbClr val="231F20"/>
                </a:solidFill>
                <a:latin typeface="Arial"/>
                <a:cs typeface="Arial"/>
              </a:rPr>
              <a:t>techniques </a:t>
            </a:r>
            <a:r>
              <a:rPr sz="1000" dirty="0">
                <a:solidFill>
                  <a:srgbClr val="231F20"/>
                </a:solidFill>
                <a:latin typeface="Arial"/>
                <a:cs typeface="Arial"/>
              </a:rPr>
              <a:t>they used</a:t>
            </a:r>
            <a:r>
              <a:rPr sz="1000" spc="5" dirty="0">
                <a:solidFill>
                  <a:srgbClr val="231F20"/>
                </a:solidFill>
                <a:latin typeface="Arial"/>
                <a:cs typeface="Arial"/>
              </a:rPr>
              <a:t> </a:t>
            </a:r>
            <a:r>
              <a:rPr sz="1000" dirty="0">
                <a:solidFill>
                  <a:srgbClr val="231F20"/>
                </a:solidFill>
                <a:latin typeface="Arial"/>
                <a:cs typeface="Arial"/>
              </a:rPr>
              <a:t>allowed</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socialize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actively</a:t>
            </a:r>
            <a:r>
              <a:rPr sz="1000" spc="5" dirty="0">
                <a:solidFill>
                  <a:srgbClr val="231F20"/>
                </a:solidFill>
                <a:latin typeface="Arial"/>
                <a:cs typeface="Arial"/>
              </a:rPr>
              <a:t> </a:t>
            </a:r>
            <a:r>
              <a:rPr sz="1000" spc="-10" dirty="0">
                <a:solidFill>
                  <a:srgbClr val="231F20"/>
                </a:solidFill>
                <a:latin typeface="Arial"/>
                <a:cs typeface="Arial"/>
              </a:rPr>
              <a:t>hiking </a:t>
            </a:r>
            <a:r>
              <a:rPr sz="1000" dirty="0">
                <a:solidFill>
                  <a:srgbClr val="231F20"/>
                </a:solidFill>
                <a:latin typeface="Arial"/>
                <a:cs typeface="Arial"/>
              </a:rPr>
              <a:t>while</a:t>
            </a:r>
            <a:r>
              <a:rPr sz="1000" spc="15" dirty="0">
                <a:solidFill>
                  <a:srgbClr val="231F20"/>
                </a:solidFill>
                <a:latin typeface="Arial"/>
                <a:cs typeface="Arial"/>
              </a:rPr>
              <a:t> </a:t>
            </a:r>
            <a:r>
              <a:rPr sz="1000" dirty="0">
                <a:solidFill>
                  <a:srgbClr val="231F20"/>
                </a:solidFill>
                <a:latin typeface="Arial"/>
                <a:cs typeface="Arial"/>
              </a:rPr>
              <a:t>looking</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hidden</a:t>
            </a:r>
            <a:r>
              <a:rPr sz="1000" spc="15" dirty="0">
                <a:solidFill>
                  <a:srgbClr val="231F20"/>
                </a:solidFill>
                <a:latin typeface="Arial"/>
                <a:cs typeface="Arial"/>
              </a:rPr>
              <a:t> </a:t>
            </a:r>
            <a:r>
              <a:rPr sz="1000" spc="-10" dirty="0">
                <a:solidFill>
                  <a:srgbClr val="231F20"/>
                </a:solidFill>
                <a:latin typeface="Arial"/>
                <a:cs typeface="Arial"/>
              </a:rPr>
              <a:t>treasures</a:t>
            </a:r>
            <a:r>
              <a:rPr sz="1000" spc="20" dirty="0">
                <a:solidFill>
                  <a:srgbClr val="231F20"/>
                </a:solidFill>
                <a:latin typeface="Arial"/>
                <a:cs typeface="Arial"/>
              </a:rPr>
              <a:t> </a:t>
            </a:r>
            <a:r>
              <a:rPr sz="1000" dirty="0">
                <a:solidFill>
                  <a:srgbClr val="231F20"/>
                </a:solidFill>
                <a:latin typeface="Arial"/>
                <a:cs typeface="Arial"/>
              </a:rPr>
              <a:t>by</a:t>
            </a:r>
            <a:r>
              <a:rPr sz="1000" spc="20" dirty="0">
                <a:solidFill>
                  <a:srgbClr val="231F20"/>
                </a:solidFill>
                <a:latin typeface="Arial"/>
                <a:cs typeface="Arial"/>
              </a:rPr>
              <a:t> </a:t>
            </a:r>
            <a:r>
              <a:rPr sz="1000" dirty="0">
                <a:solidFill>
                  <a:srgbClr val="231F20"/>
                </a:solidFill>
                <a:latin typeface="Arial"/>
                <a:cs typeface="Arial"/>
              </a:rPr>
              <a:t>using</a:t>
            </a:r>
            <a:r>
              <a:rPr sz="1000" spc="20" dirty="0">
                <a:solidFill>
                  <a:srgbClr val="231F20"/>
                </a:solidFill>
                <a:latin typeface="Arial"/>
                <a:cs typeface="Arial"/>
              </a:rPr>
              <a:t> </a:t>
            </a:r>
            <a:r>
              <a:rPr sz="1000" spc="-70" dirty="0">
                <a:solidFill>
                  <a:srgbClr val="231F20"/>
                </a:solidFill>
                <a:latin typeface="Arial"/>
                <a:cs typeface="Arial"/>
              </a:rPr>
              <a:t>GPS</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navigational</a:t>
            </a:r>
            <a:r>
              <a:rPr sz="1000" spc="-5" dirty="0">
                <a:solidFill>
                  <a:srgbClr val="231F20"/>
                </a:solidFill>
                <a:latin typeface="Arial"/>
                <a:cs typeface="Arial"/>
              </a:rPr>
              <a:t> </a:t>
            </a:r>
            <a:r>
              <a:rPr sz="1000" spc="-10" dirty="0">
                <a:solidFill>
                  <a:srgbClr val="231F20"/>
                </a:solidFill>
                <a:latin typeface="Arial"/>
                <a:cs typeface="Arial"/>
              </a:rPr>
              <a:t>skills.</a:t>
            </a:r>
            <a:r>
              <a:rPr sz="1000" dirty="0">
                <a:solidFill>
                  <a:srgbClr val="231F20"/>
                </a:solidFill>
                <a:latin typeface="Arial"/>
                <a:cs typeface="Arial"/>
              </a:rPr>
              <a:t> They</a:t>
            </a:r>
            <a:r>
              <a:rPr sz="1000" spc="-5" dirty="0">
                <a:solidFill>
                  <a:srgbClr val="231F20"/>
                </a:solidFill>
                <a:latin typeface="Arial"/>
                <a:cs typeface="Arial"/>
              </a:rPr>
              <a:t> </a:t>
            </a:r>
            <a:r>
              <a:rPr sz="1000" dirty="0">
                <a:solidFill>
                  <a:srgbClr val="231F20"/>
                </a:solidFill>
                <a:latin typeface="Arial"/>
                <a:cs typeface="Arial"/>
              </a:rPr>
              <a:t>explored their culture</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racial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visiting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Harriet</a:t>
            </a:r>
            <a:r>
              <a:rPr sz="1000" spc="5" dirty="0">
                <a:solidFill>
                  <a:srgbClr val="231F20"/>
                </a:solidFill>
                <a:latin typeface="Arial"/>
                <a:cs typeface="Arial"/>
              </a:rPr>
              <a:t> </a:t>
            </a:r>
            <a:r>
              <a:rPr sz="1000" spc="-20" dirty="0">
                <a:solidFill>
                  <a:srgbClr val="231F20"/>
                </a:solidFill>
                <a:latin typeface="Arial"/>
                <a:cs typeface="Arial"/>
              </a:rPr>
              <a:t>Tubman</a:t>
            </a:r>
            <a:r>
              <a:rPr sz="1000" spc="5" dirty="0">
                <a:solidFill>
                  <a:srgbClr val="231F20"/>
                </a:solidFill>
                <a:latin typeface="Arial"/>
                <a:cs typeface="Arial"/>
              </a:rPr>
              <a:t> </a:t>
            </a:r>
            <a:r>
              <a:rPr sz="1000" spc="-10" dirty="0">
                <a:solidFill>
                  <a:srgbClr val="231F20"/>
                </a:solidFill>
                <a:latin typeface="Arial"/>
                <a:cs typeface="Arial"/>
              </a:rPr>
              <a:t>Museum</a:t>
            </a:r>
            <a:r>
              <a:rPr sz="1000" spc="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other</a:t>
            </a:r>
            <a:r>
              <a:rPr sz="1000" spc="-5" dirty="0">
                <a:solidFill>
                  <a:srgbClr val="231F20"/>
                </a:solidFill>
                <a:latin typeface="Arial"/>
                <a:cs typeface="Arial"/>
              </a:rPr>
              <a:t> </a:t>
            </a:r>
            <a:r>
              <a:rPr sz="1000" dirty="0">
                <a:solidFill>
                  <a:srgbClr val="231F20"/>
                </a:solidFill>
                <a:latin typeface="Arial"/>
                <a:cs typeface="Arial"/>
              </a:rPr>
              <a:t>points</a:t>
            </a:r>
            <a:r>
              <a:rPr sz="1000" spc="-5" dirty="0">
                <a:solidFill>
                  <a:srgbClr val="231F20"/>
                </a:solidFill>
                <a:latin typeface="Arial"/>
                <a:cs typeface="Arial"/>
              </a:rPr>
              <a:t> </a:t>
            </a:r>
            <a:r>
              <a:rPr sz="1000" dirty="0">
                <a:solidFill>
                  <a:srgbClr val="231F20"/>
                </a:solidFill>
                <a:latin typeface="Arial"/>
                <a:cs typeface="Arial"/>
              </a:rPr>
              <a:t>of interest</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Cambridge, Maryland.</a:t>
            </a:r>
            <a:r>
              <a:rPr sz="1000" spc="-5" dirty="0">
                <a:solidFill>
                  <a:srgbClr val="231F20"/>
                </a:solidFill>
                <a:latin typeface="Arial"/>
                <a:cs typeface="Arial"/>
              </a:rPr>
              <a:t> </a:t>
            </a:r>
            <a:r>
              <a:rPr sz="1000" spc="-25" dirty="0">
                <a:solidFill>
                  <a:srgbClr val="231F20"/>
                </a:solidFill>
                <a:latin typeface="Arial"/>
                <a:cs typeface="Arial"/>
              </a:rPr>
              <a:t>On</a:t>
            </a:r>
            <a:endParaRPr sz="1000">
              <a:latin typeface="Arial"/>
              <a:cs typeface="Arial"/>
            </a:endParaRPr>
          </a:p>
          <a:p>
            <a:pPr marL="12700" marR="5080">
              <a:lnSpc>
                <a:spcPct val="100000"/>
              </a:lnSpc>
            </a:pPr>
            <a:r>
              <a:rPr sz="1000" dirty="0">
                <a:solidFill>
                  <a:srgbClr val="231F20"/>
                </a:solidFill>
                <a:latin typeface="Arial"/>
                <a:cs typeface="Arial"/>
              </a:rPr>
              <a:t>this</a:t>
            </a:r>
            <a:r>
              <a:rPr sz="1000" spc="15" dirty="0">
                <a:solidFill>
                  <a:srgbClr val="231F20"/>
                </a:solidFill>
                <a:latin typeface="Arial"/>
                <a:cs typeface="Arial"/>
              </a:rPr>
              <a:t> </a:t>
            </a:r>
            <a:r>
              <a:rPr sz="100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trip</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opportunity</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listen</a:t>
            </a:r>
            <a:r>
              <a:rPr sz="1000" spc="1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historical</a:t>
            </a:r>
            <a:r>
              <a:rPr sz="1000" spc="-15" dirty="0">
                <a:solidFill>
                  <a:srgbClr val="231F20"/>
                </a:solidFill>
                <a:latin typeface="Arial"/>
                <a:cs typeface="Arial"/>
              </a:rPr>
              <a:t> </a:t>
            </a:r>
            <a:r>
              <a:rPr sz="1000" dirty="0">
                <a:solidFill>
                  <a:srgbClr val="231F20"/>
                </a:solidFill>
                <a:latin typeface="Arial"/>
                <a:cs typeface="Arial"/>
              </a:rPr>
              <a:t>stories</a:t>
            </a:r>
            <a:r>
              <a:rPr sz="1000" spc="-15"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residents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museum curator.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learned 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legislation to</a:t>
            </a:r>
            <a:r>
              <a:rPr sz="1000" spc="-5" dirty="0">
                <a:solidFill>
                  <a:srgbClr val="231F20"/>
                </a:solidFill>
                <a:latin typeface="Arial"/>
                <a:cs typeface="Arial"/>
              </a:rPr>
              <a:t> </a:t>
            </a:r>
            <a:r>
              <a:rPr sz="1000" dirty="0">
                <a:solidFill>
                  <a:srgbClr val="231F20"/>
                </a:solidFill>
                <a:latin typeface="Arial"/>
                <a:cs typeface="Arial"/>
              </a:rPr>
              <a:t>have </a:t>
            </a:r>
            <a:r>
              <a:rPr sz="1000" spc="-10" dirty="0">
                <a:solidFill>
                  <a:srgbClr val="231F20"/>
                </a:solidFill>
                <a:latin typeface="Arial"/>
                <a:cs typeface="Arial"/>
              </a:rPr>
              <a:t>Harriet </a:t>
            </a:r>
            <a:r>
              <a:rPr sz="1000" spc="-20" dirty="0">
                <a:solidFill>
                  <a:srgbClr val="231F20"/>
                </a:solidFill>
                <a:latin typeface="Arial"/>
                <a:cs typeface="Arial"/>
              </a:rPr>
              <a:t>Tubman</a:t>
            </a:r>
            <a:r>
              <a:rPr sz="1000" spc="5" dirty="0">
                <a:solidFill>
                  <a:srgbClr val="231F20"/>
                </a:solidFill>
                <a:latin typeface="Arial"/>
                <a:cs typeface="Arial"/>
              </a:rPr>
              <a:t> </a:t>
            </a:r>
            <a:r>
              <a:rPr sz="1000" dirty="0">
                <a:solidFill>
                  <a:srgbClr val="231F20"/>
                </a:solidFill>
                <a:latin typeface="Arial"/>
                <a:cs typeface="Arial"/>
              </a:rPr>
              <a:t>represented</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$20</a:t>
            </a:r>
            <a:r>
              <a:rPr sz="1000" spc="10" dirty="0">
                <a:solidFill>
                  <a:srgbClr val="231F20"/>
                </a:solidFill>
                <a:latin typeface="Arial"/>
                <a:cs typeface="Arial"/>
              </a:rPr>
              <a:t> </a:t>
            </a:r>
            <a:r>
              <a:rPr sz="1000" dirty="0">
                <a:solidFill>
                  <a:srgbClr val="231F20"/>
                </a:solidFill>
                <a:latin typeface="Arial"/>
                <a:cs typeface="Arial"/>
              </a:rPr>
              <a:t>bill.</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15"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is</a:t>
            </a:r>
            <a:r>
              <a:rPr sz="1000" spc="-10" dirty="0">
                <a:solidFill>
                  <a:srgbClr val="231F20"/>
                </a:solidFill>
                <a:latin typeface="Arial"/>
                <a:cs typeface="Arial"/>
              </a:rPr>
              <a:t> </a:t>
            </a:r>
            <a:r>
              <a:rPr sz="1000" dirty="0">
                <a:solidFill>
                  <a:srgbClr val="231F20"/>
                </a:solidFill>
                <a:latin typeface="Arial"/>
                <a:cs typeface="Arial"/>
              </a:rPr>
              <a:t>closer</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impacts</a:t>
            </a:r>
            <a:r>
              <a:rPr sz="1000" spc="-1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everyday</a:t>
            </a:r>
            <a:r>
              <a:rPr sz="1000" spc="-5" dirty="0">
                <a:solidFill>
                  <a:srgbClr val="231F20"/>
                </a:solidFill>
                <a:latin typeface="Arial"/>
                <a:cs typeface="Arial"/>
              </a:rPr>
              <a:t> </a:t>
            </a:r>
            <a:r>
              <a:rPr sz="1000" spc="-10" dirty="0">
                <a:solidFill>
                  <a:srgbClr val="231F20"/>
                </a:solidFill>
                <a:latin typeface="Arial"/>
                <a:cs typeface="Arial"/>
              </a:rPr>
              <a:t>lives.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 4</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continue to</a:t>
            </a:r>
            <a:r>
              <a:rPr sz="1000" spc="-5" dirty="0">
                <a:solidFill>
                  <a:srgbClr val="231F20"/>
                </a:solidFill>
                <a:latin typeface="Arial"/>
                <a:cs typeface="Arial"/>
              </a:rPr>
              <a:t> </a:t>
            </a:r>
            <a:r>
              <a:rPr sz="1000" spc="-10" dirty="0">
                <a:solidFill>
                  <a:srgbClr val="231F20"/>
                </a:solidFill>
                <a:latin typeface="Arial"/>
                <a:cs typeface="Arial"/>
              </a:rPr>
              <a:t>refine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interpersonal</a:t>
            </a:r>
            <a:r>
              <a:rPr sz="1000" spc="-5" dirty="0">
                <a:solidFill>
                  <a:srgbClr val="231F20"/>
                </a:solidFill>
                <a:latin typeface="Arial"/>
                <a:cs typeface="Arial"/>
              </a:rPr>
              <a:t> </a:t>
            </a:r>
            <a:r>
              <a:rPr sz="100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social,</a:t>
            </a:r>
            <a:r>
              <a:rPr sz="1000" spc="-5" dirty="0">
                <a:solidFill>
                  <a:srgbClr val="231F20"/>
                </a:solidFill>
                <a:latin typeface="Arial"/>
                <a:cs typeface="Arial"/>
              </a:rPr>
              <a:t> </a:t>
            </a:r>
            <a:r>
              <a:rPr sz="1000" dirty="0">
                <a:solidFill>
                  <a:srgbClr val="231F20"/>
                </a:solidFill>
                <a:latin typeface="Arial"/>
                <a:cs typeface="Arial"/>
              </a:rPr>
              <a:t>recreational</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attending</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Fine</a:t>
            </a:r>
            <a:r>
              <a:rPr sz="1000" spc="5" dirty="0">
                <a:solidFill>
                  <a:srgbClr val="231F20"/>
                </a:solidFill>
                <a:latin typeface="Arial"/>
                <a:cs typeface="Arial"/>
              </a:rPr>
              <a:t> </a:t>
            </a:r>
            <a:r>
              <a:rPr sz="1000" dirty="0">
                <a:solidFill>
                  <a:srgbClr val="231F20"/>
                </a:solidFill>
                <a:latin typeface="Arial"/>
                <a:cs typeface="Arial"/>
              </a:rPr>
              <a:t>Dining</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Etiquette </a:t>
            </a:r>
            <a:r>
              <a:rPr sz="1000" dirty="0">
                <a:solidFill>
                  <a:srgbClr val="231F20"/>
                </a:solidFill>
                <a:latin typeface="Arial"/>
                <a:cs typeface="Arial"/>
              </a:rPr>
              <a:t>course</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20" dirty="0">
                <a:solidFill>
                  <a:srgbClr val="231F20"/>
                </a:solidFill>
                <a:latin typeface="Arial"/>
                <a:cs typeface="Arial"/>
              </a:rPr>
              <a:t>Seasons</a:t>
            </a:r>
            <a:r>
              <a:rPr sz="1000" spc="-15" dirty="0">
                <a:solidFill>
                  <a:srgbClr val="231F20"/>
                </a:solidFill>
                <a:latin typeface="Arial"/>
                <a:cs typeface="Arial"/>
              </a:rPr>
              <a:t> </a:t>
            </a:r>
            <a:r>
              <a:rPr sz="1000" dirty="0">
                <a:solidFill>
                  <a:srgbClr val="231F20"/>
                </a:solidFill>
                <a:latin typeface="Arial"/>
                <a:cs typeface="Arial"/>
              </a:rPr>
              <a:t>52</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10" dirty="0">
                <a:solidFill>
                  <a:srgbClr val="231F20"/>
                </a:solidFill>
                <a:latin typeface="Arial"/>
                <a:cs typeface="Arial"/>
              </a:rPr>
              <a:t>Rockville,</a:t>
            </a:r>
            <a:r>
              <a:rPr sz="1000" spc="-15" dirty="0">
                <a:solidFill>
                  <a:srgbClr val="231F20"/>
                </a:solidFill>
                <a:latin typeface="Arial"/>
                <a:cs typeface="Arial"/>
              </a:rPr>
              <a:t> </a:t>
            </a:r>
            <a:r>
              <a:rPr sz="1000" dirty="0">
                <a:solidFill>
                  <a:srgbClr val="231F20"/>
                </a:solidFill>
                <a:latin typeface="Arial"/>
                <a:cs typeface="Arial"/>
              </a:rPr>
              <a:t>Maryland.</a:t>
            </a:r>
            <a:r>
              <a:rPr sz="1000" spc="-15" dirty="0">
                <a:solidFill>
                  <a:srgbClr val="231F20"/>
                </a:solidFill>
                <a:latin typeface="Arial"/>
                <a:cs typeface="Arial"/>
              </a:rPr>
              <a:t> </a:t>
            </a:r>
            <a:r>
              <a:rPr sz="1000" spc="-10" dirty="0">
                <a:solidFill>
                  <a:srgbClr val="231F20"/>
                </a:solidFill>
                <a:latin typeface="Arial"/>
                <a:cs typeface="Arial"/>
              </a:rPr>
              <a:t>This course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led</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Crystal</a:t>
            </a:r>
            <a:r>
              <a:rPr sz="1000" spc="-10" dirty="0">
                <a:solidFill>
                  <a:srgbClr val="231F20"/>
                </a:solidFill>
                <a:latin typeface="Arial"/>
                <a:cs typeface="Arial"/>
              </a:rPr>
              <a:t> </a:t>
            </a:r>
            <a:r>
              <a:rPr sz="1000" dirty="0">
                <a:solidFill>
                  <a:srgbClr val="231F20"/>
                </a:solidFill>
                <a:latin typeface="Arial"/>
                <a:cs typeface="Arial"/>
              </a:rPr>
              <a:t>Bailey</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Etiquette</a:t>
            </a:r>
            <a:r>
              <a:rPr sz="1000" spc="-10" dirty="0">
                <a:solidFill>
                  <a:srgbClr val="231F20"/>
                </a:solidFill>
                <a:latin typeface="Arial"/>
                <a:cs typeface="Arial"/>
              </a:rPr>
              <a:t> </a:t>
            </a:r>
            <a:r>
              <a:rPr sz="1000" dirty="0">
                <a:solidFill>
                  <a:srgbClr val="231F20"/>
                </a:solidFill>
                <a:latin typeface="Arial"/>
                <a:cs typeface="Arial"/>
              </a:rPr>
              <a:t>Institute</a:t>
            </a:r>
            <a:r>
              <a:rPr sz="1000" spc="-10" dirty="0">
                <a:solidFill>
                  <a:srgbClr val="231F20"/>
                </a:solidFill>
                <a:latin typeface="Arial"/>
                <a:cs typeface="Arial"/>
              </a:rPr>
              <a:t> </a:t>
            </a:r>
            <a:r>
              <a:rPr sz="1000" spc="-25" dirty="0">
                <a:solidFill>
                  <a:srgbClr val="231F20"/>
                </a:solidFill>
                <a:latin typeface="Arial"/>
                <a:cs typeface="Arial"/>
              </a:rPr>
              <a:t>of </a:t>
            </a:r>
            <a:r>
              <a:rPr sz="1000" spc="-10" dirty="0">
                <a:solidFill>
                  <a:srgbClr val="231F20"/>
                </a:solidFill>
                <a:latin typeface="Arial"/>
                <a:cs typeface="Arial"/>
              </a:rPr>
              <a:t>Washington.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appropriate</a:t>
            </a:r>
            <a:r>
              <a:rPr sz="1000" spc="5" dirty="0">
                <a:solidFill>
                  <a:srgbClr val="231F20"/>
                </a:solidFill>
                <a:latin typeface="Arial"/>
                <a:cs typeface="Arial"/>
              </a:rPr>
              <a:t> </a:t>
            </a:r>
            <a:r>
              <a:rPr sz="1000" spc="-10" dirty="0">
                <a:solidFill>
                  <a:srgbClr val="231F20"/>
                </a:solidFill>
                <a:latin typeface="Arial"/>
                <a:cs typeface="Arial"/>
              </a:rPr>
              <a:t>social graces,</a:t>
            </a:r>
            <a:r>
              <a:rPr sz="1000" spc="5" dirty="0">
                <a:solidFill>
                  <a:srgbClr val="231F20"/>
                </a:solidFill>
                <a:latin typeface="Arial"/>
                <a:cs typeface="Arial"/>
              </a:rPr>
              <a:t> </a:t>
            </a:r>
            <a:r>
              <a:rPr sz="1000" dirty="0">
                <a:solidFill>
                  <a:srgbClr val="231F20"/>
                </a:solidFill>
                <a:latin typeface="Arial"/>
                <a:cs typeface="Arial"/>
              </a:rPr>
              <a:t>table</a:t>
            </a:r>
            <a:r>
              <a:rPr sz="1000" spc="5" dirty="0">
                <a:solidFill>
                  <a:srgbClr val="231F20"/>
                </a:solidFill>
                <a:latin typeface="Arial"/>
                <a:cs typeface="Arial"/>
              </a:rPr>
              <a:t> </a:t>
            </a:r>
            <a:r>
              <a:rPr sz="1000" spc="-10" dirty="0">
                <a:solidFill>
                  <a:srgbClr val="231F20"/>
                </a:solidFill>
                <a:latin typeface="Arial"/>
                <a:cs typeface="Arial"/>
              </a:rPr>
              <a:t>manners,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place</a:t>
            </a:r>
            <a:r>
              <a:rPr sz="1000" spc="5" dirty="0">
                <a:solidFill>
                  <a:srgbClr val="231F20"/>
                </a:solidFill>
                <a:latin typeface="Arial"/>
                <a:cs typeface="Arial"/>
              </a:rPr>
              <a:t> </a:t>
            </a:r>
            <a:r>
              <a:rPr sz="1000" dirty="0">
                <a:solidFill>
                  <a:srgbClr val="231F20"/>
                </a:solidFill>
                <a:latin typeface="Arial"/>
                <a:cs typeface="Arial"/>
              </a:rPr>
              <a:t>setting</a:t>
            </a:r>
            <a:r>
              <a:rPr sz="1000" spc="5" dirty="0">
                <a:solidFill>
                  <a:srgbClr val="231F20"/>
                </a:solidFill>
                <a:latin typeface="Arial"/>
                <a:cs typeface="Arial"/>
              </a:rPr>
              <a:t> </a:t>
            </a:r>
            <a:r>
              <a:rPr sz="1000" spc="-10" dirty="0">
                <a:solidFill>
                  <a:srgbClr val="231F20"/>
                </a:solidFill>
                <a:latin typeface="Arial"/>
                <a:cs typeface="Arial"/>
              </a:rPr>
              <a:t>etiquette.</a:t>
            </a:r>
            <a:endParaRPr sz="1000">
              <a:latin typeface="Arial"/>
              <a:cs typeface="Arial"/>
            </a:endParaRPr>
          </a:p>
          <a:p>
            <a:pPr marL="12700" marR="5080">
              <a:lnSpc>
                <a:spcPct val="100000"/>
              </a:lnSpc>
            </a:pPr>
            <a:r>
              <a:rPr sz="1000" dirty="0">
                <a:solidFill>
                  <a:srgbClr val="231F20"/>
                </a:solidFill>
                <a:latin typeface="Arial"/>
                <a:cs typeface="Arial"/>
              </a:rPr>
              <a:t>The children</a:t>
            </a:r>
            <a:r>
              <a:rPr sz="1000" spc="5" dirty="0">
                <a:solidFill>
                  <a:srgbClr val="231F20"/>
                </a:solidFill>
                <a:latin typeface="Arial"/>
                <a:cs typeface="Arial"/>
              </a:rPr>
              <a:t> </a:t>
            </a:r>
            <a:r>
              <a:rPr sz="1000" dirty="0">
                <a:solidFill>
                  <a:srgbClr val="231F20"/>
                </a:solidFill>
                <a:latin typeface="Arial"/>
                <a:cs typeface="Arial"/>
              </a:rPr>
              <a:t>then</a:t>
            </a:r>
            <a:r>
              <a:rPr sz="1000" spc="5" dirty="0">
                <a:solidFill>
                  <a:srgbClr val="231F20"/>
                </a:solidFill>
                <a:latin typeface="Arial"/>
                <a:cs typeface="Arial"/>
              </a:rPr>
              <a:t> </a:t>
            </a:r>
            <a:r>
              <a:rPr sz="1000" dirty="0">
                <a:solidFill>
                  <a:srgbClr val="231F20"/>
                </a:solidFill>
                <a:latin typeface="Arial"/>
                <a:cs typeface="Arial"/>
              </a:rPr>
              <a:t>explored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Planet</a:t>
            </a:r>
            <a:r>
              <a:rPr sz="1000" spc="5" dirty="0">
                <a:solidFill>
                  <a:srgbClr val="231F20"/>
                </a:solidFill>
                <a:latin typeface="Arial"/>
                <a:cs typeface="Arial"/>
              </a:rPr>
              <a:t> </a:t>
            </a:r>
            <a:r>
              <a:rPr sz="1000" spc="-10" dirty="0">
                <a:solidFill>
                  <a:srgbClr val="231F20"/>
                </a:solidFill>
                <a:latin typeface="Arial"/>
                <a:cs typeface="Arial"/>
              </a:rPr>
              <a:t>Word</a:t>
            </a:r>
            <a:r>
              <a:rPr sz="1000" dirty="0">
                <a:solidFill>
                  <a:srgbClr val="231F20"/>
                </a:solidFill>
                <a:latin typeface="Arial"/>
                <a:cs typeface="Arial"/>
              </a:rPr>
              <a:t> </a:t>
            </a:r>
            <a:r>
              <a:rPr sz="1000" spc="-10" dirty="0">
                <a:solidFill>
                  <a:srgbClr val="231F20"/>
                </a:solidFill>
                <a:latin typeface="Arial"/>
                <a:cs typeface="Arial"/>
              </a:rPr>
              <a:t>Museum, </a:t>
            </a:r>
            <a:r>
              <a:rPr sz="1000" dirty="0">
                <a:solidFill>
                  <a:srgbClr val="231F20"/>
                </a:solidFill>
                <a:latin typeface="Arial"/>
                <a:cs typeface="Arial"/>
              </a:rPr>
              <a:t>Operation</a:t>
            </a:r>
            <a:r>
              <a:rPr sz="1000" spc="-10" dirty="0">
                <a:solidFill>
                  <a:srgbClr val="231F20"/>
                </a:solidFill>
                <a:latin typeface="Arial"/>
                <a:cs typeface="Arial"/>
              </a:rPr>
              <a:t> </a:t>
            </a:r>
            <a:r>
              <a:rPr sz="1000" spc="-20" dirty="0">
                <a:solidFill>
                  <a:srgbClr val="231F20"/>
                </a:solidFill>
                <a:latin typeface="Arial"/>
                <a:cs typeface="Arial"/>
              </a:rPr>
              <a:t>Room</a:t>
            </a:r>
            <a:r>
              <a:rPr sz="1000" spc="-10" dirty="0">
                <a:solidFill>
                  <a:srgbClr val="231F20"/>
                </a:solidFill>
                <a:latin typeface="Arial"/>
                <a:cs typeface="Arial"/>
              </a:rPr>
              <a:t> </a:t>
            </a:r>
            <a:r>
              <a:rPr sz="1000" dirty="0">
                <a:solidFill>
                  <a:srgbClr val="231F20"/>
                </a:solidFill>
                <a:latin typeface="Arial"/>
                <a:cs typeface="Arial"/>
              </a:rPr>
              <a:t>Insights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Entrepreneurship</a:t>
            </a:r>
            <a:r>
              <a:rPr sz="1000" spc="-10" dirty="0">
                <a:solidFill>
                  <a:srgbClr val="231F20"/>
                </a:solidFill>
                <a:latin typeface="Arial"/>
                <a:cs typeface="Arial"/>
              </a:rPr>
              <a:t> </a:t>
            </a:r>
            <a:r>
              <a:rPr sz="1000" spc="-100" dirty="0">
                <a:solidFill>
                  <a:srgbClr val="231F20"/>
                </a:solidFill>
                <a:latin typeface="Arial"/>
                <a:cs typeface="Arial"/>
              </a:rPr>
              <a:t>101.</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these</a:t>
            </a:r>
            <a:r>
              <a:rPr sz="1000" spc="25" dirty="0">
                <a:solidFill>
                  <a:srgbClr val="231F20"/>
                </a:solidFill>
                <a:latin typeface="Arial"/>
                <a:cs typeface="Arial"/>
              </a:rPr>
              <a:t> </a:t>
            </a:r>
            <a:r>
              <a:rPr sz="1000" dirty="0">
                <a:solidFill>
                  <a:srgbClr val="231F20"/>
                </a:solidFill>
                <a:latin typeface="Arial"/>
                <a:cs typeface="Arial"/>
              </a:rPr>
              <a:t>three</a:t>
            </a:r>
            <a:r>
              <a:rPr sz="1000" spc="30" dirty="0">
                <a:solidFill>
                  <a:srgbClr val="231F20"/>
                </a:solidFill>
                <a:latin typeface="Arial"/>
                <a:cs typeface="Arial"/>
              </a:rPr>
              <a:t> </a:t>
            </a:r>
            <a:r>
              <a:rPr sz="1000" dirty="0">
                <a:solidFill>
                  <a:srgbClr val="231F20"/>
                </a:solidFill>
                <a:latin typeface="Arial"/>
                <a:cs typeface="Arial"/>
              </a:rPr>
              <a:t>activities</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dirty="0">
                <a:solidFill>
                  <a:srgbClr val="231F20"/>
                </a:solidFill>
                <a:latin typeface="Arial"/>
                <a:cs typeface="Arial"/>
              </a:rPr>
              <a:t>were</a:t>
            </a:r>
            <a:r>
              <a:rPr sz="1000" spc="30" dirty="0">
                <a:solidFill>
                  <a:srgbClr val="231F20"/>
                </a:solidFill>
                <a:latin typeface="Arial"/>
                <a:cs typeface="Arial"/>
              </a:rPr>
              <a:t> </a:t>
            </a:r>
            <a:r>
              <a:rPr sz="1000" dirty="0">
                <a:solidFill>
                  <a:srgbClr val="231F20"/>
                </a:solidFill>
                <a:latin typeface="Arial"/>
                <a:cs typeface="Arial"/>
              </a:rPr>
              <a:t>introduced</a:t>
            </a:r>
            <a:r>
              <a:rPr sz="1000" spc="3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literacy and</a:t>
            </a:r>
            <a:r>
              <a:rPr sz="1000" spc="-5" dirty="0">
                <a:solidFill>
                  <a:srgbClr val="231F20"/>
                </a:solidFill>
                <a:latin typeface="Arial"/>
                <a:cs typeface="Arial"/>
              </a:rPr>
              <a:t> </a:t>
            </a:r>
            <a:r>
              <a:rPr sz="1000" dirty="0">
                <a:solidFill>
                  <a:srgbClr val="231F20"/>
                </a:solidFill>
                <a:latin typeface="Arial"/>
                <a:cs typeface="Arial"/>
              </a:rPr>
              <a:t>language at</a:t>
            </a:r>
            <a:r>
              <a:rPr sz="1000" spc="-5" dirty="0">
                <a:solidFill>
                  <a:srgbClr val="231F20"/>
                </a:solidFill>
                <a:latin typeface="Arial"/>
                <a:cs typeface="Arial"/>
              </a:rPr>
              <a:t> </a:t>
            </a:r>
            <a:r>
              <a:rPr sz="1000" spc="-10" dirty="0">
                <a:solidFill>
                  <a:srgbClr val="231F20"/>
                </a:solidFill>
                <a:latin typeface="Arial"/>
                <a:cs typeface="Arial"/>
              </a:rPr>
              <a:t>Plant</a:t>
            </a:r>
            <a:r>
              <a:rPr sz="1000" dirty="0">
                <a:solidFill>
                  <a:srgbClr val="231F20"/>
                </a:solidFill>
                <a:latin typeface="Arial"/>
                <a:cs typeface="Arial"/>
              </a:rPr>
              <a:t> </a:t>
            </a:r>
            <a:r>
              <a:rPr sz="1000" spc="-20" dirty="0">
                <a:solidFill>
                  <a:srgbClr val="231F20"/>
                </a:solidFill>
                <a:latin typeface="Arial"/>
                <a:cs typeface="Arial"/>
              </a:rPr>
              <a:t>Word,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equipment</a:t>
            </a:r>
            <a:r>
              <a:rPr sz="1000" spc="-10" dirty="0">
                <a:solidFill>
                  <a:srgbClr val="231F20"/>
                </a:solidFill>
                <a:latin typeface="Arial"/>
                <a:cs typeface="Arial"/>
              </a:rPr>
              <a:t> </a:t>
            </a:r>
            <a:r>
              <a:rPr sz="1000" dirty="0">
                <a:solidFill>
                  <a:srgbClr val="231F20"/>
                </a:solidFill>
                <a:latin typeface="Arial"/>
                <a:cs typeface="Arial"/>
              </a:rPr>
              <a:t>necessary</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Operating</a:t>
            </a:r>
            <a:r>
              <a:rPr sz="1000" spc="-5" dirty="0">
                <a:solidFill>
                  <a:srgbClr val="231F20"/>
                </a:solidFill>
                <a:latin typeface="Arial"/>
                <a:cs typeface="Arial"/>
              </a:rPr>
              <a:t> </a:t>
            </a:r>
            <a:r>
              <a:rPr sz="1000" spc="-20" dirty="0">
                <a:solidFill>
                  <a:srgbClr val="231F20"/>
                </a:solidFill>
                <a:latin typeface="Arial"/>
                <a:cs typeface="Arial"/>
              </a:rPr>
              <a:t>Room</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ensuring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surgery</a:t>
            </a:r>
            <a:r>
              <a:rPr sz="1000" spc="-5" dirty="0">
                <a:solidFill>
                  <a:srgbClr val="231F20"/>
                </a:solidFill>
                <a:latin typeface="Arial"/>
                <a:cs typeface="Arial"/>
              </a:rPr>
              <a:t> </a:t>
            </a:r>
            <a:r>
              <a:rPr sz="1000" dirty="0">
                <a:solidFill>
                  <a:srgbClr val="231F20"/>
                </a:solidFill>
                <a:latin typeface="Arial"/>
                <a:cs typeface="Arial"/>
              </a:rPr>
              <a:t>is</a:t>
            </a:r>
            <a:r>
              <a:rPr sz="1000" spc="-5" dirty="0">
                <a:solidFill>
                  <a:srgbClr val="231F20"/>
                </a:solidFill>
                <a:latin typeface="Arial"/>
                <a:cs typeface="Arial"/>
              </a:rPr>
              <a:t> </a:t>
            </a:r>
            <a:r>
              <a:rPr sz="1000" spc="-10" dirty="0">
                <a:solidFill>
                  <a:srgbClr val="231F20"/>
                </a:solidFill>
                <a:latin typeface="Arial"/>
                <a:cs typeface="Arial"/>
              </a:rPr>
              <a:t>successful,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importance</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being</a:t>
            </a:r>
            <a:endParaRPr sz="1000">
              <a:latin typeface="Arial"/>
              <a:cs typeface="Arial"/>
            </a:endParaRPr>
          </a:p>
          <a:p>
            <a:pPr marL="12700" marR="109220">
              <a:lnSpc>
                <a:spcPct val="100000"/>
              </a:lnSpc>
            </a:pP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entrepreneur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they spent time</a:t>
            </a:r>
            <a:r>
              <a:rPr sz="1000" spc="-5" dirty="0">
                <a:solidFill>
                  <a:srgbClr val="231F20"/>
                </a:solidFill>
                <a:latin typeface="Arial"/>
                <a:cs typeface="Arial"/>
              </a:rPr>
              <a:t> </a:t>
            </a:r>
            <a:r>
              <a:rPr sz="1000" dirty="0">
                <a:solidFill>
                  <a:srgbClr val="231F20"/>
                </a:solidFill>
                <a:latin typeface="Arial"/>
                <a:cs typeface="Arial"/>
              </a:rPr>
              <a:t>with some </a:t>
            </a:r>
            <a:r>
              <a:rPr sz="1000" spc="-10" dirty="0">
                <a:solidFill>
                  <a:srgbClr val="231F20"/>
                </a:solidFill>
                <a:latin typeface="Arial"/>
                <a:cs typeface="Arial"/>
              </a:rPr>
              <a:t>existing </a:t>
            </a:r>
            <a:r>
              <a:rPr sz="1000" spc="-30" dirty="0">
                <a:solidFill>
                  <a:srgbClr val="231F20"/>
                </a:solidFill>
                <a:latin typeface="Arial"/>
                <a:cs typeface="Arial"/>
              </a:rPr>
              <a:t>JJMCMC</a:t>
            </a:r>
            <a:r>
              <a:rPr sz="1000" spc="-10"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who</a:t>
            </a:r>
            <a:r>
              <a:rPr sz="1000" spc="-5" dirty="0">
                <a:solidFill>
                  <a:srgbClr val="231F20"/>
                </a:solidFill>
                <a:latin typeface="Arial"/>
                <a:cs typeface="Arial"/>
              </a:rPr>
              <a:t> </a:t>
            </a:r>
            <a:r>
              <a:rPr sz="1000" dirty="0">
                <a:solidFill>
                  <a:srgbClr val="231F20"/>
                </a:solidFill>
                <a:latin typeface="Arial"/>
                <a:cs typeface="Arial"/>
              </a:rPr>
              <a:t>own</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own</a:t>
            </a:r>
            <a:r>
              <a:rPr sz="1000" spc="-5" dirty="0">
                <a:solidFill>
                  <a:srgbClr val="231F20"/>
                </a:solidFill>
                <a:latin typeface="Arial"/>
                <a:cs typeface="Arial"/>
              </a:rPr>
              <a:t> </a:t>
            </a:r>
            <a:r>
              <a:rPr sz="1000" spc="-10" dirty="0">
                <a:solidFill>
                  <a:srgbClr val="231F20"/>
                </a:solidFill>
                <a:latin typeface="Arial"/>
                <a:cs typeface="Arial"/>
              </a:rPr>
              <a:t>small</a:t>
            </a:r>
            <a:r>
              <a:rPr sz="1000" spc="-5" dirty="0">
                <a:solidFill>
                  <a:srgbClr val="231F20"/>
                </a:solidFill>
                <a:latin typeface="Arial"/>
                <a:cs typeface="Arial"/>
              </a:rPr>
              <a:t> </a:t>
            </a:r>
            <a:r>
              <a:rPr sz="1000" spc="-10" dirty="0">
                <a:solidFill>
                  <a:srgbClr val="231F20"/>
                </a:solidFill>
                <a:latin typeface="Arial"/>
                <a:cs typeface="Arial"/>
              </a:rPr>
              <a:t>businesses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listened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what</a:t>
            </a:r>
            <a:r>
              <a:rPr sz="1000" spc="-10" dirty="0">
                <a:solidFill>
                  <a:srgbClr val="231F20"/>
                </a:solidFill>
                <a:latin typeface="Arial"/>
                <a:cs typeface="Arial"/>
              </a:rPr>
              <a:t> makes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person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successful </a:t>
            </a:r>
            <a:r>
              <a:rPr sz="1000" dirty="0">
                <a:solidFill>
                  <a:srgbClr val="231F20"/>
                </a:solidFill>
                <a:latin typeface="Arial"/>
                <a:cs typeface="Arial"/>
              </a:rPr>
              <a:t>entrepreneur.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wrapped</a:t>
            </a:r>
            <a:r>
              <a:rPr sz="1000" spc="10" dirty="0">
                <a:solidFill>
                  <a:srgbClr val="231F20"/>
                </a:solidFill>
                <a:latin typeface="Arial"/>
                <a:cs typeface="Arial"/>
              </a:rPr>
              <a:t> </a:t>
            </a:r>
            <a:r>
              <a:rPr sz="1000" dirty="0">
                <a:solidFill>
                  <a:srgbClr val="231F20"/>
                </a:solidFill>
                <a:latin typeface="Arial"/>
                <a:cs typeface="Arial"/>
              </a:rPr>
              <a:t>up</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legislative </a:t>
            </a:r>
            <a:r>
              <a:rPr sz="1000" dirty="0">
                <a:solidFill>
                  <a:srgbClr val="231F20"/>
                </a:solidFill>
                <a:latin typeface="Arial"/>
                <a:cs typeface="Arial"/>
              </a:rPr>
              <a:t>thrust</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hosting</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Mock</a:t>
            </a:r>
            <a:r>
              <a:rPr sz="1000" spc="-5" dirty="0">
                <a:solidFill>
                  <a:srgbClr val="231F20"/>
                </a:solidFill>
                <a:latin typeface="Arial"/>
                <a:cs typeface="Arial"/>
              </a:rPr>
              <a:t> </a:t>
            </a:r>
            <a:r>
              <a:rPr sz="1000" spc="-25" dirty="0">
                <a:solidFill>
                  <a:srgbClr val="231F20"/>
                </a:solidFill>
                <a:latin typeface="Arial"/>
                <a:cs typeface="Arial"/>
              </a:rPr>
              <a:t>Trial</a:t>
            </a:r>
            <a:r>
              <a:rPr sz="1000" spc="-1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“The</a:t>
            </a:r>
            <a:r>
              <a:rPr sz="1000" spc="-20" dirty="0">
                <a:solidFill>
                  <a:srgbClr val="231F20"/>
                </a:solidFill>
                <a:latin typeface="Arial"/>
                <a:cs typeface="Arial"/>
              </a:rPr>
              <a:t> Case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Missing</a:t>
            </a:r>
            <a:r>
              <a:rPr sz="1000" spc="-20" dirty="0">
                <a:solidFill>
                  <a:srgbClr val="231F20"/>
                </a:solidFill>
                <a:latin typeface="Arial"/>
                <a:cs typeface="Arial"/>
              </a:rPr>
              <a:t> Puppy.”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mock</a:t>
            </a:r>
            <a:r>
              <a:rPr sz="1000" spc="-20" dirty="0">
                <a:solidFill>
                  <a:srgbClr val="231F20"/>
                </a:solidFill>
                <a:latin typeface="Arial"/>
                <a:cs typeface="Arial"/>
              </a:rPr>
              <a:t> </a:t>
            </a:r>
            <a:r>
              <a:rPr sz="1000" dirty="0">
                <a:solidFill>
                  <a:srgbClr val="231F20"/>
                </a:solidFill>
                <a:latin typeface="Arial"/>
                <a:cs typeface="Arial"/>
              </a:rPr>
              <a:t>trial</a:t>
            </a:r>
            <a:r>
              <a:rPr sz="1000" spc="-20" dirty="0">
                <a:solidFill>
                  <a:srgbClr val="231F20"/>
                </a:solidFill>
                <a:latin typeface="Arial"/>
                <a:cs typeface="Arial"/>
              </a:rPr>
              <a:t> </a:t>
            </a:r>
            <a:r>
              <a:rPr sz="1000" dirty="0">
                <a:solidFill>
                  <a:srgbClr val="231F20"/>
                </a:solidFill>
                <a:latin typeface="Arial"/>
                <a:cs typeface="Arial"/>
              </a:rPr>
              <a:t>was</a:t>
            </a:r>
            <a:r>
              <a:rPr sz="1000" spc="-20" dirty="0">
                <a:solidFill>
                  <a:srgbClr val="231F20"/>
                </a:solidFill>
                <a:latin typeface="Arial"/>
                <a:cs typeface="Arial"/>
              </a:rPr>
              <a:t> </a:t>
            </a:r>
            <a:r>
              <a:rPr sz="1000" spc="-25" dirty="0">
                <a:solidFill>
                  <a:srgbClr val="231F20"/>
                </a:solidFill>
                <a:latin typeface="Arial"/>
                <a:cs typeface="Arial"/>
              </a:rPr>
              <a:t>set </a:t>
            </a:r>
            <a:r>
              <a:rPr sz="1000" dirty="0">
                <a:solidFill>
                  <a:srgbClr val="231F20"/>
                </a:solidFill>
                <a:latin typeface="Arial"/>
                <a:cs typeface="Arial"/>
              </a:rPr>
              <a:t>up</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judge,</a:t>
            </a:r>
            <a:r>
              <a:rPr sz="1000" spc="-10" dirty="0">
                <a:solidFill>
                  <a:srgbClr val="231F20"/>
                </a:solidFill>
                <a:latin typeface="Arial"/>
                <a:cs typeface="Arial"/>
              </a:rPr>
              <a:t> </a:t>
            </a:r>
            <a:r>
              <a:rPr sz="1000" spc="-100" dirty="0">
                <a:solidFill>
                  <a:srgbClr val="231F20"/>
                </a:solidFill>
                <a:latin typeface="Arial"/>
                <a:cs typeface="Arial"/>
              </a:rPr>
              <a:t>12</a:t>
            </a:r>
            <a:r>
              <a:rPr sz="1000" spc="-15" dirty="0">
                <a:solidFill>
                  <a:srgbClr val="231F20"/>
                </a:solidFill>
                <a:latin typeface="Arial"/>
                <a:cs typeface="Arial"/>
              </a:rPr>
              <a:t> </a:t>
            </a:r>
            <a:r>
              <a:rPr sz="1000" spc="-10" dirty="0">
                <a:solidFill>
                  <a:srgbClr val="231F20"/>
                </a:solidFill>
                <a:latin typeface="Arial"/>
                <a:cs typeface="Arial"/>
              </a:rPr>
              <a:t>juror,</a:t>
            </a:r>
            <a:r>
              <a:rPr sz="1000" spc="-15" dirty="0">
                <a:solidFill>
                  <a:srgbClr val="231F20"/>
                </a:solidFill>
                <a:latin typeface="Arial"/>
                <a:cs typeface="Arial"/>
              </a:rPr>
              <a:t> </a:t>
            </a:r>
            <a:r>
              <a:rPr sz="1000" dirty="0">
                <a:solidFill>
                  <a:srgbClr val="231F20"/>
                </a:solidFill>
                <a:latin typeface="Arial"/>
                <a:cs typeface="Arial"/>
              </a:rPr>
              <a:t>2</a:t>
            </a:r>
            <a:r>
              <a:rPr sz="1000" spc="-15" dirty="0">
                <a:solidFill>
                  <a:srgbClr val="231F20"/>
                </a:solidFill>
                <a:latin typeface="Arial"/>
                <a:cs typeface="Arial"/>
              </a:rPr>
              <a:t> </a:t>
            </a:r>
            <a:r>
              <a:rPr sz="1000" dirty="0">
                <a:solidFill>
                  <a:srgbClr val="231F20"/>
                </a:solidFill>
                <a:latin typeface="Arial"/>
                <a:cs typeface="Arial"/>
              </a:rPr>
              <a:t>lawyers,</a:t>
            </a:r>
            <a:r>
              <a:rPr sz="1000" spc="-10" dirty="0">
                <a:solidFill>
                  <a:srgbClr val="231F20"/>
                </a:solidFill>
                <a:latin typeface="Arial"/>
                <a:cs typeface="Arial"/>
              </a:rPr>
              <a:t> </a:t>
            </a:r>
            <a:r>
              <a:rPr sz="1000" dirty="0">
                <a:solidFill>
                  <a:srgbClr val="231F20"/>
                </a:solidFill>
                <a:latin typeface="Arial"/>
                <a:cs typeface="Arial"/>
              </a:rPr>
              <a:t>plaintiff,</a:t>
            </a:r>
            <a:r>
              <a:rPr sz="1000" spc="-15" dirty="0">
                <a:solidFill>
                  <a:srgbClr val="231F20"/>
                </a:solidFill>
                <a:latin typeface="Arial"/>
                <a:cs typeface="Arial"/>
              </a:rPr>
              <a:t> </a:t>
            </a:r>
            <a:r>
              <a:rPr sz="1000" spc="-10" dirty="0">
                <a:solidFill>
                  <a:srgbClr val="231F20"/>
                </a:solidFill>
                <a:latin typeface="Arial"/>
                <a:cs typeface="Arial"/>
              </a:rPr>
              <a:t>defendants,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spc="-10" dirty="0">
                <a:solidFill>
                  <a:srgbClr val="231F20"/>
                </a:solidFill>
                <a:latin typeface="Arial"/>
                <a:cs typeface="Arial"/>
              </a:rPr>
              <a:t>witnesses.</a:t>
            </a:r>
            <a:r>
              <a:rPr sz="1000" dirty="0">
                <a:solidFill>
                  <a:srgbClr val="231F20"/>
                </a:solidFill>
                <a:latin typeface="Arial"/>
                <a:cs typeface="Arial"/>
              </a:rPr>
              <a:t> </a:t>
            </a:r>
            <a:r>
              <a:rPr sz="1000" spc="-20" dirty="0">
                <a:solidFill>
                  <a:srgbClr val="231F20"/>
                </a:solidFill>
                <a:latin typeface="Arial"/>
                <a:cs typeface="Arial"/>
              </a:rPr>
              <a:t>Two</a:t>
            </a:r>
            <a:r>
              <a:rPr sz="1000" spc="-5" dirty="0">
                <a:solidFill>
                  <a:srgbClr val="231F20"/>
                </a:solidFill>
                <a:latin typeface="Arial"/>
                <a:cs typeface="Arial"/>
              </a:rPr>
              <a:t> </a:t>
            </a:r>
            <a:r>
              <a:rPr sz="1000" spc="-30" dirty="0">
                <a:solidFill>
                  <a:srgbClr val="231F20"/>
                </a:solidFill>
                <a:latin typeface="Arial"/>
                <a:cs typeface="Arial"/>
              </a:rPr>
              <a:t>JJMCMC</a:t>
            </a:r>
            <a:r>
              <a:rPr sz="1000" spc="-5" dirty="0">
                <a:solidFill>
                  <a:srgbClr val="231F20"/>
                </a:solidFill>
                <a:latin typeface="Arial"/>
                <a:cs typeface="Arial"/>
              </a:rPr>
              <a:t> </a:t>
            </a:r>
            <a:r>
              <a:rPr sz="1000" dirty="0">
                <a:solidFill>
                  <a:srgbClr val="231F20"/>
                </a:solidFill>
                <a:latin typeface="Arial"/>
                <a:cs typeface="Arial"/>
              </a:rPr>
              <a:t>Mothers, </a:t>
            </a:r>
            <a:r>
              <a:rPr sz="1000" spc="-70" dirty="0">
                <a:solidFill>
                  <a:srgbClr val="231F20"/>
                </a:solidFill>
                <a:latin typeface="Arial"/>
                <a:cs typeface="Arial"/>
              </a:rPr>
              <a:t>IPP/LTA</a:t>
            </a:r>
            <a:r>
              <a:rPr sz="1000" spc="-5" dirty="0">
                <a:solidFill>
                  <a:srgbClr val="231F20"/>
                </a:solidFill>
                <a:latin typeface="Arial"/>
                <a:cs typeface="Arial"/>
              </a:rPr>
              <a:t> </a:t>
            </a:r>
            <a:r>
              <a:rPr sz="1000" spc="-20" dirty="0">
                <a:solidFill>
                  <a:srgbClr val="231F20"/>
                </a:solidFill>
                <a:latin typeface="Arial"/>
                <a:cs typeface="Arial"/>
              </a:rPr>
              <a:t>Kiki </a:t>
            </a:r>
            <a:r>
              <a:rPr sz="1000" dirty="0">
                <a:solidFill>
                  <a:srgbClr val="231F20"/>
                </a:solidFill>
                <a:latin typeface="Arial"/>
                <a:cs typeface="Arial"/>
              </a:rPr>
              <a:t>Alexander and</a:t>
            </a:r>
            <a:r>
              <a:rPr sz="1000" spc="5" dirty="0">
                <a:solidFill>
                  <a:srgbClr val="231F20"/>
                </a:solidFill>
                <a:latin typeface="Arial"/>
                <a:cs typeface="Arial"/>
              </a:rPr>
              <a:t> </a:t>
            </a:r>
            <a:r>
              <a:rPr sz="1000" dirty="0">
                <a:solidFill>
                  <a:srgbClr val="231F20"/>
                </a:solidFill>
                <a:latin typeface="Arial"/>
                <a:cs typeface="Arial"/>
              </a:rPr>
              <a:t>Mother Michelle</a:t>
            </a:r>
            <a:r>
              <a:rPr sz="1000" spc="5" dirty="0">
                <a:solidFill>
                  <a:srgbClr val="231F20"/>
                </a:solidFill>
                <a:latin typeface="Arial"/>
                <a:cs typeface="Arial"/>
              </a:rPr>
              <a:t> </a:t>
            </a:r>
            <a:r>
              <a:rPr sz="1000" spc="-10" dirty="0">
                <a:solidFill>
                  <a:srgbClr val="231F20"/>
                </a:solidFill>
                <a:latin typeface="Arial"/>
                <a:cs typeface="Arial"/>
              </a:rPr>
              <a:t>Jawando,</a:t>
            </a:r>
            <a:r>
              <a:rPr sz="1000" dirty="0">
                <a:solidFill>
                  <a:srgbClr val="231F20"/>
                </a:solidFill>
                <a:latin typeface="Arial"/>
                <a:cs typeface="Arial"/>
              </a:rPr>
              <a:t> educated</a:t>
            </a:r>
            <a:r>
              <a:rPr sz="1000" spc="5"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954021"/>
            <a:ext cx="3303904" cy="7073900"/>
          </a:xfrm>
          <a:prstGeom prst="rect">
            <a:avLst/>
          </a:prstGeom>
        </p:spPr>
        <p:txBody>
          <a:bodyPr vert="horz" wrap="square" lIns="0" tIns="12700" rIns="0" bIns="0" rtlCol="0">
            <a:spAutoFit/>
          </a:bodyPr>
          <a:lstStyle/>
          <a:p>
            <a:pPr marL="12700" marR="63500">
              <a:lnSpc>
                <a:spcPct val="100000"/>
              </a:lnSpc>
              <a:spcBef>
                <a:spcPts val="100"/>
              </a:spcBef>
            </a:pP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juris</a:t>
            </a:r>
            <a:r>
              <a:rPr sz="1000" spc="5" dirty="0">
                <a:solidFill>
                  <a:srgbClr val="231F20"/>
                </a:solidFill>
                <a:latin typeface="Arial"/>
                <a:cs typeface="Arial"/>
              </a:rPr>
              <a:t> </a:t>
            </a:r>
            <a:r>
              <a:rPr sz="1000" dirty="0">
                <a:solidFill>
                  <a:srgbClr val="231F20"/>
                </a:solidFill>
                <a:latin typeface="Arial"/>
                <a:cs typeface="Arial"/>
              </a:rPr>
              <a:t>prudence</a:t>
            </a:r>
            <a:r>
              <a:rPr sz="1000" spc="5" dirty="0">
                <a:solidFill>
                  <a:srgbClr val="231F20"/>
                </a:solidFill>
                <a:latin typeface="Arial"/>
                <a:cs typeface="Arial"/>
              </a:rPr>
              <a:t> </a:t>
            </a:r>
            <a:r>
              <a:rPr sz="1000" dirty="0">
                <a:solidFill>
                  <a:srgbClr val="231F20"/>
                </a:solidFill>
                <a:latin typeface="Arial"/>
                <a:cs typeface="Arial"/>
              </a:rPr>
              <a:t>process</a:t>
            </a:r>
            <a:r>
              <a:rPr sz="1000" spc="5" dirty="0">
                <a:solidFill>
                  <a:srgbClr val="231F20"/>
                </a:solidFill>
                <a:latin typeface="Arial"/>
                <a:cs typeface="Arial"/>
              </a:rPr>
              <a:t> </a:t>
            </a:r>
            <a:r>
              <a:rPr sz="1000" dirty="0">
                <a:solidFill>
                  <a:srgbClr val="231F20"/>
                </a:solidFill>
                <a:latin typeface="Arial"/>
                <a:cs typeface="Arial"/>
              </a:rPr>
              <a:t>works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5" dirty="0">
                <a:solidFill>
                  <a:srgbClr val="231F20"/>
                </a:solidFill>
                <a:latin typeface="Arial"/>
                <a:cs typeface="Arial"/>
              </a:rPr>
              <a:t>how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trial</a:t>
            </a:r>
            <a:r>
              <a:rPr sz="1000" spc="-25" dirty="0">
                <a:solidFill>
                  <a:srgbClr val="231F20"/>
                </a:solidFill>
                <a:latin typeface="Arial"/>
                <a:cs typeface="Arial"/>
              </a:rPr>
              <a:t> </a:t>
            </a:r>
            <a:r>
              <a:rPr sz="1000" dirty="0">
                <a:solidFill>
                  <a:srgbClr val="231F20"/>
                </a:solidFill>
                <a:latin typeface="Arial"/>
                <a:cs typeface="Arial"/>
              </a:rPr>
              <a:t>is</a:t>
            </a:r>
            <a:r>
              <a:rPr sz="1000" spc="-25" dirty="0">
                <a:solidFill>
                  <a:srgbClr val="231F20"/>
                </a:solidFill>
                <a:latin typeface="Arial"/>
                <a:cs typeface="Arial"/>
              </a:rPr>
              <a:t> </a:t>
            </a:r>
            <a:r>
              <a:rPr sz="1000" dirty="0">
                <a:solidFill>
                  <a:srgbClr val="231F20"/>
                </a:solidFill>
                <a:latin typeface="Arial"/>
                <a:cs typeface="Arial"/>
              </a:rPr>
              <a:t>run.</a:t>
            </a:r>
            <a:r>
              <a:rPr sz="1000" spc="-25" dirty="0">
                <a:solidFill>
                  <a:srgbClr val="231F20"/>
                </a:solidFill>
                <a:latin typeface="Arial"/>
                <a:cs typeface="Arial"/>
              </a:rPr>
              <a:t> </a:t>
            </a:r>
            <a:r>
              <a:rPr sz="1000" spc="-10" dirty="0">
                <a:solidFill>
                  <a:srgbClr val="231F20"/>
                </a:solidFill>
                <a:latin typeface="Arial"/>
                <a:cs typeface="Arial"/>
              </a:rPr>
              <a:t>This</a:t>
            </a:r>
            <a:r>
              <a:rPr sz="1000" spc="-25" dirty="0">
                <a:solidFill>
                  <a:srgbClr val="231F20"/>
                </a:solidFill>
                <a:latin typeface="Arial"/>
                <a:cs typeface="Arial"/>
              </a:rPr>
              <a:t>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hands</a:t>
            </a:r>
            <a:r>
              <a:rPr sz="1000" spc="-20"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learning</a:t>
            </a:r>
            <a:r>
              <a:rPr sz="1000" spc="-25" dirty="0">
                <a:solidFill>
                  <a:srgbClr val="231F20"/>
                </a:solidFill>
                <a:latin typeface="Arial"/>
                <a:cs typeface="Arial"/>
              </a:rPr>
              <a:t>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our</a:t>
            </a:r>
            <a:r>
              <a:rPr sz="1000" spc="-25" dirty="0">
                <a:solidFill>
                  <a:srgbClr val="231F20"/>
                </a:solidFill>
                <a:latin typeface="Arial"/>
                <a:cs typeface="Arial"/>
              </a:rPr>
              <a:t> </a:t>
            </a:r>
            <a:r>
              <a:rPr sz="1000" spc="-20" dirty="0">
                <a:solidFill>
                  <a:srgbClr val="231F20"/>
                </a:solidFill>
                <a:latin typeface="Arial"/>
                <a:cs typeface="Arial"/>
              </a:rPr>
              <a:t>legal </a:t>
            </a:r>
            <a:r>
              <a:rPr sz="1000" spc="-10" dirty="0">
                <a:solidFill>
                  <a:srgbClr val="231F20"/>
                </a:solidFill>
                <a:latin typeface="Arial"/>
                <a:cs typeface="Arial"/>
              </a:rPr>
              <a:t>system.</a:t>
            </a:r>
            <a:endParaRPr sz="1000">
              <a:latin typeface="Arial"/>
              <a:cs typeface="Arial"/>
            </a:endParaRPr>
          </a:p>
          <a:p>
            <a:pPr marL="12700" marR="105410">
              <a:lnSpc>
                <a:spcPct val="100000"/>
              </a:lnSpc>
              <a:spcBef>
                <a:spcPts val="900"/>
              </a:spcBef>
            </a:pP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5</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experienced</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2021–2022 </a:t>
            </a:r>
            <a:r>
              <a:rPr sz="1000" dirty="0">
                <a:solidFill>
                  <a:srgbClr val="231F20"/>
                </a:solidFill>
                <a:latin typeface="Arial"/>
                <a:cs typeface="Arial"/>
              </a:rPr>
              <a:t>programming</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focusing</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reconnecting</a:t>
            </a:r>
            <a:r>
              <a:rPr sz="1000" spc="10" dirty="0">
                <a:solidFill>
                  <a:srgbClr val="231F20"/>
                </a:solidFill>
                <a:latin typeface="Arial"/>
                <a:cs typeface="Arial"/>
              </a:rPr>
              <a:t> </a:t>
            </a:r>
            <a:r>
              <a:rPr sz="1000" spc="-10" dirty="0">
                <a:solidFill>
                  <a:srgbClr val="231F20"/>
                </a:solidFill>
                <a:latin typeface="Arial"/>
                <a:cs typeface="Arial"/>
              </a:rPr>
              <a:t>together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being</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person</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much</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possible</a:t>
            </a:r>
            <a:r>
              <a:rPr sz="1000" spc="-5"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spc="-25" dirty="0">
                <a:solidFill>
                  <a:srgbClr val="231F20"/>
                </a:solidFill>
                <a:latin typeface="Arial"/>
                <a:cs typeface="Arial"/>
              </a:rPr>
              <a:t>an</a:t>
            </a:r>
            <a:endParaRPr sz="1000">
              <a:latin typeface="Arial"/>
              <a:cs typeface="Arial"/>
            </a:endParaRPr>
          </a:p>
          <a:p>
            <a:pPr marL="12700" marR="252095">
              <a:lnSpc>
                <a:spcPct val="100000"/>
              </a:lnSpc>
            </a:pPr>
            <a:r>
              <a:rPr sz="1000" spc="-60" dirty="0">
                <a:solidFill>
                  <a:srgbClr val="231F20"/>
                </a:solidFill>
                <a:latin typeface="Arial"/>
                <a:cs typeface="Arial"/>
              </a:rPr>
              <a:t>18-</a:t>
            </a:r>
            <a:r>
              <a:rPr sz="1000" dirty="0">
                <a:solidFill>
                  <a:srgbClr val="231F20"/>
                </a:solidFill>
                <a:latin typeface="Arial"/>
                <a:cs typeface="Arial"/>
              </a:rPr>
              <a:t>month</a:t>
            </a:r>
            <a:r>
              <a:rPr sz="1000" spc="5" dirty="0">
                <a:solidFill>
                  <a:srgbClr val="231F20"/>
                </a:solidFill>
                <a:latin typeface="Arial"/>
                <a:cs typeface="Arial"/>
              </a:rPr>
              <a:t> </a:t>
            </a:r>
            <a:r>
              <a:rPr sz="1000" dirty="0">
                <a:solidFill>
                  <a:srgbClr val="231F20"/>
                </a:solidFill>
                <a:latin typeface="Arial"/>
                <a:cs typeface="Arial"/>
              </a:rPr>
              <a:t>hiatus</a:t>
            </a:r>
            <a:r>
              <a:rPr sz="1000" spc="5" dirty="0">
                <a:solidFill>
                  <a:srgbClr val="231F20"/>
                </a:solidFill>
                <a:latin typeface="Arial"/>
                <a:cs typeface="Arial"/>
              </a:rPr>
              <a:t> </a:t>
            </a:r>
            <a:r>
              <a:rPr sz="1000" dirty="0">
                <a:solidFill>
                  <a:srgbClr val="231F20"/>
                </a:solidFill>
                <a:latin typeface="Arial"/>
                <a:cs typeface="Arial"/>
              </a:rPr>
              <a:t>due</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Covid-</a:t>
            </a:r>
            <a:r>
              <a:rPr sz="1000" spc="-90" dirty="0">
                <a:solidFill>
                  <a:srgbClr val="231F20"/>
                </a:solidFill>
                <a:latin typeface="Arial"/>
                <a:cs typeface="Arial"/>
              </a:rPr>
              <a:t>19</a:t>
            </a:r>
            <a:r>
              <a:rPr sz="1000" spc="5" dirty="0">
                <a:solidFill>
                  <a:srgbClr val="231F20"/>
                </a:solidFill>
                <a:latin typeface="Arial"/>
                <a:cs typeface="Arial"/>
              </a:rPr>
              <a:t> </a:t>
            </a:r>
            <a:r>
              <a:rPr sz="1000" dirty="0">
                <a:solidFill>
                  <a:srgbClr val="231F20"/>
                </a:solidFill>
                <a:latin typeface="Arial"/>
                <a:cs typeface="Arial"/>
              </a:rPr>
              <a:t>pandemic.</a:t>
            </a:r>
            <a:r>
              <a:rPr sz="1000" spc="5" dirty="0">
                <a:solidFill>
                  <a:srgbClr val="231F20"/>
                </a:solidFill>
                <a:latin typeface="Arial"/>
                <a:cs typeface="Arial"/>
              </a:rPr>
              <a:t> </a:t>
            </a:r>
            <a:r>
              <a:rPr sz="1000" spc="-20" dirty="0">
                <a:solidFill>
                  <a:srgbClr val="231F20"/>
                </a:solidFill>
                <a:latin typeface="Arial"/>
                <a:cs typeface="Arial"/>
              </a:rPr>
              <a:t>Group </a:t>
            </a:r>
            <a:r>
              <a:rPr sz="1000" dirty="0">
                <a:solidFill>
                  <a:srgbClr val="231F20"/>
                </a:solidFill>
                <a:latin typeface="Arial"/>
                <a:cs typeface="Arial"/>
              </a:rPr>
              <a:t>5</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excited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revitalized</a:t>
            </a:r>
            <a:r>
              <a:rPr sz="1000" spc="-10" dirty="0">
                <a:solidFill>
                  <a:srgbClr val="231F20"/>
                </a:solidFill>
                <a:latin typeface="Arial"/>
                <a:cs typeface="Arial"/>
              </a:rPr>
              <a:t> </a:t>
            </a:r>
            <a:r>
              <a:rPr sz="1000" dirty="0">
                <a:solidFill>
                  <a:srgbClr val="231F20"/>
                </a:solidFill>
                <a:latin typeface="Arial"/>
                <a:cs typeface="Arial"/>
              </a:rPr>
              <a:t>some</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traditional</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successful</a:t>
            </a:r>
            <a:r>
              <a:rPr sz="1000" dirty="0">
                <a:solidFill>
                  <a:srgbClr val="231F20"/>
                </a:solidFill>
                <a:latin typeface="Arial"/>
                <a:cs typeface="Arial"/>
              </a:rPr>
              <a:t> programming</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years</a:t>
            </a:r>
            <a:r>
              <a:rPr sz="1000" dirty="0">
                <a:solidFill>
                  <a:srgbClr val="231F20"/>
                </a:solidFill>
                <a:latin typeface="Arial"/>
                <a:cs typeface="Arial"/>
              </a:rPr>
              <a:t> in</a:t>
            </a:r>
            <a:r>
              <a:rPr sz="1000" spc="-5" dirty="0">
                <a:solidFill>
                  <a:srgbClr val="231F20"/>
                </a:solidFill>
                <a:latin typeface="Arial"/>
                <a:cs typeface="Arial"/>
              </a:rPr>
              <a:t> </a:t>
            </a:r>
            <a:r>
              <a:rPr sz="1000" dirty="0">
                <a:solidFill>
                  <a:srgbClr val="231F20"/>
                </a:solidFill>
                <a:latin typeface="Arial"/>
                <a:cs typeface="Arial"/>
              </a:rPr>
              <a:t>past with</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kickoff</a:t>
            </a:r>
            <a:r>
              <a:rPr sz="1000" spc="-1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70" dirty="0">
                <a:solidFill>
                  <a:srgbClr val="231F20"/>
                </a:solidFill>
                <a:latin typeface="Arial"/>
                <a:cs typeface="Arial"/>
              </a:rPr>
              <a:t>(Jr.)</a:t>
            </a:r>
            <a:r>
              <a:rPr sz="1000" spc="-10" dirty="0">
                <a:solidFill>
                  <a:srgbClr val="231F20"/>
                </a:solidFill>
                <a:latin typeface="Arial"/>
                <a:cs typeface="Arial"/>
              </a:rPr>
              <a:t> </a:t>
            </a:r>
            <a:r>
              <a:rPr sz="1000" spc="-20" dirty="0">
                <a:solidFill>
                  <a:srgbClr val="231F20"/>
                </a:solidFill>
                <a:latin typeface="Arial"/>
                <a:cs typeface="Arial"/>
              </a:rPr>
              <a:t>Teen</a:t>
            </a:r>
            <a:r>
              <a:rPr sz="1000" spc="-15"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at</a:t>
            </a:r>
            <a:r>
              <a:rPr sz="1000" spc="-15" dirty="0">
                <a:solidFill>
                  <a:srgbClr val="231F20"/>
                </a:solidFill>
                <a:latin typeface="Arial"/>
                <a:cs typeface="Arial"/>
              </a:rPr>
              <a:t> </a:t>
            </a:r>
            <a:r>
              <a:rPr sz="1000" spc="-10" dirty="0">
                <a:solidFill>
                  <a:srgbClr val="231F20"/>
                </a:solidFill>
                <a:latin typeface="Arial"/>
                <a:cs typeface="Arial"/>
              </a:rPr>
              <a:t>Camp Wabana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Edgewater,</a:t>
            </a:r>
            <a:r>
              <a:rPr sz="1000" spc="-20"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focused</a:t>
            </a:r>
            <a:r>
              <a:rPr sz="1000" spc="-20"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STEAM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economic</a:t>
            </a:r>
            <a:r>
              <a:rPr sz="1000" spc="10" dirty="0">
                <a:solidFill>
                  <a:srgbClr val="231F20"/>
                </a:solidFill>
                <a:latin typeface="Arial"/>
                <a:cs typeface="Arial"/>
              </a:rPr>
              <a:t> </a:t>
            </a:r>
            <a:r>
              <a:rPr sz="1000" dirty="0">
                <a:solidFill>
                  <a:srgbClr val="231F20"/>
                </a:solidFill>
                <a:latin typeface="Arial"/>
                <a:cs typeface="Arial"/>
              </a:rPr>
              <a:t>empowerment</a:t>
            </a:r>
            <a:r>
              <a:rPr sz="1000" spc="10" dirty="0">
                <a:solidFill>
                  <a:srgbClr val="231F20"/>
                </a:solidFill>
                <a:latin typeface="Arial"/>
                <a:cs typeface="Arial"/>
              </a:rPr>
              <a:t> </a:t>
            </a:r>
            <a:r>
              <a:rPr sz="1000" dirty="0">
                <a:solidFill>
                  <a:srgbClr val="231F20"/>
                </a:solidFill>
                <a:latin typeface="Arial"/>
                <a:cs typeface="Arial"/>
              </a:rPr>
              <a:t>thrusts</a:t>
            </a:r>
            <a:r>
              <a:rPr sz="1000" spc="10"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spc="-10" dirty="0">
                <a:solidFill>
                  <a:srgbClr val="231F20"/>
                </a:solidFill>
                <a:latin typeface="Arial"/>
                <a:cs typeface="Arial"/>
              </a:rPr>
              <a:t>integrating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leadership</a:t>
            </a:r>
            <a:r>
              <a:rPr sz="1000" spc="20" dirty="0">
                <a:solidFill>
                  <a:srgbClr val="231F20"/>
                </a:solidFill>
                <a:latin typeface="Arial"/>
                <a:cs typeface="Arial"/>
              </a:rPr>
              <a:t> </a:t>
            </a:r>
            <a:r>
              <a:rPr sz="1000" dirty="0">
                <a:solidFill>
                  <a:srgbClr val="231F20"/>
                </a:solidFill>
                <a:latin typeface="Arial"/>
                <a:cs typeface="Arial"/>
              </a:rPr>
              <a:t>module</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team</a:t>
            </a:r>
            <a:r>
              <a:rPr sz="1000" spc="20" dirty="0">
                <a:solidFill>
                  <a:srgbClr val="231F20"/>
                </a:solidFill>
                <a:latin typeface="Arial"/>
                <a:cs typeface="Arial"/>
              </a:rPr>
              <a:t> </a:t>
            </a:r>
            <a:r>
              <a:rPr sz="1000" dirty="0">
                <a:solidFill>
                  <a:srgbClr val="231F20"/>
                </a:solidFill>
                <a:latin typeface="Arial"/>
                <a:cs typeface="Arial"/>
              </a:rPr>
              <a:t>building,</a:t>
            </a:r>
            <a:r>
              <a:rPr sz="1000" spc="15" dirty="0">
                <a:solidFill>
                  <a:srgbClr val="231F20"/>
                </a:solidFill>
                <a:latin typeface="Arial"/>
                <a:cs typeface="Arial"/>
              </a:rPr>
              <a:t> </a:t>
            </a:r>
            <a:r>
              <a:rPr sz="1000" spc="-10" dirty="0">
                <a:solidFill>
                  <a:srgbClr val="231F20"/>
                </a:solidFill>
                <a:latin typeface="Arial"/>
                <a:cs typeface="Arial"/>
              </a:rPr>
              <a:t>problem</a:t>
            </a:r>
            <a:endParaRPr sz="1000">
              <a:latin typeface="Arial"/>
              <a:cs typeface="Arial"/>
            </a:endParaRPr>
          </a:p>
          <a:p>
            <a:pPr marL="12700" marR="34290">
              <a:lnSpc>
                <a:spcPct val="100000"/>
              </a:lnSpc>
            </a:pPr>
            <a:r>
              <a:rPr sz="1000" dirty="0">
                <a:solidFill>
                  <a:srgbClr val="231F20"/>
                </a:solidFill>
                <a:latin typeface="Arial"/>
                <a:cs typeface="Arial"/>
              </a:rPr>
              <a:t>solving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critical</a:t>
            </a:r>
            <a:r>
              <a:rPr sz="1000" spc="-5" dirty="0">
                <a:solidFill>
                  <a:srgbClr val="231F20"/>
                </a:solidFill>
                <a:latin typeface="Arial"/>
                <a:cs typeface="Arial"/>
              </a:rPr>
              <a:t> </a:t>
            </a:r>
            <a:r>
              <a:rPr sz="1000" dirty="0">
                <a:solidFill>
                  <a:srgbClr val="231F20"/>
                </a:solidFill>
                <a:latin typeface="Arial"/>
                <a:cs typeface="Arial"/>
              </a:rPr>
              <a:t>thinking</a:t>
            </a:r>
            <a:r>
              <a:rPr sz="1000" spc="-5" dirty="0">
                <a:solidFill>
                  <a:srgbClr val="231F20"/>
                </a:solidFill>
                <a:latin typeface="Arial"/>
                <a:cs typeface="Arial"/>
              </a:rPr>
              <a:t> </a:t>
            </a:r>
            <a:r>
              <a:rPr sz="1000" dirty="0">
                <a:solidFill>
                  <a:srgbClr val="231F20"/>
                </a:solidFill>
                <a:latin typeface="Arial"/>
                <a:cs typeface="Arial"/>
              </a:rPr>
              <a:t>challenges, and</a:t>
            </a:r>
            <a:r>
              <a:rPr sz="1000" spc="-5" dirty="0">
                <a:solidFill>
                  <a:srgbClr val="231F20"/>
                </a:solidFill>
                <a:latin typeface="Arial"/>
                <a:cs typeface="Arial"/>
              </a:rPr>
              <a:t> </a:t>
            </a:r>
            <a:r>
              <a:rPr sz="1000" spc="-10" dirty="0">
                <a:solidFill>
                  <a:srgbClr val="231F20"/>
                </a:solidFill>
                <a:latin typeface="Arial"/>
                <a:cs typeface="Arial"/>
              </a:rPr>
              <a:t>games.</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 also</a:t>
            </a:r>
            <a:r>
              <a:rPr sz="1000" spc="5" dirty="0">
                <a:solidFill>
                  <a:srgbClr val="231F20"/>
                </a:solidFill>
                <a:latin typeface="Arial"/>
                <a:cs typeface="Arial"/>
              </a:rPr>
              <a:t> </a:t>
            </a:r>
            <a:r>
              <a:rPr sz="1000" dirty="0">
                <a:solidFill>
                  <a:srgbClr val="231F20"/>
                </a:solidFill>
                <a:latin typeface="Arial"/>
                <a:cs typeface="Arial"/>
              </a:rPr>
              <a:t>completed</a:t>
            </a:r>
            <a:r>
              <a:rPr sz="1000" spc="5" dirty="0">
                <a:solidFill>
                  <a:srgbClr val="231F20"/>
                </a:solidFill>
                <a:latin typeface="Arial"/>
                <a:cs typeface="Arial"/>
              </a:rPr>
              <a:t> </a:t>
            </a:r>
            <a:r>
              <a:rPr sz="1000" dirty="0">
                <a:solidFill>
                  <a:srgbClr val="231F20"/>
                </a:solidFill>
                <a:latin typeface="Arial"/>
                <a:cs typeface="Arial"/>
              </a:rPr>
              <a:t>components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Jack</a:t>
            </a:r>
            <a:r>
              <a:rPr sz="1000" spc="5" dirty="0">
                <a:solidFill>
                  <a:srgbClr val="231F20"/>
                </a:solidFill>
                <a:latin typeface="Arial"/>
                <a:cs typeface="Arial"/>
              </a:rPr>
              <a:t> </a:t>
            </a:r>
            <a:r>
              <a:rPr sz="1000" dirty="0">
                <a:solidFill>
                  <a:srgbClr val="231F20"/>
                </a:solidFill>
                <a:latin typeface="Arial"/>
                <a:cs typeface="Arial"/>
              </a:rPr>
              <a:t>&amp;</a:t>
            </a:r>
            <a:r>
              <a:rPr sz="1000" spc="5" dirty="0">
                <a:solidFill>
                  <a:srgbClr val="231F20"/>
                </a:solidFill>
                <a:latin typeface="Arial"/>
                <a:cs typeface="Arial"/>
              </a:rPr>
              <a:t> </a:t>
            </a:r>
            <a:r>
              <a:rPr sz="1000" spc="-20" dirty="0">
                <a:solidFill>
                  <a:srgbClr val="231F20"/>
                </a:solidFill>
                <a:latin typeface="Arial"/>
                <a:cs typeface="Arial"/>
              </a:rPr>
              <a:t>Jill </a:t>
            </a:r>
            <a:r>
              <a:rPr sz="1000" spc="-10" dirty="0">
                <a:solidFill>
                  <a:srgbClr val="231F20"/>
                </a:solidFill>
                <a:latin typeface="Arial"/>
                <a:cs typeface="Arial"/>
              </a:rPr>
              <a:t>Curriculum</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literacy</a:t>
            </a:r>
            <a:r>
              <a:rPr sz="1000" spc="-20" dirty="0">
                <a:solidFill>
                  <a:srgbClr val="231F20"/>
                </a:solidFill>
                <a:latin typeface="Arial"/>
                <a:cs typeface="Arial"/>
              </a:rPr>
              <a:t> </a:t>
            </a:r>
            <a:r>
              <a:rPr sz="1000" dirty="0">
                <a:solidFill>
                  <a:srgbClr val="231F20"/>
                </a:solidFill>
                <a:latin typeface="Arial"/>
                <a:cs typeface="Arial"/>
              </a:rPr>
              <a:t>modules</a:t>
            </a:r>
            <a:r>
              <a:rPr sz="1000" spc="-15" dirty="0">
                <a:solidFill>
                  <a:srgbClr val="231F20"/>
                </a:solidFill>
                <a:latin typeface="Arial"/>
                <a:cs typeface="Arial"/>
              </a:rPr>
              <a:t> </a:t>
            </a:r>
            <a:r>
              <a:rPr sz="1000" dirty="0">
                <a:solidFill>
                  <a:srgbClr val="231F20"/>
                </a:solidFill>
                <a:latin typeface="Arial"/>
                <a:cs typeface="Arial"/>
              </a:rPr>
              <a:t>from</a:t>
            </a:r>
            <a:r>
              <a:rPr sz="1000" spc="-15" dirty="0">
                <a:solidFill>
                  <a:srgbClr val="231F20"/>
                </a:solidFill>
                <a:latin typeface="Arial"/>
                <a:cs typeface="Arial"/>
              </a:rPr>
              <a:t> </a:t>
            </a:r>
            <a:r>
              <a:rPr sz="1000" spc="-20" dirty="0">
                <a:solidFill>
                  <a:srgbClr val="231F20"/>
                </a:solidFill>
                <a:latin typeface="Arial"/>
                <a:cs typeface="Arial"/>
              </a:rPr>
              <a:t>Smart </a:t>
            </a:r>
            <a:r>
              <a:rPr sz="1000" spc="-10" dirty="0">
                <a:solidFill>
                  <a:srgbClr val="231F20"/>
                </a:solidFill>
                <a:latin typeface="Arial"/>
                <a:cs typeface="Arial"/>
              </a:rPr>
              <a:t>Money,</a:t>
            </a:r>
            <a:r>
              <a:rPr sz="1000" spc="10" dirty="0">
                <a:solidFill>
                  <a:srgbClr val="231F20"/>
                </a:solidFill>
                <a:latin typeface="Arial"/>
                <a:cs typeface="Arial"/>
              </a:rPr>
              <a:t> </a:t>
            </a:r>
            <a:r>
              <a:rPr sz="1000" dirty="0">
                <a:solidFill>
                  <a:srgbClr val="231F20"/>
                </a:solidFill>
                <a:latin typeface="Arial"/>
                <a:cs typeface="Arial"/>
              </a:rPr>
              <a:t>focusing</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investing,</a:t>
            </a:r>
            <a:r>
              <a:rPr sz="1000" spc="10" dirty="0">
                <a:solidFill>
                  <a:srgbClr val="231F20"/>
                </a:solidFill>
                <a:latin typeface="Arial"/>
                <a:cs typeface="Arial"/>
              </a:rPr>
              <a:t> </a:t>
            </a:r>
            <a:r>
              <a:rPr sz="1000" dirty="0">
                <a:solidFill>
                  <a:srgbClr val="231F20"/>
                </a:solidFill>
                <a:latin typeface="Arial"/>
                <a:cs typeface="Arial"/>
              </a:rPr>
              <a:t>understanding</a:t>
            </a:r>
            <a:r>
              <a:rPr sz="1000" spc="15" dirty="0">
                <a:solidFill>
                  <a:srgbClr val="231F20"/>
                </a:solidFill>
                <a:latin typeface="Arial"/>
                <a:cs typeface="Arial"/>
              </a:rPr>
              <a:t> </a:t>
            </a:r>
            <a:r>
              <a:rPr sz="1000" dirty="0">
                <a:solidFill>
                  <a:srgbClr val="231F20"/>
                </a:solidFill>
                <a:latin typeface="Arial"/>
                <a:cs typeface="Arial"/>
              </a:rPr>
              <a:t>credit</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money</a:t>
            </a:r>
            <a:r>
              <a:rPr sz="1000" spc="-10" dirty="0">
                <a:solidFill>
                  <a:srgbClr val="231F20"/>
                </a:solidFill>
                <a:latin typeface="Arial"/>
                <a:cs typeface="Arial"/>
              </a:rPr>
              <a:t> </a:t>
            </a:r>
            <a:r>
              <a:rPr sz="1000" dirty="0">
                <a:solidFill>
                  <a:srgbClr val="231F20"/>
                </a:solidFill>
                <a:latin typeface="Arial"/>
                <a:cs typeface="Arial"/>
              </a:rPr>
              <a:t>management.</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wrapped</a:t>
            </a:r>
            <a:r>
              <a:rPr sz="1000" spc="-5" dirty="0">
                <a:solidFill>
                  <a:srgbClr val="231F20"/>
                </a:solidFill>
                <a:latin typeface="Arial"/>
                <a:cs typeface="Arial"/>
              </a:rPr>
              <a:t> </a:t>
            </a:r>
            <a:r>
              <a:rPr sz="1000" dirty="0">
                <a:solidFill>
                  <a:srgbClr val="231F20"/>
                </a:solidFill>
                <a:latin typeface="Arial"/>
                <a:cs typeface="Arial"/>
              </a:rPr>
              <a:t>up</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50" dirty="0">
                <a:solidFill>
                  <a:srgbClr val="231F20"/>
                </a:solidFill>
                <a:latin typeface="Arial"/>
                <a:cs typeface="Arial"/>
              </a:rPr>
              <a:t>a</a:t>
            </a:r>
            <a:r>
              <a:rPr sz="1000" spc="500" dirty="0">
                <a:solidFill>
                  <a:srgbClr val="231F20"/>
                </a:solidFill>
                <a:latin typeface="Arial"/>
                <a:cs typeface="Arial"/>
              </a:rPr>
              <a:t> </a:t>
            </a:r>
            <a:r>
              <a:rPr sz="1000" dirty="0">
                <a:solidFill>
                  <a:srgbClr val="231F20"/>
                </a:solidFill>
                <a:latin typeface="Arial"/>
                <a:cs typeface="Arial"/>
              </a:rPr>
              <a:t>bon</a:t>
            </a:r>
            <a:r>
              <a:rPr sz="1000" spc="-10" dirty="0">
                <a:solidFill>
                  <a:srgbClr val="231F20"/>
                </a:solidFill>
                <a:latin typeface="Arial"/>
                <a:cs typeface="Arial"/>
              </a:rPr>
              <a:t> </a:t>
            </a:r>
            <a:r>
              <a:rPr sz="1000" dirty="0">
                <a:solidFill>
                  <a:srgbClr val="231F20"/>
                </a:solidFill>
                <a:latin typeface="Arial"/>
                <a:cs typeface="Arial"/>
              </a:rPr>
              <a:t>fire</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games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cookout.</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continued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interact</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each</a:t>
            </a:r>
            <a:r>
              <a:rPr sz="1000" spc="10" dirty="0">
                <a:solidFill>
                  <a:srgbClr val="231F20"/>
                </a:solidFill>
                <a:latin typeface="Arial"/>
                <a:cs typeface="Arial"/>
              </a:rPr>
              <a:t> </a:t>
            </a:r>
            <a:r>
              <a:rPr sz="1000" dirty="0">
                <a:solidFill>
                  <a:srgbClr val="231F20"/>
                </a:solidFill>
                <a:latin typeface="Arial"/>
                <a:cs typeface="Arial"/>
              </a:rPr>
              <a:t>other</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0" dirty="0">
                <a:solidFill>
                  <a:srgbClr val="231F20"/>
                </a:solidFill>
                <a:latin typeface="Arial"/>
                <a:cs typeface="Arial"/>
              </a:rPr>
              <a:t>Six</a:t>
            </a:r>
            <a:r>
              <a:rPr sz="1000" spc="10" dirty="0">
                <a:solidFill>
                  <a:srgbClr val="231F20"/>
                </a:solidFill>
                <a:latin typeface="Arial"/>
                <a:cs typeface="Arial"/>
              </a:rPr>
              <a:t> </a:t>
            </a:r>
            <a:r>
              <a:rPr sz="1000" spc="-20" dirty="0">
                <a:solidFill>
                  <a:srgbClr val="231F20"/>
                </a:solidFill>
                <a:latin typeface="Arial"/>
                <a:cs typeface="Arial"/>
              </a:rPr>
              <a:t>Flags</a:t>
            </a:r>
            <a:r>
              <a:rPr sz="1000" spc="10" dirty="0">
                <a:solidFill>
                  <a:srgbClr val="231F20"/>
                </a:solidFill>
                <a:latin typeface="Arial"/>
                <a:cs typeface="Arial"/>
              </a:rPr>
              <a:t> </a:t>
            </a:r>
            <a:r>
              <a:rPr sz="1000" spc="-20" dirty="0">
                <a:solidFill>
                  <a:srgbClr val="231F20"/>
                </a:solidFill>
                <a:latin typeface="Arial"/>
                <a:cs typeface="Arial"/>
              </a:rPr>
              <a:t>where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engaged</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amusement</a:t>
            </a:r>
            <a:r>
              <a:rPr sz="1000" spc="10" dirty="0">
                <a:solidFill>
                  <a:srgbClr val="231F20"/>
                </a:solidFill>
                <a:latin typeface="Arial"/>
                <a:cs typeface="Arial"/>
              </a:rPr>
              <a:t> </a:t>
            </a:r>
            <a:r>
              <a:rPr sz="1000" dirty="0">
                <a:solidFill>
                  <a:srgbClr val="231F20"/>
                </a:solidFill>
                <a:latin typeface="Arial"/>
                <a:cs typeface="Arial"/>
              </a:rPr>
              <a:t>park</a:t>
            </a:r>
            <a:r>
              <a:rPr sz="1000" spc="1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increase</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mental wellness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grow</a:t>
            </a:r>
            <a:r>
              <a:rPr sz="1000" spc="-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interpersonal</a:t>
            </a:r>
            <a:r>
              <a:rPr sz="1000" spc="35"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252729">
              <a:lnSpc>
                <a:spcPct val="100000"/>
              </a:lnSpc>
              <a:spcBef>
                <a:spcPts val="900"/>
              </a:spcBef>
            </a:pPr>
            <a:r>
              <a:rPr sz="1000" dirty="0">
                <a:solidFill>
                  <a:srgbClr val="231F20"/>
                </a:solidFill>
                <a:latin typeface="Arial"/>
                <a:cs typeface="Arial"/>
              </a:rPr>
              <a:t>The 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community service</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spc="-10" dirty="0">
                <a:solidFill>
                  <a:srgbClr val="231F20"/>
                </a:solidFill>
                <a:latin typeface="Arial"/>
                <a:cs typeface="Arial"/>
              </a:rPr>
              <a:t>supported </a:t>
            </a:r>
            <a:r>
              <a:rPr sz="1000" dirty="0">
                <a:solidFill>
                  <a:srgbClr val="231F20"/>
                </a:solidFill>
                <a:latin typeface="Arial"/>
                <a:cs typeface="Arial"/>
              </a:rPr>
              <a:t>Comfort</a:t>
            </a:r>
            <a:r>
              <a:rPr sz="1000" spc="5" dirty="0">
                <a:solidFill>
                  <a:srgbClr val="231F20"/>
                </a:solidFill>
                <a:latin typeface="Arial"/>
                <a:cs typeface="Arial"/>
              </a:rPr>
              <a:t> </a:t>
            </a:r>
            <a:r>
              <a:rPr sz="1000" spc="-25" dirty="0">
                <a:solidFill>
                  <a:srgbClr val="231F20"/>
                </a:solidFill>
                <a:latin typeface="Arial"/>
                <a:cs typeface="Arial"/>
              </a:rPr>
              <a:t>Cases.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volunteered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10" dirty="0">
                <a:solidFill>
                  <a:srgbClr val="231F20"/>
                </a:solidFill>
                <a:latin typeface="Arial"/>
                <a:cs typeface="Arial"/>
              </a:rPr>
              <a:t>create </a:t>
            </a:r>
            <a:r>
              <a:rPr sz="1000" dirty="0">
                <a:solidFill>
                  <a:srgbClr val="231F20"/>
                </a:solidFill>
                <a:latin typeface="Arial"/>
                <a:cs typeface="Arial"/>
              </a:rPr>
              <a:t>personal</a:t>
            </a:r>
            <a:r>
              <a:rPr sz="1000" spc="-10" dirty="0">
                <a:solidFill>
                  <a:srgbClr val="231F20"/>
                </a:solidFill>
                <a:latin typeface="Arial"/>
                <a:cs typeface="Arial"/>
              </a:rPr>
              <a:t> </a:t>
            </a:r>
            <a:r>
              <a:rPr sz="1000" dirty="0">
                <a:solidFill>
                  <a:srgbClr val="231F20"/>
                </a:solidFill>
                <a:latin typeface="Arial"/>
                <a:cs typeface="Arial"/>
              </a:rPr>
              <a:t>bags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who</a:t>
            </a:r>
            <a:r>
              <a:rPr sz="1000" spc="-10" dirty="0">
                <a:solidFill>
                  <a:srgbClr val="231F20"/>
                </a:solidFill>
                <a:latin typeface="Arial"/>
                <a:cs typeface="Arial"/>
              </a:rPr>
              <a:t> </a:t>
            </a:r>
            <a:r>
              <a:rPr sz="1000" dirty="0">
                <a:solidFill>
                  <a:srgbClr val="231F20"/>
                </a:solidFill>
                <a:latin typeface="Arial"/>
                <a:cs typeface="Arial"/>
              </a:rPr>
              <a:t>are</a:t>
            </a:r>
            <a:r>
              <a:rPr sz="1000" spc="-5" dirty="0">
                <a:solidFill>
                  <a:srgbClr val="231F20"/>
                </a:solidFill>
                <a:latin typeface="Arial"/>
                <a:cs typeface="Arial"/>
              </a:rPr>
              <a:t> </a:t>
            </a:r>
            <a:r>
              <a:rPr sz="1000" dirty="0">
                <a:solidFill>
                  <a:srgbClr val="231F20"/>
                </a:solidFill>
                <a:latin typeface="Arial"/>
                <a:cs typeface="Arial"/>
              </a:rPr>
              <a:t>moved</a:t>
            </a:r>
            <a:r>
              <a:rPr sz="1000" spc="-10"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spc="-10" dirty="0">
                <a:solidFill>
                  <a:srgbClr val="231F20"/>
                </a:solidFill>
                <a:latin typeface="Arial"/>
                <a:cs typeface="Arial"/>
              </a:rPr>
              <a:t>family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family</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foster</a:t>
            </a:r>
            <a:r>
              <a:rPr sz="1000" spc="-5" dirty="0">
                <a:solidFill>
                  <a:srgbClr val="231F20"/>
                </a:solidFill>
                <a:latin typeface="Arial"/>
                <a:cs typeface="Arial"/>
              </a:rPr>
              <a:t> </a:t>
            </a:r>
            <a:r>
              <a:rPr sz="1000" spc="-10" dirty="0">
                <a:solidFill>
                  <a:srgbClr val="231F20"/>
                </a:solidFill>
                <a:latin typeface="Arial"/>
                <a:cs typeface="Arial"/>
              </a:rPr>
              <a:t>care.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focused</a:t>
            </a:r>
            <a:r>
              <a:rPr sz="1000" spc="-10" dirty="0">
                <a:solidFill>
                  <a:srgbClr val="231F20"/>
                </a:solidFill>
                <a:latin typeface="Arial"/>
                <a:cs typeface="Arial"/>
              </a:rPr>
              <a:t> </a:t>
            </a:r>
            <a:r>
              <a:rPr sz="1000" spc="-25" dirty="0">
                <a:solidFill>
                  <a:srgbClr val="231F20"/>
                </a:solidFill>
                <a:latin typeface="Arial"/>
                <a:cs typeface="Arial"/>
              </a:rPr>
              <a:t>on </a:t>
            </a:r>
            <a:r>
              <a:rPr sz="1000" dirty="0">
                <a:solidFill>
                  <a:srgbClr val="231F20"/>
                </a:solidFill>
                <a:latin typeface="Arial"/>
                <a:cs typeface="Arial"/>
              </a:rPr>
              <a:t>developing</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leadership</a:t>
            </a:r>
            <a:r>
              <a:rPr sz="1000" spc="15" dirty="0">
                <a:solidFill>
                  <a:srgbClr val="231F20"/>
                </a:solidFill>
                <a:latin typeface="Arial"/>
                <a:cs typeface="Arial"/>
              </a:rPr>
              <a:t> </a:t>
            </a:r>
            <a:r>
              <a:rPr sz="1000" dirty="0">
                <a:solidFill>
                  <a:srgbClr val="231F20"/>
                </a:solidFill>
                <a:latin typeface="Arial"/>
                <a:cs typeface="Arial"/>
              </a:rPr>
              <a:t>skills</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20" dirty="0">
                <a:solidFill>
                  <a:srgbClr val="231F20"/>
                </a:solidFill>
                <a:latin typeface="Arial"/>
                <a:cs typeface="Arial"/>
              </a:rPr>
              <a:t>Escape</a:t>
            </a:r>
            <a:r>
              <a:rPr sz="1000" spc="10" dirty="0">
                <a:solidFill>
                  <a:srgbClr val="231F20"/>
                </a:solidFill>
                <a:latin typeface="Arial"/>
                <a:cs typeface="Arial"/>
              </a:rPr>
              <a:t> </a:t>
            </a:r>
            <a:r>
              <a:rPr sz="1000" spc="-20" dirty="0">
                <a:solidFill>
                  <a:srgbClr val="231F20"/>
                </a:solidFill>
                <a:latin typeface="Arial"/>
                <a:cs typeface="Arial"/>
              </a:rPr>
              <a:t>Room </a:t>
            </a:r>
            <a:r>
              <a:rPr sz="1000" dirty="0">
                <a:solidFill>
                  <a:srgbClr val="231F20"/>
                </a:solidFill>
                <a:latin typeface="Arial"/>
                <a:cs typeface="Arial"/>
              </a:rPr>
              <a:t>named</a:t>
            </a:r>
            <a:r>
              <a:rPr sz="1000" spc="-10" dirty="0">
                <a:solidFill>
                  <a:srgbClr val="231F20"/>
                </a:solidFill>
                <a:latin typeface="Arial"/>
                <a:cs typeface="Arial"/>
              </a:rPr>
              <a:t> </a:t>
            </a:r>
            <a:r>
              <a:rPr sz="1000" dirty="0">
                <a:solidFill>
                  <a:srgbClr val="231F20"/>
                </a:solidFill>
                <a:latin typeface="Arial"/>
                <a:cs typeface="Arial"/>
              </a:rPr>
              <a:t>“Antidote.”</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had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utilize</a:t>
            </a:r>
            <a:r>
              <a:rPr sz="1000" spc="-1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escape</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“virus”</a:t>
            </a:r>
            <a:r>
              <a:rPr sz="1000" spc="-5"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was</a:t>
            </a:r>
            <a:r>
              <a:rPr sz="1000" spc="-5" dirty="0">
                <a:solidFill>
                  <a:srgbClr val="231F20"/>
                </a:solidFill>
                <a:latin typeface="Arial"/>
                <a:cs typeface="Arial"/>
              </a:rPr>
              <a:t> </a:t>
            </a:r>
            <a:r>
              <a:rPr sz="1000" spc="-10" dirty="0">
                <a:solidFill>
                  <a:srgbClr val="231F20"/>
                </a:solidFill>
                <a:latin typeface="Arial"/>
                <a:cs typeface="Arial"/>
              </a:rPr>
              <a:t>highly </a:t>
            </a:r>
            <a:r>
              <a:rPr sz="1000" dirty="0">
                <a:solidFill>
                  <a:srgbClr val="231F20"/>
                </a:solidFill>
                <a:latin typeface="Arial"/>
                <a:cs typeface="Arial"/>
              </a:rPr>
              <a:t>contagious</a:t>
            </a:r>
            <a:r>
              <a:rPr sz="1000" spc="10"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dirty="0">
                <a:solidFill>
                  <a:srgbClr val="231F20"/>
                </a:solidFill>
                <a:latin typeface="Arial"/>
                <a:cs typeface="Arial"/>
              </a:rPr>
              <a:t>fell</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ground</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not</a:t>
            </a:r>
            <a:r>
              <a:rPr sz="1000" spc="15" dirty="0">
                <a:solidFill>
                  <a:srgbClr val="231F20"/>
                </a:solidFill>
                <a:latin typeface="Arial"/>
                <a:cs typeface="Arial"/>
              </a:rPr>
              <a:t> </a:t>
            </a:r>
            <a:r>
              <a:rPr sz="1000" dirty="0">
                <a:solidFill>
                  <a:srgbClr val="231F20"/>
                </a:solidFill>
                <a:latin typeface="Arial"/>
                <a:cs typeface="Arial"/>
              </a:rPr>
              <a:t>acquire</a:t>
            </a:r>
            <a:r>
              <a:rPr sz="1000" spc="10"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virus. This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very</a:t>
            </a:r>
            <a:r>
              <a:rPr sz="1000" spc="-10" dirty="0">
                <a:solidFill>
                  <a:srgbClr val="231F20"/>
                </a:solidFill>
                <a:latin typeface="Arial"/>
                <a:cs typeface="Arial"/>
              </a:rPr>
              <a:t> </a:t>
            </a:r>
            <a:r>
              <a:rPr sz="1000" dirty="0">
                <a:solidFill>
                  <a:srgbClr val="231F20"/>
                </a:solidFill>
                <a:latin typeface="Arial"/>
                <a:cs typeface="Arial"/>
              </a:rPr>
              <a:t>relevant</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times</a:t>
            </a:r>
            <a:r>
              <a:rPr sz="1000" spc="-10"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experiencing.</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month</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January</a:t>
            </a:r>
            <a:r>
              <a:rPr sz="1000" spc="-10" dirty="0">
                <a:solidFill>
                  <a:srgbClr val="231F20"/>
                </a:solidFill>
                <a:latin typeface="Arial"/>
                <a:cs typeface="Arial"/>
              </a:rPr>
              <a:t> provided</a:t>
            </a:r>
            <a:r>
              <a:rPr sz="1000" spc="50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Civil</a:t>
            </a:r>
            <a:r>
              <a:rPr sz="1000" spc="-10" dirty="0">
                <a:solidFill>
                  <a:srgbClr val="231F20"/>
                </a:solidFill>
                <a:latin typeface="Arial"/>
                <a:cs typeface="Arial"/>
              </a:rPr>
              <a:t> Rights</a:t>
            </a:r>
            <a:r>
              <a:rPr sz="1000" spc="-5" dirty="0">
                <a:solidFill>
                  <a:srgbClr val="231F20"/>
                </a:solidFill>
                <a:latin typeface="Arial"/>
                <a:cs typeface="Arial"/>
              </a:rPr>
              <a:t> </a:t>
            </a:r>
            <a:r>
              <a:rPr sz="1000" dirty="0">
                <a:solidFill>
                  <a:srgbClr val="231F20"/>
                </a:solidFill>
                <a:latin typeface="Arial"/>
                <a:cs typeface="Arial"/>
              </a:rPr>
              <a:t>trip</a:t>
            </a:r>
            <a:r>
              <a:rPr sz="1000" spc="-5" dirty="0">
                <a:solidFill>
                  <a:srgbClr val="231F20"/>
                </a:solidFill>
                <a:latin typeface="Arial"/>
                <a:cs typeface="Arial"/>
              </a:rPr>
              <a:t> </a:t>
            </a:r>
            <a:r>
              <a:rPr sz="1000" spc="-20" dirty="0">
                <a:solidFill>
                  <a:srgbClr val="231F20"/>
                </a:solidFill>
                <a:latin typeface="Arial"/>
                <a:cs typeface="Arial"/>
              </a:rPr>
              <a:t>that </a:t>
            </a:r>
            <a:r>
              <a:rPr sz="1000" dirty="0">
                <a:solidFill>
                  <a:srgbClr val="231F20"/>
                </a:solidFill>
                <a:latin typeface="Arial"/>
                <a:cs typeface="Arial"/>
              </a:rPr>
              <a:t>incorporates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thrusts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civic,</a:t>
            </a:r>
            <a:r>
              <a:rPr sz="1000" spc="-5" dirty="0">
                <a:solidFill>
                  <a:srgbClr val="231F20"/>
                </a:solidFill>
                <a:latin typeface="Arial"/>
                <a:cs typeface="Arial"/>
              </a:rPr>
              <a:t> </a:t>
            </a:r>
            <a:r>
              <a:rPr sz="1000" dirty="0">
                <a:solidFill>
                  <a:srgbClr val="231F20"/>
                </a:solidFill>
                <a:latin typeface="Arial"/>
                <a:cs typeface="Arial"/>
              </a:rPr>
              <a:t>cultural/racial</a:t>
            </a:r>
            <a:r>
              <a:rPr sz="1000" spc="-10" dirty="0">
                <a:solidFill>
                  <a:srgbClr val="231F20"/>
                </a:solidFill>
                <a:latin typeface="Arial"/>
                <a:cs typeface="Arial"/>
              </a:rPr>
              <a:t> identity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legislative,</a:t>
            </a:r>
            <a:r>
              <a:rPr sz="1000" spc="-15" dirty="0">
                <a:solidFill>
                  <a:srgbClr val="231F20"/>
                </a:solidFill>
                <a:latin typeface="Arial"/>
                <a:cs typeface="Arial"/>
              </a:rPr>
              <a:t> </a:t>
            </a:r>
            <a:r>
              <a:rPr sz="1000" dirty="0">
                <a:solidFill>
                  <a:srgbClr val="231F20"/>
                </a:solidFill>
                <a:latin typeface="Arial"/>
                <a:cs typeface="Arial"/>
              </a:rPr>
              <a:t>spent</a:t>
            </a:r>
            <a:r>
              <a:rPr sz="1000" spc="-15" dirty="0">
                <a:solidFill>
                  <a:srgbClr val="231F20"/>
                </a:solidFill>
                <a:latin typeface="Arial"/>
                <a:cs typeface="Arial"/>
              </a:rPr>
              <a:t> </a:t>
            </a:r>
            <a:r>
              <a:rPr sz="1000" dirty="0">
                <a:solidFill>
                  <a:srgbClr val="231F20"/>
                </a:solidFill>
                <a:latin typeface="Arial"/>
                <a:cs typeface="Arial"/>
              </a:rPr>
              <a:t>Martin</a:t>
            </a:r>
            <a:r>
              <a:rPr sz="1000" spc="-15" dirty="0">
                <a:solidFill>
                  <a:srgbClr val="231F20"/>
                </a:solidFill>
                <a:latin typeface="Arial"/>
                <a:cs typeface="Arial"/>
              </a:rPr>
              <a:t> </a:t>
            </a:r>
            <a:r>
              <a:rPr sz="1000" dirty="0">
                <a:solidFill>
                  <a:srgbClr val="231F20"/>
                </a:solidFill>
                <a:latin typeface="Arial"/>
                <a:cs typeface="Arial"/>
              </a:rPr>
              <a:t>Luther</a:t>
            </a:r>
            <a:r>
              <a:rPr sz="1000" spc="-15" dirty="0">
                <a:solidFill>
                  <a:srgbClr val="231F20"/>
                </a:solidFill>
                <a:latin typeface="Arial"/>
                <a:cs typeface="Arial"/>
              </a:rPr>
              <a:t> </a:t>
            </a:r>
            <a:r>
              <a:rPr sz="1000" spc="-10" dirty="0">
                <a:solidFill>
                  <a:srgbClr val="231F20"/>
                </a:solidFill>
                <a:latin typeface="Arial"/>
                <a:cs typeface="Arial"/>
              </a:rPr>
              <a:t>King,</a:t>
            </a:r>
            <a:r>
              <a:rPr sz="1000" spc="-15" dirty="0">
                <a:solidFill>
                  <a:srgbClr val="231F20"/>
                </a:solidFill>
                <a:latin typeface="Arial"/>
                <a:cs typeface="Arial"/>
              </a:rPr>
              <a:t> </a:t>
            </a:r>
            <a:r>
              <a:rPr sz="1000" spc="-40" dirty="0">
                <a:solidFill>
                  <a:srgbClr val="231F20"/>
                </a:solidFill>
                <a:latin typeface="Arial"/>
                <a:cs typeface="Arial"/>
              </a:rPr>
              <a:t>Jr.</a:t>
            </a:r>
            <a:r>
              <a:rPr sz="1000" spc="-15" dirty="0">
                <a:solidFill>
                  <a:srgbClr val="231F20"/>
                </a:solidFill>
                <a:latin typeface="Arial"/>
                <a:cs typeface="Arial"/>
              </a:rPr>
              <a:t> </a:t>
            </a:r>
            <a:r>
              <a:rPr sz="1000" spc="-10" dirty="0">
                <a:solidFill>
                  <a:srgbClr val="231F20"/>
                </a:solidFill>
                <a:latin typeface="Arial"/>
                <a:cs typeface="Arial"/>
              </a:rPr>
              <a:t>Weekend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Philadelphia,</a:t>
            </a:r>
            <a:r>
              <a:rPr sz="1000" spc="-15" dirty="0">
                <a:solidFill>
                  <a:srgbClr val="231F20"/>
                </a:solidFill>
                <a:latin typeface="Arial"/>
                <a:cs typeface="Arial"/>
              </a:rPr>
              <a:t> </a:t>
            </a:r>
            <a:r>
              <a:rPr sz="1000" spc="-10" dirty="0">
                <a:solidFill>
                  <a:srgbClr val="231F20"/>
                </a:solidFill>
                <a:latin typeface="Arial"/>
                <a:cs typeface="Arial"/>
              </a:rPr>
              <a:t>Pennsylvania.</a:t>
            </a:r>
            <a:r>
              <a:rPr sz="1000" spc="-15" dirty="0">
                <a:solidFill>
                  <a:srgbClr val="231F20"/>
                </a:solidFill>
                <a:latin typeface="Arial"/>
                <a:cs typeface="Arial"/>
              </a:rPr>
              <a:t> </a:t>
            </a:r>
            <a:r>
              <a:rPr sz="1000" spc="-1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2-day</a:t>
            </a:r>
            <a:r>
              <a:rPr sz="1000" spc="-15" dirty="0">
                <a:solidFill>
                  <a:srgbClr val="231F20"/>
                </a:solidFill>
                <a:latin typeface="Arial"/>
                <a:cs typeface="Arial"/>
              </a:rPr>
              <a:t> </a:t>
            </a:r>
            <a:r>
              <a:rPr sz="1000" spc="-10" dirty="0">
                <a:solidFill>
                  <a:srgbClr val="231F20"/>
                </a:solidFill>
                <a:latin typeface="Arial"/>
                <a:cs typeface="Arial"/>
              </a:rPr>
              <a:t>immersive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exposed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rich</a:t>
            </a:r>
            <a:r>
              <a:rPr sz="1000" spc="20" dirty="0">
                <a:solidFill>
                  <a:srgbClr val="231F20"/>
                </a:solidFill>
                <a:latin typeface="Arial"/>
                <a:cs typeface="Arial"/>
              </a:rPr>
              <a:t> </a:t>
            </a:r>
            <a:r>
              <a:rPr sz="1000" spc="-10" dirty="0">
                <a:solidFill>
                  <a:srgbClr val="231F20"/>
                </a:solidFill>
                <a:latin typeface="Arial"/>
                <a:cs typeface="Arial"/>
              </a:rPr>
              <a:t>African</a:t>
            </a:r>
            <a:endParaRPr sz="1000">
              <a:latin typeface="Arial"/>
              <a:cs typeface="Arial"/>
            </a:endParaRPr>
          </a:p>
          <a:p>
            <a:pPr marL="12700" marR="5080">
              <a:lnSpc>
                <a:spcPct val="100000"/>
              </a:lnSpc>
            </a:pP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culture</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Philadelphia.</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40" dirty="0">
                <a:solidFill>
                  <a:srgbClr val="231F20"/>
                </a:solidFill>
                <a:latin typeface="Arial"/>
                <a:cs typeface="Arial"/>
              </a:rPr>
              <a:t>Jr.</a:t>
            </a:r>
            <a:r>
              <a:rPr sz="1000" spc="-10" dirty="0">
                <a:solidFill>
                  <a:srgbClr val="231F20"/>
                </a:solidFill>
                <a:latin typeface="Arial"/>
                <a:cs typeface="Arial"/>
              </a:rPr>
              <a:t> Teens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opportunity</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spend</a:t>
            </a:r>
            <a:r>
              <a:rPr sz="1000" spc="20" dirty="0">
                <a:solidFill>
                  <a:srgbClr val="231F20"/>
                </a:solidFill>
                <a:latin typeface="Arial"/>
                <a:cs typeface="Arial"/>
              </a:rPr>
              <a:t> </a:t>
            </a:r>
            <a:r>
              <a:rPr sz="1000" dirty="0">
                <a:solidFill>
                  <a:srgbClr val="231F20"/>
                </a:solidFill>
                <a:latin typeface="Arial"/>
                <a:cs typeface="Arial"/>
              </a:rPr>
              <a:t>time</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spc="-50" dirty="0">
                <a:solidFill>
                  <a:srgbClr val="231F20"/>
                </a:solidFill>
                <a:latin typeface="Arial"/>
                <a:cs typeface="Arial"/>
              </a:rPr>
              <a:t>&amp;</a:t>
            </a:r>
            <a:r>
              <a:rPr sz="1000" spc="500" dirty="0">
                <a:solidFill>
                  <a:srgbClr val="231F20"/>
                </a:solidFill>
                <a:latin typeface="Arial"/>
                <a:cs typeface="Arial"/>
              </a:rPr>
              <a:t> </a:t>
            </a:r>
            <a:r>
              <a:rPr sz="1000" dirty="0">
                <a:solidFill>
                  <a:srgbClr val="231F20"/>
                </a:solidFill>
                <a:latin typeface="Arial"/>
                <a:cs typeface="Arial"/>
              </a:rPr>
              <a:t>Jills</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founding</a:t>
            </a:r>
            <a:r>
              <a:rPr sz="1000" spc="15" dirty="0">
                <a:solidFill>
                  <a:srgbClr val="231F20"/>
                </a:solidFill>
                <a:latin typeface="Arial"/>
                <a:cs typeface="Arial"/>
              </a:rPr>
              <a:t> </a:t>
            </a:r>
            <a:r>
              <a:rPr sz="1000" spc="-10" dirty="0">
                <a:solidFill>
                  <a:srgbClr val="231F20"/>
                </a:solidFill>
                <a:latin typeface="Arial"/>
                <a:cs typeface="Arial"/>
              </a:rPr>
              <a:t>chapter.</a:t>
            </a:r>
            <a:endParaRPr sz="1000">
              <a:latin typeface="Arial"/>
              <a:cs typeface="Arial"/>
            </a:endParaRPr>
          </a:p>
          <a:p>
            <a:pPr marL="12700" marR="49530">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spring,</a:t>
            </a:r>
            <a:r>
              <a:rPr sz="1000" spc="-5" dirty="0">
                <a:solidFill>
                  <a:srgbClr val="231F20"/>
                </a:solidFill>
                <a:latin typeface="Arial"/>
                <a:cs typeface="Arial"/>
              </a:rPr>
              <a:t> </a:t>
            </a:r>
            <a:r>
              <a:rPr sz="1000" dirty="0">
                <a:solidFill>
                  <a:srgbClr val="231F20"/>
                </a:solidFill>
                <a:latin typeface="Arial"/>
                <a:cs typeface="Arial"/>
              </a:rPr>
              <a:t>the Group 5</a:t>
            </a:r>
            <a:r>
              <a:rPr sz="1000" spc="-5" dirty="0">
                <a:solidFill>
                  <a:srgbClr val="231F20"/>
                </a:solidFill>
                <a:latin typeface="Arial"/>
                <a:cs typeface="Arial"/>
              </a:rPr>
              <a:t> </a:t>
            </a:r>
            <a:r>
              <a:rPr sz="1000" dirty="0">
                <a:solidFill>
                  <a:srgbClr val="231F20"/>
                </a:solidFill>
                <a:latin typeface="Arial"/>
                <a:cs typeface="Arial"/>
              </a:rPr>
              <a:t>children were apart</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amazing, hands-</a:t>
            </a:r>
            <a:r>
              <a:rPr sz="1000" dirty="0">
                <a:solidFill>
                  <a:srgbClr val="231F20"/>
                </a:solidFill>
                <a:latin typeface="Arial"/>
                <a:cs typeface="Arial"/>
              </a:rPr>
              <a:t>on, and</a:t>
            </a:r>
            <a:r>
              <a:rPr sz="1000" spc="5" dirty="0">
                <a:solidFill>
                  <a:srgbClr val="231F20"/>
                </a:solidFill>
                <a:latin typeface="Arial"/>
                <a:cs typeface="Arial"/>
              </a:rPr>
              <a:t> </a:t>
            </a:r>
            <a:r>
              <a:rPr sz="1000" dirty="0">
                <a:solidFill>
                  <a:srgbClr val="231F20"/>
                </a:solidFill>
                <a:latin typeface="Arial"/>
                <a:cs typeface="Arial"/>
              </a:rPr>
              <a:t>experiential</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 </a:t>
            </a:r>
            <a:r>
              <a:rPr sz="1000" spc="-10" dirty="0">
                <a:solidFill>
                  <a:srgbClr val="231F20"/>
                </a:solidFill>
                <a:latin typeface="Arial"/>
                <a:cs typeface="Arial"/>
              </a:rPr>
              <a:t>as</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explored</a:t>
            </a:r>
            <a:r>
              <a:rPr sz="1000" spc="40" dirty="0">
                <a:solidFill>
                  <a:srgbClr val="231F20"/>
                </a:solidFill>
                <a:latin typeface="Arial"/>
                <a:cs typeface="Arial"/>
              </a:rPr>
              <a:t> </a:t>
            </a:r>
            <a:r>
              <a:rPr sz="1000" dirty="0">
                <a:solidFill>
                  <a:srgbClr val="231F20"/>
                </a:solidFill>
                <a:latin typeface="Arial"/>
                <a:cs typeface="Arial"/>
              </a:rPr>
              <a:t>the</a:t>
            </a:r>
            <a:r>
              <a:rPr sz="1000" spc="40" dirty="0">
                <a:solidFill>
                  <a:srgbClr val="231F20"/>
                </a:solidFill>
                <a:latin typeface="Arial"/>
                <a:cs typeface="Arial"/>
              </a:rPr>
              <a:t> </a:t>
            </a:r>
            <a:r>
              <a:rPr sz="1000" dirty="0">
                <a:solidFill>
                  <a:srgbClr val="231F20"/>
                </a:solidFill>
                <a:latin typeface="Arial"/>
                <a:cs typeface="Arial"/>
              </a:rPr>
              <a:t>wonderful</a:t>
            </a:r>
            <a:r>
              <a:rPr sz="1000" spc="40" dirty="0">
                <a:solidFill>
                  <a:srgbClr val="231F20"/>
                </a:solidFill>
                <a:latin typeface="Arial"/>
                <a:cs typeface="Arial"/>
              </a:rPr>
              <a:t> </a:t>
            </a:r>
            <a:r>
              <a:rPr sz="1000" dirty="0">
                <a:solidFill>
                  <a:srgbClr val="231F20"/>
                </a:solidFill>
                <a:latin typeface="Arial"/>
                <a:cs typeface="Arial"/>
              </a:rPr>
              <a:t>post-secondary</a:t>
            </a:r>
            <a:r>
              <a:rPr sz="1000" spc="45" dirty="0">
                <a:solidFill>
                  <a:srgbClr val="231F20"/>
                </a:solidFill>
                <a:latin typeface="Arial"/>
                <a:cs typeface="Arial"/>
              </a:rPr>
              <a:t> </a:t>
            </a:r>
            <a:r>
              <a:rPr sz="1000" dirty="0">
                <a:solidFill>
                  <a:srgbClr val="231F20"/>
                </a:solidFill>
                <a:latin typeface="Arial"/>
                <a:cs typeface="Arial"/>
              </a:rPr>
              <a:t>options</a:t>
            </a:r>
            <a:r>
              <a:rPr sz="1000" spc="40"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spc="-25" dirty="0">
                <a:solidFill>
                  <a:srgbClr val="231F20"/>
                </a:solidFill>
                <a:latin typeface="Arial"/>
                <a:cs typeface="Arial"/>
              </a:rPr>
              <a:t>the</a:t>
            </a:r>
            <a:endParaRPr sz="1000">
              <a:latin typeface="Arial"/>
              <a:cs typeface="Arial"/>
            </a:endParaRPr>
          </a:p>
        </p:txBody>
      </p:sp>
      <p:sp>
        <p:nvSpPr>
          <p:cNvPr id="5" name="object 5"/>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6</a:t>
            </a:r>
            <a:endParaRPr spc="-25" dirty="0"/>
          </a:p>
        </p:txBody>
      </p:sp>
      <p:sp>
        <p:nvSpPr>
          <p:cNvPr id="4" name="object 4"/>
          <p:cNvSpPr txBox="1"/>
          <p:nvPr/>
        </p:nvSpPr>
        <p:spPr>
          <a:xfrm>
            <a:off x="4016375" y="1954021"/>
            <a:ext cx="3312160" cy="6654800"/>
          </a:xfrm>
          <a:prstGeom prst="rect">
            <a:avLst/>
          </a:prstGeom>
        </p:spPr>
        <p:txBody>
          <a:bodyPr vert="horz" wrap="square" lIns="0" tIns="12700" rIns="0" bIns="0" rtlCol="0">
            <a:spAutoFit/>
          </a:bodyPr>
          <a:lstStyle/>
          <a:p>
            <a:pPr marL="12700" marR="23495">
              <a:lnSpc>
                <a:spcPct val="100000"/>
              </a:lnSpc>
              <a:spcBef>
                <a:spcPts val="100"/>
              </a:spcBef>
            </a:pPr>
            <a:r>
              <a:rPr sz="1000" dirty="0">
                <a:solidFill>
                  <a:srgbClr val="231F20"/>
                </a:solidFill>
                <a:latin typeface="Arial"/>
                <a:cs typeface="Arial"/>
              </a:rPr>
              <a:t>offerings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5" dirty="0">
                <a:solidFill>
                  <a:srgbClr val="231F20"/>
                </a:solidFill>
                <a:latin typeface="Arial"/>
                <a:cs typeface="Arial"/>
              </a:rPr>
              <a:t>HBCUs</a:t>
            </a:r>
            <a:r>
              <a:rPr sz="1000" spc="10"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participating</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HBCU</a:t>
            </a:r>
            <a:r>
              <a:rPr sz="1000" spc="5" dirty="0">
                <a:solidFill>
                  <a:srgbClr val="231F20"/>
                </a:solidFill>
                <a:latin typeface="Arial"/>
                <a:cs typeface="Arial"/>
              </a:rPr>
              <a:t> </a:t>
            </a:r>
            <a:r>
              <a:rPr sz="1000" spc="-10" dirty="0">
                <a:solidFill>
                  <a:srgbClr val="231F20"/>
                </a:solidFill>
                <a:latin typeface="Arial"/>
                <a:cs typeface="Arial"/>
              </a:rPr>
              <a:t>college </a:t>
            </a:r>
            <a:r>
              <a:rPr sz="1000" dirty="0">
                <a:solidFill>
                  <a:srgbClr val="231F20"/>
                </a:solidFill>
                <a:latin typeface="Arial"/>
                <a:cs typeface="Arial"/>
              </a:rPr>
              <a:t>fair</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County.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Virtual </a:t>
            </a:r>
            <a:r>
              <a:rPr sz="1000" dirty="0">
                <a:solidFill>
                  <a:srgbClr val="231F20"/>
                </a:solidFill>
                <a:latin typeface="Arial"/>
                <a:cs typeface="Arial"/>
              </a:rPr>
              <a:t>Baking</a:t>
            </a:r>
            <a:r>
              <a:rPr sz="1000" spc="5" dirty="0">
                <a:solidFill>
                  <a:srgbClr val="231F20"/>
                </a:solidFill>
                <a:latin typeface="Arial"/>
                <a:cs typeface="Arial"/>
              </a:rPr>
              <a:t> </a:t>
            </a:r>
            <a:r>
              <a:rPr sz="1000" dirty="0">
                <a:solidFill>
                  <a:srgbClr val="231F20"/>
                </a:solidFill>
                <a:latin typeface="Arial"/>
                <a:cs typeface="Arial"/>
              </a:rPr>
              <a:t>competition</a:t>
            </a:r>
            <a:r>
              <a:rPr sz="1000" spc="5" dirty="0">
                <a:solidFill>
                  <a:srgbClr val="231F20"/>
                </a:solidFill>
                <a:latin typeface="Arial"/>
                <a:cs typeface="Arial"/>
              </a:rPr>
              <a:t> </a:t>
            </a:r>
            <a:r>
              <a:rPr sz="1000" dirty="0">
                <a:solidFill>
                  <a:srgbClr val="231F20"/>
                </a:solidFill>
                <a:latin typeface="Arial"/>
                <a:cs typeface="Arial"/>
              </a:rPr>
              <a:t>lead</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20" dirty="0">
                <a:solidFill>
                  <a:srgbClr val="231F20"/>
                </a:solidFill>
                <a:latin typeface="Arial"/>
                <a:cs typeface="Arial"/>
              </a:rPr>
              <a:t>Kellee’s</a:t>
            </a:r>
            <a:r>
              <a:rPr sz="1000" spc="5" dirty="0">
                <a:solidFill>
                  <a:srgbClr val="231F20"/>
                </a:solidFill>
                <a:latin typeface="Arial"/>
                <a:cs typeface="Arial"/>
              </a:rPr>
              <a:t> </a:t>
            </a:r>
            <a:r>
              <a:rPr sz="1000" dirty="0">
                <a:solidFill>
                  <a:srgbClr val="231F20"/>
                </a:solidFill>
                <a:latin typeface="Arial"/>
                <a:cs typeface="Arial"/>
              </a:rPr>
              <a:t>Kitchen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covered </a:t>
            </a:r>
            <a:r>
              <a:rPr sz="1000" dirty="0">
                <a:solidFill>
                  <a:srgbClr val="231F20"/>
                </a:solidFill>
                <a:latin typeface="Arial"/>
                <a:cs typeface="Arial"/>
              </a:rPr>
              <a:t>the modules of confidence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they learned to bake a</a:t>
            </a:r>
            <a:r>
              <a:rPr sz="1000" spc="5" dirty="0">
                <a:solidFill>
                  <a:srgbClr val="231F20"/>
                </a:solidFill>
                <a:latin typeface="Arial"/>
                <a:cs typeface="Arial"/>
              </a:rPr>
              <a:t> </a:t>
            </a:r>
            <a:r>
              <a:rPr sz="1000" spc="-20" dirty="0">
                <a:solidFill>
                  <a:srgbClr val="231F20"/>
                </a:solidFill>
                <a:latin typeface="Arial"/>
                <a:cs typeface="Arial"/>
              </a:rPr>
              <a:t>cake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virtual</a:t>
            </a:r>
            <a:r>
              <a:rPr sz="1000" spc="15" dirty="0">
                <a:solidFill>
                  <a:srgbClr val="231F20"/>
                </a:solidFill>
                <a:latin typeface="Arial"/>
                <a:cs typeface="Arial"/>
              </a:rPr>
              <a:t> </a:t>
            </a:r>
            <a:r>
              <a:rPr sz="1000" dirty="0">
                <a:solidFill>
                  <a:srgbClr val="231F20"/>
                </a:solidFill>
                <a:latin typeface="Arial"/>
                <a:cs typeface="Arial"/>
              </a:rPr>
              <a:t>competition.</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rounded</a:t>
            </a:r>
            <a:r>
              <a:rPr sz="1000" spc="15" dirty="0">
                <a:solidFill>
                  <a:srgbClr val="231F20"/>
                </a:solidFill>
                <a:latin typeface="Arial"/>
                <a:cs typeface="Arial"/>
              </a:rPr>
              <a:t> </a:t>
            </a:r>
            <a:r>
              <a:rPr sz="1000" dirty="0">
                <a:solidFill>
                  <a:srgbClr val="231F20"/>
                </a:solidFill>
                <a:latin typeface="Arial"/>
                <a:cs typeface="Arial"/>
              </a:rPr>
              <a:t>out</a:t>
            </a:r>
            <a:r>
              <a:rPr sz="1000" spc="1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horseback</a:t>
            </a:r>
            <a:r>
              <a:rPr sz="1000" spc="10" dirty="0">
                <a:solidFill>
                  <a:srgbClr val="231F20"/>
                </a:solidFill>
                <a:latin typeface="Arial"/>
                <a:cs typeface="Arial"/>
              </a:rPr>
              <a:t> </a:t>
            </a:r>
            <a:r>
              <a:rPr sz="1000" dirty="0">
                <a:solidFill>
                  <a:srgbClr val="231F20"/>
                </a:solidFill>
                <a:latin typeface="Arial"/>
                <a:cs typeface="Arial"/>
              </a:rPr>
              <a:t>riding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understanding</a:t>
            </a:r>
            <a:r>
              <a:rPr sz="1000" spc="10" dirty="0">
                <a:solidFill>
                  <a:srgbClr val="231F20"/>
                </a:solidFill>
                <a:latin typeface="Arial"/>
                <a:cs typeface="Arial"/>
              </a:rPr>
              <a:t> </a:t>
            </a:r>
            <a:r>
              <a:rPr sz="1000" spc="-25" dirty="0">
                <a:solidFill>
                  <a:srgbClr val="231F20"/>
                </a:solidFill>
                <a:latin typeface="Arial"/>
                <a:cs typeface="Arial"/>
              </a:rPr>
              <a:t>its </a:t>
            </a:r>
            <a:r>
              <a:rPr sz="1000" dirty="0">
                <a:solidFill>
                  <a:srgbClr val="231F20"/>
                </a:solidFill>
                <a:latin typeface="Arial"/>
                <a:cs typeface="Arial"/>
              </a:rPr>
              <a:t>legacy</a:t>
            </a:r>
            <a:r>
              <a:rPr sz="1000" spc="-3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African</a:t>
            </a:r>
            <a:r>
              <a:rPr sz="1000" spc="-30" dirty="0">
                <a:solidFill>
                  <a:srgbClr val="231F20"/>
                </a:solidFill>
                <a:latin typeface="Arial"/>
                <a:cs typeface="Arial"/>
              </a:rPr>
              <a:t> </a:t>
            </a:r>
            <a:r>
              <a:rPr sz="1000" dirty="0">
                <a:solidFill>
                  <a:srgbClr val="231F20"/>
                </a:solidFill>
                <a:latin typeface="Arial"/>
                <a:cs typeface="Arial"/>
              </a:rPr>
              <a:t>American</a:t>
            </a:r>
            <a:r>
              <a:rPr sz="1000" spc="-25" dirty="0">
                <a:solidFill>
                  <a:srgbClr val="231F20"/>
                </a:solidFill>
                <a:latin typeface="Arial"/>
                <a:cs typeface="Arial"/>
              </a:rPr>
              <a:t> </a:t>
            </a:r>
            <a:r>
              <a:rPr sz="1000" dirty="0">
                <a:solidFill>
                  <a:srgbClr val="231F20"/>
                </a:solidFill>
                <a:latin typeface="Arial"/>
                <a:cs typeface="Arial"/>
              </a:rPr>
              <a:t>community.</a:t>
            </a:r>
            <a:r>
              <a:rPr sz="1000" spc="2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had hands on instruction, how to care for </a:t>
            </a:r>
            <a:r>
              <a:rPr sz="1000" spc="-10" dirty="0">
                <a:solidFill>
                  <a:srgbClr val="231F20"/>
                </a:solidFill>
                <a:latin typeface="Arial"/>
                <a:cs typeface="Arial"/>
              </a:rPr>
              <a:t>horses,</a:t>
            </a:r>
            <a:r>
              <a:rPr sz="1000" dirty="0">
                <a:solidFill>
                  <a:srgbClr val="231F20"/>
                </a:solidFill>
                <a:latin typeface="Arial"/>
                <a:cs typeface="Arial"/>
              </a:rPr>
              <a:t> rode </a:t>
            </a:r>
            <a:r>
              <a:rPr sz="1000" spc="-25" dirty="0">
                <a:solidFill>
                  <a:srgbClr val="231F20"/>
                </a:solidFill>
                <a:latin typeface="Arial"/>
                <a:cs typeface="Arial"/>
              </a:rPr>
              <a:t>the </a:t>
            </a:r>
            <a:r>
              <a:rPr sz="1000" dirty="0">
                <a:solidFill>
                  <a:srgbClr val="231F20"/>
                </a:solidFill>
                <a:latin typeface="Arial"/>
                <a:cs typeface="Arial"/>
              </a:rPr>
              <a:t>horses</a:t>
            </a:r>
            <a:r>
              <a:rPr sz="1000" spc="-5" dirty="0">
                <a:solidFill>
                  <a:srgbClr val="231F20"/>
                </a:solidFill>
                <a:latin typeface="Arial"/>
                <a:cs typeface="Arial"/>
              </a:rPr>
              <a:t> </a:t>
            </a:r>
            <a:r>
              <a:rPr sz="1000" dirty="0">
                <a:solidFill>
                  <a:srgbClr val="231F20"/>
                </a:solidFill>
                <a:latin typeface="Arial"/>
                <a:cs typeface="Arial"/>
              </a:rPr>
              <a:t>for 20 minutes and how horseback riding </a:t>
            </a:r>
            <a:r>
              <a:rPr sz="1000" spc="-10" dirty="0">
                <a:solidFill>
                  <a:srgbClr val="231F20"/>
                </a:solidFill>
                <a:latin typeface="Arial"/>
                <a:cs typeface="Arial"/>
              </a:rPr>
              <a:t>has</a:t>
            </a:r>
            <a:r>
              <a:rPr sz="1000" dirty="0">
                <a:solidFill>
                  <a:srgbClr val="231F20"/>
                </a:solidFill>
                <a:latin typeface="Arial"/>
                <a:cs typeface="Arial"/>
              </a:rPr>
              <a:t> </a:t>
            </a:r>
            <a:r>
              <a:rPr sz="1000" spc="-20" dirty="0">
                <a:solidFill>
                  <a:srgbClr val="231F20"/>
                </a:solidFill>
                <a:latin typeface="Arial"/>
                <a:cs typeface="Arial"/>
              </a:rPr>
              <a:t>been </a:t>
            </a:r>
            <a:r>
              <a:rPr sz="1000" dirty="0">
                <a:solidFill>
                  <a:srgbClr val="231F20"/>
                </a:solidFill>
                <a:latin typeface="Arial"/>
                <a:cs typeface="Arial"/>
              </a:rPr>
              <a:t>passed</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generations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spc="-10" dirty="0">
                <a:solidFill>
                  <a:srgbClr val="231F20"/>
                </a:solidFill>
                <a:latin typeface="Arial"/>
                <a:cs typeface="Arial"/>
              </a:rPr>
              <a:t>community.</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6,</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spc="-80" dirty="0">
                <a:solidFill>
                  <a:srgbClr val="231F20"/>
                </a:solidFill>
                <a:latin typeface="Arial"/>
                <a:cs typeface="Arial"/>
              </a:rPr>
              <a:t>(Sr.)</a:t>
            </a:r>
            <a:r>
              <a:rPr sz="1000" spc="-10" dirty="0">
                <a:solidFill>
                  <a:srgbClr val="231F20"/>
                </a:solidFill>
                <a:latin typeface="Arial"/>
                <a:cs typeface="Arial"/>
              </a:rPr>
              <a:t> </a:t>
            </a:r>
            <a:r>
              <a:rPr sz="1000" spc="-25"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2021–2022</a:t>
            </a:r>
            <a:r>
              <a:rPr sz="1000" spc="-10" dirty="0">
                <a:solidFill>
                  <a:srgbClr val="231F20"/>
                </a:solidFill>
                <a:latin typeface="Arial"/>
                <a:cs typeface="Arial"/>
              </a:rPr>
              <a:t> programming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enriching,</a:t>
            </a:r>
            <a:r>
              <a:rPr sz="1000" spc="-5"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 experiential</a:t>
            </a:r>
            <a:r>
              <a:rPr sz="1000" spc="-5" dirty="0">
                <a:solidFill>
                  <a:srgbClr val="231F20"/>
                </a:solidFill>
                <a:latin typeface="Arial"/>
                <a:cs typeface="Arial"/>
              </a:rPr>
              <a:t> </a:t>
            </a:r>
            <a:r>
              <a:rPr sz="1000" dirty="0">
                <a:solidFill>
                  <a:srgbClr val="231F20"/>
                </a:solidFill>
                <a:latin typeface="Arial"/>
                <a:cs typeface="Arial"/>
              </a:rPr>
              <a:t>and covered</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required</a:t>
            </a:r>
            <a:r>
              <a:rPr sz="1000" spc="15" dirty="0">
                <a:solidFill>
                  <a:srgbClr val="231F20"/>
                </a:solidFill>
                <a:latin typeface="Arial"/>
                <a:cs typeface="Arial"/>
              </a:rPr>
              <a:t> </a:t>
            </a:r>
            <a:r>
              <a:rPr sz="1000" dirty="0">
                <a:solidFill>
                  <a:srgbClr val="231F20"/>
                </a:solidFill>
                <a:latin typeface="Arial"/>
                <a:cs typeface="Arial"/>
              </a:rPr>
              <a:t>thrusts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modules</a:t>
            </a:r>
            <a:r>
              <a:rPr sz="1000" spc="15" dirty="0">
                <a:solidFill>
                  <a:srgbClr val="231F20"/>
                </a:solidFill>
                <a:latin typeface="Arial"/>
                <a:cs typeface="Arial"/>
              </a:rPr>
              <a:t> </a:t>
            </a:r>
            <a:r>
              <a:rPr sz="1000" dirty="0">
                <a:solidFill>
                  <a:srgbClr val="231F20"/>
                </a:solidFill>
                <a:latin typeface="Arial"/>
                <a:cs typeface="Arial"/>
              </a:rPr>
              <a:t>needed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be</a:t>
            </a:r>
            <a:r>
              <a:rPr sz="1000" spc="20" dirty="0">
                <a:solidFill>
                  <a:srgbClr val="231F20"/>
                </a:solidFill>
                <a:latin typeface="Arial"/>
                <a:cs typeface="Arial"/>
              </a:rPr>
              <a:t> </a:t>
            </a:r>
            <a:r>
              <a:rPr sz="1000" spc="-10" dirty="0">
                <a:solidFill>
                  <a:srgbClr val="231F20"/>
                </a:solidFill>
                <a:latin typeface="Arial"/>
                <a:cs typeface="Arial"/>
              </a:rPr>
              <a:t>completed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2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6</a:t>
            </a:r>
            <a:r>
              <a:rPr sz="1000" spc="-15" dirty="0">
                <a:solidFill>
                  <a:srgbClr val="231F20"/>
                </a:solidFill>
                <a:latin typeface="Arial"/>
                <a:cs typeface="Arial"/>
              </a:rPr>
              <a:t> </a:t>
            </a:r>
            <a:r>
              <a:rPr sz="1000" dirty="0">
                <a:solidFill>
                  <a:srgbClr val="231F20"/>
                </a:solidFill>
                <a:latin typeface="Arial"/>
                <a:cs typeface="Arial"/>
              </a:rPr>
              <a:t>fashion</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60" dirty="0">
                <a:solidFill>
                  <a:srgbClr val="231F20"/>
                </a:solidFill>
                <a:latin typeface="Arial"/>
                <a:cs typeface="Arial"/>
              </a:rPr>
              <a:t>Sr.</a:t>
            </a:r>
            <a:r>
              <a:rPr sz="1000" spc="-10"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spc="-10" dirty="0">
                <a:solidFill>
                  <a:srgbClr val="231F20"/>
                </a:solidFill>
                <a:latin typeface="Arial"/>
                <a:cs typeface="Arial"/>
              </a:rPr>
              <a:t>started</a:t>
            </a:r>
            <a:endParaRPr sz="1000">
              <a:latin typeface="Arial"/>
              <a:cs typeface="Arial"/>
            </a:endParaRPr>
          </a:p>
          <a:p>
            <a:pPr marL="12700" marR="135890">
              <a:lnSpc>
                <a:spcPct val="100000"/>
              </a:lnSpc>
            </a:pP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0" dirty="0">
                <a:solidFill>
                  <a:srgbClr val="231F20"/>
                </a:solidFill>
                <a:latin typeface="Arial"/>
                <a:cs typeface="Arial"/>
              </a:rPr>
              <a:t>Camp </a:t>
            </a:r>
            <a:r>
              <a:rPr sz="1000" spc="-25" dirty="0">
                <a:solidFill>
                  <a:srgbClr val="231F20"/>
                </a:solidFill>
                <a:latin typeface="Arial"/>
                <a:cs typeface="Arial"/>
              </a:rPr>
              <a:t>Wabana</a:t>
            </a:r>
            <a:r>
              <a:rPr sz="1000" spc="-30"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10" dirty="0">
                <a:solidFill>
                  <a:srgbClr val="231F20"/>
                </a:solidFill>
                <a:latin typeface="Arial"/>
                <a:cs typeface="Arial"/>
              </a:rPr>
              <a:t>Edgewater,</a:t>
            </a:r>
            <a:r>
              <a:rPr sz="1000" spc="-25" dirty="0">
                <a:solidFill>
                  <a:srgbClr val="231F20"/>
                </a:solidFill>
                <a:latin typeface="Arial"/>
                <a:cs typeface="Arial"/>
              </a:rPr>
              <a:t> </a:t>
            </a:r>
            <a:r>
              <a:rPr sz="1000" dirty="0">
                <a:solidFill>
                  <a:srgbClr val="231F20"/>
                </a:solidFill>
                <a:latin typeface="Arial"/>
                <a:cs typeface="Arial"/>
              </a:rPr>
              <a:t>Maryland.</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children</a:t>
            </a:r>
            <a:r>
              <a:rPr sz="1000" spc="-25" dirty="0">
                <a:solidFill>
                  <a:srgbClr val="231F20"/>
                </a:solidFill>
                <a:latin typeface="Arial"/>
                <a:cs typeface="Arial"/>
              </a:rPr>
              <a:t> </a:t>
            </a:r>
            <a:r>
              <a:rPr sz="1000" spc="-10" dirty="0">
                <a:solidFill>
                  <a:srgbClr val="231F20"/>
                </a:solidFill>
                <a:latin typeface="Arial"/>
                <a:cs typeface="Arial"/>
              </a:rPr>
              <a:t>applied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leadership</a:t>
            </a:r>
            <a:r>
              <a:rPr sz="1000" spc="25" dirty="0">
                <a:solidFill>
                  <a:srgbClr val="231F20"/>
                </a:solidFill>
                <a:latin typeface="Arial"/>
                <a:cs typeface="Arial"/>
              </a:rPr>
              <a:t> </a:t>
            </a:r>
            <a:r>
              <a:rPr sz="1000" dirty="0">
                <a:solidFill>
                  <a:srgbClr val="231F20"/>
                </a:solidFill>
                <a:latin typeface="Arial"/>
                <a:cs typeface="Arial"/>
              </a:rPr>
              <a:t>development</a:t>
            </a:r>
            <a:r>
              <a:rPr sz="1000" spc="25" dirty="0">
                <a:solidFill>
                  <a:srgbClr val="231F20"/>
                </a:solidFill>
                <a:latin typeface="Arial"/>
                <a:cs typeface="Arial"/>
              </a:rPr>
              <a:t> </a:t>
            </a:r>
            <a:r>
              <a:rPr sz="1000" dirty="0">
                <a:solidFill>
                  <a:srgbClr val="231F20"/>
                </a:solidFill>
                <a:latin typeface="Arial"/>
                <a:cs typeface="Arial"/>
              </a:rPr>
              <a:t>thrust</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completed financial,</a:t>
            </a:r>
            <a:r>
              <a:rPr sz="1000" spc="25" dirty="0">
                <a:solidFill>
                  <a:srgbClr val="231F20"/>
                </a:solidFill>
                <a:latin typeface="Arial"/>
                <a:cs typeface="Arial"/>
              </a:rPr>
              <a:t> </a:t>
            </a:r>
            <a:r>
              <a:rPr sz="1000" dirty="0">
                <a:solidFill>
                  <a:srgbClr val="231F20"/>
                </a:solidFill>
                <a:latin typeface="Arial"/>
                <a:cs typeface="Arial"/>
              </a:rPr>
              <a:t>goal</a:t>
            </a:r>
            <a:r>
              <a:rPr sz="1000" spc="30" dirty="0">
                <a:solidFill>
                  <a:srgbClr val="231F20"/>
                </a:solidFill>
                <a:latin typeface="Arial"/>
                <a:cs typeface="Arial"/>
              </a:rPr>
              <a:t> </a:t>
            </a:r>
            <a:r>
              <a:rPr sz="1000" dirty="0">
                <a:solidFill>
                  <a:srgbClr val="231F20"/>
                </a:solidFill>
                <a:latin typeface="Arial"/>
                <a:cs typeface="Arial"/>
              </a:rPr>
              <a:t>setting,</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spc="-10" dirty="0">
                <a:solidFill>
                  <a:srgbClr val="231F20"/>
                </a:solidFill>
                <a:latin typeface="Arial"/>
                <a:cs typeface="Arial"/>
              </a:rPr>
              <a:t>character-</a:t>
            </a:r>
            <a:r>
              <a:rPr sz="1000" dirty="0">
                <a:solidFill>
                  <a:srgbClr val="231F20"/>
                </a:solidFill>
                <a:latin typeface="Arial"/>
                <a:cs typeface="Arial"/>
              </a:rPr>
              <a:t>building</a:t>
            </a:r>
            <a:r>
              <a:rPr sz="1000" spc="25" dirty="0">
                <a:solidFill>
                  <a:srgbClr val="231F20"/>
                </a:solidFill>
                <a:latin typeface="Arial"/>
                <a:cs typeface="Arial"/>
              </a:rPr>
              <a:t> </a:t>
            </a:r>
            <a:r>
              <a:rPr sz="1000" dirty="0">
                <a:solidFill>
                  <a:srgbClr val="231F20"/>
                </a:solidFill>
                <a:latin typeface="Arial"/>
                <a:cs typeface="Arial"/>
              </a:rPr>
              <a:t>modules</a:t>
            </a:r>
            <a:r>
              <a:rPr sz="1000" spc="30"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worked</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resume</a:t>
            </a:r>
            <a:r>
              <a:rPr sz="1000" spc="-5" dirty="0">
                <a:solidFill>
                  <a:srgbClr val="231F20"/>
                </a:solidFill>
                <a:latin typeface="Arial"/>
                <a:cs typeface="Arial"/>
              </a:rPr>
              <a:t> </a:t>
            </a:r>
            <a:r>
              <a:rPr sz="1000" spc="-10" dirty="0">
                <a:solidFill>
                  <a:srgbClr val="231F20"/>
                </a:solidFill>
                <a:latin typeface="Arial"/>
                <a:cs typeface="Arial"/>
              </a:rPr>
              <a:t>writing, </a:t>
            </a:r>
            <a:r>
              <a:rPr sz="1000" dirty="0">
                <a:solidFill>
                  <a:srgbClr val="231F20"/>
                </a:solidFill>
                <a:latin typeface="Arial"/>
                <a:cs typeface="Arial"/>
              </a:rPr>
              <a:t>interviewing</a:t>
            </a:r>
            <a:r>
              <a:rPr sz="1000" spc="-5" dirty="0">
                <a:solidFill>
                  <a:srgbClr val="231F20"/>
                </a:solidFill>
                <a:latin typeface="Arial"/>
                <a:cs typeface="Arial"/>
              </a:rPr>
              <a:t> </a:t>
            </a:r>
            <a:r>
              <a:rPr sz="1000" dirty="0">
                <a:solidFill>
                  <a:srgbClr val="231F20"/>
                </a:solidFill>
                <a:latin typeface="Arial"/>
                <a:cs typeface="Arial"/>
              </a:rPr>
              <a:t>skills</a:t>
            </a:r>
            <a:r>
              <a:rPr sz="1000" spc="-5" dirty="0">
                <a:solidFill>
                  <a:srgbClr val="231F20"/>
                </a:solidFill>
                <a:latin typeface="Arial"/>
                <a:cs typeface="Arial"/>
              </a:rPr>
              <a:t> </a:t>
            </a:r>
            <a:r>
              <a:rPr sz="1000" dirty="0">
                <a:solidFill>
                  <a:srgbClr val="231F20"/>
                </a:solidFill>
                <a:latin typeface="Arial"/>
                <a:cs typeface="Arial"/>
              </a:rPr>
              <a:t>and had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conversation 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college</a:t>
            </a:r>
            <a:endParaRPr sz="1000">
              <a:latin typeface="Arial"/>
              <a:cs typeface="Arial"/>
            </a:endParaRPr>
          </a:p>
          <a:p>
            <a:pPr marL="12700" marR="78740">
              <a:lnSpc>
                <a:spcPct val="100000"/>
              </a:lnSpc>
            </a:pPr>
            <a:r>
              <a:rPr sz="1000" spc="-10" dirty="0">
                <a:solidFill>
                  <a:srgbClr val="231F20"/>
                </a:solidFill>
                <a:latin typeface="Arial"/>
                <a:cs typeface="Arial"/>
              </a:rPr>
              <a:t>admission</a:t>
            </a:r>
            <a:r>
              <a:rPr sz="1000" spc="-5" dirty="0">
                <a:solidFill>
                  <a:srgbClr val="231F20"/>
                </a:solidFill>
                <a:latin typeface="Arial"/>
                <a:cs typeface="Arial"/>
              </a:rPr>
              <a:t> </a:t>
            </a:r>
            <a:r>
              <a:rPr sz="1000" spc="-10" dirty="0">
                <a:solidFill>
                  <a:srgbClr val="231F20"/>
                </a:solidFill>
                <a:latin typeface="Arial"/>
                <a:cs typeface="Arial"/>
              </a:rPr>
              <a:t>officer.</a:t>
            </a:r>
            <a:r>
              <a:rPr sz="1000" dirty="0">
                <a:solidFill>
                  <a:srgbClr val="231F20"/>
                </a:solidFill>
                <a:latin typeface="Arial"/>
                <a:cs typeface="Arial"/>
              </a:rPr>
              <a:t> The </a:t>
            </a:r>
            <a:r>
              <a:rPr sz="1000" spc="-60" dirty="0">
                <a:solidFill>
                  <a:srgbClr val="231F20"/>
                </a:solidFill>
                <a:latin typeface="Arial"/>
                <a:cs typeface="Arial"/>
              </a:rPr>
              <a:t>Sr.</a:t>
            </a:r>
            <a:r>
              <a:rPr sz="1000" spc="-5" dirty="0">
                <a:solidFill>
                  <a:srgbClr val="231F20"/>
                </a:solidFill>
                <a:latin typeface="Arial"/>
                <a:cs typeface="Arial"/>
              </a:rPr>
              <a:t> </a:t>
            </a:r>
            <a:r>
              <a:rPr sz="1000" spc="-20" dirty="0">
                <a:solidFill>
                  <a:srgbClr val="231F20"/>
                </a:solidFill>
                <a:latin typeface="Arial"/>
                <a:cs typeface="Arial"/>
              </a:rPr>
              <a:t>Teens</a:t>
            </a:r>
            <a:r>
              <a:rPr sz="1000" dirty="0">
                <a:solidFill>
                  <a:srgbClr val="231F20"/>
                </a:solidFill>
                <a:latin typeface="Arial"/>
                <a:cs typeface="Arial"/>
              </a:rPr>
              <a:t> then moved</a:t>
            </a:r>
            <a:r>
              <a:rPr sz="1000" spc="-5" dirty="0">
                <a:solidFill>
                  <a:srgbClr val="231F20"/>
                </a:solidFill>
                <a:latin typeface="Arial"/>
                <a:cs typeface="Arial"/>
              </a:rPr>
              <a:t> </a:t>
            </a:r>
            <a:r>
              <a:rPr sz="1000" dirty="0">
                <a:solidFill>
                  <a:srgbClr val="231F20"/>
                </a:solidFill>
                <a:latin typeface="Arial"/>
                <a:cs typeface="Arial"/>
              </a:rPr>
              <a:t>forward </a:t>
            </a:r>
            <a:r>
              <a:rPr sz="1000" spc="-20" dirty="0">
                <a:solidFill>
                  <a:srgbClr val="231F20"/>
                </a:solidFill>
                <a:latin typeface="Arial"/>
                <a:cs typeface="Arial"/>
              </a:rPr>
              <a:t>with </a:t>
            </a:r>
            <a:r>
              <a:rPr sz="1000" dirty="0">
                <a:solidFill>
                  <a:srgbClr val="231F20"/>
                </a:solidFill>
                <a:latin typeface="Arial"/>
                <a:cs typeface="Arial"/>
              </a:rPr>
              <a:t>some</a:t>
            </a:r>
            <a:r>
              <a:rPr sz="1000" spc="-25" dirty="0">
                <a:solidFill>
                  <a:srgbClr val="231F20"/>
                </a:solidFill>
                <a:latin typeface="Arial"/>
                <a:cs typeface="Arial"/>
              </a:rPr>
              <a:t> </a:t>
            </a:r>
            <a:r>
              <a:rPr sz="1000" dirty="0">
                <a:solidFill>
                  <a:srgbClr val="231F20"/>
                </a:solidFill>
                <a:latin typeface="Arial"/>
                <a:cs typeface="Arial"/>
              </a:rPr>
              <a:t>social</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recreational</a:t>
            </a:r>
            <a:r>
              <a:rPr sz="1000" spc="-25" dirty="0">
                <a:solidFill>
                  <a:srgbClr val="231F20"/>
                </a:solidFill>
                <a:latin typeface="Arial"/>
                <a:cs typeface="Arial"/>
              </a:rPr>
              <a:t> </a:t>
            </a:r>
            <a:r>
              <a:rPr sz="1000" dirty="0">
                <a:solidFill>
                  <a:srgbClr val="231F20"/>
                </a:solidFill>
                <a:latin typeface="Arial"/>
                <a:cs typeface="Arial"/>
              </a:rPr>
              <a:t>fun</a:t>
            </a:r>
            <a:r>
              <a:rPr sz="1000" spc="-25" dirty="0">
                <a:solidFill>
                  <a:srgbClr val="231F20"/>
                </a:solidFill>
                <a:latin typeface="Arial"/>
                <a:cs typeface="Arial"/>
              </a:rPr>
              <a:t> </a:t>
            </a:r>
            <a:r>
              <a:rPr sz="1000" dirty="0">
                <a:solidFill>
                  <a:srgbClr val="231F20"/>
                </a:solidFill>
                <a:latin typeface="Arial"/>
                <a:cs typeface="Arial"/>
              </a:rPr>
              <a:t>at</a:t>
            </a:r>
            <a:r>
              <a:rPr sz="1000" spc="-25" dirty="0">
                <a:solidFill>
                  <a:srgbClr val="231F20"/>
                </a:solidFill>
                <a:latin typeface="Arial"/>
                <a:cs typeface="Arial"/>
              </a:rPr>
              <a:t> </a:t>
            </a:r>
            <a:r>
              <a:rPr sz="1000" spc="-10" dirty="0">
                <a:solidFill>
                  <a:srgbClr val="231F20"/>
                </a:solidFill>
                <a:latin typeface="Arial"/>
                <a:cs typeface="Arial"/>
              </a:rPr>
              <a:t>Top</a:t>
            </a:r>
            <a:r>
              <a:rPr sz="1000" spc="-25" dirty="0">
                <a:solidFill>
                  <a:srgbClr val="231F20"/>
                </a:solidFill>
                <a:latin typeface="Arial"/>
                <a:cs typeface="Arial"/>
              </a:rPr>
              <a:t> </a:t>
            </a:r>
            <a:r>
              <a:rPr sz="1000" dirty="0">
                <a:solidFill>
                  <a:srgbClr val="231F20"/>
                </a:solidFill>
                <a:latin typeface="Arial"/>
                <a:cs typeface="Arial"/>
              </a:rPr>
              <a:t>Golf</a:t>
            </a:r>
            <a:r>
              <a:rPr sz="1000" spc="-25" dirty="0">
                <a:solidFill>
                  <a:srgbClr val="231F20"/>
                </a:solidFill>
                <a:latin typeface="Arial"/>
                <a:cs typeface="Arial"/>
              </a:rPr>
              <a:t> </a:t>
            </a:r>
            <a:r>
              <a:rPr sz="1000" dirty="0">
                <a:solidFill>
                  <a:srgbClr val="231F20"/>
                </a:solidFill>
                <a:latin typeface="Arial"/>
                <a:cs typeface="Arial"/>
              </a:rPr>
              <a:t>where</a:t>
            </a:r>
            <a:r>
              <a:rPr sz="1000" spc="-2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broken</a:t>
            </a:r>
            <a:r>
              <a:rPr sz="1000" spc="-5" dirty="0">
                <a:solidFill>
                  <a:srgbClr val="231F20"/>
                </a:solidFill>
                <a:latin typeface="Arial"/>
                <a:cs typeface="Arial"/>
              </a:rPr>
              <a:t> </a:t>
            </a:r>
            <a:r>
              <a:rPr sz="1000" dirty="0">
                <a:solidFill>
                  <a:srgbClr val="231F20"/>
                </a:solidFill>
                <a:latin typeface="Arial"/>
                <a:cs typeface="Arial"/>
              </a:rPr>
              <a:t>up into</a:t>
            </a:r>
            <a:r>
              <a:rPr sz="1000" spc="-5" dirty="0">
                <a:solidFill>
                  <a:srgbClr val="231F20"/>
                </a:solidFill>
                <a:latin typeface="Arial"/>
                <a:cs typeface="Arial"/>
              </a:rPr>
              <a:t> </a:t>
            </a:r>
            <a:r>
              <a:rPr sz="1000" dirty="0">
                <a:solidFill>
                  <a:srgbClr val="231F20"/>
                </a:solidFill>
                <a:latin typeface="Arial"/>
                <a:cs typeface="Arial"/>
              </a:rPr>
              <a:t>to </a:t>
            </a:r>
            <a:r>
              <a:rPr sz="1000" spc="-10" dirty="0">
                <a:solidFill>
                  <a:srgbClr val="231F20"/>
                </a:solidFill>
                <a:latin typeface="Arial"/>
                <a:cs typeface="Arial"/>
              </a:rPr>
              <a:t>teams</a:t>
            </a:r>
            <a:r>
              <a:rPr sz="1000" spc="-5" dirty="0">
                <a:solidFill>
                  <a:srgbClr val="231F20"/>
                </a:solidFill>
                <a:latin typeface="Arial"/>
                <a:cs typeface="Arial"/>
              </a:rPr>
              <a:t> </a:t>
            </a:r>
            <a:r>
              <a:rPr sz="1000" dirty="0">
                <a:solidFill>
                  <a:srgbClr val="231F20"/>
                </a:solidFill>
                <a:latin typeface="Arial"/>
                <a:cs typeface="Arial"/>
              </a:rPr>
              <a:t>for a</a:t>
            </a:r>
            <a:r>
              <a:rPr sz="1000" spc="-5" dirty="0">
                <a:solidFill>
                  <a:srgbClr val="231F20"/>
                </a:solidFill>
                <a:latin typeface="Arial"/>
                <a:cs typeface="Arial"/>
              </a:rPr>
              <a:t> </a:t>
            </a:r>
            <a:r>
              <a:rPr sz="1000" dirty="0">
                <a:solidFill>
                  <a:srgbClr val="231F20"/>
                </a:solidFill>
                <a:latin typeface="Arial"/>
                <a:cs typeface="Arial"/>
              </a:rPr>
              <a:t>fun and</a:t>
            </a:r>
            <a:r>
              <a:rPr sz="1000" spc="-5" dirty="0">
                <a:solidFill>
                  <a:srgbClr val="231F20"/>
                </a:solidFill>
                <a:latin typeface="Arial"/>
                <a:cs typeface="Arial"/>
              </a:rPr>
              <a:t> </a:t>
            </a:r>
            <a:r>
              <a:rPr sz="1000" spc="-10" dirty="0">
                <a:solidFill>
                  <a:srgbClr val="231F20"/>
                </a:solidFill>
                <a:latin typeface="Arial"/>
                <a:cs typeface="Arial"/>
              </a:rPr>
              <a:t>competitive </a:t>
            </a:r>
            <a:r>
              <a:rPr sz="1000" dirty="0">
                <a:solidFill>
                  <a:srgbClr val="231F20"/>
                </a:solidFill>
                <a:latin typeface="Arial"/>
                <a:cs typeface="Arial"/>
              </a:rPr>
              <a:t>game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golf.</a:t>
            </a:r>
            <a:r>
              <a:rPr sz="1000" spc="-5" dirty="0">
                <a:solidFill>
                  <a:srgbClr val="231F20"/>
                </a:solidFill>
                <a:latin typeface="Arial"/>
                <a:cs typeface="Arial"/>
              </a:rPr>
              <a:t> </a:t>
            </a:r>
            <a:r>
              <a:rPr sz="1000" dirty="0">
                <a:solidFill>
                  <a:srgbClr val="231F20"/>
                </a:solidFill>
                <a:latin typeface="Arial"/>
                <a:cs typeface="Arial"/>
              </a:rPr>
              <a:t>Then</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moved</a:t>
            </a:r>
            <a:r>
              <a:rPr sz="1000" spc="-5"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fall</a:t>
            </a:r>
            <a:r>
              <a:rPr sz="1000" spc="-5" dirty="0">
                <a:solidFill>
                  <a:srgbClr val="231F20"/>
                </a:solidFill>
                <a:latin typeface="Arial"/>
                <a:cs typeface="Arial"/>
              </a:rPr>
              <a:t> </a:t>
            </a:r>
            <a:r>
              <a:rPr sz="1000" spc="-10" dirty="0">
                <a:solidFill>
                  <a:srgbClr val="231F20"/>
                </a:solidFill>
                <a:latin typeface="Arial"/>
                <a:cs typeface="Arial"/>
              </a:rPr>
              <a:t>season </a:t>
            </a:r>
            <a:r>
              <a:rPr sz="1000" spc="-20" dirty="0">
                <a:solidFill>
                  <a:srgbClr val="231F20"/>
                </a:solidFill>
                <a:latin typeface="Arial"/>
                <a:cs typeface="Arial"/>
              </a:rPr>
              <a:t>with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“Power</a:t>
            </a:r>
            <a:r>
              <a:rPr sz="1000" spc="2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Voting”</a:t>
            </a:r>
            <a:r>
              <a:rPr sz="1000" spc="25" dirty="0">
                <a:solidFill>
                  <a:srgbClr val="231F20"/>
                </a:solidFill>
                <a:latin typeface="Arial"/>
                <a:cs typeface="Arial"/>
              </a:rPr>
              <a:t> </a:t>
            </a:r>
            <a:r>
              <a:rPr sz="1000" dirty="0">
                <a:solidFill>
                  <a:srgbClr val="231F20"/>
                </a:solidFill>
                <a:latin typeface="Arial"/>
                <a:cs typeface="Arial"/>
              </a:rPr>
              <a:t>where</a:t>
            </a:r>
            <a:r>
              <a:rPr sz="1000" spc="2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applied</a:t>
            </a:r>
            <a:r>
              <a:rPr sz="1000" spc="20"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legislative </a:t>
            </a:r>
            <a:r>
              <a:rPr sz="1000" dirty="0">
                <a:solidFill>
                  <a:srgbClr val="231F20"/>
                </a:solidFill>
                <a:latin typeface="Arial"/>
                <a:cs typeface="Arial"/>
              </a:rPr>
              <a:t>thrusts</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an</a:t>
            </a:r>
            <a:r>
              <a:rPr sz="1000" spc="25" dirty="0">
                <a:solidFill>
                  <a:srgbClr val="231F20"/>
                </a:solidFill>
                <a:latin typeface="Arial"/>
                <a:cs typeface="Arial"/>
              </a:rPr>
              <a:t> </a:t>
            </a:r>
            <a:r>
              <a:rPr sz="1000" dirty="0">
                <a:solidFill>
                  <a:srgbClr val="231F20"/>
                </a:solidFill>
                <a:latin typeface="Arial"/>
                <a:cs typeface="Arial"/>
              </a:rPr>
              <a:t>activity</a:t>
            </a:r>
            <a:r>
              <a:rPr sz="1000" spc="25" dirty="0">
                <a:solidFill>
                  <a:srgbClr val="231F20"/>
                </a:solidFill>
                <a:latin typeface="Arial"/>
                <a:cs typeface="Arial"/>
              </a:rPr>
              <a:t> </a:t>
            </a:r>
            <a:r>
              <a:rPr sz="1000" dirty="0">
                <a:solidFill>
                  <a:srgbClr val="231F20"/>
                </a:solidFill>
                <a:latin typeface="Arial"/>
                <a:cs typeface="Arial"/>
              </a:rPr>
              <a:t>focused</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understanding</a:t>
            </a:r>
            <a:r>
              <a:rPr sz="1000" spc="2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election</a:t>
            </a:r>
            <a:r>
              <a:rPr sz="1000" spc="15" dirty="0">
                <a:solidFill>
                  <a:srgbClr val="231F20"/>
                </a:solidFill>
                <a:latin typeface="Arial"/>
                <a:cs typeface="Arial"/>
              </a:rPr>
              <a:t> </a:t>
            </a:r>
            <a:r>
              <a:rPr sz="1000" dirty="0">
                <a:solidFill>
                  <a:srgbClr val="231F20"/>
                </a:solidFill>
                <a:latin typeface="Arial"/>
                <a:cs typeface="Arial"/>
              </a:rPr>
              <a:t>process</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power</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vote</a:t>
            </a:r>
            <a:r>
              <a:rPr sz="1000" spc="15"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prepared to become future</a:t>
            </a:r>
            <a:r>
              <a:rPr sz="1000" spc="-5" dirty="0">
                <a:solidFill>
                  <a:srgbClr val="231F20"/>
                </a:solidFill>
                <a:latin typeface="Arial"/>
                <a:cs typeface="Arial"/>
              </a:rPr>
              <a:t> </a:t>
            </a:r>
            <a:r>
              <a:rPr sz="1000" dirty="0">
                <a:solidFill>
                  <a:srgbClr val="231F20"/>
                </a:solidFill>
                <a:latin typeface="Arial"/>
                <a:cs typeface="Arial"/>
              </a:rPr>
              <a:t>voters. The </a:t>
            </a:r>
            <a:r>
              <a:rPr sz="1000" spc="-60" dirty="0">
                <a:solidFill>
                  <a:srgbClr val="231F20"/>
                </a:solidFill>
                <a:latin typeface="Arial"/>
                <a:cs typeface="Arial"/>
              </a:rPr>
              <a:t>Sr.</a:t>
            </a:r>
            <a:r>
              <a:rPr sz="1000"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dove</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deep</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learn</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Voting</a:t>
            </a:r>
            <a:r>
              <a:rPr sz="1000" spc="10" dirty="0">
                <a:solidFill>
                  <a:srgbClr val="231F20"/>
                </a:solidFill>
                <a:latin typeface="Arial"/>
                <a:cs typeface="Arial"/>
              </a:rPr>
              <a:t> </a:t>
            </a:r>
            <a:r>
              <a:rPr sz="1000" spc="-10" dirty="0">
                <a:solidFill>
                  <a:srgbClr val="231F20"/>
                </a:solidFill>
                <a:latin typeface="Arial"/>
                <a:cs typeface="Arial"/>
              </a:rPr>
              <a:t>Rights</a:t>
            </a:r>
            <a:r>
              <a:rPr sz="1000" spc="10" dirty="0">
                <a:solidFill>
                  <a:srgbClr val="231F20"/>
                </a:solidFill>
                <a:latin typeface="Arial"/>
                <a:cs typeface="Arial"/>
              </a:rPr>
              <a:t> </a:t>
            </a:r>
            <a:r>
              <a:rPr sz="1000" dirty="0">
                <a:solidFill>
                  <a:srgbClr val="231F20"/>
                </a:solidFill>
                <a:latin typeface="Arial"/>
                <a:cs typeface="Arial"/>
              </a:rPr>
              <a:t>Act</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1964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local,</a:t>
            </a:r>
            <a:r>
              <a:rPr sz="1000" spc="-5" dirty="0">
                <a:solidFill>
                  <a:srgbClr val="231F20"/>
                </a:solidFill>
                <a:latin typeface="Arial"/>
                <a:cs typeface="Arial"/>
              </a:rPr>
              <a:t> </a:t>
            </a:r>
            <a:r>
              <a:rPr sz="1000" dirty="0">
                <a:solidFill>
                  <a:srgbClr val="231F20"/>
                </a:solidFill>
                <a:latin typeface="Arial"/>
                <a:cs typeface="Arial"/>
              </a:rPr>
              <a:t>state,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federal</a:t>
            </a:r>
            <a:r>
              <a:rPr sz="1000" spc="-5" dirty="0">
                <a:solidFill>
                  <a:srgbClr val="231F20"/>
                </a:solidFill>
                <a:latin typeface="Arial"/>
                <a:cs typeface="Arial"/>
              </a:rPr>
              <a:t> </a:t>
            </a:r>
            <a:r>
              <a:rPr sz="1000" spc="-10" dirty="0">
                <a:solidFill>
                  <a:srgbClr val="231F20"/>
                </a:solidFill>
                <a:latin typeface="Arial"/>
                <a:cs typeface="Arial"/>
              </a:rPr>
              <a:t>elections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capped</a:t>
            </a:r>
            <a:r>
              <a:rPr sz="1000" spc="15" dirty="0">
                <a:solidFill>
                  <a:srgbClr val="231F20"/>
                </a:solidFill>
                <a:latin typeface="Arial"/>
                <a:cs typeface="Arial"/>
              </a:rPr>
              <a:t> </a:t>
            </a:r>
            <a:r>
              <a:rPr sz="1000" dirty="0">
                <a:solidFill>
                  <a:srgbClr val="231F20"/>
                </a:solidFill>
                <a:latin typeface="Arial"/>
                <a:cs typeface="Arial"/>
              </a:rPr>
              <a:t>off</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mock</a:t>
            </a:r>
            <a:r>
              <a:rPr sz="1000" spc="15" dirty="0">
                <a:solidFill>
                  <a:srgbClr val="231F20"/>
                </a:solidFill>
                <a:latin typeface="Arial"/>
                <a:cs typeface="Arial"/>
              </a:rPr>
              <a:t> </a:t>
            </a:r>
            <a:r>
              <a:rPr sz="1000" dirty="0">
                <a:solidFill>
                  <a:srgbClr val="231F20"/>
                </a:solidFill>
                <a:latin typeface="Arial"/>
                <a:cs typeface="Arial"/>
              </a:rPr>
              <a:t>election.</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25" dirty="0">
                <a:solidFill>
                  <a:srgbClr val="231F20"/>
                </a:solidFill>
                <a:latin typeface="Arial"/>
                <a:cs typeface="Arial"/>
              </a:rPr>
              <a:t>Sr.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explored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making</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20" dirty="0">
                <a:solidFill>
                  <a:srgbClr val="231F20"/>
                </a:solidFill>
                <a:latin typeface="Arial"/>
                <a:cs typeface="Arial"/>
              </a:rPr>
              <a:t>money </a:t>
            </a:r>
            <a:r>
              <a:rPr sz="1000" dirty="0">
                <a:solidFill>
                  <a:srgbClr val="231F20"/>
                </a:solidFill>
                <a:latin typeface="Arial"/>
                <a:cs typeface="Arial"/>
              </a:rPr>
              <a:t>grow.</a:t>
            </a:r>
            <a:r>
              <a:rPr sz="1000" spc="-15" dirty="0">
                <a:solidFill>
                  <a:srgbClr val="231F20"/>
                </a:solidFill>
                <a:latin typeface="Arial"/>
                <a:cs typeface="Arial"/>
              </a:rPr>
              <a:t> </a:t>
            </a:r>
            <a:r>
              <a:rPr sz="1000" spc="-10" dirty="0">
                <a:solidFill>
                  <a:srgbClr val="231F20"/>
                </a:solidFill>
                <a:latin typeface="Arial"/>
                <a:cs typeface="Arial"/>
              </a:rPr>
              <a:t>This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led</a:t>
            </a:r>
            <a:r>
              <a:rPr sz="1000" spc="-1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Jacqueline</a:t>
            </a:r>
            <a:r>
              <a:rPr sz="1000" spc="-10" dirty="0">
                <a:solidFill>
                  <a:srgbClr val="231F20"/>
                </a:solidFill>
                <a:latin typeface="Arial"/>
                <a:cs typeface="Arial"/>
              </a:rPr>
              <a:t> Marshall</a:t>
            </a:r>
            <a:endParaRPr sz="1000">
              <a:latin typeface="Arial"/>
              <a:cs typeface="Arial"/>
            </a:endParaRPr>
          </a:p>
          <a:p>
            <a:pPr marL="12700" marR="324485">
              <a:lnSpc>
                <a:spcPct val="100000"/>
              </a:lnSpc>
            </a:pPr>
            <a:r>
              <a:rPr sz="1000" dirty="0">
                <a:solidFill>
                  <a:srgbClr val="231F20"/>
                </a:solidFill>
                <a:latin typeface="Arial"/>
                <a:cs typeface="Arial"/>
              </a:rPr>
              <a:t>from the</a:t>
            </a:r>
            <a:r>
              <a:rPr sz="1000" spc="5" dirty="0">
                <a:solidFill>
                  <a:srgbClr val="231F20"/>
                </a:solidFill>
                <a:latin typeface="Arial"/>
                <a:cs typeface="Arial"/>
              </a:rPr>
              <a:t> </a:t>
            </a:r>
            <a:r>
              <a:rPr sz="1000" dirty="0">
                <a:solidFill>
                  <a:srgbClr val="231F20"/>
                </a:solidFill>
                <a:latin typeface="Arial"/>
                <a:cs typeface="Arial"/>
              </a:rPr>
              <a:t>non-profit</a:t>
            </a:r>
            <a:r>
              <a:rPr sz="1000" spc="5" dirty="0">
                <a:solidFill>
                  <a:srgbClr val="231F20"/>
                </a:solidFill>
                <a:latin typeface="Arial"/>
                <a:cs typeface="Arial"/>
              </a:rPr>
              <a:t> </a:t>
            </a:r>
            <a:r>
              <a:rPr sz="1000" dirty="0">
                <a:solidFill>
                  <a:srgbClr val="231F20"/>
                </a:solidFill>
                <a:latin typeface="Arial"/>
                <a:cs typeface="Arial"/>
              </a:rPr>
              <a:t>of </a:t>
            </a:r>
            <a:r>
              <a:rPr sz="1000" spc="-35" dirty="0">
                <a:solidFill>
                  <a:srgbClr val="231F20"/>
                </a:solidFill>
                <a:latin typeface="Arial"/>
                <a:cs typeface="Arial"/>
              </a:rPr>
              <a:t>A/S.I.D.E.S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Chris</a:t>
            </a:r>
            <a:r>
              <a:rPr sz="1000" dirty="0">
                <a:solidFill>
                  <a:srgbClr val="231F20"/>
                </a:solidFill>
                <a:latin typeface="Arial"/>
                <a:cs typeface="Arial"/>
              </a:rPr>
              <a:t> </a:t>
            </a:r>
            <a:r>
              <a:rPr sz="1000" spc="-10" dirty="0">
                <a:solidFill>
                  <a:srgbClr val="231F20"/>
                </a:solidFill>
                <a:latin typeface="Arial"/>
                <a:cs typeface="Arial"/>
              </a:rPr>
              <a:t>Brummer,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Georgetown</a:t>
            </a:r>
            <a:r>
              <a:rPr sz="1000" spc="-15" dirty="0">
                <a:solidFill>
                  <a:srgbClr val="231F20"/>
                </a:solidFill>
                <a:latin typeface="Arial"/>
                <a:cs typeface="Arial"/>
              </a:rPr>
              <a:t> </a:t>
            </a:r>
            <a:r>
              <a:rPr sz="1000" dirty="0">
                <a:solidFill>
                  <a:srgbClr val="231F20"/>
                </a:solidFill>
                <a:latin typeface="Arial"/>
                <a:cs typeface="Arial"/>
              </a:rPr>
              <a:t>University</a:t>
            </a:r>
            <a:r>
              <a:rPr sz="1000" spc="-15" dirty="0">
                <a:solidFill>
                  <a:srgbClr val="231F20"/>
                </a:solidFill>
                <a:latin typeface="Arial"/>
                <a:cs typeface="Arial"/>
              </a:rPr>
              <a:t> </a:t>
            </a:r>
            <a:r>
              <a:rPr sz="1000" spc="-10" dirty="0">
                <a:solidFill>
                  <a:srgbClr val="231F20"/>
                </a:solidFill>
                <a:latin typeface="Arial"/>
                <a:cs typeface="Arial"/>
              </a:rPr>
              <a:t>Law</a:t>
            </a:r>
            <a:r>
              <a:rPr sz="1000" spc="-15" dirty="0">
                <a:solidFill>
                  <a:srgbClr val="231F20"/>
                </a:solidFill>
                <a:latin typeface="Arial"/>
                <a:cs typeface="Arial"/>
              </a:rPr>
              <a:t> </a:t>
            </a:r>
            <a:r>
              <a:rPr sz="1000" spc="-20" dirty="0">
                <a:solidFill>
                  <a:srgbClr val="231F20"/>
                </a:solidFill>
                <a:latin typeface="Arial"/>
                <a:cs typeface="Arial"/>
              </a:rPr>
              <a:t>Professor.</a:t>
            </a:r>
            <a:r>
              <a:rPr sz="1000" spc="-15" dirty="0">
                <a:solidFill>
                  <a:srgbClr val="231F20"/>
                </a:solidFill>
                <a:latin typeface="Arial"/>
                <a:cs typeface="Arial"/>
              </a:rPr>
              <a:t> </a:t>
            </a:r>
            <a:r>
              <a:rPr sz="1000" dirty="0">
                <a:solidFill>
                  <a:srgbClr val="231F20"/>
                </a:solidFill>
                <a:latin typeface="Arial"/>
                <a:cs typeface="Arial"/>
              </a:rPr>
              <a:t>These</a:t>
            </a:r>
            <a:r>
              <a:rPr sz="1000" spc="-15" dirty="0">
                <a:solidFill>
                  <a:srgbClr val="231F20"/>
                </a:solidFill>
                <a:latin typeface="Arial"/>
                <a:cs typeface="Arial"/>
              </a:rPr>
              <a:t> </a:t>
            </a:r>
            <a:r>
              <a:rPr sz="1000" spc="-25" dirty="0">
                <a:solidFill>
                  <a:srgbClr val="231F20"/>
                </a:solidFill>
                <a:latin typeface="Arial"/>
                <a:cs typeface="Arial"/>
              </a:rPr>
              <a:t>two </a:t>
            </a:r>
            <a:r>
              <a:rPr sz="1000" dirty="0">
                <a:solidFill>
                  <a:srgbClr val="231F20"/>
                </a:solidFill>
                <a:latin typeface="Arial"/>
                <a:cs typeface="Arial"/>
              </a:rPr>
              <a:t>speakers</a:t>
            </a:r>
            <a:r>
              <a:rPr sz="1000" spc="10" dirty="0">
                <a:solidFill>
                  <a:srgbClr val="231F20"/>
                </a:solidFill>
                <a:latin typeface="Arial"/>
                <a:cs typeface="Arial"/>
              </a:rPr>
              <a:t> </a:t>
            </a:r>
            <a:r>
              <a:rPr sz="1000" dirty="0">
                <a:solidFill>
                  <a:srgbClr val="231F20"/>
                </a:solidFill>
                <a:latin typeface="Arial"/>
                <a:cs typeface="Arial"/>
              </a:rPr>
              <a:t>educated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importance</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knowing</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financial</a:t>
            </a:r>
            <a:r>
              <a:rPr sz="1000" spc="5" dirty="0">
                <a:solidFill>
                  <a:srgbClr val="231F20"/>
                </a:solidFill>
                <a:latin typeface="Arial"/>
                <a:cs typeface="Arial"/>
              </a:rPr>
              <a:t> </a:t>
            </a:r>
            <a:r>
              <a:rPr sz="1000" dirty="0">
                <a:solidFill>
                  <a:srgbClr val="231F20"/>
                </a:solidFill>
                <a:latin typeface="Arial"/>
                <a:cs typeface="Arial"/>
              </a:rPr>
              <a:t>future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completed</a:t>
            </a:r>
            <a:r>
              <a:rPr sz="1000" spc="-5" dirty="0">
                <a:solidFill>
                  <a:srgbClr val="231F20"/>
                </a:solidFill>
                <a:latin typeface="Arial"/>
                <a:cs typeface="Arial"/>
              </a:rPr>
              <a:t> </a:t>
            </a:r>
            <a:r>
              <a:rPr sz="1000" dirty="0">
                <a:solidFill>
                  <a:srgbClr val="231F20"/>
                </a:solidFill>
                <a:latin typeface="Arial"/>
                <a:cs typeface="Arial"/>
              </a:rPr>
              <a:t>the modules: </a:t>
            </a:r>
            <a:r>
              <a:rPr sz="1000" spc="-10" dirty="0">
                <a:solidFill>
                  <a:srgbClr val="231F20"/>
                </a:solidFill>
                <a:latin typeface="Arial"/>
                <a:cs typeface="Arial"/>
              </a:rPr>
              <a:t>Smart</a:t>
            </a:r>
            <a:r>
              <a:rPr sz="1000" dirty="0">
                <a:solidFill>
                  <a:srgbClr val="231F20"/>
                </a:solidFill>
                <a:latin typeface="Arial"/>
                <a:cs typeface="Arial"/>
              </a:rPr>
              <a:t> </a:t>
            </a:r>
            <a:r>
              <a:rPr sz="1000" spc="-10" dirty="0">
                <a:solidFill>
                  <a:srgbClr val="231F20"/>
                </a:solidFill>
                <a:latin typeface="Arial"/>
                <a:cs typeface="Arial"/>
              </a:rPr>
              <a:t>Money.</a:t>
            </a:r>
            <a:endParaRPr sz="1000">
              <a:latin typeface="Arial"/>
              <a:cs typeface="Arial"/>
            </a:endParaRPr>
          </a:p>
          <a:p>
            <a:pPr marL="12700" marR="74295">
              <a:lnSpc>
                <a:spcPct val="100000"/>
              </a:lnSpc>
              <a:spcBef>
                <a:spcPts val="900"/>
              </a:spcBef>
            </a:pPr>
            <a:r>
              <a:rPr sz="1000" dirty="0">
                <a:solidFill>
                  <a:srgbClr val="231F20"/>
                </a:solidFill>
                <a:latin typeface="Arial"/>
                <a:cs typeface="Arial"/>
              </a:rPr>
              <a:t>The </a:t>
            </a:r>
            <a:r>
              <a:rPr sz="1000" spc="-60" dirty="0">
                <a:solidFill>
                  <a:srgbClr val="231F20"/>
                </a:solidFill>
                <a:latin typeface="Arial"/>
                <a:cs typeface="Arial"/>
              </a:rPr>
              <a:t>Sr.</a:t>
            </a:r>
            <a:r>
              <a:rPr sz="1000" dirty="0">
                <a:solidFill>
                  <a:srgbClr val="231F20"/>
                </a:solidFill>
                <a:latin typeface="Arial"/>
                <a:cs typeface="Arial"/>
              </a:rPr>
              <a:t> </a:t>
            </a:r>
            <a:r>
              <a:rPr sz="1000" spc="-20" dirty="0">
                <a:solidFill>
                  <a:srgbClr val="231F20"/>
                </a:solidFill>
                <a:latin typeface="Arial"/>
                <a:cs typeface="Arial"/>
              </a:rPr>
              <a:t>Teens</a:t>
            </a:r>
            <a:r>
              <a:rPr sz="1000" dirty="0">
                <a:solidFill>
                  <a:srgbClr val="231F20"/>
                </a:solidFill>
                <a:latin typeface="Arial"/>
                <a:cs typeface="Arial"/>
              </a:rPr>
              <a:t> continued to have fun by applying</a:t>
            </a:r>
            <a:r>
              <a:rPr sz="1000" spc="5" dirty="0">
                <a:solidFill>
                  <a:srgbClr val="231F20"/>
                </a:solidFill>
                <a:latin typeface="Arial"/>
                <a:cs typeface="Arial"/>
              </a:rPr>
              <a:t> </a:t>
            </a:r>
            <a:r>
              <a:rPr sz="1000" spc="-25" dirty="0">
                <a:solidFill>
                  <a:srgbClr val="231F20"/>
                </a:solidFill>
                <a:latin typeface="Arial"/>
                <a:cs typeface="Arial"/>
              </a:rPr>
              <a:t>the </a:t>
            </a:r>
            <a:r>
              <a:rPr sz="1000" spc="-50" dirty="0">
                <a:solidFill>
                  <a:srgbClr val="231F20"/>
                </a:solidFill>
                <a:latin typeface="Arial"/>
                <a:cs typeface="Arial"/>
              </a:rPr>
              <a:t>STEAM</a:t>
            </a:r>
            <a:r>
              <a:rPr sz="1000" spc="10" dirty="0">
                <a:solidFill>
                  <a:srgbClr val="231F20"/>
                </a:solidFill>
                <a:latin typeface="Arial"/>
                <a:cs typeface="Arial"/>
              </a:rPr>
              <a:t> </a:t>
            </a:r>
            <a:r>
              <a:rPr sz="1000" dirty="0">
                <a:solidFill>
                  <a:srgbClr val="231F20"/>
                </a:solidFill>
                <a:latin typeface="Arial"/>
                <a:cs typeface="Arial"/>
              </a:rPr>
              <a:t>thrust</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hosting</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virtual</a:t>
            </a:r>
            <a:r>
              <a:rPr sz="1000" spc="15" dirty="0">
                <a:solidFill>
                  <a:srgbClr val="231F20"/>
                </a:solidFill>
                <a:latin typeface="Arial"/>
                <a:cs typeface="Arial"/>
              </a:rPr>
              <a:t> </a:t>
            </a:r>
            <a:r>
              <a:rPr sz="1000" dirty="0">
                <a:solidFill>
                  <a:srgbClr val="231F20"/>
                </a:solidFill>
                <a:latin typeface="Arial"/>
                <a:cs typeface="Arial"/>
              </a:rPr>
              <a:t>Chocolate-</a:t>
            </a:r>
            <a:r>
              <a:rPr sz="1000" spc="-10" dirty="0">
                <a:solidFill>
                  <a:srgbClr val="231F20"/>
                </a:solidFill>
                <a:latin typeface="Arial"/>
                <a:cs typeface="Arial"/>
              </a:rPr>
              <a:t>Making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partnered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chocolate</a:t>
            </a:r>
            <a:r>
              <a:rPr sz="1000" spc="10" dirty="0">
                <a:solidFill>
                  <a:srgbClr val="231F20"/>
                </a:solidFill>
                <a:latin typeface="Arial"/>
                <a:cs typeface="Arial"/>
              </a:rPr>
              <a:t> </a:t>
            </a:r>
            <a:r>
              <a:rPr sz="1000" spc="-20" dirty="0">
                <a:solidFill>
                  <a:srgbClr val="231F20"/>
                </a:solidFill>
                <a:latin typeface="Arial"/>
                <a:cs typeface="Arial"/>
              </a:rPr>
              <a:t>maker </a:t>
            </a:r>
            <a:r>
              <a:rPr sz="1000" dirty="0">
                <a:solidFill>
                  <a:srgbClr val="231F20"/>
                </a:solidFill>
                <a:latin typeface="Arial"/>
                <a:cs typeface="Arial"/>
              </a:rPr>
              <a:t>virtual to craft</a:t>
            </a:r>
            <a:r>
              <a:rPr sz="1000" spc="5" dirty="0">
                <a:solidFill>
                  <a:srgbClr val="231F20"/>
                </a:solidFill>
                <a:latin typeface="Arial"/>
                <a:cs typeface="Arial"/>
              </a:rPr>
              <a:t> </a:t>
            </a:r>
            <a:r>
              <a:rPr sz="1000" dirty="0">
                <a:solidFill>
                  <a:srgbClr val="231F20"/>
                </a:solidFill>
                <a:latin typeface="Arial"/>
                <a:cs typeface="Arial"/>
              </a:rPr>
              <a:t>their own chocolate.</a:t>
            </a:r>
            <a:r>
              <a:rPr sz="1000" spc="5" dirty="0">
                <a:solidFill>
                  <a:srgbClr val="231F20"/>
                </a:solidFill>
                <a:latin typeface="Arial"/>
                <a:cs typeface="Arial"/>
              </a:rPr>
              <a:t> </a:t>
            </a:r>
            <a:r>
              <a:rPr sz="1000" dirty="0">
                <a:solidFill>
                  <a:srgbClr val="231F20"/>
                </a:solidFill>
                <a:latin typeface="Arial"/>
                <a:cs typeface="Arial"/>
              </a:rPr>
              <a:t>In the</a:t>
            </a:r>
            <a:r>
              <a:rPr sz="1000" spc="5" dirty="0">
                <a:solidFill>
                  <a:srgbClr val="231F20"/>
                </a:solidFill>
                <a:latin typeface="Arial"/>
                <a:cs typeface="Arial"/>
              </a:rPr>
              <a:t> </a:t>
            </a:r>
            <a:r>
              <a:rPr sz="1000" dirty="0">
                <a:solidFill>
                  <a:srgbClr val="231F20"/>
                </a:solidFill>
                <a:latin typeface="Arial"/>
                <a:cs typeface="Arial"/>
              </a:rPr>
              <a:t>spring, the </a:t>
            </a:r>
            <a:r>
              <a:rPr sz="1000" spc="-25" dirty="0">
                <a:solidFill>
                  <a:srgbClr val="231F20"/>
                </a:solidFill>
                <a:latin typeface="Arial"/>
                <a:cs typeface="Arial"/>
              </a:rPr>
              <a:t>Sr.</a:t>
            </a:r>
            <a:endParaRPr sz="100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266175"/>
            <a:ext cx="3301365" cy="5092700"/>
          </a:xfrm>
          <a:prstGeom prst="rect">
            <a:avLst/>
          </a:prstGeom>
        </p:spPr>
        <p:txBody>
          <a:bodyPr vert="horz" wrap="square" lIns="0" tIns="12700" rIns="0" bIns="0" rtlCol="0">
            <a:spAutoFit/>
          </a:bodyPr>
          <a:lstStyle/>
          <a:p>
            <a:pPr marL="12700" marR="55880">
              <a:lnSpc>
                <a:spcPct val="100000"/>
              </a:lnSpc>
              <a:spcBef>
                <a:spcPts val="100"/>
              </a:spcBef>
            </a:pP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moved</a:t>
            </a:r>
            <a:r>
              <a:rPr sz="1000" spc="-5" dirty="0">
                <a:solidFill>
                  <a:srgbClr val="231F20"/>
                </a:solidFill>
                <a:latin typeface="Arial"/>
                <a:cs typeface="Arial"/>
              </a:rPr>
              <a:t> </a:t>
            </a:r>
            <a:r>
              <a:rPr sz="1000" dirty="0">
                <a:solidFill>
                  <a:srgbClr val="231F20"/>
                </a:solidFill>
                <a:latin typeface="Arial"/>
                <a:cs typeface="Arial"/>
              </a:rPr>
              <a:t>into </a:t>
            </a:r>
            <a:r>
              <a:rPr sz="1000" spc="-10" dirty="0">
                <a:solidFill>
                  <a:srgbClr val="231F20"/>
                </a:solidFill>
                <a:latin typeface="Arial"/>
                <a:cs typeface="Arial"/>
              </a:rPr>
              <a:t>Economic</a:t>
            </a:r>
            <a:r>
              <a:rPr sz="1000" spc="-5" dirty="0">
                <a:solidFill>
                  <a:srgbClr val="231F20"/>
                </a:solidFill>
                <a:latin typeface="Arial"/>
                <a:cs typeface="Arial"/>
              </a:rPr>
              <a:t> </a:t>
            </a:r>
            <a:r>
              <a:rPr sz="1000" spc="-10" dirty="0">
                <a:solidFill>
                  <a:srgbClr val="231F20"/>
                </a:solidFill>
                <a:latin typeface="Arial"/>
                <a:cs typeface="Arial"/>
              </a:rPr>
              <a:t>Empowerment</a:t>
            </a:r>
            <a:r>
              <a:rPr sz="1000" dirty="0">
                <a:solidFill>
                  <a:srgbClr val="231F20"/>
                </a:solidFill>
                <a:latin typeface="Arial"/>
                <a:cs typeface="Arial"/>
              </a:rPr>
              <a:t> </a:t>
            </a:r>
            <a:r>
              <a:rPr sz="1000" spc="-10" dirty="0">
                <a:solidFill>
                  <a:srgbClr val="231F20"/>
                </a:solidFill>
                <a:latin typeface="Arial"/>
                <a:cs typeface="Arial"/>
              </a:rPr>
              <a:t>Thrusts</a:t>
            </a:r>
            <a:r>
              <a:rPr sz="1000" spc="-5" dirty="0">
                <a:solidFill>
                  <a:srgbClr val="231F20"/>
                </a:solidFill>
                <a:latin typeface="Arial"/>
                <a:cs typeface="Arial"/>
              </a:rPr>
              <a:t> </a:t>
            </a:r>
            <a:r>
              <a:rPr sz="1000" spc="-25" dirty="0">
                <a:solidFill>
                  <a:srgbClr val="231F20"/>
                </a:solidFill>
                <a:latin typeface="Arial"/>
                <a:cs typeface="Arial"/>
              </a:rPr>
              <a:t>by </a:t>
            </a:r>
            <a:r>
              <a:rPr sz="1000" dirty="0">
                <a:solidFill>
                  <a:srgbClr val="231F20"/>
                </a:solidFill>
                <a:latin typeface="Arial"/>
                <a:cs typeface="Arial"/>
              </a:rPr>
              <a:t>hosting</a:t>
            </a:r>
            <a:r>
              <a:rPr sz="1000" spc="-10" dirty="0">
                <a:solidFill>
                  <a:srgbClr val="231F20"/>
                </a:solidFill>
                <a:latin typeface="Arial"/>
                <a:cs typeface="Arial"/>
              </a:rPr>
              <a:t> </a:t>
            </a:r>
            <a:r>
              <a:rPr sz="1000" spc="-20" dirty="0">
                <a:solidFill>
                  <a:srgbClr val="231F20"/>
                </a:solidFill>
                <a:latin typeface="Arial"/>
                <a:cs typeface="Arial"/>
              </a:rPr>
              <a:t>Risky</a:t>
            </a:r>
            <a:r>
              <a:rPr sz="1000" spc="-10" dirty="0">
                <a:solidFill>
                  <a:srgbClr val="231F20"/>
                </a:solidFill>
                <a:latin typeface="Arial"/>
                <a:cs typeface="Arial"/>
              </a:rPr>
              <a:t> Business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Virtual</a:t>
            </a:r>
            <a:r>
              <a:rPr sz="1000" spc="-5" dirty="0">
                <a:solidFill>
                  <a:srgbClr val="231F20"/>
                </a:solidFill>
                <a:latin typeface="Arial"/>
                <a:cs typeface="Arial"/>
              </a:rPr>
              <a:t> </a:t>
            </a:r>
            <a:r>
              <a:rPr sz="1000" spc="-25" dirty="0">
                <a:solidFill>
                  <a:srgbClr val="231F20"/>
                </a:solidFill>
                <a:latin typeface="Arial"/>
                <a:cs typeface="Arial"/>
              </a:rPr>
              <a:t>HBCU</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covered the</a:t>
            </a:r>
            <a:r>
              <a:rPr sz="1000" spc="5" dirty="0">
                <a:solidFill>
                  <a:srgbClr val="231F20"/>
                </a:solidFill>
                <a:latin typeface="Arial"/>
                <a:cs typeface="Arial"/>
              </a:rPr>
              <a:t> </a:t>
            </a:r>
            <a:r>
              <a:rPr sz="1000" dirty="0">
                <a:solidFill>
                  <a:srgbClr val="231F20"/>
                </a:solidFill>
                <a:latin typeface="Arial"/>
                <a:cs typeface="Arial"/>
              </a:rPr>
              <a:t>cultural/racial</a:t>
            </a:r>
            <a:r>
              <a:rPr sz="1000" spc="5" dirty="0">
                <a:solidFill>
                  <a:srgbClr val="231F20"/>
                </a:solidFill>
                <a:latin typeface="Arial"/>
                <a:cs typeface="Arial"/>
              </a:rPr>
              <a:t> </a:t>
            </a:r>
            <a:r>
              <a:rPr sz="1000" dirty="0">
                <a:solidFill>
                  <a:srgbClr val="231F20"/>
                </a:solidFill>
                <a:latin typeface="Arial"/>
                <a:cs typeface="Arial"/>
              </a:rPr>
              <a:t>identity</a:t>
            </a:r>
            <a:r>
              <a:rPr sz="1000" spc="5" dirty="0">
                <a:solidFill>
                  <a:srgbClr val="231F20"/>
                </a:solidFill>
                <a:latin typeface="Arial"/>
                <a:cs typeface="Arial"/>
              </a:rPr>
              <a:t> </a:t>
            </a:r>
            <a:r>
              <a:rPr sz="1000" dirty="0">
                <a:solidFill>
                  <a:srgbClr val="231F20"/>
                </a:solidFill>
                <a:latin typeface="Arial"/>
                <a:cs typeface="Arial"/>
              </a:rPr>
              <a:t>thrusts.</a:t>
            </a:r>
            <a:r>
              <a:rPr sz="1000" spc="5" dirty="0">
                <a:solidFill>
                  <a:srgbClr val="231F20"/>
                </a:solidFill>
                <a:latin typeface="Arial"/>
                <a:cs typeface="Arial"/>
              </a:rPr>
              <a:t> </a:t>
            </a:r>
            <a:r>
              <a:rPr sz="1000" spc="-20" dirty="0">
                <a:solidFill>
                  <a:srgbClr val="231F20"/>
                </a:solidFill>
                <a:latin typeface="Arial"/>
                <a:cs typeface="Arial"/>
              </a:rPr>
              <a:t>Risky</a:t>
            </a:r>
            <a:r>
              <a:rPr sz="1000" spc="5" dirty="0">
                <a:solidFill>
                  <a:srgbClr val="231F20"/>
                </a:solidFill>
                <a:latin typeface="Arial"/>
                <a:cs typeface="Arial"/>
              </a:rPr>
              <a:t> </a:t>
            </a:r>
            <a:r>
              <a:rPr sz="1000" spc="-10" dirty="0">
                <a:solidFill>
                  <a:srgbClr val="231F20"/>
                </a:solidFill>
                <a:latin typeface="Arial"/>
                <a:cs typeface="Arial"/>
              </a:rPr>
              <a:t>Business </a:t>
            </a:r>
            <a:r>
              <a:rPr sz="1000" dirty="0">
                <a:solidFill>
                  <a:srgbClr val="231F20"/>
                </a:solidFill>
                <a:latin typeface="Arial"/>
                <a:cs typeface="Arial"/>
              </a:rPr>
              <a:t>taught</a:t>
            </a:r>
            <a:r>
              <a:rPr sz="1000" spc="-5" dirty="0">
                <a:solidFill>
                  <a:srgbClr val="231F20"/>
                </a:solidFill>
                <a:latin typeface="Arial"/>
                <a:cs typeface="Arial"/>
              </a:rPr>
              <a:t> </a:t>
            </a:r>
            <a:r>
              <a:rPr sz="1000" dirty="0">
                <a:solidFill>
                  <a:srgbClr val="231F20"/>
                </a:solidFill>
                <a:latin typeface="Arial"/>
                <a:cs typeface="Arial"/>
              </a:rPr>
              <a:t>the children the value</a:t>
            </a:r>
            <a:r>
              <a:rPr sz="1000" spc="-5" dirty="0">
                <a:solidFill>
                  <a:srgbClr val="231F20"/>
                </a:solidFill>
                <a:latin typeface="Arial"/>
                <a:cs typeface="Arial"/>
              </a:rPr>
              <a:t> </a:t>
            </a:r>
            <a:r>
              <a:rPr sz="1000" dirty="0">
                <a:solidFill>
                  <a:srgbClr val="231F20"/>
                </a:solidFill>
                <a:latin typeface="Arial"/>
                <a:cs typeface="Arial"/>
              </a:rPr>
              <a:t>of risk and reward </a:t>
            </a:r>
            <a:r>
              <a:rPr sz="1000" spc="-20" dirty="0">
                <a:solidFill>
                  <a:srgbClr val="231F20"/>
                </a:solidFill>
                <a:latin typeface="Arial"/>
                <a:cs typeface="Arial"/>
              </a:rPr>
              <a:t>when </a:t>
            </a:r>
            <a:r>
              <a:rPr sz="1000" dirty="0">
                <a:solidFill>
                  <a:srgbClr val="231F20"/>
                </a:solidFill>
                <a:latin typeface="Arial"/>
                <a:cs typeface="Arial"/>
              </a:rPr>
              <a:t>smart</a:t>
            </a:r>
            <a:r>
              <a:rPr sz="1000" spc="-30" dirty="0">
                <a:solidFill>
                  <a:srgbClr val="231F20"/>
                </a:solidFill>
                <a:latin typeface="Arial"/>
                <a:cs typeface="Arial"/>
              </a:rPr>
              <a:t> </a:t>
            </a:r>
            <a:r>
              <a:rPr sz="1000" dirty="0">
                <a:solidFill>
                  <a:srgbClr val="231F20"/>
                </a:solidFill>
                <a:latin typeface="Arial"/>
                <a:cs typeface="Arial"/>
              </a:rPr>
              <a:t>business</a:t>
            </a:r>
            <a:r>
              <a:rPr sz="1000" spc="-30" dirty="0">
                <a:solidFill>
                  <a:srgbClr val="231F20"/>
                </a:solidFill>
                <a:latin typeface="Arial"/>
                <a:cs typeface="Arial"/>
              </a:rPr>
              <a:t> </a:t>
            </a:r>
            <a:r>
              <a:rPr sz="1000" dirty="0">
                <a:solidFill>
                  <a:srgbClr val="231F20"/>
                </a:solidFill>
                <a:latin typeface="Arial"/>
                <a:cs typeface="Arial"/>
              </a:rPr>
              <a:t>decisions</a:t>
            </a:r>
            <a:r>
              <a:rPr sz="1000" spc="-30" dirty="0">
                <a:solidFill>
                  <a:srgbClr val="231F20"/>
                </a:solidFill>
                <a:latin typeface="Arial"/>
                <a:cs typeface="Arial"/>
              </a:rPr>
              <a:t> </a:t>
            </a:r>
            <a:r>
              <a:rPr sz="1000" dirty="0">
                <a:solidFill>
                  <a:srgbClr val="231F20"/>
                </a:solidFill>
                <a:latin typeface="Arial"/>
                <a:cs typeface="Arial"/>
              </a:rPr>
              <a:t>are</a:t>
            </a:r>
            <a:r>
              <a:rPr sz="1000" spc="-25" dirty="0">
                <a:solidFill>
                  <a:srgbClr val="231F20"/>
                </a:solidFill>
                <a:latin typeface="Arial"/>
                <a:cs typeface="Arial"/>
              </a:rPr>
              <a:t> </a:t>
            </a:r>
            <a:r>
              <a:rPr sz="1000" dirty="0">
                <a:solidFill>
                  <a:srgbClr val="231F20"/>
                </a:solidFill>
                <a:latin typeface="Arial"/>
                <a:cs typeface="Arial"/>
              </a:rPr>
              <a:t>made</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Virtual</a:t>
            </a:r>
            <a:endParaRPr sz="1000">
              <a:latin typeface="Arial"/>
              <a:cs typeface="Arial"/>
            </a:endParaRPr>
          </a:p>
          <a:p>
            <a:pPr marL="12700" marR="290195" algn="just">
              <a:lnSpc>
                <a:spcPct val="100000"/>
              </a:lnSpc>
            </a:pPr>
            <a:r>
              <a:rPr sz="1000" spc="-25" dirty="0">
                <a:solidFill>
                  <a:srgbClr val="231F20"/>
                </a:solidFill>
                <a:latin typeface="Arial"/>
                <a:cs typeface="Arial"/>
              </a:rPr>
              <a:t>HBCU</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feature</a:t>
            </a:r>
            <a:r>
              <a:rPr sz="1000" spc="-10" dirty="0">
                <a:solidFill>
                  <a:srgbClr val="231F20"/>
                </a:solidFill>
                <a:latin typeface="Arial"/>
                <a:cs typeface="Arial"/>
              </a:rPr>
              <a:t> </a:t>
            </a:r>
            <a:r>
              <a:rPr sz="1000" spc="-30" dirty="0">
                <a:solidFill>
                  <a:srgbClr val="231F20"/>
                </a:solidFill>
                <a:latin typeface="Arial"/>
                <a:cs typeface="Arial"/>
              </a:rPr>
              <a:t>JJMCMC</a:t>
            </a:r>
            <a:r>
              <a:rPr sz="1000" spc="-5" dirty="0">
                <a:solidFill>
                  <a:srgbClr val="231F20"/>
                </a:solidFill>
                <a:latin typeface="Arial"/>
                <a:cs typeface="Arial"/>
              </a:rPr>
              <a:t> </a:t>
            </a:r>
            <a:r>
              <a:rPr sz="1000" dirty="0">
                <a:solidFill>
                  <a:srgbClr val="231F20"/>
                </a:solidFill>
                <a:latin typeface="Arial"/>
                <a:cs typeface="Arial"/>
              </a:rPr>
              <a:t>Alumni</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current </a:t>
            </a:r>
            <a:r>
              <a:rPr sz="1000" dirty="0">
                <a:solidFill>
                  <a:srgbClr val="231F20"/>
                </a:solidFill>
                <a:latin typeface="Arial"/>
                <a:cs typeface="Arial"/>
              </a:rPr>
              <a:t>experiences</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college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personal</a:t>
            </a:r>
            <a:r>
              <a:rPr sz="1000" spc="10"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attending</a:t>
            </a:r>
            <a:r>
              <a:rPr sz="1000" spc="25" dirty="0">
                <a:solidFill>
                  <a:srgbClr val="231F20"/>
                </a:solidFill>
                <a:latin typeface="Arial"/>
                <a:cs typeface="Arial"/>
              </a:rPr>
              <a:t> </a:t>
            </a:r>
            <a:r>
              <a:rPr sz="1000" dirty="0">
                <a:solidFill>
                  <a:srgbClr val="231F20"/>
                </a:solidFill>
                <a:latin typeface="Arial"/>
                <a:cs typeface="Arial"/>
              </a:rPr>
              <a:t>an</a:t>
            </a:r>
            <a:r>
              <a:rPr sz="1000" spc="25" dirty="0">
                <a:solidFill>
                  <a:srgbClr val="231F20"/>
                </a:solidFill>
                <a:latin typeface="Arial"/>
                <a:cs typeface="Arial"/>
              </a:rPr>
              <a:t> </a:t>
            </a:r>
            <a:r>
              <a:rPr sz="1000" spc="-20" dirty="0">
                <a:solidFill>
                  <a:srgbClr val="231F20"/>
                </a:solidFill>
                <a:latin typeface="Arial"/>
                <a:cs typeface="Arial"/>
              </a:rPr>
              <a:t>HBCU.</a:t>
            </a:r>
            <a:endParaRPr sz="1000">
              <a:latin typeface="Arial"/>
              <a:cs typeface="Arial"/>
            </a:endParaRPr>
          </a:p>
          <a:p>
            <a:pPr marL="12700" marR="75565">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spc="-60" dirty="0">
                <a:solidFill>
                  <a:srgbClr val="231F20"/>
                </a:solidFill>
                <a:latin typeface="Arial"/>
                <a:cs typeface="Arial"/>
              </a:rPr>
              <a:t>Sr.</a:t>
            </a:r>
            <a:r>
              <a:rPr sz="1000" spc="15"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had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opportunity</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attend</a:t>
            </a:r>
            <a:r>
              <a:rPr sz="1000" spc="20"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spc="-20" dirty="0">
                <a:solidFill>
                  <a:srgbClr val="231F20"/>
                </a:solidFill>
                <a:latin typeface="Arial"/>
                <a:cs typeface="Arial"/>
              </a:rPr>
              <a:t>Teen</a:t>
            </a:r>
            <a:r>
              <a:rPr sz="1000" spc="-35" dirty="0">
                <a:solidFill>
                  <a:srgbClr val="231F20"/>
                </a:solidFill>
                <a:latin typeface="Arial"/>
                <a:cs typeface="Arial"/>
              </a:rPr>
              <a:t> </a:t>
            </a:r>
            <a:r>
              <a:rPr sz="1000" dirty="0">
                <a:solidFill>
                  <a:srgbClr val="231F20"/>
                </a:solidFill>
                <a:latin typeface="Arial"/>
                <a:cs typeface="Arial"/>
              </a:rPr>
              <a:t>Conference</a:t>
            </a:r>
            <a:r>
              <a:rPr sz="1000" spc="-30" dirty="0">
                <a:solidFill>
                  <a:srgbClr val="231F20"/>
                </a:solidFill>
                <a:latin typeface="Arial"/>
                <a:cs typeface="Arial"/>
              </a:rPr>
              <a:t> </a:t>
            </a:r>
            <a:r>
              <a:rPr sz="1000" dirty="0">
                <a:solidFill>
                  <a:srgbClr val="231F20"/>
                </a:solidFill>
                <a:latin typeface="Arial"/>
                <a:cs typeface="Arial"/>
              </a:rPr>
              <a:t>at</a:t>
            </a:r>
            <a:r>
              <a:rPr sz="1000" spc="-30" dirty="0">
                <a:solidFill>
                  <a:srgbClr val="231F20"/>
                </a:solidFill>
                <a:latin typeface="Arial"/>
                <a:cs typeface="Arial"/>
              </a:rPr>
              <a:t> </a:t>
            </a:r>
            <a:r>
              <a:rPr sz="1000" dirty="0">
                <a:solidFill>
                  <a:srgbClr val="231F20"/>
                </a:solidFill>
                <a:latin typeface="Arial"/>
                <a:cs typeface="Arial"/>
              </a:rPr>
              <a:t>Gaylord</a:t>
            </a:r>
            <a:r>
              <a:rPr sz="1000" spc="-30" dirty="0">
                <a:solidFill>
                  <a:srgbClr val="231F20"/>
                </a:solidFill>
                <a:latin typeface="Arial"/>
                <a:cs typeface="Arial"/>
              </a:rPr>
              <a:t> </a:t>
            </a:r>
            <a:r>
              <a:rPr sz="1000" dirty="0">
                <a:solidFill>
                  <a:srgbClr val="231F20"/>
                </a:solidFill>
                <a:latin typeface="Arial"/>
                <a:cs typeface="Arial"/>
              </a:rPr>
              <a:t>National</a:t>
            </a:r>
            <a:r>
              <a:rPr sz="1000" spc="-35" dirty="0">
                <a:solidFill>
                  <a:srgbClr val="231F20"/>
                </a:solidFill>
                <a:latin typeface="Arial"/>
                <a:cs typeface="Arial"/>
              </a:rPr>
              <a:t> </a:t>
            </a:r>
            <a:r>
              <a:rPr sz="1000" spc="-10" dirty="0">
                <a:solidFill>
                  <a:srgbClr val="231F20"/>
                </a:solidFill>
                <a:latin typeface="Arial"/>
                <a:cs typeface="Arial"/>
              </a:rPr>
              <a:t>Resort.</a:t>
            </a:r>
            <a:r>
              <a:rPr sz="1000" spc="-30" dirty="0">
                <a:solidFill>
                  <a:srgbClr val="231F20"/>
                </a:solidFill>
                <a:latin typeface="Arial"/>
                <a:cs typeface="Arial"/>
              </a:rPr>
              <a:t> </a:t>
            </a:r>
            <a:r>
              <a:rPr sz="1000" spc="-20" dirty="0">
                <a:solidFill>
                  <a:srgbClr val="231F20"/>
                </a:solidFill>
                <a:latin typeface="Arial"/>
                <a:cs typeface="Arial"/>
              </a:rPr>
              <a:t>Three </a:t>
            </a:r>
            <a:r>
              <a:rPr sz="1000" spc="-30" dirty="0">
                <a:solidFill>
                  <a:srgbClr val="231F20"/>
                </a:solidFill>
                <a:latin typeface="Arial"/>
                <a:cs typeface="Arial"/>
              </a:rPr>
              <a:t>JJMCMC</a:t>
            </a:r>
            <a:r>
              <a:rPr sz="1000" dirty="0">
                <a:solidFill>
                  <a:srgbClr val="231F20"/>
                </a:solidFill>
                <a:latin typeface="Arial"/>
                <a:cs typeface="Arial"/>
              </a:rPr>
              <a:t> teens were recognized for</a:t>
            </a:r>
            <a:r>
              <a:rPr sz="1000" spc="5" dirty="0">
                <a:solidFill>
                  <a:srgbClr val="231F20"/>
                </a:solidFill>
                <a:latin typeface="Arial"/>
                <a:cs typeface="Arial"/>
              </a:rPr>
              <a:t> </a:t>
            </a:r>
            <a:r>
              <a:rPr sz="1000" dirty="0">
                <a:solidFill>
                  <a:srgbClr val="231F20"/>
                </a:solidFill>
                <a:latin typeface="Arial"/>
                <a:cs typeface="Arial"/>
              </a:rPr>
              <a:t>their </a:t>
            </a:r>
            <a:r>
              <a:rPr sz="1000" spc="-10" dirty="0">
                <a:solidFill>
                  <a:srgbClr val="231F20"/>
                </a:solidFill>
                <a:latin typeface="Arial"/>
                <a:cs typeface="Arial"/>
              </a:rPr>
              <a:t>achievements</a:t>
            </a:r>
            <a:r>
              <a:rPr sz="1000" spc="500" dirty="0">
                <a:solidFill>
                  <a:srgbClr val="231F20"/>
                </a:solidFill>
                <a:latin typeface="Arial"/>
                <a:cs typeface="Arial"/>
              </a:rPr>
              <a:t> </a:t>
            </a:r>
            <a:r>
              <a:rPr sz="1000" dirty="0">
                <a:solidFill>
                  <a:srgbClr val="231F20"/>
                </a:solidFill>
                <a:latin typeface="Arial"/>
                <a:cs typeface="Arial"/>
              </a:rPr>
              <a:t>in</a:t>
            </a:r>
            <a:r>
              <a:rPr sz="1000" spc="-35" dirty="0">
                <a:solidFill>
                  <a:srgbClr val="231F20"/>
                </a:solidFill>
                <a:latin typeface="Arial"/>
                <a:cs typeface="Arial"/>
              </a:rPr>
              <a:t> </a:t>
            </a:r>
            <a:r>
              <a:rPr sz="1000" dirty="0">
                <a:solidFill>
                  <a:srgbClr val="231F20"/>
                </a:solidFill>
                <a:latin typeface="Arial"/>
                <a:cs typeface="Arial"/>
              </a:rPr>
              <a:t>academics</a:t>
            </a:r>
            <a:r>
              <a:rPr sz="1000" spc="-30"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community</a:t>
            </a:r>
            <a:r>
              <a:rPr sz="1000" spc="-30" dirty="0">
                <a:solidFill>
                  <a:srgbClr val="231F20"/>
                </a:solidFill>
                <a:latin typeface="Arial"/>
                <a:cs typeface="Arial"/>
              </a:rPr>
              <a:t> </a:t>
            </a:r>
            <a:r>
              <a:rPr sz="1000" dirty="0">
                <a:solidFill>
                  <a:srgbClr val="231F20"/>
                </a:solidFill>
                <a:latin typeface="Arial"/>
                <a:cs typeface="Arial"/>
              </a:rPr>
              <a:t>service.</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seniors</a:t>
            </a:r>
            <a:r>
              <a:rPr sz="1000" spc="-30" dirty="0">
                <a:solidFill>
                  <a:srgbClr val="231F20"/>
                </a:solidFill>
                <a:latin typeface="Arial"/>
                <a:cs typeface="Arial"/>
              </a:rPr>
              <a:t> </a:t>
            </a:r>
            <a:r>
              <a:rPr sz="1000" dirty="0">
                <a:solidFill>
                  <a:srgbClr val="231F20"/>
                </a:solidFill>
                <a:latin typeface="Arial"/>
                <a:cs typeface="Arial"/>
              </a:rPr>
              <a:t>had</a:t>
            </a:r>
            <a:r>
              <a:rPr sz="1000" spc="-30" dirty="0">
                <a:solidFill>
                  <a:srgbClr val="231F20"/>
                </a:solidFill>
                <a:latin typeface="Arial"/>
                <a:cs typeface="Arial"/>
              </a:rPr>
              <a:t> </a:t>
            </a:r>
            <a:r>
              <a:rPr sz="1000" spc="-25" dirty="0">
                <a:solidFill>
                  <a:srgbClr val="231F20"/>
                </a:solidFill>
                <a:latin typeface="Arial"/>
                <a:cs typeface="Arial"/>
              </a:rPr>
              <a:t>an </a:t>
            </a:r>
            <a:r>
              <a:rPr sz="1000" spc="-10" dirty="0">
                <a:solidFill>
                  <a:srgbClr val="231F20"/>
                </a:solidFill>
                <a:latin typeface="Arial"/>
                <a:cs typeface="Arial"/>
              </a:rPr>
              <a:t>amazing</a:t>
            </a:r>
            <a:r>
              <a:rPr sz="1000" spc="25" dirty="0">
                <a:solidFill>
                  <a:srgbClr val="231F20"/>
                </a:solidFill>
                <a:latin typeface="Arial"/>
                <a:cs typeface="Arial"/>
              </a:rPr>
              <a:t> </a:t>
            </a:r>
            <a:r>
              <a:rPr sz="1000" dirty="0">
                <a:solidFill>
                  <a:srgbClr val="231F20"/>
                </a:solidFill>
                <a:latin typeface="Arial"/>
                <a:cs typeface="Arial"/>
              </a:rPr>
              <a:t>send-off</a:t>
            </a:r>
            <a:r>
              <a:rPr sz="1000" spc="30"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dirty="0">
                <a:solidFill>
                  <a:srgbClr val="231F20"/>
                </a:solidFill>
                <a:latin typeface="Arial"/>
                <a:cs typeface="Arial"/>
              </a:rPr>
              <a:t>recognition</a:t>
            </a:r>
            <a:r>
              <a:rPr sz="1000" spc="30" dirty="0">
                <a:solidFill>
                  <a:srgbClr val="231F20"/>
                </a:solidFill>
                <a:latin typeface="Arial"/>
                <a:cs typeface="Arial"/>
              </a:rPr>
              <a:t> </a:t>
            </a:r>
            <a:r>
              <a:rPr sz="1000" spc="-20" dirty="0">
                <a:solidFill>
                  <a:srgbClr val="231F20"/>
                </a:solidFill>
                <a:latin typeface="Arial"/>
                <a:cs typeface="Arial"/>
              </a:rPr>
              <a:t>gala.</a:t>
            </a:r>
            <a:endParaRPr sz="1000">
              <a:latin typeface="Arial"/>
              <a:cs typeface="Arial"/>
            </a:endParaRPr>
          </a:p>
          <a:p>
            <a:pPr marL="12700" marR="118745">
              <a:lnSpc>
                <a:spcPct val="100000"/>
              </a:lnSpc>
              <a:spcBef>
                <a:spcPts val="900"/>
              </a:spcBef>
            </a:pPr>
            <a:r>
              <a:rPr sz="1000" dirty="0">
                <a:solidFill>
                  <a:srgbClr val="231F20"/>
                </a:solidFill>
                <a:latin typeface="Arial"/>
                <a:cs typeface="Arial"/>
              </a:rPr>
              <a:t>The highlight</a:t>
            </a:r>
            <a:r>
              <a:rPr sz="1000" spc="5" dirty="0">
                <a:solidFill>
                  <a:srgbClr val="231F20"/>
                </a:solidFill>
                <a:latin typeface="Arial"/>
                <a:cs typeface="Arial"/>
              </a:rPr>
              <a:t> </a:t>
            </a:r>
            <a:r>
              <a:rPr sz="1000" dirty="0">
                <a:solidFill>
                  <a:srgbClr val="231F20"/>
                </a:solidFill>
                <a:latin typeface="Arial"/>
                <a:cs typeface="Arial"/>
              </a:rPr>
              <a:t>of the</a:t>
            </a:r>
            <a:r>
              <a:rPr sz="1000" spc="5" dirty="0">
                <a:solidFill>
                  <a:srgbClr val="231F20"/>
                </a:solidFill>
                <a:latin typeface="Arial"/>
                <a:cs typeface="Arial"/>
              </a:rPr>
              <a:t> </a:t>
            </a:r>
            <a:r>
              <a:rPr sz="1000" dirty="0">
                <a:solidFill>
                  <a:srgbClr val="231F20"/>
                </a:solidFill>
                <a:latin typeface="Arial"/>
                <a:cs typeface="Arial"/>
              </a:rPr>
              <a:t>programming</a:t>
            </a:r>
            <a:r>
              <a:rPr sz="1000" spc="5" dirty="0">
                <a:solidFill>
                  <a:srgbClr val="231F20"/>
                </a:solidFill>
                <a:latin typeface="Arial"/>
                <a:cs typeface="Arial"/>
              </a:rPr>
              <a:t> </a:t>
            </a:r>
            <a:r>
              <a:rPr sz="1000" dirty="0">
                <a:solidFill>
                  <a:srgbClr val="231F20"/>
                </a:solidFill>
                <a:latin typeface="Arial"/>
                <a:cs typeface="Arial"/>
              </a:rPr>
              <a:t>year for</a:t>
            </a:r>
            <a:r>
              <a:rPr sz="1000" spc="5" dirty="0">
                <a:solidFill>
                  <a:srgbClr val="231F20"/>
                </a:solidFill>
                <a:latin typeface="Arial"/>
                <a:cs typeface="Arial"/>
              </a:rPr>
              <a:t> </a:t>
            </a:r>
            <a:r>
              <a:rPr sz="1000" dirty="0">
                <a:solidFill>
                  <a:srgbClr val="231F20"/>
                </a:solidFill>
                <a:latin typeface="Arial"/>
                <a:cs typeface="Arial"/>
              </a:rPr>
              <a:t>the </a:t>
            </a:r>
            <a:r>
              <a:rPr sz="1000" spc="-60" dirty="0">
                <a:solidFill>
                  <a:srgbClr val="231F20"/>
                </a:solidFill>
                <a:latin typeface="Arial"/>
                <a:cs typeface="Arial"/>
              </a:rPr>
              <a:t>Sr.</a:t>
            </a:r>
            <a:r>
              <a:rPr sz="1000" spc="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Georgetown</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Washington, </a:t>
            </a:r>
            <a:r>
              <a:rPr sz="1000" spc="-35" dirty="0">
                <a:solidFill>
                  <a:srgbClr val="231F20"/>
                </a:solidFill>
                <a:latin typeface="Arial"/>
                <a:cs typeface="Arial"/>
              </a:rPr>
              <a:t>DC.</a:t>
            </a:r>
            <a:r>
              <a:rPr sz="1000" spc="15" dirty="0">
                <a:solidFill>
                  <a:srgbClr val="231F20"/>
                </a:solidFill>
                <a:latin typeface="Arial"/>
                <a:cs typeface="Arial"/>
              </a:rPr>
              <a:t> </a:t>
            </a:r>
            <a:r>
              <a:rPr sz="1000" dirty="0">
                <a:solidFill>
                  <a:srgbClr val="231F20"/>
                </a:solidFill>
                <a:latin typeface="Arial"/>
                <a:cs typeface="Arial"/>
              </a:rPr>
              <a:t>During</a:t>
            </a:r>
            <a:r>
              <a:rPr sz="1000" spc="20" dirty="0">
                <a:solidFill>
                  <a:srgbClr val="231F20"/>
                </a:solidFill>
                <a:latin typeface="Arial"/>
                <a:cs typeface="Arial"/>
              </a:rPr>
              <a:t> </a:t>
            </a:r>
            <a:r>
              <a:rPr sz="100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toured</a:t>
            </a:r>
            <a:r>
              <a:rPr sz="1000" spc="20" dirty="0">
                <a:solidFill>
                  <a:srgbClr val="231F20"/>
                </a:solidFill>
                <a:latin typeface="Arial"/>
                <a:cs typeface="Arial"/>
              </a:rPr>
              <a:t> </a:t>
            </a:r>
            <a:r>
              <a:rPr sz="1000" spc="-10" dirty="0">
                <a:solidFill>
                  <a:srgbClr val="231F20"/>
                </a:solidFill>
                <a:latin typeface="Arial"/>
                <a:cs typeface="Arial"/>
              </a:rPr>
              <a:t>Georgetown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culture</a:t>
            </a:r>
            <a:r>
              <a:rPr sz="1000" spc="-5" dirty="0">
                <a:solidFill>
                  <a:srgbClr val="231F20"/>
                </a:solidFill>
                <a:latin typeface="Arial"/>
                <a:cs typeface="Arial"/>
              </a:rPr>
              <a:t> </a:t>
            </a:r>
            <a:r>
              <a:rPr sz="1000" dirty="0">
                <a:solidFill>
                  <a:srgbClr val="231F20"/>
                </a:solidFill>
                <a:latin typeface="Arial"/>
                <a:cs typeface="Arial"/>
              </a:rPr>
              <a:t>significance</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location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commerce</a:t>
            </a:r>
            <a:r>
              <a:rPr sz="1000" spc="-10" dirty="0">
                <a:solidFill>
                  <a:srgbClr val="231F20"/>
                </a:solidFill>
                <a:latin typeface="Arial"/>
                <a:cs typeface="Arial"/>
              </a:rPr>
              <a:t> </a:t>
            </a:r>
            <a:r>
              <a:rPr sz="1000" dirty="0">
                <a:solidFill>
                  <a:srgbClr val="231F20"/>
                </a:solidFill>
                <a:latin typeface="Arial"/>
                <a:cs typeface="Arial"/>
              </a:rPr>
              <a:t>among</a:t>
            </a:r>
            <a:r>
              <a:rPr sz="1000" spc="-10"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Americans</a:t>
            </a:r>
            <a:r>
              <a:rPr sz="1000" spc="-15"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5" dirty="0">
                <a:solidFill>
                  <a:srgbClr val="231F20"/>
                </a:solidFill>
                <a:latin typeface="Arial"/>
                <a:cs typeface="Arial"/>
              </a:rPr>
              <a:t>end</a:t>
            </a:r>
            <a:endParaRPr sz="1000">
              <a:latin typeface="Arial"/>
              <a:cs typeface="Arial"/>
            </a:endParaRPr>
          </a:p>
          <a:p>
            <a:pPr marL="12700" marR="5080">
              <a:lnSpc>
                <a:spcPct val="100000"/>
              </a:lnSpc>
            </a:pPr>
            <a:r>
              <a:rPr sz="1000" dirty="0">
                <a:solidFill>
                  <a:srgbClr val="231F20"/>
                </a:solidFill>
                <a:latin typeface="Arial"/>
                <a:cs typeface="Arial"/>
              </a:rPr>
              <a:t>of slavery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go</a:t>
            </a:r>
            <a:r>
              <a:rPr sz="1000" spc="5" dirty="0">
                <a:solidFill>
                  <a:srgbClr val="231F20"/>
                </a:solidFill>
                <a:latin typeface="Arial"/>
                <a:cs typeface="Arial"/>
              </a:rPr>
              <a:t> </a:t>
            </a:r>
            <a:r>
              <a:rPr sz="1000" dirty="0">
                <a:solidFill>
                  <a:srgbClr val="231F20"/>
                </a:solidFill>
                <a:latin typeface="Arial"/>
                <a:cs typeface="Arial"/>
              </a:rPr>
              <a:t>to try</a:t>
            </a:r>
            <a:r>
              <a:rPr sz="1000" spc="5"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from</a:t>
            </a:r>
            <a:r>
              <a:rPr sz="1000" spc="5" dirty="0">
                <a:solidFill>
                  <a:srgbClr val="231F20"/>
                </a:solidFill>
                <a:latin typeface="Arial"/>
                <a:cs typeface="Arial"/>
              </a:rPr>
              <a:t> </a:t>
            </a:r>
            <a:r>
              <a:rPr sz="1000" dirty="0">
                <a:solidFill>
                  <a:srgbClr val="231F20"/>
                </a:solidFill>
                <a:latin typeface="Arial"/>
                <a:cs typeface="Arial"/>
              </a:rPr>
              <a:t>local </a:t>
            </a:r>
            <a:r>
              <a:rPr sz="1000" spc="-10" dirty="0">
                <a:solidFill>
                  <a:srgbClr val="231F20"/>
                </a:solidFill>
                <a:latin typeface="Arial"/>
                <a:cs typeface="Arial"/>
              </a:rPr>
              <a:t>Georgetown </a:t>
            </a:r>
            <a:r>
              <a:rPr sz="1000" dirty="0">
                <a:solidFill>
                  <a:srgbClr val="231F20"/>
                </a:solidFill>
                <a:latin typeface="Arial"/>
                <a:cs typeface="Arial"/>
              </a:rPr>
              <a:t>restaurants</a:t>
            </a:r>
            <a:r>
              <a:rPr sz="1000" spc="-15"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women,</a:t>
            </a:r>
            <a:r>
              <a:rPr sz="1000" spc="-10" dirty="0">
                <a:solidFill>
                  <a:srgbClr val="231F20"/>
                </a:solidFill>
                <a:latin typeface="Arial"/>
                <a:cs typeface="Arial"/>
              </a:rPr>
              <a:t> </a:t>
            </a:r>
            <a:r>
              <a:rPr sz="1000" dirty="0">
                <a:solidFill>
                  <a:srgbClr val="231F20"/>
                </a:solidFill>
                <a:latin typeface="Arial"/>
                <a:cs typeface="Arial"/>
              </a:rPr>
              <a:t>minority</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veteran</a:t>
            </a:r>
            <a:r>
              <a:rPr sz="1000" spc="-10" dirty="0">
                <a:solidFill>
                  <a:srgbClr val="231F20"/>
                </a:solidFill>
                <a:latin typeface="Arial"/>
                <a:cs typeface="Arial"/>
              </a:rPr>
              <a:t> </a:t>
            </a:r>
            <a:r>
              <a:rPr sz="1000" spc="-20" dirty="0">
                <a:solidFill>
                  <a:srgbClr val="231F20"/>
                </a:solidFill>
                <a:latin typeface="Arial"/>
                <a:cs typeface="Arial"/>
              </a:rPr>
              <a:t>owned </a:t>
            </a:r>
            <a:r>
              <a:rPr sz="1000" spc="-10" dirty="0">
                <a:solidFill>
                  <a:srgbClr val="231F20"/>
                </a:solidFill>
                <a:latin typeface="Arial"/>
                <a:cs typeface="Arial"/>
              </a:rPr>
              <a:t>locations.</a:t>
            </a:r>
            <a:endParaRPr sz="1000">
              <a:latin typeface="Arial"/>
              <a:cs typeface="Arial"/>
            </a:endParaRPr>
          </a:p>
          <a:p>
            <a:pPr marL="12700" marR="44450">
              <a:lnSpc>
                <a:spcPct val="100000"/>
              </a:lnSpc>
              <a:spcBef>
                <a:spcPts val="900"/>
              </a:spcBef>
            </a:pP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age groups</a:t>
            </a:r>
            <a:r>
              <a:rPr sz="1000" spc="-5" dirty="0">
                <a:solidFill>
                  <a:srgbClr val="231F20"/>
                </a:solidFill>
                <a:latin typeface="Arial"/>
                <a:cs typeface="Arial"/>
              </a:rPr>
              <a:t> </a:t>
            </a:r>
            <a:r>
              <a:rPr sz="1000" spc="-220" dirty="0">
                <a:solidFill>
                  <a:srgbClr val="231F20"/>
                </a:solidFill>
                <a:latin typeface="Arial"/>
                <a:cs typeface="Arial"/>
              </a:rPr>
              <a:t>1</a:t>
            </a:r>
            <a:r>
              <a:rPr sz="1000" dirty="0">
                <a:solidFill>
                  <a:srgbClr val="231F20"/>
                </a:solidFill>
                <a:latin typeface="Arial"/>
                <a:cs typeface="Arial"/>
              </a:rPr>
              <a:t> thru 6,</a:t>
            </a:r>
            <a:r>
              <a:rPr sz="1000" spc="-5" dirty="0">
                <a:solidFill>
                  <a:srgbClr val="231F20"/>
                </a:solidFill>
                <a:latin typeface="Arial"/>
                <a:cs typeface="Arial"/>
              </a:rPr>
              <a:t> </a:t>
            </a:r>
            <a:r>
              <a:rPr sz="1000" dirty="0">
                <a:solidFill>
                  <a:srgbClr val="231F20"/>
                </a:solidFill>
                <a:latin typeface="Arial"/>
                <a:cs typeface="Arial"/>
              </a:rPr>
              <a:t>culminated the</a:t>
            </a:r>
            <a:r>
              <a:rPr sz="1000" spc="-5" dirty="0">
                <a:solidFill>
                  <a:srgbClr val="231F20"/>
                </a:solidFill>
                <a:latin typeface="Arial"/>
                <a:cs typeface="Arial"/>
              </a:rPr>
              <a:t> </a:t>
            </a:r>
            <a:r>
              <a:rPr sz="1000" spc="-10" dirty="0">
                <a:solidFill>
                  <a:srgbClr val="231F20"/>
                </a:solidFill>
                <a:latin typeface="Arial"/>
                <a:cs typeface="Arial"/>
              </a:rPr>
              <a:t>2021–2022 </a:t>
            </a:r>
            <a:r>
              <a:rPr sz="1000" dirty="0">
                <a:solidFill>
                  <a:srgbClr val="231F20"/>
                </a:solidFill>
                <a:latin typeface="Arial"/>
                <a:cs typeface="Arial"/>
              </a:rPr>
              <a:t>programming</a:t>
            </a:r>
            <a:r>
              <a:rPr sz="1000" spc="-20"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in-person</a:t>
            </a:r>
            <a:r>
              <a:rPr sz="1000" spc="-20"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spc="-20" dirty="0">
                <a:solidFill>
                  <a:srgbClr val="231F20"/>
                </a:solidFill>
                <a:latin typeface="Arial"/>
                <a:cs typeface="Arial"/>
              </a:rPr>
              <a:t>Family Day</a:t>
            </a:r>
            <a:r>
              <a:rPr sz="1000" spc="-15" dirty="0">
                <a:solidFill>
                  <a:srgbClr val="231F20"/>
                </a:solidFill>
                <a:latin typeface="Arial"/>
                <a:cs typeface="Arial"/>
              </a:rPr>
              <a:t> </a:t>
            </a:r>
            <a:r>
              <a:rPr sz="1000" spc="-25" dirty="0">
                <a:solidFill>
                  <a:srgbClr val="231F20"/>
                </a:solidFill>
                <a:latin typeface="Arial"/>
                <a:cs typeface="Arial"/>
              </a:rPr>
              <a:t>in </a:t>
            </a:r>
            <a:r>
              <a:rPr sz="1000" spc="-35" dirty="0">
                <a:solidFill>
                  <a:srgbClr val="231F20"/>
                </a:solidFill>
                <a:latin typeface="Arial"/>
                <a:cs typeface="Arial"/>
              </a:rPr>
              <a:t>May.</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theme</a:t>
            </a:r>
            <a:r>
              <a:rPr sz="1000" spc="-30" dirty="0">
                <a:solidFill>
                  <a:srgbClr val="231F20"/>
                </a:solidFill>
                <a:latin typeface="Arial"/>
                <a:cs typeface="Arial"/>
              </a:rPr>
              <a:t> </a:t>
            </a:r>
            <a:r>
              <a:rPr sz="1000" dirty="0">
                <a:solidFill>
                  <a:srgbClr val="231F20"/>
                </a:solidFill>
                <a:latin typeface="Arial"/>
                <a:cs typeface="Arial"/>
              </a:rPr>
              <a:t>was</a:t>
            </a:r>
            <a:r>
              <a:rPr sz="1000" spc="-30" dirty="0">
                <a:solidFill>
                  <a:srgbClr val="231F20"/>
                </a:solidFill>
                <a:latin typeface="Arial"/>
                <a:cs typeface="Arial"/>
              </a:rPr>
              <a:t> “JJMCMC </a:t>
            </a:r>
            <a:r>
              <a:rPr sz="1000" dirty="0">
                <a:solidFill>
                  <a:srgbClr val="231F20"/>
                </a:solidFill>
                <a:latin typeface="Arial"/>
                <a:cs typeface="Arial"/>
              </a:rPr>
              <a:t>Field</a:t>
            </a:r>
            <a:r>
              <a:rPr sz="1000" spc="-30" dirty="0">
                <a:solidFill>
                  <a:srgbClr val="231F20"/>
                </a:solidFill>
                <a:latin typeface="Arial"/>
                <a:cs typeface="Arial"/>
              </a:rPr>
              <a:t> </a:t>
            </a:r>
            <a:r>
              <a:rPr sz="1000" dirty="0">
                <a:solidFill>
                  <a:srgbClr val="231F20"/>
                </a:solidFill>
                <a:latin typeface="Arial"/>
                <a:cs typeface="Arial"/>
              </a:rPr>
              <a:t>Day”</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spc="-10" dirty="0">
                <a:solidFill>
                  <a:srgbClr val="231F20"/>
                </a:solidFill>
                <a:latin typeface="Arial"/>
                <a:cs typeface="Arial"/>
              </a:rPr>
              <a:t>partnership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Father’s</a:t>
            </a:r>
            <a:r>
              <a:rPr sz="1000" spc="15" dirty="0">
                <a:solidFill>
                  <a:srgbClr val="231F20"/>
                </a:solidFill>
                <a:latin typeface="Arial"/>
                <a:cs typeface="Arial"/>
              </a:rPr>
              <a:t> </a:t>
            </a:r>
            <a:r>
              <a:rPr sz="1000" dirty="0">
                <a:solidFill>
                  <a:srgbClr val="231F20"/>
                </a:solidFill>
                <a:latin typeface="Arial"/>
                <a:cs typeface="Arial"/>
              </a:rPr>
              <a:t>Auxiliary</a:t>
            </a:r>
            <a:r>
              <a:rPr sz="1000" spc="15" dirty="0">
                <a:solidFill>
                  <a:srgbClr val="231F20"/>
                </a:solidFill>
                <a:latin typeface="Arial"/>
                <a:cs typeface="Arial"/>
              </a:rPr>
              <a:t> </a:t>
            </a:r>
            <a:r>
              <a:rPr sz="1000" dirty="0">
                <a:solidFill>
                  <a:srgbClr val="231F20"/>
                </a:solidFill>
                <a:latin typeface="Arial"/>
                <a:cs typeface="Arial"/>
              </a:rPr>
              <a:t>we</a:t>
            </a:r>
            <a:r>
              <a:rPr sz="1000" spc="15" dirty="0">
                <a:solidFill>
                  <a:srgbClr val="231F20"/>
                </a:solidFill>
                <a:latin typeface="Arial"/>
                <a:cs typeface="Arial"/>
              </a:rPr>
              <a:t> </a:t>
            </a:r>
            <a:r>
              <a:rPr sz="1000" dirty="0">
                <a:solidFill>
                  <a:srgbClr val="231F20"/>
                </a:solidFill>
                <a:latin typeface="Arial"/>
                <a:cs typeface="Arial"/>
              </a:rPr>
              <a:t>took</a:t>
            </a:r>
            <a:r>
              <a:rPr sz="1000" spc="15" dirty="0">
                <a:solidFill>
                  <a:srgbClr val="231F20"/>
                </a:solidFill>
                <a:latin typeface="Arial"/>
                <a:cs typeface="Arial"/>
              </a:rPr>
              <a:t>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back</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good</a:t>
            </a:r>
            <a:r>
              <a:rPr sz="1000" spc="15" dirty="0">
                <a:solidFill>
                  <a:srgbClr val="231F20"/>
                </a:solidFill>
                <a:latin typeface="Arial"/>
                <a:cs typeface="Arial"/>
              </a:rPr>
              <a:t> </a:t>
            </a:r>
            <a:r>
              <a:rPr sz="1000" spc="-25" dirty="0">
                <a:solidFill>
                  <a:srgbClr val="231F20"/>
                </a:solidFill>
                <a:latin typeface="Arial"/>
                <a:cs typeface="Arial"/>
              </a:rPr>
              <a:t>ole </a:t>
            </a:r>
            <a:r>
              <a:rPr sz="1000" spc="-10" dirty="0">
                <a:solidFill>
                  <a:srgbClr val="231F20"/>
                </a:solidFill>
                <a:latin typeface="Arial"/>
                <a:cs typeface="Arial"/>
              </a:rPr>
              <a:t>days.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 participated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traditional games</a:t>
            </a:r>
            <a:r>
              <a:rPr sz="1000" spc="-5" dirty="0">
                <a:solidFill>
                  <a:srgbClr val="231F20"/>
                </a:solidFill>
                <a:latin typeface="Arial"/>
                <a:cs typeface="Arial"/>
              </a:rPr>
              <a:t> </a:t>
            </a:r>
            <a:r>
              <a:rPr sz="1000" spc="-20" dirty="0">
                <a:solidFill>
                  <a:srgbClr val="231F20"/>
                </a:solidFill>
                <a:latin typeface="Arial"/>
                <a:cs typeface="Arial"/>
              </a:rPr>
              <a:t>such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tug-of-</a:t>
            </a:r>
            <a:r>
              <a:rPr sz="1000" spc="-25" dirty="0">
                <a:solidFill>
                  <a:srgbClr val="231F20"/>
                </a:solidFill>
                <a:latin typeface="Arial"/>
                <a:cs typeface="Arial"/>
              </a:rPr>
              <a:t>war,</a:t>
            </a:r>
            <a:r>
              <a:rPr sz="1000" spc="20" dirty="0">
                <a:solidFill>
                  <a:srgbClr val="231F20"/>
                </a:solidFill>
                <a:latin typeface="Arial"/>
                <a:cs typeface="Arial"/>
              </a:rPr>
              <a:t> </a:t>
            </a:r>
            <a:r>
              <a:rPr sz="1000" dirty="0">
                <a:solidFill>
                  <a:srgbClr val="231F20"/>
                </a:solidFill>
                <a:latin typeface="Arial"/>
                <a:cs typeface="Arial"/>
              </a:rPr>
              <a:t>three-legged</a:t>
            </a:r>
            <a:r>
              <a:rPr sz="1000" spc="20" dirty="0">
                <a:solidFill>
                  <a:srgbClr val="231F20"/>
                </a:solidFill>
                <a:latin typeface="Arial"/>
                <a:cs typeface="Arial"/>
              </a:rPr>
              <a:t> </a:t>
            </a:r>
            <a:r>
              <a:rPr sz="1000" spc="-10" dirty="0">
                <a:solidFill>
                  <a:srgbClr val="231F20"/>
                </a:solidFill>
                <a:latin typeface="Arial"/>
                <a:cs typeface="Arial"/>
              </a:rPr>
              <a:t>race,</a:t>
            </a:r>
            <a:r>
              <a:rPr sz="1000" spc="2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photo</a:t>
            </a:r>
            <a:r>
              <a:rPr sz="1000" spc="20" dirty="0">
                <a:solidFill>
                  <a:srgbClr val="231F20"/>
                </a:solidFill>
                <a:latin typeface="Arial"/>
                <a:cs typeface="Arial"/>
              </a:rPr>
              <a:t> </a:t>
            </a:r>
            <a:r>
              <a:rPr sz="1000" dirty="0">
                <a:solidFill>
                  <a:srgbClr val="231F20"/>
                </a:solidFill>
                <a:latin typeface="Arial"/>
                <a:cs typeface="Arial"/>
              </a:rPr>
              <a:t>booth</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25" dirty="0">
                <a:solidFill>
                  <a:srgbClr val="231F20"/>
                </a:solidFill>
                <a:latin typeface="Arial"/>
                <a:cs typeface="Arial"/>
              </a:rPr>
              <a:t>had </a:t>
            </a:r>
            <a:r>
              <a:rPr sz="1000" dirty="0">
                <a:solidFill>
                  <a:srgbClr val="231F20"/>
                </a:solidFill>
                <a:latin typeface="Arial"/>
                <a:cs typeface="Arial"/>
              </a:rPr>
              <a:t>bouncy</a:t>
            </a:r>
            <a:r>
              <a:rPr sz="1000" spc="-5" dirty="0">
                <a:solidFill>
                  <a:srgbClr val="231F20"/>
                </a:solidFill>
                <a:latin typeface="Arial"/>
                <a:cs typeface="Arial"/>
              </a:rPr>
              <a:t> </a:t>
            </a:r>
            <a:r>
              <a:rPr sz="1000" dirty="0">
                <a:solidFill>
                  <a:srgbClr val="231F20"/>
                </a:solidFill>
                <a:latin typeface="Arial"/>
                <a:cs typeface="Arial"/>
              </a:rPr>
              <a:t>houses</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our families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play together.</a:t>
            </a:r>
            <a:r>
              <a:rPr sz="1000" spc="-5"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beverages</a:t>
            </a:r>
            <a:r>
              <a:rPr sz="1000" spc="10"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provided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all</a:t>
            </a:r>
            <a:r>
              <a:rPr sz="1000" spc="15" dirty="0">
                <a:solidFill>
                  <a:srgbClr val="231F20"/>
                </a:solidFill>
                <a:latin typeface="Arial"/>
                <a:cs typeface="Arial"/>
              </a:rPr>
              <a:t> </a:t>
            </a:r>
            <a:r>
              <a:rPr sz="1000" dirty="0">
                <a:solidFill>
                  <a:srgbClr val="231F20"/>
                </a:solidFill>
                <a:latin typeface="Arial"/>
                <a:cs typeface="Arial"/>
              </a:rPr>
              <a:t>attendees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fellowship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abound.</a:t>
            </a:r>
            <a:r>
              <a:rPr sz="1000" spc="-10" dirty="0">
                <a:solidFill>
                  <a:srgbClr val="231F20"/>
                </a:solidFill>
                <a:latin typeface="Arial"/>
                <a:cs typeface="Arial"/>
              </a:rPr>
              <a:t> </a:t>
            </a:r>
            <a:r>
              <a:rPr sz="1000" dirty="0">
                <a:solidFill>
                  <a:srgbClr val="231F20"/>
                </a:solidFill>
                <a:latin typeface="Arial"/>
                <a:cs typeface="Arial"/>
              </a:rPr>
              <a:t>It</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wonderful</a:t>
            </a:r>
            <a:r>
              <a:rPr sz="1000" spc="-5" dirty="0">
                <a:solidFill>
                  <a:srgbClr val="231F20"/>
                </a:solidFill>
                <a:latin typeface="Arial"/>
                <a:cs typeface="Arial"/>
              </a:rPr>
              <a:t> </a:t>
            </a:r>
            <a:r>
              <a:rPr sz="1000" dirty="0">
                <a:solidFill>
                  <a:srgbClr val="231F20"/>
                </a:solidFill>
                <a:latin typeface="Arial"/>
                <a:cs typeface="Arial"/>
              </a:rPr>
              <a:t>way</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end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program </a:t>
            </a:r>
            <a:r>
              <a:rPr sz="1000" dirty="0">
                <a:solidFill>
                  <a:srgbClr val="231F20"/>
                </a:solidFill>
                <a:latin typeface="Arial"/>
                <a:cs typeface="Arial"/>
              </a:rPr>
              <a:t>year after</a:t>
            </a:r>
            <a:r>
              <a:rPr sz="1000" spc="5" dirty="0">
                <a:solidFill>
                  <a:srgbClr val="231F20"/>
                </a:solidFill>
                <a:latin typeface="Arial"/>
                <a:cs typeface="Arial"/>
              </a:rPr>
              <a:t> </a:t>
            </a:r>
            <a:r>
              <a:rPr sz="1000" dirty="0">
                <a:solidFill>
                  <a:srgbClr val="231F20"/>
                </a:solidFill>
                <a:latin typeface="Arial"/>
                <a:cs typeface="Arial"/>
              </a:rPr>
              <a:t>returning</a:t>
            </a:r>
            <a:r>
              <a:rPr sz="1000" spc="5" dirty="0">
                <a:solidFill>
                  <a:srgbClr val="231F20"/>
                </a:solidFill>
                <a:latin typeface="Arial"/>
                <a:cs typeface="Arial"/>
              </a:rPr>
              <a:t> </a:t>
            </a:r>
            <a:r>
              <a:rPr sz="1000" dirty="0">
                <a:solidFill>
                  <a:srgbClr val="231F20"/>
                </a:solidFill>
                <a:latin typeface="Arial"/>
                <a:cs typeface="Arial"/>
              </a:rPr>
              <a:t>from the</a:t>
            </a:r>
            <a:r>
              <a:rPr sz="1000" spc="5" dirty="0">
                <a:solidFill>
                  <a:srgbClr val="231F20"/>
                </a:solidFill>
                <a:latin typeface="Arial"/>
                <a:cs typeface="Arial"/>
              </a:rPr>
              <a:t> </a:t>
            </a:r>
            <a:r>
              <a:rPr sz="1000" spc="-10" dirty="0">
                <a:solidFill>
                  <a:srgbClr val="231F20"/>
                </a:solidFill>
                <a:latin typeface="Arial"/>
                <a:cs typeface="Arial"/>
              </a:rPr>
              <a:t>Covid-</a:t>
            </a:r>
            <a:r>
              <a:rPr sz="1000" spc="-90" dirty="0">
                <a:solidFill>
                  <a:srgbClr val="231F20"/>
                </a:solidFill>
                <a:latin typeface="Arial"/>
                <a:cs typeface="Arial"/>
              </a:rPr>
              <a:t>19</a:t>
            </a:r>
            <a:r>
              <a:rPr sz="1000" spc="5" dirty="0">
                <a:solidFill>
                  <a:srgbClr val="231F20"/>
                </a:solidFill>
                <a:latin typeface="Arial"/>
                <a:cs typeface="Arial"/>
              </a:rPr>
              <a:t> </a:t>
            </a:r>
            <a:r>
              <a:rPr sz="1000" spc="-10" dirty="0">
                <a:solidFill>
                  <a:srgbClr val="231F20"/>
                </a:solidFill>
                <a:latin typeface="Arial"/>
                <a:cs typeface="Arial"/>
              </a:rPr>
              <a:t>pandemic.</a:t>
            </a:r>
            <a:endParaRPr sz="1000">
              <a:latin typeface="Arial"/>
              <a:cs typeface="Arial"/>
            </a:endParaRPr>
          </a:p>
        </p:txBody>
      </p:sp>
      <p:sp>
        <p:nvSpPr>
          <p:cNvPr id="4" name="object 4"/>
          <p:cNvSpPr txBox="1"/>
          <p:nvPr/>
        </p:nvSpPr>
        <p:spPr>
          <a:xfrm>
            <a:off x="4137990" y="2481651"/>
            <a:ext cx="3068955" cy="6367780"/>
          </a:xfrm>
          <a:prstGeom prst="rect">
            <a:avLst/>
          </a:prstGeom>
        </p:spPr>
        <p:txBody>
          <a:bodyPr vert="horz" wrap="square" lIns="0" tIns="56515" rIns="0" bIns="0" rtlCol="0">
            <a:spAutoFit/>
          </a:bodyPr>
          <a:lstStyle/>
          <a:p>
            <a:pPr algn="ctr">
              <a:lnSpc>
                <a:spcPct val="100000"/>
              </a:lnSpc>
              <a:spcBef>
                <a:spcPts val="445"/>
              </a:spcBef>
            </a:pPr>
            <a:r>
              <a:rPr sz="1100" spc="-50" dirty="0">
                <a:solidFill>
                  <a:srgbClr val="27AAE1"/>
                </a:solidFill>
                <a:latin typeface="Lucida Sans Unicode"/>
                <a:cs typeface="Lucida Sans Unicode"/>
              </a:rPr>
              <a:t>2022-</a:t>
            </a:r>
            <a:r>
              <a:rPr sz="1100" spc="-20" dirty="0">
                <a:solidFill>
                  <a:srgbClr val="27AAE1"/>
                </a:solidFill>
                <a:latin typeface="Lucida Sans Unicode"/>
                <a:cs typeface="Lucida Sans Unicode"/>
              </a:rPr>
              <a:t>2023</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62280" marR="454659" indent="-635" algn="ctr">
              <a:lnSpc>
                <a:spcPts val="1680"/>
              </a:lnSpc>
              <a:spcBef>
                <a:spcPts val="100"/>
              </a:spcBef>
            </a:pP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0"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Program</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Erica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Pollard</a:t>
            </a:r>
            <a:endParaRPr sz="1100">
              <a:latin typeface="Lucida Sans Unicode"/>
              <a:cs typeface="Lucida Sans Unicode"/>
            </a:endParaRPr>
          </a:p>
          <a:p>
            <a:pPr marL="76835" marR="69215" algn="ctr">
              <a:lnSpc>
                <a:spcPts val="1680"/>
              </a:lnSpc>
            </a:pPr>
            <a:r>
              <a:rPr sz="1100" spc="10" dirty="0">
                <a:solidFill>
                  <a:srgbClr val="1D5495"/>
                </a:solidFill>
                <a:latin typeface="Lucida Sans Unicode"/>
                <a:cs typeface="Lucida Sans Unicode"/>
              </a:rPr>
              <a:t>Recording</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65" dirty="0">
                <a:solidFill>
                  <a:srgbClr val="1D5495"/>
                </a:solidFill>
                <a:latin typeface="Lucida Sans Unicode"/>
                <a:cs typeface="Lucida Sans Unicode"/>
              </a:rPr>
              <a:t>KaShauna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Rohlehr </a:t>
            </a:r>
            <a:r>
              <a:rPr sz="1100" spc="10" dirty="0">
                <a:solidFill>
                  <a:srgbClr val="1D5495"/>
                </a:solidFill>
                <a:latin typeface="Lucida Sans Unicode"/>
                <a:cs typeface="Lucida Sans Unicode"/>
              </a:rPr>
              <a:t>Corresponding</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Meredith</a:t>
            </a:r>
            <a:r>
              <a:rPr sz="1100" spc="110" dirty="0">
                <a:solidFill>
                  <a:srgbClr val="1D5495"/>
                </a:solidFill>
                <a:latin typeface="Lucida Sans Unicode"/>
                <a:cs typeface="Lucida Sans Unicode"/>
              </a:rPr>
              <a:t> </a:t>
            </a:r>
            <a:r>
              <a:rPr sz="1100" spc="60" dirty="0">
                <a:solidFill>
                  <a:srgbClr val="1D5495"/>
                </a:solidFill>
                <a:latin typeface="Lucida Sans Unicode"/>
                <a:cs typeface="Lucida Sans Unicode"/>
              </a:rPr>
              <a:t>Webb </a:t>
            </a:r>
            <a:r>
              <a:rPr sz="1100" dirty="0">
                <a:solidFill>
                  <a:srgbClr val="1D5495"/>
                </a:solidFill>
                <a:latin typeface="Lucida Sans Unicode"/>
                <a:cs typeface="Lucida Sans Unicode"/>
              </a:rPr>
              <a:t>Treasurer:</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endParaRPr sz="1100">
              <a:latin typeface="Lucida Sans Unicode"/>
              <a:cs typeface="Lucida Sans Unicode"/>
            </a:endParaRPr>
          </a:p>
          <a:p>
            <a:pPr marL="12700" marR="5080" algn="ctr">
              <a:lnSpc>
                <a:spcPts val="1680"/>
              </a:lnSpc>
            </a:pPr>
            <a:r>
              <a:rPr sz="1100" spc="10" dirty="0">
                <a:solidFill>
                  <a:srgbClr val="1D5495"/>
                </a:solidFill>
                <a:latin typeface="Lucida Sans Unicode"/>
                <a:cs typeface="Lucida Sans Unicode"/>
              </a:rPr>
              <a:t>Financial</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Kimberly</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Mosby-</a:t>
            </a:r>
            <a:r>
              <a:rPr sz="1100" spc="-10" dirty="0">
                <a:solidFill>
                  <a:srgbClr val="1D5495"/>
                </a:solidFill>
                <a:latin typeface="Lucida Sans Unicode"/>
                <a:cs typeface="Lucida Sans Unicode"/>
              </a:rPr>
              <a:t>Griffin </a:t>
            </a:r>
            <a:r>
              <a:rPr sz="1100" spc="-20" dirty="0">
                <a:solidFill>
                  <a:srgbClr val="1D5495"/>
                </a:solidFill>
                <a:latin typeface="Lucida Sans Unicode"/>
                <a:cs typeface="Lucida Sans Unicode"/>
              </a:rPr>
              <a:t>Editor:</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Lia</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Fordjour</a:t>
            </a:r>
            <a:endParaRPr sz="1100">
              <a:latin typeface="Lucida Sans Unicode"/>
              <a:cs typeface="Lucida Sans Unicode"/>
            </a:endParaRPr>
          </a:p>
          <a:p>
            <a:pPr marL="47625" marR="40005" algn="ctr">
              <a:lnSpc>
                <a:spcPts val="1680"/>
              </a:lnSpc>
            </a:pPr>
            <a:r>
              <a:rPr sz="1100" spc="20" dirty="0">
                <a:solidFill>
                  <a:srgbClr val="1D5495"/>
                </a:solidFill>
                <a:latin typeface="Lucida Sans Unicode"/>
                <a:cs typeface="Lucida Sans Unicode"/>
              </a:rPr>
              <a:t>Parliamentarian: Mignon McLemore </a:t>
            </a:r>
            <a:r>
              <a:rPr sz="1100" spc="-10" dirty="0">
                <a:solidFill>
                  <a:srgbClr val="1D5495"/>
                </a:solidFill>
                <a:latin typeface="Lucida Sans Unicode"/>
                <a:cs typeface="Lucida Sans Unicode"/>
              </a:rPr>
              <a:t>Pierce </a:t>
            </a:r>
            <a:r>
              <a:rPr sz="1100" dirty="0">
                <a:solidFill>
                  <a:srgbClr val="1D5495"/>
                </a:solidFill>
                <a:latin typeface="Lucida Sans Unicode"/>
                <a:cs typeface="Lucida Sans Unicode"/>
              </a:rPr>
              <a:t>Foundation</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35" dirty="0">
                <a:solidFill>
                  <a:srgbClr val="1D5495"/>
                </a:solidFill>
                <a:latin typeface="Lucida Sans Unicode"/>
                <a:cs typeface="Lucida Sans Unicode"/>
              </a:rPr>
              <a:t> </a:t>
            </a:r>
            <a:r>
              <a:rPr sz="1100" dirty="0">
                <a:solidFill>
                  <a:srgbClr val="1D5495"/>
                </a:solidFill>
                <a:latin typeface="Lucida Sans Unicode"/>
                <a:cs typeface="Lucida Sans Unicode"/>
              </a:rPr>
              <a:t>Angela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Riemer</a:t>
            </a:r>
            <a:r>
              <a:rPr sz="1100" spc="500" dirty="0">
                <a:solidFill>
                  <a:srgbClr val="1D5495"/>
                </a:solidFill>
                <a:latin typeface="Lucida Sans Unicode"/>
                <a:cs typeface="Lucida Sans Unicode"/>
              </a:rPr>
              <a:t> </a:t>
            </a:r>
            <a:r>
              <a:rPr sz="1100" spc="10" dirty="0">
                <a:solidFill>
                  <a:srgbClr val="1D5495"/>
                </a:solidFill>
                <a:latin typeface="Lucida Sans Unicode"/>
                <a:cs typeface="Lucida Sans Unicode"/>
              </a:rPr>
              <a:t>Chaplain:</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Christine</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Langford-</a:t>
            </a:r>
            <a:r>
              <a:rPr sz="1100" spc="-10" dirty="0">
                <a:solidFill>
                  <a:srgbClr val="1D5495"/>
                </a:solidFill>
                <a:latin typeface="Lucida Sans Unicode"/>
                <a:cs typeface="Lucida Sans Unicode"/>
              </a:rPr>
              <a:t>Dixon </a:t>
            </a:r>
            <a:r>
              <a:rPr sz="1100" dirty="0">
                <a:solidFill>
                  <a:srgbClr val="1D5495"/>
                </a:solidFill>
                <a:latin typeface="Lucida Sans Unicode"/>
                <a:cs typeface="Lucida Sans Unicode"/>
              </a:rPr>
              <a:t>Historian: </a:t>
            </a:r>
            <a:r>
              <a:rPr sz="1100" spc="55" dirty="0">
                <a:solidFill>
                  <a:srgbClr val="1D5495"/>
                </a:solidFill>
                <a:latin typeface="Lucida Sans Unicode"/>
                <a:cs typeface="Lucida Sans Unicode"/>
              </a:rPr>
              <a:t>Tameka</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Bennett</a:t>
            </a:r>
            <a:r>
              <a:rPr sz="1100" spc="5" dirty="0">
                <a:solidFill>
                  <a:srgbClr val="1D5495"/>
                </a:solidFill>
                <a:latin typeface="Lucida Sans Unicode"/>
                <a:cs typeface="Lucida Sans Unicode"/>
              </a:rPr>
              <a:t> </a:t>
            </a:r>
            <a:r>
              <a:rPr sz="1100" spc="50" dirty="0">
                <a:solidFill>
                  <a:srgbClr val="1D5495"/>
                </a:solidFill>
                <a:latin typeface="Lucida Sans Unicode"/>
                <a:cs typeface="Lucida Sans Unicode"/>
              </a:rPr>
              <a:t>Watt</a:t>
            </a:r>
            <a:endParaRPr sz="1100">
              <a:latin typeface="Lucida Sans Unicode"/>
              <a:cs typeface="Lucida Sans Unicode"/>
            </a:endParaRPr>
          </a:p>
          <a:p>
            <a:pPr marL="320675" marR="313055" algn="ctr">
              <a:lnSpc>
                <a:spcPts val="1680"/>
              </a:lnSpc>
            </a:pPr>
            <a:r>
              <a:rPr sz="1100" dirty="0">
                <a:solidFill>
                  <a:srgbClr val="1D5495"/>
                </a:solidFill>
                <a:latin typeface="Lucida Sans Unicode"/>
                <a:cs typeface="Lucida Sans Unicode"/>
              </a:rPr>
              <a:t>Sergeant-At-Arms:</a:t>
            </a:r>
            <a:r>
              <a:rPr sz="1100" spc="170" dirty="0">
                <a:solidFill>
                  <a:srgbClr val="1D5495"/>
                </a:solidFill>
                <a:latin typeface="Lucida Sans Unicode"/>
                <a:cs typeface="Lucida Sans Unicode"/>
              </a:rPr>
              <a:t> </a:t>
            </a:r>
            <a:r>
              <a:rPr sz="1100" dirty="0">
                <a:solidFill>
                  <a:srgbClr val="1D5495"/>
                </a:solidFill>
                <a:latin typeface="Lucida Sans Unicode"/>
                <a:cs typeface="Lucida Sans Unicode"/>
              </a:rPr>
              <a:t>Tonia</a:t>
            </a:r>
            <a:r>
              <a:rPr sz="1100" spc="17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Erwin</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endParaRPr sz="1100">
              <a:latin typeface="Lucida Sans Unicode"/>
              <a:cs typeface="Lucida Sans Unicode"/>
            </a:endParaRPr>
          </a:p>
          <a:p>
            <a:pPr algn="ctr">
              <a:lnSpc>
                <a:spcPct val="100000"/>
              </a:lnSpc>
              <a:spcBef>
                <a:spcPts val="116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210185" marR="202565" indent="-635" algn="ctr">
              <a:lnSpc>
                <a:spcPct val="127299"/>
              </a:lnSpc>
              <a:spcBef>
                <a:spcPts val="70"/>
              </a:spcBef>
            </a:pPr>
            <a:r>
              <a:rPr sz="1100" dirty="0">
                <a:solidFill>
                  <a:srgbClr val="1D5495"/>
                </a:solidFill>
                <a:latin typeface="Lucida Sans Unicode"/>
                <a:cs typeface="Lucida Sans Unicode"/>
              </a:rPr>
              <a:t>Teen</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Lindsay</a:t>
            </a:r>
            <a:r>
              <a:rPr sz="1100" spc="50"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spc="10" dirty="0">
                <a:solidFill>
                  <a:srgbClr val="1D5495"/>
                </a:solidFill>
                <a:latin typeface="Lucida Sans Unicode"/>
                <a:cs typeface="Lucida Sans Unicode"/>
              </a:rPr>
              <a:t>Vice</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President:</a:t>
            </a:r>
            <a:r>
              <a:rPr sz="1100" spc="70" dirty="0">
                <a:solidFill>
                  <a:srgbClr val="1D5495"/>
                </a:solidFill>
                <a:latin typeface="Lucida Sans Unicode"/>
                <a:cs typeface="Lucida Sans Unicode"/>
              </a:rPr>
              <a:t> </a:t>
            </a:r>
            <a:r>
              <a:rPr sz="1100" spc="10" dirty="0">
                <a:solidFill>
                  <a:srgbClr val="1D5495"/>
                </a:solidFill>
                <a:latin typeface="Lucida Sans Unicode"/>
                <a:cs typeface="Lucida Sans Unicode"/>
              </a:rPr>
              <a:t>Spencer</a:t>
            </a:r>
            <a:r>
              <a:rPr sz="1100" spc="7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spc="10" dirty="0">
                <a:solidFill>
                  <a:srgbClr val="1D5495"/>
                </a:solidFill>
                <a:latin typeface="Lucida Sans Unicode"/>
                <a:cs typeface="Lucida Sans Unicode"/>
              </a:rPr>
              <a:t>Recording</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75" dirty="0">
                <a:solidFill>
                  <a:srgbClr val="1D5495"/>
                </a:solidFill>
                <a:latin typeface="Lucida Sans Unicode"/>
                <a:cs typeface="Lucida Sans Unicode"/>
              </a:rPr>
              <a:t>Canady</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Conerly</a:t>
            </a:r>
            <a:endParaRPr sz="1100">
              <a:latin typeface="Lucida Sans Unicode"/>
              <a:cs typeface="Lucida Sans Unicode"/>
            </a:endParaRPr>
          </a:p>
          <a:p>
            <a:pPr marL="61594" marR="53975" algn="ctr">
              <a:lnSpc>
                <a:spcPct val="127299"/>
              </a:lnSpc>
            </a:pPr>
            <a:r>
              <a:rPr sz="1100" spc="10" dirty="0">
                <a:solidFill>
                  <a:srgbClr val="1D5495"/>
                </a:solidFill>
                <a:latin typeface="Lucida Sans Unicode"/>
                <a:cs typeface="Lucida Sans Unicode"/>
              </a:rPr>
              <a:t>Corresponding</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Katelyn</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Stewart </a:t>
            </a:r>
            <a:r>
              <a:rPr sz="1100" dirty="0">
                <a:solidFill>
                  <a:srgbClr val="1D5495"/>
                </a:solidFill>
                <a:latin typeface="Lucida Sans Unicode"/>
                <a:cs typeface="Lucida Sans Unicode"/>
              </a:rPr>
              <a:t>Treasurer:</a:t>
            </a:r>
            <a:r>
              <a:rPr sz="1100" spc="85" dirty="0">
                <a:solidFill>
                  <a:srgbClr val="1D5495"/>
                </a:solidFill>
                <a:latin typeface="Lucida Sans Unicode"/>
                <a:cs typeface="Lucida Sans Unicode"/>
              </a:rPr>
              <a:t> </a:t>
            </a:r>
            <a:r>
              <a:rPr sz="1100" dirty="0">
                <a:solidFill>
                  <a:srgbClr val="1D5495"/>
                </a:solidFill>
                <a:latin typeface="Lucida Sans Unicode"/>
                <a:cs typeface="Lucida Sans Unicode"/>
              </a:rPr>
              <a:t>Isaiah</a:t>
            </a:r>
            <a:r>
              <a:rPr sz="1100" spc="85" dirty="0">
                <a:solidFill>
                  <a:srgbClr val="1D5495"/>
                </a:solidFill>
                <a:latin typeface="Lucida Sans Unicode"/>
                <a:cs typeface="Lucida Sans Unicode"/>
              </a:rPr>
              <a:t> </a:t>
            </a:r>
            <a:r>
              <a:rPr sz="1100" spc="-10" dirty="0">
                <a:solidFill>
                  <a:srgbClr val="1D5495"/>
                </a:solidFill>
                <a:latin typeface="Lucida Sans Unicode"/>
                <a:cs typeface="Lucida Sans Unicode"/>
              </a:rPr>
              <a:t>Daniel</a:t>
            </a:r>
            <a:endParaRPr sz="1100">
              <a:latin typeface="Lucida Sans Unicode"/>
              <a:cs typeface="Lucida Sans Unicode"/>
            </a:endParaRPr>
          </a:p>
          <a:p>
            <a:pPr marL="247650" marR="240029" algn="ctr">
              <a:lnSpc>
                <a:spcPct val="127299"/>
              </a:lnSpc>
            </a:pPr>
            <a:r>
              <a:rPr sz="1100" spc="10" dirty="0">
                <a:solidFill>
                  <a:srgbClr val="1D5495"/>
                </a:solidFill>
                <a:latin typeface="Lucida Sans Unicode"/>
                <a:cs typeface="Lucida Sans Unicode"/>
              </a:rPr>
              <a:t>Financial</a:t>
            </a:r>
            <a:r>
              <a:rPr sz="1100" spc="12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20" dirty="0">
                <a:solidFill>
                  <a:srgbClr val="1D5495"/>
                </a:solidFill>
                <a:latin typeface="Lucida Sans Unicode"/>
                <a:cs typeface="Lucida Sans Unicode"/>
              </a:rPr>
              <a:t> </a:t>
            </a:r>
            <a:r>
              <a:rPr sz="1100" spc="10" dirty="0">
                <a:solidFill>
                  <a:srgbClr val="1D5495"/>
                </a:solidFill>
                <a:latin typeface="Lucida Sans Unicode"/>
                <a:cs typeface="Lucida Sans Unicode"/>
              </a:rPr>
              <a:t>Kai</a:t>
            </a:r>
            <a:r>
              <a:rPr sz="1100" spc="120" dirty="0">
                <a:solidFill>
                  <a:srgbClr val="1D5495"/>
                </a:solidFill>
                <a:latin typeface="Lucida Sans Unicode"/>
                <a:cs typeface="Lucida Sans Unicode"/>
              </a:rPr>
              <a:t> </a:t>
            </a:r>
            <a:r>
              <a:rPr sz="1100" spc="-10" dirty="0">
                <a:solidFill>
                  <a:srgbClr val="1D5495"/>
                </a:solidFill>
                <a:latin typeface="Lucida Sans Unicode"/>
                <a:cs typeface="Lucida Sans Unicode"/>
              </a:rPr>
              <a:t>Murray </a:t>
            </a:r>
            <a:r>
              <a:rPr sz="1100" spc="20" dirty="0">
                <a:solidFill>
                  <a:srgbClr val="1D5495"/>
                </a:solidFill>
                <a:latin typeface="Lucida Sans Unicode"/>
                <a:cs typeface="Lucida Sans Unicode"/>
              </a:rPr>
              <a:t>Parliamentarian:</a:t>
            </a:r>
            <a:r>
              <a:rPr sz="1100" spc="35" dirty="0">
                <a:solidFill>
                  <a:srgbClr val="1D5495"/>
                </a:solidFill>
                <a:latin typeface="Lucida Sans Unicode"/>
                <a:cs typeface="Lucida Sans Unicode"/>
              </a:rPr>
              <a:t> </a:t>
            </a:r>
            <a:r>
              <a:rPr sz="1100" spc="75" dirty="0">
                <a:solidFill>
                  <a:srgbClr val="1D5495"/>
                </a:solidFill>
                <a:latin typeface="Lucida Sans Unicode"/>
                <a:cs typeface="Lucida Sans Unicode"/>
              </a:rPr>
              <a:t>Namara</a:t>
            </a:r>
            <a:r>
              <a:rPr sz="1100" spc="35"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dirty="0">
                <a:solidFill>
                  <a:srgbClr val="1D5495"/>
                </a:solidFill>
                <a:latin typeface="Lucida Sans Unicode"/>
                <a:cs typeface="Lucida Sans Unicode"/>
              </a:rPr>
              <a:t>Foundation</a:t>
            </a:r>
            <a:r>
              <a:rPr sz="1100" spc="11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14" dirty="0">
                <a:solidFill>
                  <a:srgbClr val="1D5495"/>
                </a:solidFill>
                <a:latin typeface="Lucida Sans Unicode"/>
                <a:cs typeface="Lucida Sans Unicode"/>
              </a:rPr>
              <a:t> </a:t>
            </a:r>
            <a:r>
              <a:rPr sz="1100" dirty="0">
                <a:solidFill>
                  <a:srgbClr val="1D5495"/>
                </a:solidFill>
                <a:latin typeface="Lucida Sans Unicode"/>
                <a:cs typeface="Lucida Sans Unicode"/>
              </a:rPr>
              <a:t>Kendall</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spc="10" dirty="0">
                <a:solidFill>
                  <a:srgbClr val="1D5495"/>
                </a:solidFill>
                <a:latin typeface="Lucida Sans Unicode"/>
                <a:cs typeface="Lucida Sans Unicode"/>
              </a:rPr>
              <a:t>Chaplain:</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McKinley</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Wilson</a:t>
            </a:r>
            <a:endParaRPr sz="1100">
              <a:latin typeface="Lucida Sans Unicode"/>
              <a:cs typeface="Lucida Sans Unicode"/>
            </a:endParaRPr>
          </a:p>
          <a:p>
            <a:pPr marL="228600" marR="220979" indent="486409">
              <a:lnSpc>
                <a:spcPct val="127299"/>
              </a:lnSpc>
            </a:pPr>
            <a:r>
              <a:rPr sz="1100" dirty="0">
                <a:solidFill>
                  <a:srgbClr val="1D5495"/>
                </a:solidFill>
                <a:latin typeface="Lucida Sans Unicode"/>
                <a:cs typeface="Lucida Sans Unicode"/>
              </a:rPr>
              <a:t>Historian:</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Brenden</a:t>
            </a:r>
            <a:r>
              <a:rPr sz="1100" spc="65" dirty="0">
                <a:solidFill>
                  <a:srgbClr val="1D5495"/>
                </a:solidFill>
                <a:latin typeface="Lucida Sans Unicode"/>
                <a:cs typeface="Lucida Sans Unicode"/>
              </a:rPr>
              <a:t> </a:t>
            </a:r>
            <a:r>
              <a:rPr sz="1100" spc="-20" dirty="0">
                <a:solidFill>
                  <a:srgbClr val="1D5495"/>
                </a:solidFill>
                <a:latin typeface="Lucida Sans Unicode"/>
                <a:cs typeface="Lucida Sans Unicode"/>
              </a:rPr>
              <a:t>Noel </a:t>
            </a:r>
            <a:r>
              <a:rPr sz="1100" dirty="0">
                <a:solidFill>
                  <a:srgbClr val="1D5495"/>
                </a:solidFill>
                <a:latin typeface="Lucida Sans Unicode"/>
                <a:cs typeface="Lucida Sans Unicode"/>
              </a:rPr>
              <a:t>Sergeant-at-Arms:</a:t>
            </a:r>
            <a:r>
              <a:rPr sz="1100" spc="200" dirty="0">
                <a:solidFill>
                  <a:srgbClr val="1D5495"/>
                </a:solidFill>
                <a:latin typeface="Lucida Sans Unicode"/>
                <a:cs typeface="Lucida Sans Unicode"/>
              </a:rPr>
              <a:t> </a:t>
            </a:r>
            <a:r>
              <a:rPr sz="1100" spc="50" dirty="0">
                <a:solidFill>
                  <a:srgbClr val="1D5495"/>
                </a:solidFill>
                <a:latin typeface="Lucida Sans Unicode"/>
                <a:cs typeface="Lucida Sans Unicode"/>
              </a:rPr>
              <a:t>Zachary</a:t>
            </a:r>
            <a:r>
              <a:rPr sz="1100" spc="20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a:latin typeface="Lucida Sans Unicode"/>
              <a:cs typeface="Lucida Sans Unicode"/>
            </a:endParaRPr>
          </a:p>
          <a:p>
            <a:pPr marL="131445">
              <a:lnSpc>
                <a:spcPct val="100000"/>
              </a:lnSpc>
              <a:spcBef>
                <a:spcPts val="360"/>
              </a:spcBef>
            </a:pPr>
            <a:r>
              <a:rPr sz="1100" dirty="0">
                <a:solidFill>
                  <a:srgbClr val="1D5495"/>
                </a:solidFill>
                <a:latin typeface="Lucida Sans Unicode"/>
                <a:cs typeface="Lucida Sans Unicode"/>
              </a:rPr>
              <a:t>Editor/Legislative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30" dirty="0">
                <a:solidFill>
                  <a:srgbClr val="1D5495"/>
                </a:solidFill>
                <a:latin typeface="Lucida Sans Unicode"/>
                <a:cs typeface="Lucida Sans Unicode"/>
              </a:rPr>
              <a:t> </a:t>
            </a:r>
            <a:r>
              <a:rPr sz="1100" spc="55" dirty="0">
                <a:solidFill>
                  <a:srgbClr val="1D5495"/>
                </a:solidFill>
                <a:latin typeface="Lucida Sans Unicode"/>
                <a:cs typeface="Lucida Sans Unicode"/>
              </a:rPr>
              <a:t>Sydney</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Mitchell</a:t>
            </a:r>
            <a:endParaRPr sz="1100">
              <a:latin typeface="Lucida Sans Unicode"/>
              <a:cs typeface="Lucida Sans Unicode"/>
            </a:endParaRPr>
          </a:p>
        </p:txBody>
      </p:sp>
      <p:sp>
        <p:nvSpPr>
          <p:cNvPr id="5" name="object 5"/>
          <p:cNvSpPr/>
          <p:nvPr/>
        </p:nvSpPr>
        <p:spPr>
          <a:xfrm>
            <a:off x="4029075" y="2311895"/>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object 6"/>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7</a:t>
            </a:r>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2266175"/>
            <a:ext cx="3312160" cy="7035800"/>
          </a:xfrm>
          <a:prstGeom prst="rect">
            <a:avLst/>
          </a:prstGeom>
        </p:spPr>
        <p:txBody>
          <a:bodyPr vert="horz" wrap="square" lIns="0" tIns="12700" rIns="0" bIns="0" rtlCol="0">
            <a:spAutoFit/>
          </a:bodyPr>
          <a:lstStyle/>
          <a:p>
            <a:pPr marL="12700" marR="17780">
              <a:lnSpc>
                <a:spcPct val="100000"/>
              </a:lnSpc>
              <a:spcBef>
                <a:spcPts val="1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 vibrant world of </a:t>
            </a:r>
            <a:r>
              <a:rPr sz="1000" spc="-30" dirty="0">
                <a:solidFill>
                  <a:srgbClr val="231F20"/>
                </a:solidFill>
                <a:latin typeface="Arial"/>
                <a:cs typeface="Arial"/>
              </a:rPr>
              <a:t>JJMCMC</a:t>
            </a:r>
            <a:r>
              <a:rPr sz="1000" dirty="0">
                <a:solidFill>
                  <a:srgbClr val="231F20"/>
                </a:solidFill>
                <a:latin typeface="Arial"/>
                <a:cs typeface="Arial"/>
              </a:rPr>
              <a:t> Group</a:t>
            </a:r>
            <a:r>
              <a:rPr sz="1000" spc="-5" dirty="0">
                <a:solidFill>
                  <a:srgbClr val="231F20"/>
                </a:solidFill>
                <a:latin typeface="Arial"/>
                <a:cs typeface="Arial"/>
              </a:rPr>
              <a:t> </a:t>
            </a:r>
            <a:r>
              <a:rPr sz="1000" spc="-80" dirty="0">
                <a:solidFill>
                  <a:srgbClr val="231F20"/>
                </a:solidFill>
                <a:latin typeface="Arial"/>
                <a:cs typeface="Arial"/>
              </a:rPr>
              <a:t>1's</a:t>
            </a:r>
            <a:r>
              <a:rPr sz="1000" dirty="0">
                <a:solidFill>
                  <a:srgbClr val="231F20"/>
                </a:solidFill>
                <a:latin typeface="Arial"/>
                <a:cs typeface="Arial"/>
              </a:rPr>
              <a:t> </a:t>
            </a:r>
            <a:r>
              <a:rPr sz="1000" spc="-10" dirty="0">
                <a:solidFill>
                  <a:srgbClr val="231F20"/>
                </a:solidFill>
                <a:latin typeface="Arial"/>
                <a:cs typeface="Arial"/>
              </a:rPr>
              <a:t>2022–2023 Program </a:t>
            </a:r>
            <a:r>
              <a:rPr sz="1000" spc="-4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embarked</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journey</a:t>
            </a:r>
            <a:r>
              <a:rPr sz="1000" spc="-5" dirty="0">
                <a:solidFill>
                  <a:srgbClr val="231F20"/>
                </a:solidFill>
                <a:latin typeface="Arial"/>
                <a:cs typeface="Arial"/>
              </a:rPr>
              <a:t> </a:t>
            </a:r>
            <a:r>
              <a:rPr sz="1000" dirty="0">
                <a:solidFill>
                  <a:srgbClr val="231F20"/>
                </a:solidFill>
                <a:latin typeface="Arial"/>
                <a:cs typeface="Arial"/>
              </a:rPr>
              <a:t>filled</a:t>
            </a:r>
            <a:r>
              <a:rPr sz="1000" spc="-10"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curiosity,</a:t>
            </a:r>
            <a:r>
              <a:rPr sz="1000" spc="-20" dirty="0">
                <a:solidFill>
                  <a:srgbClr val="231F20"/>
                </a:solidFill>
                <a:latin typeface="Arial"/>
                <a:cs typeface="Arial"/>
              </a:rPr>
              <a:t> </a:t>
            </a:r>
            <a:r>
              <a:rPr sz="1000" dirty="0">
                <a:solidFill>
                  <a:srgbClr val="231F20"/>
                </a:solidFill>
                <a:latin typeface="Arial"/>
                <a:cs typeface="Arial"/>
              </a:rPr>
              <a:t>adventure,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From</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rustling</a:t>
            </a:r>
            <a:r>
              <a:rPr sz="1000" spc="-20" dirty="0">
                <a:solidFill>
                  <a:srgbClr val="231F20"/>
                </a:solidFill>
                <a:latin typeface="Arial"/>
                <a:cs typeface="Arial"/>
              </a:rPr>
              <a:t> </a:t>
            </a:r>
            <a:r>
              <a:rPr sz="1000" spc="-10" dirty="0">
                <a:solidFill>
                  <a:srgbClr val="231F20"/>
                </a:solidFill>
                <a:latin typeface="Arial"/>
                <a:cs typeface="Arial"/>
              </a:rPr>
              <a:t>leaves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 Woodend</a:t>
            </a:r>
            <a:r>
              <a:rPr sz="1000" spc="-5" dirty="0">
                <a:solidFill>
                  <a:srgbClr val="231F20"/>
                </a:solidFill>
                <a:latin typeface="Arial"/>
                <a:cs typeface="Arial"/>
              </a:rPr>
              <a:t> </a:t>
            </a:r>
            <a:r>
              <a:rPr sz="1000" dirty="0">
                <a:solidFill>
                  <a:srgbClr val="231F20"/>
                </a:solidFill>
                <a:latin typeface="Arial"/>
                <a:cs typeface="Arial"/>
              </a:rPr>
              <a:t>Nature Sanctuary</a:t>
            </a:r>
            <a:r>
              <a:rPr sz="1000" spc="-5" dirty="0">
                <a:solidFill>
                  <a:srgbClr val="231F20"/>
                </a:solidFill>
                <a:latin typeface="Arial"/>
                <a:cs typeface="Arial"/>
              </a:rPr>
              <a:t> </a:t>
            </a:r>
            <a:r>
              <a:rPr sz="1000" dirty="0">
                <a:solidFill>
                  <a:srgbClr val="231F20"/>
                </a:solidFill>
                <a:latin typeface="Arial"/>
                <a:cs typeface="Arial"/>
              </a:rPr>
              <a:t>to the</a:t>
            </a:r>
            <a:r>
              <a:rPr sz="1000" spc="-5" dirty="0">
                <a:solidFill>
                  <a:srgbClr val="231F20"/>
                </a:solidFill>
                <a:latin typeface="Arial"/>
                <a:cs typeface="Arial"/>
              </a:rPr>
              <a:t> </a:t>
            </a:r>
            <a:r>
              <a:rPr sz="1000" spc="-10" dirty="0">
                <a:solidFill>
                  <a:srgbClr val="231F20"/>
                </a:solidFill>
                <a:latin typeface="Arial"/>
                <a:cs typeface="Arial"/>
              </a:rPr>
              <a:t>imaginative </a:t>
            </a:r>
            <a:r>
              <a:rPr sz="1000" dirty="0">
                <a:solidFill>
                  <a:srgbClr val="231F20"/>
                </a:solidFill>
                <a:latin typeface="Arial"/>
                <a:cs typeface="Arial"/>
              </a:rPr>
              <a:t>wonders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fantastical</a:t>
            </a:r>
            <a:r>
              <a:rPr sz="1000" spc="-5" dirty="0">
                <a:solidFill>
                  <a:srgbClr val="231F20"/>
                </a:solidFill>
                <a:latin typeface="Arial"/>
                <a:cs typeface="Arial"/>
              </a:rPr>
              <a:t> </a:t>
            </a:r>
            <a:r>
              <a:rPr sz="1000" spc="-10" dirty="0">
                <a:solidFill>
                  <a:srgbClr val="231F20"/>
                </a:solidFill>
                <a:latin typeface="Arial"/>
                <a:cs typeface="Arial"/>
              </a:rPr>
              <a:t>island, </a:t>
            </a:r>
            <a:r>
              <a:rPr sz="100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explores</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rich</a:t>
            </a:r>
            <a:r>
              <a:rPr sz="1000" spc="10" dirty="0">
                <a:solidFill>
                  <a:srgbClr val="231F20"/>
                </a:solidFill>
                <a:latin typeface="Arial"/>
                <a:cs typeface="Arial"/>
              </a:rPr>
              <a:t> </a:t>
            </a:r>
            <a:r>
              <a:rPr sz="1000" dirty="0">
                <a:solidFill>
                  <a:srgbClr val="231F20"/>
                </a:solidFill>
                <a:latin typeface="Arial"/>
                <a:cs typeface="Arial"/>
              </a:rPr>
              <a:t>tapestry</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experiences</a:t>
            </a:r>
            <a:r>
              <a:rPr sz="1000" spc="15"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dirty="0">
                <a:solidFill>
                  <a:srgbClr val="231F20"/>
                </a:solidFill>
                <a:latin typeface="Arial"/>
                <a:cs typeface="Arial"/>
              </a:rPr>
              <a:t>shaped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young</a:t>
            </a:r>
            <a:r>
              <a:rPr sz="1000" spc="15" dirty="0">
                <a:solidFill>
                  <a:srgbClr val="231F20"/>
                </a:solidFill>
                <a:latin typeface="Arial"/>
                <a:cs typeface="Arial"/>
              </a:rPr>
              <a:t> </a:t>
            </a:r>
            <a:r>
              <a:rPr sz="1000" spc="-20" dirty="0">
                <a:solidFill>
                  <a:srgbClr val="231F20"/>
                </a:solidFill>
                <a:latin typeface="Arial"/>
                <a:cs typeface="Arial"/>
              </a:rPr>
              <a:t>minds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Group </a:t>
            </a:r>
            <a:r>
              <a:rPr sz="1000" spc="-130" dirty="0">
                <a:solidFill>
                  <a:srgbClr val="231F20"/>
                </a:solidFill>
                <a:latin typeface="Arial"/>
                <a:cs typeface="Arial"/>
              </a:rPr>
              <a:t>1.</a:t>
            </a:r>
            <a:r>
              <a:rPr sz="1000" dirty="0">
                <a:solidFill>
                  <a:srgbClr val="231F20"/>
                </a:solidFill>
                <a:latin typeface="Arial"/>
                <a:cs typeface="Arial"/>
              </a:rPr>
              <a:t> On September </a:t>
            </a:r>
            <a:r>
              <a:rPr sz="1000" spc="-70" dirty="0">
                <a:solidFill>
                  <a:srgbClr val="231F20"/>
                </a:solidFill>
                <a:latin typeface="Arial"/>
                <a:cs typeface="Arial"/>
              </a:rPr>
              <a:t>10,</a:t>
            </a:r>
            <a:r>
              <a:rPr sz="1000" dirty="0">
                <a:solidFill>
                  <a:srgbClr val="231F20"/>
                </a:solidFill>
                <a:latin typeface="Arial"/>
                <a:cs typeface="Arial"/>
              </a:rPr>
              <a:t> 2022, the program </a:t>
            </a:r>
            <a:r>
              <a:rPr sz="1000" spc="-20" dirty="0">
                <a:solidFill>
                  <a:srgbClr val="231F20"/>
                </a:solidFill>
                <a:latin typeface="Arial"/>
                <a:cs typeface="Arial"/>
              </a:rPr>
              <a:t>year </a:t>
            </a:r>
            <a:r>
              <a:rPr sz="1000" dirty="0">
                <a:solidFill>
                  <a:srgbClr val="231F20"/>
                </a:solidFill>
                <a:latin typeface="Arial"/>
                <a:cs typeface="Arial"/>
              </a:rPr>
              <a:t>began</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Nature</a:t>
            </a:r>
            <a:r>
              <a:rPr sz="1000" spc="-10" dirty="0">
                <a:solidFill>
                  <a:srgbClr val="231F20"/>
                </a:solidFill>
                <a:latin typeface="Arial"/>
                <a:cs typeface="Arial"/>
              </a:rPr>
              <a:t> </a:t>
            </a:r>
            <a:r>
              <a:rPr sz="1000" dirty="0">
                <a:solidFill>
                  <a:srgbClr val="231F20"/>
                </a:solidFill>
                <a:latin typeface="Arial"/>
                <a:cs typeface="Arial"/>
              </a:rPr>
              <a:t>Walk/Exploration</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Woodend </a:t>
            </a:r>
            <a:r>
              <a:rPr sz="1000" dirty="0">
                <a:solidFill>
                  <a:srgbClr val="231F20"/>
                </a:solidFill>
                <a:latin typeface="Arial"/>
                <a:cs typeface="Arial"/>
              </a:rPr>
              <a:t>Nature</a:t>
            </a:r>
            <a:r>
              <a:rPr sz="1000" spc="25" dirty="0">
                <a:solidFill>
                  <a:srgbClr val="231F20"/>
                </a:solidFill>
                <a:latin typeface="Arial"/>
                <a:cs typeface="Arial"/>
              </a:rPr>
              <a:t> </a:t>
            </a:r>
            <a:r>
              <a:rPr sz="1000" spc="-10" dirty="0">
                <a:solidFill>
                  <a:srgbClr val="231F20"/>
                </a:solidFill>
                <a:latin typeface="Arial"/>
                <a:cs typeface="Arial"/>
              </a:rPr>
              <a:t>Sanctuary,</a:t>
            </a:r>
            <a:r>
              <a:rPr sz="1000" spc="25" dirty="0">
                <a:solidFill>
                  <a:srgbClr val="231F20"/>
                </a:solidFill>
                <a:latin typeface="Arial"/>
                <a:cs typeface="Arial"/>
              </a:rPr>
              <a:t> </a:t>
            </a:r>
            <a:r>
              <a:rPr sz="1000" dirty="0">
                <a:solidFill>
                  <a:srgbClr val="231F20"/>
                </a:solidFill>
                <a:latin typeface="Arial"/>
                <a:cs typeface="Arial"/>
              </a:rPr>
              <a:t>guided</a:t>
            </a:r>
            <a:r>
              <a:rPr sz="1000" spc="30" dirty="0">
                <a:solidFill>
                  <a:srgbClr val="231F20"/>
                </a:solidFill>
                <a:latin typeface="Arial"/>
                <a:cs typeface="Arial"/>
              </a:rPr>
              <a:t> </a:t>
            </a:r>
            <a:r>
              <a:rPr sz="1000" dirty="0">
                <a:solidFill>
                  <a:srgbClr val="231F20"/>
                </a:solidFill>
                <a:latin typeface="Arial"/>
                <a:cs typeface="Arial"/>
              </a:rPr>
              <a:t>by</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knowledgeable</a:t>
            </a:r>
            <a:r>
              <a:rPr sz="1000" spc="25" dirty="0">
                <a:solidFill>
                  <a:srgbClr val="231F20"/>
                </a:solidFill>
                <a:latin typeface="Arial"/>
                <a:cs typeface="Arial"/>
              </a:rPr>
              <a:t> </a:t>
            </a:r>
            <a:r>
              <a:rPr sz="1000" spc="-20" dirty="0">
                <a:solidFill>
                  <a:srgbClr val="231F20"/>
                </a:solidFill>
                <a:latin typeface="Arial"/>
                <a:cs typeface="Arial"/>
              </a:rPr>
              <a:t>Frank </a:t>
            </a:r>
            <a:r>
              <a:rPr sz="1000" spc="-10" dirty="0">
                <a:solidFill>
                  <a:srgbClr val="231F20"/>
                </a:solidFill>
                <a:latin typeface="Arial"/>
                <a:cs typeface="Arial"/>
              </a:rPr>
              <a:t>Sanford, </a:t>
            </a:r>
            <a:r>
              <a:rPr sz="1000" dirty="0">
                <a:solidFill>
                  <a:srgbClr val="231F20"/>
                </a:solidFill>
                <a:latin typeface="Arial"/>
                <a:cs typeface="Arial"/>
              </a:rPr>
              <a:t>an</a:t>
            </a:r>
            <a:r>
              <a:rPr sz="1000" spc="-5" dirty="0">
                <a:solidFill>
                  <a:srgbClr val="231F20"/>
                </a:solidFill>
                <a:latin typeface="Arial"/>
                <a:cs typeface="Arial"/>
              </a:rPr>
              <a:t> </a:t>
            </a:r>
            <a:r>
              <a:rPr sz="1000" spc="-20" dirty="0">
                <a:solidFill>
                  <a:srgbClr val="231F20"/>
                </a:solidFill>
                <a:latin typeface="Arial"/>
                <a:cs typeface="Arial"/>
              </a:rPr>
              <a:t>ANS</a:t>
            </a:r>
            <a:r>
              <a:rPr sz="1000" spc="-5" dirty="0">
                <a:solidFill>
                  <a:srgbClr val="231F20"/>
                </a:solidFill>
                <a:latin typeface="Arial"/>
                <a:cs typeface="Arial"/>
              </a:rPr>
              <a:t> </a:t>
            </a:r>
            <a:r>
              <a:rPr sz="1000" spc="-10" dirty="0">
                <a:solidFill>
                  <a:srgbClr val="231F20"/>
                </a:solidFill>
                <a:latin typeface="Arial"/>
                <a:cs typeface="Arial"/>
              </a:rPr>
              <a:t>Naturalist.</a:t>
            </a:r>
            <a:r>
              <a:rPr sz="1000" spc="-5" dirty="0">
                <a:solidFill>
                  <a:srgbClr val="231F20"/>
                </a:solidFill>
                <a:latin typeface="Arial"/>
                <a:cs typeface="Arial"/>
              </a:rPr>
              <a:t> </a:t>
            </a:r>
            <a:r>
              <a:rPr sz="1000" dirty="0">
                <a:solidFill>
                  <a:srgbClr val="231F20"/>
                </a:solidFill>
                <a:latin typeface="Arial"/>
                <a:cs typeface="Arial"/>
              </a:rPr>
              <a:t>Amongst</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sanctuary's</a:t>
            </a:r>
            <a:r>
              <a:rPr sz="1000" spc="500" dirty="0">
                <a:solidFill>
                  <a:srgbClr val="231F20"/>
                </a:solidFill>
                <a:latin typeface="Arial"/>
                <a:cs typeface="Arial"/>
              </a:rPr>
              <a:t> </a:t>
            </a:r>
            <a:r>
              <a:rPr sz="1000" dirty="0">
                <a:solidFill>
                  <a:srgbClr val="231F20"/>
                </a:solidFill>
                <a:latin typeface="Arial"/>
                <a:cs typeface="Arial"/>
              </a:rPr>
              <a:t>trees,</a:t>
            </a:r>
            <a:r>
              <a:rPr sz="1000" spc="-25" dirty="0">
                <a:solidFill>
                  <a:srgbClr val="231F20"/>
                </a:solidFill>
                <a:latin typeface="Arial"/>
                <a:cs typeface="Arial"/>
              </a:rPr>
              <a:t> </a:t>
            </a:r>
            <a:r>
              <a:rPr sz="1000" dirty="0">
                <a:solidFill>
                  <a:srgbClr val="231F20"/>
                </a:solidFill>
                <a:latin typeface="Arial"/>
                <a:cs typeface="Arial"/>
              </a:rPr>
              <a:t>meadows,</a:t>
            </a:r>
            <a:r>
              <a:rPr sz="1000" spc="-25" dirty="0">
                <a:solidFill>
                  <a:srgbClr val="231F20"/>
                </a:solidFill>
                <a:latin typeface="Arial"/>
                <a:cs typeface="Arial"/>
              </a:rPr>
              <a:t> </a:t>
            </a:r>
            <a:r>
              <a:rPr sz="1000" spc="-10" dirty="0">
                <a:solidFill>
                  <a:srgbClr val="231F20"/>
                </a:solidFill>
                <a:latin typeface="Arial"/>
                <a:cs typeface="Arial"/>
              </a:rPr>
              <a:t>streams,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symphony</a:t>
            </a:r>
            <a:r>
              <a:rPr sz="1000" spc="-2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10" dirty="0">
                <a:solidFill>
                  <a:srgbClr val="231F20"/>
                </a:solidFill>
                <a:latin typeface="Arial"/>
                <a:cs typeface="Arial"/>
              </a:rPr>
              <a:t>insects</a:t>
            </a:r>
            <a:r>
              <a:rPr sz="1000" spc="50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birds,</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discovered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marvels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natural </a:t>
            </a:r>
            <a:r>
              <a:rPr sz="1000" dirty="0">
                <a:solidFill>
                  <a:srgbClr val="231F20"/>
                </a:solidFill>
                <a:latin typeface="Arial"/>
                <a:cs typeface="Arial"/>
              </a:rPr>
              <a:t>world. Their next</a:t>
            </a:r>
            <a:r>
              <a:rPr sz="1000" spc="5" dirty="0">
                <a:solidFill>
                  <a:srgbClr val="231F20"/>
                </a:solidFill>
                <a:latin typeface="Arial"/>
                <a:cs typeface="Arial"/>
              </a:rPr>
              <a:t> </a:t>
            </a:r>
            <a:r>
              <a:rPr sz="1000" dirty="0">
                <a:solidFill>
                  <a:srgbClr val="231F20"/>
                </a:solidFill>
                <a:latin typeface="Arial"/>
                <a:cs typeface="Arial"/>
              </a:rPr>
              <a:t>adventure took them</a:t>
            </a:r>
            <a:r>
              <a:rPr sz="1000" spc="5" dirty="0">
                <a:solidFill>
                  <a:srgbClr val="231F20"/>
                </a:solidFill>
                <a:latin typeface="Arial"/>
                <a:cs typeface="Arial"/>
              </a:rPr>
              <a:t> </a:t>
            </a:r>
            <a:r>
              <a:rPr sz="1000" dirty="0">
                <a:solidFill>
                  <a:srgbClr val="231F20"/>
                </a:solidFill>
                <a:latin typeface="Arial"/>
                <a:cs typeface="Arial"/>
              </a:rPr>
              <a:t>to Port </a:t>
            </a:r>
            <a:r>
              <a:rPr sz="1000" spc="-10" dirty="0">
                <a:solidFill>
                  <a:srgbClr val="231F20"/>
                </a:solidFill>
                <a:latin typeface="Arial"/>
                <a:cs typeface="Arial"/>
              </a:rPr>
              <a:t>Discovery,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children's</a:t>
            </a:r>
            <a:r>
              <a:rPr sz="1000" spc="-5" dirty="0">
                <a:solidFill>
                  <a:srgbClr val="231F20"/>
                </a:solidFill>
                <a:latin typeface="Arial"/>
                <a:cs typeface="Arial"/>
              </a:rPr>
              <a:t> </a:t>
            </a:r>
            <a:r>
              <a:rPr sz="1000" dirty="0">
                <a:solidFill>
                  <a:srgbClr val="231F20"/>
                </a:solidFill>
                <a:latin typeface="Arial"/>
                <a:cs typeface="Arial"/>
              </a:rPr>
              <a:t>imaginations</a:t>
            </a:r>
            <a:r>
              <a:rPr sz="1000" spc="-5" dirty="0">
                <a:solidFill>
                  <a:srgbClr val="231F20"/>
                </a:solidFill>
                <a:latin typeface="Arial"/>
                <a:cs typeface="Arial"/>
              </a:rPr>
              <a:t> </a:t>
            </a:r>
            <a:r>
              <a:rPr sz="1000" dirty="0">
                <a:solidFill>
                  <a:srgbClr val="231F20"/>
                </a:solidFill>
                <a:latin typeface="Arial"/>
                <a:cs typeface="Arial"/>
              </a:rPr>
              <a:t>soared.</a:t>
            </a:r>
            <a:r>
              <a:rPr sz="1000" spc="-5" dirty="0">
                <a:solidFill>
                  <a:srgbClr val="231F20"/>
                </a:solidFill>
                <a:latin typeface="Arial"/>
                <a:cs typeface="Arial"/>
              </a:rPr>
              <a:t> </a:t>
            </a:r>
            <a:r>
              <a:rPr sz="1000" dirty="0">
                <a:solidFill>
                  <a:srgbClr val="231F20"/>
                </a:solidFill>
                <a:latin typeface="Arial"/>
                <a:cs typeface="Arial"/>
              </a:rPr>
              <a:t>Starting</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captivating</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read-aloud</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"Why</a:t>
            </a:r>
            <a:r>
              <a:rPr sz="1000" spc="10" dirty="0">
                <a:solidFill>
                  <a:srgbClr val="231F20"/>
                </a:solidFill>
                <a:latin typeface="Arial"/>
                <a:cs typeface="Arial"/>
              </a:rPr>
              <a:t> </a:t>
            </a:r>
            <a:r>
              <a:rPr sz="1000" dirty="0">
                <a:solidFill>
                  <a:srgbClr val="231F20"/>
                </a:solidFill>
                <a:latin typeface="Arial"/>
                <a:cs typeface="Arial"/>
              </a:rPr>
              <a:t>Not</a:t>
            </a:r>
            <a:r>
              <a:rPr sz="1000" spc="10" dirty="0">
                <a:solidFill>
                  <a:srgbClr val="231F20"/>
                </a:solidFill>
                <a:latin typeface="Arial"/>
                <a:cs typeface="Arial"/>
              </a:rPr>
              <a:t> </a:t>
            </a:r>
            <a:r>
              <a:rPr sz="1000" spc="-40" dirty="0">
                <a:solidFill>
                  <a:srgbClr val="231F20"/>
                </a:solidFill>
                <a:latin typeface="Arial"/>
                <a:cs typeface="Arial"/>
              </a:rPr>
              <a:t>You?"</a:t>
            </a:r>
            <a:r>
              <a:rPr sz="1000" spc="10"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20" dirty="0">
                <a:solidFill>
                  <a:srgbClr val="231F20"/>
                </a:solidFill>
                <a:latin typeface="Arial"/>
                <a:cs typeface="Arial"/>
              </a:rPr>
              <a:t>Ciara </a:t>
            </a:r>
            <a:r>
              <a:rPr sz="1000" dirty="0">
                <a:solidFill>
                  <a:srgbClr val="231F20"/>
                </a:solidFill>
                <a:latin typeface="Arial"/>
                <a:cs typeface="Arial"/>
              </a:rPr>
              <a:t>and</a:t>
            </a:r>
            <a:r>
              <a:rPr sz="1000" spc="-10" dirty="0">
                <a:solidFill>
                  <a:srgbClr val="231F20"/>
                </a:solidFill>
                <a:latin typeface="Arial"/>
                <a:cs typeface="Arial"/>
              </a:rPr>
              <a:t> </a:t>
            </a:r>
            <a:r>
              <a:rPr sz="1000" spc="-25" dirty="0">
                <a:solidFill>
                  <a:srgbClr val="231F20"/>
                </a:solidFill>
                <a:latin typeface="Arial"/>
                <a:cs typeface="Arial"/>
              </a:rPr>
              <a:t>Russell</a:t>
            </a:r>
            <a:r>
              <a:rPr sz="1000" spc="-5" dirty="0">
                <a:solidFill>
                  <a:srgbClr val="231F20"/>
                </a:solidFill>
                <a:latin typeface="Arial"/>
                <a:cs typeface="Arial"/>
              </a:rPr>
              <a:t> </a:t>
            </a:r>
            <a:r>
              <a:rPr sz="1000" spc="-10" dirty="0">
                <a:solidFill>
                  <a:srgbClr val="231F20"/>
                </a:solidFill>
                <a:latin typeface="Arial"/>
                <a:cs typeface="Arial"/>
              </a:rPr>
              <a:t>Wilson,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young</a:t>
            </a:r>
            <a:r>
              <a:rPr sz="1000" spc="-10" dirty="0">
                <a:solidFill>
                  <a:srgbClr val="231F20"/>
                </a:solidFill>
                <a:latin typeface="Arial"/>
                <a:cs typeface="Arial"/>
              </a:rPr>
              <a:t> </a:t>
            </a:r>
            <a:r>
              <a:rPr sz="1000" dirty="0">
                <a:solidFill>
                  <a:srgbClr val="231F20"/>
                </a:solidFill>
                <a:latin typeface="Arial"/>
                <a:cs typeface="Arial"/>
              </a:rPr>
              <a:t>minds</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inspired</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picture</a:t>
            </a:r>
            <a:r>
              <a:rPr sz="1000" spc="-10" dirty="0">
                <a:solidFill>
                  <a:srgbClr val="231F20"/>
                </a:solidFill>
                <a:latin typeface="Arial"/>
                <a:cs typeface="Arial"/>
              </a:rPr>
              <a:t> </a:t>
            </a:r>
            <a:r>
              <a:rPr sz="1000" dirty="0">
                <a:solidFill>
                  <a:srgbClr val="231F20"/>
                </a:solidFill>
                <a:latin typeface="Arial"/>
                <a:cs typeface="Arial"/>
              </a:rPr>
              <a:t>themselves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65" dirty="0">
                <a:solidFill>
                  <a:srgbClr val="231F20"/>
                </a:solidFill>
                <a:latin typeface="Arial"/>
                <a:cs typeface="Arial"/>
              </a:rPr>
              <a:t>STEM</a:t>
            </a:r>
            <a:r>
              <a:rPr sz="1000" spc="-10" dirty="0">
                <a:solidFill>
                  <a:srgbClr val="231F20"/>
                </a:solidFill>
                <a:latin typeface="Arial"/>
                <a:cs typeface="Arial"/>
              </a:rPr>
              <a:t> careers.</a:t>
            </a:r>
            <a:r>
              <a:rPr sz="1000" spc="-5" dirty="0">
                <a:solidFill>
                  <a:srgbClr val="231F20"/>
                </a:solidFill>
                <a:latin typeface="Arial"/>
                <a:cs typeface="Arial"/>
              </a:rPr>
              <a:t> </a:t>
            </a:r>
            <a:r>
              <a:rPr sz="1000" dirty="0">
                <a:solidFill>
                  <a:srgbClr val="231F20"/>
                </a:solidFill>
                <a:latin typeface="Arial"/>
                <a:cs typeface="Arial"/>
              </a:rPr>
              <a:t>Engaging</a:t>
            </a:r>
            <a:r>
              <a:rPr sz="1000" spc="-10" dirty="0">
                <a:solidFill>
                  <a:srgbClr val="231F20"/>
                </a:solidFill>
                <a:latin typeface="Arial"/>
                <a:cs typeface="Arial"/>
              </a:rPr>
              <a:t> activities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exhibits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engineering,</a:t>
            </a:r>
            <a:r>
              <a:rPr sz="1000" spc="15" dirty="0">
                <a:solidFill>
                  <a:srgbClr val="231F20"/>
                </a:solidFill>
                <a:latin typeface="Arial"/>
                <a:cs typeface="Arial"/>
              </a:rPr>
              <a:t> </a:t>
            </a:r>
            <a:r>
              <a:rPr sz="1000" dirty="0">
                <a:solidFill>
                  <a:srgbClr val="231F20"/>
                </a:solidFill>
                <a:latin typeface="Arial"/>
                <a:cs typeface="Arial"/>
              </a:rPr>
              <a:t>problem-solving,</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creative </a:t>
            </a:r>
            <a:r>
              <a:rPr sz="1000" dirty="0">
                <a:solidFill>
                  <a:srgbClr val="231F20"/>
                </a:solidFill>
                <a:latin typeface="Arial"/>
                <a:cs typeface="Arial"/>
              </a:rPr>
              <a:t>challenges</a:t>
            </a:r>
            <a:r>
              <a:rPr sz="1000" spc="10" dirty="0">
                <a:solidFill>
                  <a:srgbClr val="231F20"/>
                </a:solidFill>
                <a:latin typeface="Arial"/>
                <a:cs typeface="Arial"/>
              </a:rPr>
              <a:t> </a:t>
            </a:r>
            <a:r>
              <a:rPr sz="1000" dirty="0">
                <a:solidFill>
                  <a:srgbClr val="231F20"/>
                </a:solidFill>
                <a:latin typeface="Arial"/>
                <a:cs typeface="Arial"/>
              </a:rPr>
              <a:t>transported</a:t>
            </a:r>
            <a:r>
              <a:rPr sz="1000" spc="10"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world</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endless </a:t>
            </a:r>
            <a:r>
              <a:rPr sz="1000" dirty="0">
                <a:solidFill>
                  <a:srgbClr val="231F20"/>
                </a:solidFill>
                <a:latin typeface="Arial"/>
                <a:cs typeface="Arial"/>
              </a:rPr>
              <a:t>possibilities,</a:t>
            </a:r>
            <a:r>
              <a:rPr sz="1000" spc="10" dirty="0">
                <a:solidFill>
                  <a:srgbClr val="231F20"/>
                </a:solidFill>
                <a:latin typeface="Arial"/>
                <a:cs typeface="Arial"/>
              </a:rPr>
              <a:t> </a:t>
            </a:r>
            <a:r>
              <a:rPr sz="1000" dirty="0">
                <a:solidFill>
                  <a:srgbClr val="231F20"/>
                </a:solidFill>
                <a:latin typeface="Arial"/>
                <a:cs typeface="Arial"/>
              </a:rPr>
              <a:t>from</a:t>
            </a:r>
            <a:r>
              <a:rPr sz="1000" spc="10" dirty="0">
                <a:solidFill>
                  <a:srgbClr val="231F20"/>
                </a:solidFill>
                <a:latin typeface="Arial"/>
                <a:cs typeface="Arial"/>
              </a:rPr>
              <a:t> </a:t>
            </a:r>
            <a:r>
              <a:rPr sz="1000" dirty="0">
                <a:solidFill>
                  <a:srgbClr val="231F20"/>
                </a:solidFill>
                <a:latin typeface="Arial"/>
                <a:cs typeface="Arial"/>
              </a:rPr>
              <a:t>cargo</a:t>
            </a:r>
            <a:r>
              <a:rPr sz="1000" spc="10" dirty="0">
                <a:solidFill>
                  <a:srgbClr val="231F20"/>
                </a:solidFill>
                <a:latin typeface="Arial"/>
                <a:cs typeface="Arial"/>
              </a:rPr>
              <a:t> </a:t>
            </a:r>
            <a:r>
              <a:rPr sz="1000" dirty="0">
                <a:solidFill>
                  <a:srgbClr val="231F20"/>
                </a:solidFill>
                <a:latin typeface="Arial"/>
                <a:cs typeface="Arial"/>
              </a:rPr>
              <a:t>shipping</a:t>
            </a:r>
            <a:r>
              <a:rPr sz="1000" spc="10" dirty="0">
                <a:solidFill>
                  <a:srgbClr val="231F20"/>
                </a:solidFill>
                <a:latin typeface="Arial"/>
                <a:cs typeface="Arial"/>
              </a:rPr>
              <a:t> </a:t>
            </a:r>
            <a:r>
              <a:rPr sz="1000" dirty="0">
                <a:solidFill>
                  <a:srgbClr val="231F20"/>
                </a:solidFill>
                <a:latin typeface="Arial"/>
                <a:cs typeface="Arial"/>
              </a:rPr>
              <a:t>trucks</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grocery</a:t>
            </a:r>
            <a:r>
              <a:rPr sz="1000" spc="10" dirty="0">
                <a:solidFill>
                  <a:srgbClr val="231F20"/>
                </a:solidFill>
                <a:latin typeface="Arial"/>
                <a:cs typeface="Arial"/>
              </a:rPr>
              <a:t> </a:t>
            </a:r>
            <a:r>
              <a:rPr sz="1000" spc="-10" dirty="0">
                <a:solidFill>
                  <a:srgbClr val="231F20"/>
                </a:solidFill>
                <a:latin typeface="Arial"/>
                <a:cs typeface="Arial"/>
              </a:rPr>
              <a:t>stores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sky.</a:t>
            </a:r>
            <a:r>
              <a:rPr sz="1000" spc="5" dirty="0">
                <a:solidFill>
                  <a:srgbClr val="231F20"/>
                </a:solidFill>
                <a:latin typeface="Arial"/>
                <a:cs typeface="Arial"/>
              </a:rPr>
              <a:t> </a:t>
            </a:r>
            <a:r>
              <a:rPr sz="1000" dirty="0">
                <a:solidFill>
                  <a:srgbClr val="231F20"/>
                </a:solidFill>
                <a:latin typeface="Arial"/>
                <a:cs typeface="Arial"/>
              </a:rPr>
              <a:t>Tiny</a:t>
            </a:r>
            <a:r>
              <a:rPr sz="1000" spc="5" dirty="0">
                <a:solidFill>
                  <a:srgbClr val="231F20"/>
                </a:solidFill>
                <a:latin typeface="Arial"/>
                <a:cs typeface="Arial"/>
              </a:rPr>
              <a:t> </a:t>
            </a:r>
            <a:r>
              <a:rPr sz="1000" dirty="0">
                <a:solidFill>
                  <a:srgbClr val="231F20"/>
                </a:solidFill>
                <a:latin typeface="Arial"/>
                <a:cs typeface="Arial"/>
              </a:rPr>
              <a:t>Chefs</a:t>
            </a:r>
            <a:r>
              <a:rPr sz="1000" spc="5" dirty="0">
                <a:solidFill>
                  <a:srgbClr val="231F20"/>
                </a:solidFill>
                <a:latin typeface="Arial"/>
                <a:cs typeface="Arial"/>
              </a:rPr>
              <a:t> </a:t>
            </a:r>
            <a:r>
              <a:rPr sz="1000" dirty="0">
                <a:solidFill>
                  <a:srgbClr val="231F20"/>
                </a:solidFill>
                <a:latin typeface="Arial"/>
                <a:cs typeface="Arial"/>
              </a:rPr>
              <a:t>brought</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delightful</a:t>
            </a:r>
            <a:r>
              <a:rPr sz="1000" spc="5" dirty="0">
                <a:solidFill>
                  <a:srgbClr val="231F20"/>
                </a:solidFill>
                <a:latin typeface="Arial"/>
                <a:cs typeface="Arial"/>
              </a:rPr>
              <a:t> </a:t>
            </a:r>
            <a:r>
              <a:rPr sz="1000" dirty="0">
                <a:solidFill>
                  <a:srgbClr val="231F20"/>
                </a:solidFill>
                <a:latin typeface="Arial"/>
                <a:cs typeface="Arial"/>
              </a:rPr>
              <a:t>blend</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kitchen </a:t>
            </a:r>
            <a:r>
              <a:rPr sz="1000" dirty="0">
                <a:solidFill>
                  <a:srgbClr val="231F20"/>
                </a:solidFill>
                <a:latin typeface="Arial"/>
                <a:cs typeface="Arial"/>
              </a:rPr>
              <a:t>security and</a:t>
            </a:r>
            <a:r>
              <a:rPr sz="1000" spc="5" dirty="0">
                <a:solidFill>
                  <a:srgbClr val="231F20"/>
                </a:solidFill>
                <a:latin typeface="Arial"/>
                <a:cs typeface="Arial"/>
              </a:rPr>
              <a:t> </a:t>
            </a:r>
            <a:r>
              <a:rPr sz="1000" dirty="0">
                <a:solidFill>
                  <a:srgbClr val="231F20"/>
                </a:solidFill>
                <a:latin typeface="Arial"/>
                <a:cs typeface="Arial"/>
              </a:rPr>
              <a:t>culinary</a:t>
            </a:r>
            <a:r>
              <a:rPr sz="1000" spc="5" dirty="0">
                <a:solidFill>
                  <a:srgbClr val="231F20"/>
                </a:solidFill>
                <a:latin typeface="Arial"/>
                <a:cs typeface="Arial"/>
              </a:rPr>
              <a:t> </a:t>
            </a:r>
            <a:r>
              <a:rPr sz="1000" dirty="0">
                <a:solidFill>
                  <a:srgbClr val="231F20"/>
                </a:solidFill>
                <a:latin typeface="Arial"/>
                <a:cs typeface="Arial"/>
              </a:rPr>
              <a:t>creativity</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introduced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kitchen</a:t>
            </a:r>
            <a:r>
              <a:rPr sz="1000" spc="5" dirty="0">
                <a:solidFill>
                  <a:srgbClr val="231F20"/>
                </a:solidFill>
                <a:latin typeface="Arial"/>
                <a:cs typeface="Arial"/>
              </a:rPr>
              <a:t> </a:t>
            </a:r>
            <a:r>
              <a:rPr sz="1000" dirty="0">
                <a:solidFill>
                  <a:srgbClr val="231F20"/>
                </a:solidFill>
                <a:latin typeface="Arial"/>
                <a:cs typeface="Arial"/>
              </a:rPr>
              <a:t>utensils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appliances,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they</a:t>
            </a:r>
            <a:r>
              <a:rPr sz="1000" spc="20"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science</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cooking</a:t>
            </a:r>
            <a:r>
              <a:rPr sz="1000" spc="20" dirty="0">
                <a:solidFill>
                  <a:srgbClr val="231F20"/>
                </a:solidFill>
                <a:latin typeface="Arial"/>
                <a:cs typeface="Arial"/>
              </a:rPr>
              <a:t> </a:t>
            </a:r>
            <a:r>
              <a:rPr sz="1000" dirty="0">
                <a:solidFill>
                  <a:srgbClr val="231F20"/>
                </a:solidFill>
                <a:latin typeface="Arial"/>
                <a:cs typeface="Arial"/>
              </a:rPr>
              <a:t>while</a:t>
            </a:r>
            <a:r>
              <a:rPr sz="1000" spc="20" dirty="0">
                <a:solidFill>
                  <a:srgbClr val="231F20"/>
                </a:solidFill>
                <a:latin typeface="Arial"/>
                <a:cs typeface="Arial"/>
              </a:rPr>
              <a:t> </a:t>
            </a:r>
            <a:r>
              <a:rPr sz="1000" dirty="0">
                <a:solidFill>
                  <a:srgbClr val="231F20"/>
                </a:solidFill>
                <a:latin typeface="Arial"/>
                <a:cs typeface="Arial"/>
              </a:rPr>
              <a:t>honing</a:t>
            </a:r>
            <a:r>
              <a:rPr sz="1000" spc="2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culinary</a:t>
            </a:r>
            <a:r>
              <a:rPr sz="1000" spc="-15" dirty="0">
                <a:solidFill>
                  <a:srgbClr val="231F20"/>
                </a:solidFill>
                <a:latin typeface="Arial"/>
                <a:cs typeface="Arial"/>
              </a:rPr>
              <a:t> </a:t>
            </a:r>
            <a:r>
              <a:rPr sz="1000" spc="-10" dirty="0">
                <a:solidFill>
                  <a:srgbClr val="231F20"/>
                </a:solidFill>
                <a:latin typeface="Arial"/>
                <a:cs typeface="Arial"/>
              </a:rPr>
              <a:t>skills. </a:t>
            </a:r>
            <a:r>
              <a:rPr sz="1000" spc="-20" dirty="0">
                <a:solidFill>
                  <a:srgbClr val="231F20"/>
                </a:solidFill>
                <a:latin typeface="Arial"/>
                <a:cs typeface="Arial"/>
              </a:rPr>
              <a:t>Fresh</a:t>
            </a:r>
            <a:r>
              <a:rPr sz="1000" spc="-10" dirty="0">
                <a:solidFill>
                  <a:srgbClr val="231F20"/>
                </a:solidFill>
                <a:latin typeface="Arial"/>
                <a:cs typeface="Arial"/>
              </a:rPr>
              <a:t> </a:t>
            </a:r>
            <a:r>
              <a:rPr sz="1000" dirty="0">
                <a:solidFill>
                  <a:srgbClr val="231F20"/>
                </a:solidFill>
                <a:latin typeface="Arial"/>
                <a:cs typeface="Arial"/>
              </a:rPr>
              <a:t>ingredients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scratch</a:t>
            </a:r>
            <a:r>
              <a:rPr sz="1000" spc="-10" dirty="0">
                <a:solidFill>
                  <a:srgbClr val="231F20"/>
                </a:solidFill>
                <a:latin typeface="Arial"/>
                <a:cs typeface="Arial"/>
              </a:rPr>
              <a:t> cooking</a:t>
            </a:r>
            <a:endParaRPr sz="1000">
              <a:latin typeface="Arial"/>
              <a:cs typeface="Arial"/>
            </a:endParaRPr>
          </a:p>
          <a:p>
            <a:pPr marL="12700" marR="197485">
              <a:lnSpc>
                <a:spcPct val="100000"/>
              </a:lnSpc>
            </a:pPr>
            <a:r>
              <a:rPr sz="1000" dirty="0">
                <a:solidFill>
                  <a:srgbClr val="231F20"/>
                </a:solidFill>
                <a:latin typeface="Arial"/>
                <a:cs typeface="Arial"/>
              </a:rPr>
              <a:t>were the</a:t>
            </a:r>
            <a:r>
              <a:rPr sz="1000" spc="5" dirty="0">
                <a:solidFill>
                  <a:srgbClr val="231F20"/>
                </a:solidFill>
                <a:latin typeface="Arial"/>
                <a:cs typeface="Arial"/>
              </a:rPr>
              <a:t> </a:t>
            </a:r>
            <a:r>
              <a:rPr sz="1000" dirty="0">
                <a:solidFill>
                  <a:srgbClr val="231F20"/>
                </a:solidFill>
                <a:latin typeface="Arial"/>
                <a:cs typeface="Arial"/>
              </a:rPr>
              <a:t>order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day,</a:t>
            </a:r>
            <a:r>
              <a:rPr sz="1000" dirty="0">
                <a:solidFill>
                  <a:srgbClr val="231F20"/>
                </a:solidFill>
                <a:latin typeface="Arial"/>
                <a:cs typeface="Arial"/>
              </a:rPr>
              <a:t> and</a:t>
            </a:r>
            <a:r>
              <a:rPr sz="1000" spc="5" dirty="0">
                <a:solidFill>
                  <a:srgbClr val="231F20"/>
                </a:solidFill>
                <a:latin typeface="Arial"/>
                <a:cs typeface="Arial"/>
              </a:rPr>
              <a:t> </a:t>
            </a:r>
            <a:r>
              <a:rPr sz="1000" dirty="0">
                <a:solidFill>
                  <a:srgbClr val="231F20"/>
                </a:solidFill>
                <a:latin typeface="Arial"/>
                <a:cs typeface="Arial"/>
              </a:rPr>
              <a:t>young</a:t>
            </a:r>
            <a:r>
              <a:rPr sz="1000" spc="5" dirty="0">
                <a:solidFill>
                  <a:srgbClr val="231F20"/>
                </a:solidFill>
                <a:latin typeface="Arial"/>
                <a:cs typeface="Arial"/>
              </a:rPr>
              <a:t> </a:t>
            </a:r>
            <a:r>
              <a:rPr sz="1000" dirty="0">
                <a:solidFill>
                  <a:srgbClr val="231F20"/>
                </a:solidFill>
                <a:latin typeface="Arial"/>
                <a:cs typeface="Arial"/>
              </a:rPr>
              <a:t>chefs</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be</a:t>
            </a:r>
            <a:r>
              <a:rPr sz="1000" spc="5" dirty="0">
                <a:solidFill>
                  <a:srgbClr val="231F20"/>
                </a:solidFill>
                <a:latin typeface="Arial"/>
                <a:cs typeface="Arial"/>
              </a:rPr>
              <a:t> </a:t>
            </a:r>
            <a:r>
              <a:rPr sz="1000" dirty="0">
                <a:solidFill>
                  <a:srgbClr val="231F20"/>
                </a:solidFill>
                <a:latin typeface="Arial"/>
                <a:cs typeface="Arial"/>
              </a:rPr>
              <a:t>helpful</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heart</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kitchen.</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December,</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a:t>
            </a:r>
            <a:r>
              <a:rPr sz="1000" spc="30" dirty="0">
                <a:solidFill>
                  <a:srgbClr val="231F20"/>
                </a:solidFill>
                <a:latin typeface="Arial"/>
                <a:cs typeface="Arial"/>
              </a:rPr>
              <a:t> </a:t>
            </a:r>
            <a:r>
              <a:rPr sz="1000" dirty="0">
                <a:solidFill>
                  <a:srgbClr val="231F20"/>
                </a:solidFill>
                <a:latin typeface="Arial"/>
                <a:cs typeface="Arial"/>
              </a:rPr>
              <a:t>celebrated</a:t>
            </a:r>
            <a:r>
              <a:rPr sz="1000" spc="35" dirty="0">
                <a:solidFill>
                  <a:srgbClr val="231F20"/>
                </a:solidFill>
                <a:latin typeface="Arial"/>
                <a:cs typeface="Arial"/>
              </a:rPr>
              <a:t> </a:t>
            </a:r>
            <a:r>
              <a:rPr sz="1000" dirty="0">
                <a:solidFill>
                  <a:srgbClr val="231F20"/>
                </a:solidFill>
                <a:latin typeface="Arial"/>
                <a:cs typeface="Arial"/>
              </a:rPr>
              <a:t>diversity</a:t>
            </a:r>
            <a:r>
              <a:rPr sz="1000" spc="35" dirty="0">
                <a:solidFill>
                  <a:srgbClr val="231F20"/>
                </a:solidFill>
                <a:latin typeface="Arial"/>
                <a:cs typeface="Arial"/>
              </a:rPr>
              <a:t> </a:t>
            </a:r>
            <a:r>
              <a:rPr sz="1000" dirty="0">
                <a:solidFill>
                  <a:srgbClr val="231F20"/>
                </a:solidFill>
                <a:latin typeface="Arial"/>
                <a:cs typeface="Arial"/>
              </a:rPr>
              <a:t>by</a:t>
            </a:r>
            <a:r>
              <a:rPr sz="1000" spc="30" dirty="0">
                <a:solidFill>
                  <a:srgbClr val="231F20"/>
                </a:solidFill>
                <a:latin typeface="Arial"/>
                <a:cs typeface="Arial"/>
              </a:rPr>
              <a:t> </a:t>
            </a:r>
            <a:r>
              <a:rPr sz="1000" dirty="0">
                <a:solidFill>
                  <a:srgbClr val="231F20"/>
                </a:solidFill>
                <a:latin typeface="Arial"/>
                <a:cs typeface="Arial"/>
              </a:rPr>
              <a:t>participating</a:t>
            </a:r>
            <a:r>
              <a:rPr sz="1000" spc="35" dirty="0">
                <a:solidFill>
                  <a:srgbClr val="231F20"/>
                </a:solidFill>
                <a:latin typeface="Arial"/>
                <a:cs typeface="Arial"/>
              </a:rPr>
              <a:t> </a:t>
            </a:r>
            <a:r>
              <a:rPr sz="1000" dirty="0">
                <a:solidFill>
                  <a:srgbClr val="231F20"/>
                </a:solidFill>
                <a:latin typeface="Arial"/>
                <a:cs typeface="Arial"/>
              </a:rPr>
              <a:t>in</a:t>
            </a:r>
            <a:r>
              <a:rPr sz="1000" spc="35" dirty="0">
                <a:solidFill>
                  <a:srgbClr val="231F20"/>
                </a:solidFill>
                <a:latin typeface="Arial"/>
                <a:cs typeface="Arial"/>
              </a:rPr>
              <a:t> </a:t>
            </a:r>
            <a:r>
              <a:rPr sz="1000" spc="-10" dirty="0">
                <a:solidFill>
                  <a:srgbClr val="231F20"/>
                </a:solidFill>
                <a:latin typeface="Arial"/>
                <a:cs typeface="Arial"/>
              </a:rPr>
              <a:t>cultural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educational</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10" dirty="0">
                <a:solidFill>
                  <a:srgbClr val="231F20"/>
                </a:solidFill>
                <a:latin typeface="Arial"/>
                <a:cs typeface="Arial"/>
              </a:rPr>
              <a:t>holidays</a:t>
            </a:r>
            <a:endParaRPr sz="1000">
              <a:latin typeface="Arial"/>
              <a:cs typeface="Arial"/>
            </a:endParaRPr>
          </a:p>
          <a:p>
            <a:pPr marL="12700" marR="5080">
              <a:lnSpc>
                <a:spcPct val="100000"/>
              </a:lnSpc>
            </a:pPr>
            <a:r>
              <a:rPr sz="1000" dirty="0">
                <a:solidFill>
                  <a:srgbClr val="231F20"/>
                </a:solidFill>
                <a:latin typeface="Arial"/>
                <a:cs typeface="Arial"/>
              </a:rPr>
              <a:t>from</a:t>
            </a:r>
            <a:r>
              <a:rPr sz="1000" spc="-15" dirty="0">
                <a:solidFill>
                  <a:srgbClr val="231F20"/>
                </a:solidFill>
                <a:latin typeface="Arial"/>
                <a:cs typeface="Arial"/>
              </a:rPr>
              <a:t> </a:t>
            </a:r>
            <a:r>
              <a:rPr sz="1000" dirty="0">
                <a:solidFill>
                  <a:srgbClr val="231F20"/>
                </a:solidFill>
                <a:latin typeface="Arial"/>
                <a:cs typeface="Arial"/>
              </a:rPr>
              <a:t>various</a:t>
            </a:r>
            <a:r>
              <a:rPr sz="1000" spc="-15" dirty="0">
                <a:solidFill>
                  <a:srgbClr val="231F20"/>
                </a:solidFill>
                <a:latin typeface="Arial"/>
                <a:cs typeface="Arial"/>
              </a:rPr>
              <a:t> </a:t>
            </a:r>
            <a:r>
              <a:rPr sz="1000" dirty="0">
                <a:solidFill>
                  <a:srgbClr val="231F20"/>
                </a:solidFill>
                <a:latin typeface="Arial"/>
                <a:cs typeface="Arial"/>
              </a:rPr>
              <a:t>religions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cultures,</a:t>
            </a:r>
            <a:r>
              <a:rPr sz="1000" spc="-10" dirty="0">
                <a:solidFill>
                  <a:srgbClr val="231F20"/>
                </a:solidFill>
                <a:latin typeface="Arial"/>
                <a:cs typeface="Arial"/>
              </a:rPr>
              <a:t> </a:t>
            </a:r>
            <a:r>
              <a:rPr sz="1000" dirty="0">
                <a:solidFill>
                  <a:srgbClr val="231F20"/>
                </a:solidFill>
                <a:latin typeface="Arial"/>
                <a:cs typeface="Arial"/>
              </a:rPr>
              <a:t>engaging</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crafts</a:t>
            </a:r>
            <a:r>
              <a:rPr sz="1000" spc="-15" dirty="0">
                <a:solidFill>
                  <a:srgbClr val="231F20"/>
                </a:solidFill>
                <a:latin typeface="Arial"/>
                <a:cs typeface="Arial"/>
              </a:rPr>
              <a:t> </a:t>
            </a:r>
            <a:r>
              <a:rPr sz="1000" spc="-20" dirty="0">
                <a:solidFill>
                  <a:srgbClr val="231F20"/>
                </a:solidFill>
                <a:latin typeface="Arial"/>
                <a:cs typeface="Arial"/>
              </a:rPr>
              <a:t>that </a:t>
            </a:r>
            <a:r>
              <a:rPr sz="1000" dirty="0">
                <a:solidFill>
                  <a:srgbClr val="231F20"/>
                </a:solidFill>
                <a:latin typeface="Arial"/>
                <a:cs typeface="Arial"/>
              </a:rPr>
              <a:t>represented</a:t>
            </a:r>
            <a:r>
              <a:rPr sz="1000" spc="-15" dirty="0">
                <a:solidFill>
                  <a:srgbClr val="231F20"/>
                </a:solidFill>
                <a:latin typeface="Arial"/>
                <a:cs typeface="Arial"/>
              </a:rPr>
              <a:t> </a:t>
            </a:r>
            <a:r>
              <a:rPr sz="1000" dirty="0">
                <a:solidFill>
                  <a:srgbClr val="231F20"/>
                </a:solidFill>
                <a:latin typeface="Arial"/>
                <a:cs typeface="Arial"/>
              </a:rPr>
              <a:t>these</a:t>
            </a:r>
            <a:r>
              <a:rPr sz="1000" spc="-15" dirty="0">
                <a:solidFill>
                  <a:srgbClr val="231F20"/>
                </a:solidFill>
                <a:latin typeface="Arial"/>
                <a:cs typeface="Arial"/>
              </a:rPr>
              <a:t> </a:t>
            </a:r>
            <a:r>
              <a:rPr sz="1000" dirty="0">
                <a:solidFill>
                  <a:srgbClr val="231F20"/>
                </a:solidFill>
                <a:latin typeface="Arial"/>
                <a:cs typeface="Arial"/>
              </a:rPr>
              <a:t>festivities.</a:t>
            </a:r>
            <a:r>
              <a:rPr sz="1000" spc="-10" dirty="0">
                <a:solidFill>
                  <a:srgbClr val="231F20"/>
                </a:solidFill>
                <a:latin typeface="Arial"/>
                <a:cs typeface="Arial"/>
              </a:rPr>
              <a:t> </a:t>
            </a:r>
            <a:r>
              <a:rPr sz="1000" dirty="0">
                <a:solidFill>
                  <a:srgbClr val="231F20"/>
                </a:solidFill>
                <a:latin typeface="Arial"/>
                <a:cs typeface="Arial"/>
              </a:rPr>
              <a:t>It</a:t>
            </a:r>
            <a:r>
              <a:rPr sz="1000" spc="-1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chance</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10" dirty="0">
                <a:solidFill>
                  <a:srgbClr val="231F20"/>
                </a:solidFill>
                <a:latin typeface="Arial"/>
                <a:cs typeface="Arial"/>
              </a:rPr>
              <a:t>embrace </a:t>
            </a:r>
            <a:r>
              <a:rPr sz="1000" dirty="0">
                <a:solidFill>
                  <a:srgbClr val="231F20"/>
                </a:solidFill>
                <a:latin typeface="Arial"/>
                <a:cs typeface="Arial"/>
              </a:rPr>
              <a:t>different</a:t>
            </a:r>
            <a:r>
              <a:rPr sz="1000" spc="20" dirty="0">
                <a:solidFill>
                  <a:srgbClr val="231F20"/>
                </a:solidFill>
                <a:latin typeface="Arial"/>
                <a:cs typeface="Arial"/>
              </a:rPr>
              <a:t> </a:t>
            </a:r>
            <a:r>
              <a:rPr sz="1000" dirty="0">
                <a:solidFill>
                  <a:srgbClr val="231F20"/>
                </a:solidFill>
                <a:latin typeface="Arial"/>
                <a:cs typeface="Arial"/>
              </a:rPr>
              <a:t>traditions</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broaden</a:t>
            </a:r>
            <a:r>
              <a:rPr sz="1000" spc="20"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horizons.</a:t>
            </a:r>
            <a:r>
              <a:rPr sz="1000" spc="20"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value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compassion</a:t>
            </a:r>
            <a:r>
              <a:rPr sz="1000" spc="-10" dirty="0">
                <a:solidFill>
                  <a:srgbClr val="231F20"/>
                </a:solidFill>
                <a:latin typeface="Arial"/>
                <a:cs typeface="Arial"/>
              </a:rPr>
              <a:t> through</a:t>
            </a:r>
            <a:r>
              <a:rPr sz="1000" spc="50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involvement</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Comfort</a:t>
            </a:r>
            <a:r>
              <a:rPr sz="1000" spc="-5" dirty="0">
                <a:solidFill>
                  <a:srgbClr val="231F20"/>
                </a:solidFill>
                <a:latin typeface="Arial"/>
                <a:cs typeface="Arial"/>
              </a:rPr>
              <a:t> </a:t>
            </a:r>
            <a:r>
              <a:rPr sz="1000" spc="-25" dirty="0">
                <a:solidFill>
                  <a:srgbClr val="231F20"/>
                </a:solidFill>
                <a:latin typeface="Arial"/>
                <a:cs typeface="Arial"/>
              </a:rPr>
              <a:t>Cases.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played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20" dirty="0">
                <a:solidFill>
                  <a:srgbClr val="231F20"/>
                </a:solidFill>
                <a:latin typeface="Arial"/>
                <a:cs typeface="Arial"/>
              </a:rPr>
              <a:t>role</a:t>
            </a:r>
            <a:r>
              <a:rPr sz="1000" spc="50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providing</a:t>
            </a:r>
            <a:r>
              <a:rPr sz="1000" spc="-10" dirty="0">
                <a:solidFill>
                  <a:srgbClr val="231F20"/>
                </a:solidFill>
                <a:latin typeface="Arial"/>
                <a:cs typeface="Arial"/>
              </a:rPr>
              <a:t> </a:t>
            </a:r>
            <a:r>
              <a:rPr sz="1000" dirty="0">
                <a:solidFill>
                  <a:srgbClr val="231F20"/>
                </a:solidFill>
                <a:latin typeface="Arial"/>
                <a:cs typeface="Arial"/>
              </a:rPr>
              <a:t>special</a:t>
            </a:r>
            <a:r>
              <a:rPr sz="1000" spc="-10" dirty="0">
                <a:solidFill>
                  <a:srgbClr val="231F20"/>
                </a:solidFill>
                <a:latin typeface="Arial"/>
                <a:cs typeface="Arial"/>
              </a:rPr>
              <a:t> </a:t>
            </a:r>
            <a:r>
              <a:rPr sz="1000" dirty="0">
                <a:solidFill>
                  <a:srgbClr val="231F20"/>
                </a:solidFill>
                <a:latin typeface="Arial"/>
                <a:cs typeface="Arial"/>
              </a:rPr>
              <a:t>bags,</a:t>
            </a:r>
            <a:r>
              <a:rPr sz="1000" spc="-10" dirty="0">
                <a:solidFill>
                  <a:srgbClr val="231F20"/>
                </a:solidFill>
                <a:latin typeface="Arial"/>
                <a:cs typeface="Arial"/>
              </a:rPr>
              <a:t> </a:t>
            </a:r>
            <a:r>
              <a:rPr sz="1000" spc="-20" dirty="0">
                <a:solidFill>
                  <a:srgbClr val="231F20"/>
                </a:solidFill>
                <a:latin typeface="Arial"/>
                <a:cs typeface="Arial"/>
              </a:rPr>
              <a:t>pajamas,</a:t>
            </a:r>
            <a:r>
              <a:rPr sz="1000" spc="-5" dirty="0">
                <a:solidFill>
                  <a:srgbClr val="231F20"/>
                </a:solidFill>
                <a:latin typeface="Arial"/>
                <a:cs typeface="Arial"/>
              </a:rPr>
              <a:t> </a:t>
            </a:r>
            <a:r>
              <a:rPr sz="1000" dirty="0">
                <a:solidFill>
                  <a:srgbClr val="231F20"/>
                </a:solidFill>
                <a:latin typeface="Arial"/>
                <a:cs typeface="Arial"/>
              </a:rPr>
              <a:t>blankets,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stuffed animals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foster</a:t>
            </a:r>
            <a:r>
              <a:rPr sz="1000" spc="10" dirty="0">
                <a:solidFill>
                  <a:srgbClr val="231F20"/>
                </a:solidFill>
                <a:latin typeface="Arial"/>
                <a:cs typeface="Arial"/>
              </a:rPr>
              <a:t> </a:t>
            </a:r>
            <a:r>
              <a:rPr sz="1000" spc="-10" dirty="0">
                <a:solidFill>
                  <a:srgbClr val="231F20"/>
                </a:solidFill>
                <a:latin typeface="Arial"/>
                <a:cs typeface="Arial"/>
              </a:rPr>
              <a:t>care,</a:t>
            </a:r>
            <a:r>
              <a:rPr sz="1000" spc="5" dirty="0">
                <a:solidFill>
                  <a:srgbClr val="231F20"/>
                </a:solidFill>
                <a:latin typeface="Arial"/>
                <a:cs typeface="Arial"/>
              </a:rPr>
              <a:t> </a:t>
            </a:r>
            <a:r>
              <a:rPr sz="1000" dirty="0">
                <a:solidFill>
                  <a:srgbClr val="231F20"/>
                </a:solidFill>
                <a:latin typeface="Arial"/>
                <a:cs typeface="Arial"/>
              </a:rPr>
              <a:t>offering</a:t>
            </a:r>
            <a:r>
              <a:rPr sz="1000" spc="5" dirty="0">
                <a:solidFill>
                  <a:srgbClr val="231F20"/>
                </a:solidFill>
                <a:latin typeface="Arial"/>
                <a:cs typeface="Arial"/>
              </a:rPr>
              <a:t> </a:t>
            </a:r>
            <a:r>
              <a:rPr sz="1000" dirty="0">
                <a:solidFill>
                  <a:srgbClr val="231F20"/>
                </a:solidFill>
                <a:latin typeface="Arial"/>
                <a:cs typeface="Arial"/>
              </a:rPr>
              <a:t>comfort</a:t>
            </a:r>
            <a:r>
              <a:rPr sz="1000" spc="5" dirty="0">
                <a:solidFill>
                  <a:srgbClr val="231F20"/>
                </a:solidFill>
                <a:latin typeface="Arial"/>
                <a:cs typeface="Arial"/>
              </a:rPr>
              <a:t> </a:t>
            </a:r>
            <a:r>
              <a:rPr sz="1000" spc="-10" dirty="0">
                <a:solidFill>
                  <a:srgbClr val="231F20"/>
                </a:solidFill>
                <a:latin typeface="Arial"/>
                <a:cs typeface="Arial"/>
              </a:rPr>
              <a:t>during </a:t>
            </a:r>
            <a:r>
              <a:rPr sz="1000" dirty="0">
                <a:solidFill>
                  <a:srgbClr val="231F20"/>
                </a:solidFill>
                <a:latin typeface="Arial"/>
                <a:cs typeface="Arial"/>
              </a:rPr>
              <a:t>challenging</a:t>
            </a:r>
            <a:r>
              <a:rPr sz="1000" spc="5" dirty="0">
                <a:solidFill>
                  <a:srgbClr val="231F20"/>
                </a:solidFill>
                <a:latin typeface="Arial"/>
                <a:cs typeface="Arial"/>
              </a:rPr>
              <a:t> </a:t>
            </a:r>
            <a:r>
              <a:rPr sz="1000" dirty="0">
                <a:solidFill>
                  <a:srgbClr val="231F20"/>
                </a:solidFill>
                <a:latin typeface="Arial"/>
                <a:cs typeface="Arial"/>
              </a:rPr>
              <a:t>transitions.</a:t>
            </a:r>
            <a:r>
              <a:rPr sz="1000" spc="5" dirty="0">
                <a:solidFill>
                  <a:srgbClr val="231F20"/>
                </a:solidFill>
                <a:latin typeface="Arial"/>
                <a:cs typeface="Arial"/>
              </a:rPr>
              <a:t> </a:t>
            </a:r>
            <a:r>
              <a:rPr sz="1000" dirty="0">
                <a:solidFill>
                  <a:srgbClr val="231F20"/>
                </a:solidFill>
                <a:latin typeface="Arial"/>
                <a:cs typeface="Arial"/>
              </a:rPr>
              <a:t>Assembling</a:t>
            </a:r>
            <a:r>
              <a:rPr sz="1000" spc="5" dirty="0">
                <a:solidFill>
                  <a:srgbClr val="231F20"/>
                </a:solidFill>
                <a:latin typeface="Arial"/>
                <a:cs typeface="Arial"/>
              </a:rPr>
              <a:t> </a:t>
            </a:r>
            <a:r>
              <a:rPr sz="1000" dirty="0">
                <a:solidFill>
                  <a:srgbClr val="231F20"/>
                </a:solidFill>
                <a:latin typeface="Arial"/>
                <a:cs typeface="Arial"/>
              </a:rPr>
              <a:t>hygiene</a:t>
            </a:r>
            <a:r>
              <a:rPr sz="1000" spc="5" dirty="0">
                <a:solidFill>
                  <a:srgbClr val="231F20"/>
                </a:solidFill>
                <a:latin typeface="Arial"/>
                <a:cs typeface="Arial"/>
              </a:rPr>
              <a:t> </a:t>
            </a:r>
            <a:r>
              <a:rPr sz="1000" dirty="0">
                <a:solidFill>
                  <a:srgbClr val="231F20"/>
                </a:solidFill>
                <a:latin typeface="Arial"/>
                <a:cs typeface="Arial"/>
              </a:rPr>
              <a:t>kits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backpacks</a:t>
            </a:r>
            <a:r>
              <a:rPr sz="1000" spc="-15" dirty="0">
                <a:solidFill>
                  <a:srgbClr val="231F20"/>
                </a:solidFill>
                <a:latin typeface="Arial"/>
                <a:cs typeface="Arial"/>
              </a:rPr>
              <a:t> </a:t>
            </a:r>
            <a:r>
              <a:rPr sz="1000" dirty="0">
                <a:solidFill>
                  <a:srgbClr val="231F20"/>
                </a:solidFill>
                <a:latin typeface="Arial"/>
                <a:cs typeface="Arial"/>
              </a:rPr>
              <a:t>became</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meaningful</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age-</a:t>
            </a:r>
            <a:r>
              <a:rPr sz="1000" spc="-10" dirty="0">
                <a:solidFill>
                  <a:srgbClr val="231F20"/>
                </a:solidFill>
                <a:latin typeface="Arial"/>
                <a:cs typeface="Arial"/>
              </a:rPr>
              <a:t>appropriate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Imagination</a:t>
            </a:r>
            <a:r>
              <a:rPr sz="1000" spc="-5" dirty="0">
                <a:solidFill>
                  <a:srgbClr val="231F20"/>
                </a:solidFill>
                <a:latin typeface="Arial"/>
                <a:cs typeface="Arial"/>
              </a:rPr>
              <a:t> </a:t>
            </a:r>
            <a:r>
              <a:rPr sz="1000" dirty="0">
                <a:solidFill>
                  <a:srgbClr val="231F20"/>
                </a:solidFill>
                <a:latin typeface="Arial"/>
                <a:cs typeface="Arial"/>
              </a:rPr>
              <a:t>ran</a:t>
            </a:r>
            <a:r>
              <a:rPr sz="1000" spc="-5" dirty="0">
                <a:solidFill>
                  <a:srgbClr val="231F20"/>
                </a:solidFill>
                <a:latin typeface="Arial"/>
                <a:cs typeface="Arial"/>
              </a:rPr>
              <a:t> </a:t>
            </a:r>
            <a:r>
              <a:rPr sz="1000" dirty="0">
                <a:solidFill>
                  <a:srgbClr val="231F20"/>
                </a:solidFill>
                <a:latin typeface="Arial"/>
                <a:cs typeface="Arial"/>
              </a:rPr>
              <a:t>wild</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ventured into</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fantastical</a:t>
            </a:r>
            <a:r>
              <a:rPr sz="1000" spc="-10" dirty="0">
                <a:solidFill>
                  <a:srgbClr val="231F20"/>
                </a:solidFill>
                <a:latin typeface="Arial"/>
                <a:cs typeface="Arial"/>
              </a:rPr>
              <a:t> </a:t>
            </a:r>
            <a:r>
              <a:rPr sz="1000" dirty="0">
                <a:solidFill>
                  <a:srgbClr val="231F20"/>
                </a:solidFill>
                <a:latin typeface="Arial"/>
                <a:cs typeface="Arial"/>
              </a:rPr>
              <a:t>island</a:t>
            </a:r>
            <a:r>
              <a:rPr sz="1000" spc="-10" dirty="0">
                <a:solidFill>
                  <a:srgbClr val="231F20"/>
                </a:solidFill>
                <a:latin typeface="Arial"/>
                <a:cs typeface="Arial"/>
              </a:rPr>
              <a:t> </a:t>
            </a:r>
            <a:r>
              <a:rPr sz="1000" dirty="0">
                <a:solidFill>
                  <a:srgbClr val="231F20"/>
                </a:solidFill>
                <a:latin typeface="Arial"/>
                <a:cs typeface="Arial"/>
              </a:rPr>
              <a:t>world.</a:t>
            </a:r>
            <a:r>
              <a:rPr sz="1000" spc="-10" dirty="0">
                <a:solidFill>
                  <a:srgbClr val="231F20"/>
                </a:solidFill>
                <a:latin typeface="Arial"/>
                <a:cs typeface="Arial"/>
              </a:rPr>
              <a:t> </a:t>
            </a:r>
            <a:r>
              <a:rPr sz="1000" spc="-20" dirty="0">
                <a:solidFill>
                  <a:srgbClr val="231F20"/>
                </a:solidFill>
                <a:latin typeface="Arial"/>
                <a:cs typeface="Arial"/>
              </a:rPr>
              <a:t>Fish</a:t>
            </a:r>
            <a:r>
              <a:rPr sz="1000" spc="-10" dirty="0">
                <a:solidFill>
                  <a:srgbClr val="231F20"/>
                </a:solidFill>
                <a:latin typeface="Arial"/>
                <a:cs typeface="Arial"/>
              </a:rPr>
              <a:t> soared, </a:t>
            </a:r>
            <a:r>
              <a:rPr sz="1000" dirty="0">
                <a:solidFill>
                  <a:srgbClr val="231F20"/>
                </a:solidFill>
                <a:latin typeface="Arial"/>
                <a:cs typeface="Arial"/>
              </a:rPr>
              <a:t>lemons</a:t>
            </a:r>
            <a:r>
              <a:rPr sz="1000" spc="-5" dirty="0">
                <a:solidFill>
                  <a:srgbClr val="231F20"/>
                </a:solidFill>
                <a:latin typeface="Arial"/>
                <a:cs typeface="Arial"/>
              </a:rPr>
              <a:t> </a:t>
            </a:r>
            <a:r>
              <a:rPr sz="1000" dirty="0">
                <a:solidFill>
                  <a:srgbClr val="231F20"/>
                </a:solidFill>
                <a:latin typeface="Arial"/>
                <a:cs typeface="Arial"/>
              </a:rPr>
              <a:t>lit</a:t>
            </a:r>
            <a:r>
              <a:rPr sz="1000" spc="-10" dirty="0">
                <a:solidFill>
                  <a:srgbClr val="231F20"/>
                </a:solidFill>
                <a:latin typeface="Arial"/>
                <a:cs typeface="Arial"/>
              </a:rPr>
              <a:t> </a:t>
            </a:r>
            <a:r>
              <a:rPr sz="1000" dirty="0">
                <a:solidFill>
                  <a:srgbClr val="231F20"/>
                </a:solidFill>
                <a:latin typeface="Arial"/>
                <a:cs typeface="Arial"/>
              </a:rPr>
              <a:t>up</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sky, </a:t>
            </a:r>
            <a:r>
              <a:rPr sz="1000" dirty="0">
                <a:solidFill>
                  <a:srgbClr val="231F20"/>
                </a:solidFill>
                <a:latin typeface="Arial"/>
                <a:cs typeface="Arial"/>
              </a:rPr>
              <a:t>and sheep</a:t>
            </a:r>
            <a:r>
              <a:rPr sz="1000" spc="5" dirty="0">
                <a:solidFill>
                  <a:srgbClr val="231F20"/>
                </a:solidFill>
                <a:latin typeface="Arial"/>
                <a:cs typeface="Arial"/>
              </a:rPr>
              <a:t> </a:t>
            </a:r>
            <a:r>
              <a:rPr sz="1000" dirty="0">
                <a:solidFill>
                  <a:srgbClr val="231F20"/>
                </a:solidFill>
                <a:latin typeface="Arial"/>
                <a:cs typeface="Arial"/>
              </a:rPr>
              <a:t>paraded by</a:t>
            </a:r>
            <a:r>
              <a:rPr sz="1000" spc="5" dirty="0">
                <a:solidFill>
                  <a:srgbClr val="231F20"/>
                </a:solidFill>
                <a:latin typeface="Arial"/>
                <a:cs typeface="Arial"/>
              </a:rPr>
              <a:t> </a:t>
            </a:r>
            <a:r>
              <a:rPr sz="1000" dirty="0">
                <a:solidFill>
                  <a:srgbClr val="231F20"/>
                </a:solidFill>
                <a:latin typeface="Arial"/>
                <a:cs typeface="Arial"/>
              </a:rPr>
              <a:t>in an</a:t>
            </a:r>
            <a:r>
              <a:rPr sz="1000" spc="5" dirty="0">
                <a:solidFill>
                  <a:srgbClr val="231F20"/>
                </a:solidFill>
                <a:latin typeface="Arial"/>
                <a:cs typeface="Arial"/>
              </a:rPr>
              <a:t> </a:t>
            </a:r>
            <a:r>
              <a:rPr sz="1000" dirty="0">
                <a:solidFill>
                  <a:srgbClr val="231F20"/>
                </a:solidFill>
                <a:latin typeface="Arial"/>
                <a:cs typeface="Arial"/>
              </a:rPr>
              <a:t>interactive exploration</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play.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gentle</a:t>
            </a:r>
            <a:r>
              <a:rPr sz="1000" spc="10" dirty="0">
                <a:solidFill>
                  <a:srgbClr val="231F20"/>
                </a:solidFill>
                <a:latin typeface="Arial"/>
                <a:cs typeface="Arial"/>
              </a:rPr>
              <a:t> </a:t>
            </a:r>
            <a:r>
              <a:rPr sz="1000" spc="-10" dirty="0">
                <a:solidFill>
                  <a:srgbClr val="231F20"/>
                </a:solidFill>
                <a:latin typeface="Arial"/>
                <a:cs typeface="Arial"/>
              </a:rPr>
              <a:t>music,</a:t>
            </a:r>
            <a:r>
              <a:rPr sz="1000" spc="10" dirty="0">
                <a:solidFill>
                  <a:srgbClr val="231F20"/>
                </a:solidFill>
                <a:latin typeface="Arial"/>
                <a:cs typeface="Arial"/>
              </a:rPr>
              <a:t> </a:t>
            </a:r>
            <a:r>
              <a:rPr sz="1000" dirty="0">
                <a:solidFill>
                  <a:srgbClr val="231F20"/>
                </a:solidFill>
                <a:latin typeface="Arial"/>
                <a:cs typeface="Arial"/>
              </a:rPr>
              <a:t>puppets,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props,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delved</a:t>
            </a:r>
            <a:r>
              <a:rPr sz="1000" spc="5" dirty="0">
                <a:solidFill>
                  <a:srgbClr val="231F20"/>
                </a:solidFill>
                <a:latin typeface="Arial"/>
                <a:cs typeface="Arial"/>
              </a:rPr>
              <a:t> </a:t>
            </a:r>
            <a:r>
              <a:rPr sz="1000" spc="-20" dirty="0">
                <a:solidFill>
                  <a:srgbClr val="231F20"/>
                </a:solidFill>
                <a:latin typeface="Arial"/>
                <a:cs typeface="Arial"/>
              </a:rPr>
              <a:t>into </a:t>
            </a:r>
            <a:r>
              <a:rPr sz="1000" dirty="0">
                <a:solidFill>
                  <a:srgbClr val="231F20"/>
                </a:solidFill>
                <a:latin typeface="Arial"/>
                <a:cs typeface="Arial"/>
              </a:rPr>
              <a:t>creative</a:t>
            </a:r>
            <a:r>
              <a:rPr sz="1000" spc="-5" dirty="0">
                <a:solidFill>
                  <a:srgbClr val="231F20"/>
                </a:solidFill>
                <a:latin typeface="Arial"/>
                <a:cs typeface="Arial"/>
              </a:rPr>
              <a:t> </a:t>
            </a:r>
            <a:r>
              <a:rPr sz="1000" dirty="0">
                <a:solidFill>
                  <a:srgbClr val="231F20"/>
                </a:solidFill>
                <a:latin typeface="Arial"/>
                <a:cs typeface="Arial"/>
              </a:rPr>
              <a:t>and theater</a:t>
            </a:r>
            <a:r>
              <a:rPr sz="1000" spc="-5" dirty="0">
                <a:solidFill>
                  <a:srgbClr val="231F20"/>
                </a:solidFill>
                <a:latin typeface="Arial"/>
                <a:cs typeface="Arial"/>
              </a:rPr>
              <a:t> </a:t>
            </a:r>
            <a:r>
              <a:rPr sz="1000" dirty="0">
                <a:solidFill>
                  <a:srgbClr val="231F20"/>
                </a:solidFill>
                <a:latin typeface="Arial"/>
                <a:cs typeface="Arial"/>
              </a:rPr>
              <a:t>arts, all</a:t>
            </a:r>
            <a:r>
              <a:rPr sz="1000" spc="-5" dirty="0">
                <a:solidFill>
                  <a:srgbClr val="231F20"/>
                </a:solidFill>
                <a:latin typeface="Arial"/>
                <a:cs typeface="Arial"/>
              </a:rPr>
              <a:t> </a:t>
            </a:r>
            <a:r>
              <a:rPr sz="1000" dirty="0">
                <a:solidFill>
                  <a:srgbClr val="231F20"/>
                </a:solidFill>
                <a:latin typeface="Arial"/>
                <a:cs typeface="Arial"/>
              </a:rPr>
              <a:t>while discovering</a:t>
            </a:r>
            <a:r>
              <a:rPr sz="1000" spc="-5" dirty="0">
                <a:solidFill>
                  <a:srgbClr val="231F20"/>
                </a:solidFill>
                <a:latin typeface="Arial"/>
                <a:cs typeface="Arial"/>
              </a:rPr>
              <a:t> </a:t>
            </a:r>
            <a:r>
              <a:rPr sz="1000" dirty="0">
                <a:solidFill>
                  <a:srgbClr val="231F20"/>
                </a:solidFill>
                <a:latin typeface="Arial"/>
                <a:cs typeface="Arial"/>
              </a:rPr>
              <a:t>the </a:t>
            </a:r>
            <a:r>
              <a:rPr sz="1000" spc="-20" dirty="0">
                <a:solidFill>
                  <a:srgbClr val="231F20"/>
                </a:solidFill>
                <a:latin typeface="Arial"/>
                <a:cs typeface="Arial"/>
              </a:rPr>
              <a:t>magic</a:t>
            </a:r>
            <a:r>
              <a:rPr sz="1000" spc="50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nature</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science.</a:t>
            </a:r>
            <a:r>
              <a:rPr sz="1000" spc="-25" dirty="0">
                <a:solidFill>
                  <a:srgbClr val="231F20"/>
                </a:solidFill>
                <a:latin typeface="Arial"/>
                <a:cs typeface="Arial"/>
              </a:rPr>
              <a:t> </a:t>
            </a:r>
            <a:r>
              <a:rPr sz="1000" spc="-20" dirty="0">
                <a:solidFill>
                  <a:srgbClr val="231F20"/>
                </a:solidFill>
                <a:latin typeface="Arial"/>
                <a:cs typeface="Arial"/>
              </a:rPr>
              <a:t>Days</a:t>
            </a:r>
            <a:r>
              <a:rPr sz="1000" spc="-25" dirty="0">
                <a:solidFill>
                  <a:srgbClr val="231F20"/>
                </a:solidFill>
                <a:latin typeface="Arial"/>
                <a:cs typeface="Arial"/>
              </a:rPr>
              <a:t> </a:t>
            </a:r>
            <a:r>
              <a:rPr sz="1000" spc="-10" dirty="0">
                <a:solidFill>
                  <a:srgbClr val="231F20"/>
                </a:solidFill>
                <a:latin typeface="Arial"/>
                <a:cs typeface="Arial"/>
              </a:rPr>
              <a:t>End</a:t>
            </a:r>
            <a:r>
              <a:rPr sz="1000" spc="-20" dirty="0">
                <a:solidFill>
                  <a:srgbClr val="231F20"/>
                </a:solidFill>
                <a:latin typeface="Arial"/>
                <a:cs typeface="Arial"/>
              </a:rPr>
              <a:t> </a:t>
            </a:r>
            <a:r>
              <a:rPr sz="1000" spc="-30" dirty="0">
                <a:solidFill>
                  <a:srgbClr val="231F20"/>
                </a:solidFill>
                <a:latin typeface="Arial"/>
                <a:cs typeface="Arial"/>
              </a:rPr>
              <a:t>Farm</a:t>
            </a:r>
            <a:r>
              <a:rPr sz="1000" spc="-25" dirty="0">
                <a:solidFill>
                  <a:srgbClr val="231F20"/>
                </a:solidFill>
                <a:latin typeface="Arial"/>
                <a:cs typeface="Arial"/>
              </a:rPr>
              <a:t> </a:t>
            </a:r>
            <a:r>
              <a:rPr sz="1000" dirty="0">
                <a:solidFill>
                  <a:srgbClr val="231F20"/>
                </a:solidFill>
                <a:latin typeface="Arial"/>
                <a:cs typeface="Arial"/>
              </a:rPr>
              <a:t>Horse</a:t>
            </a:r>
            <a:r>
              <a:rPr sz="1000" spc="-20" dirty="0">
                <a:solidFill>
                  <a:srgbClr val="231F20"/>
                </a:solidFill>
                <a:latin typeface="Arial"/>
                <a:cs typeface="Arial"/>
              </a:rPr>
              <a:t> </a:t>
            </a:r>
            <a:r>
              <a:rPr sz="1000" spc="-25" dirty="0">
                <a:solidFill>
                  <a:srgbClr val="231F20"/>
                </a:solidFill>
                <a:latin typeface="Arial"/>
                <a:cs typeface="Arial"/>
              </a:rPr>
              <a:t>Rescue was</a:t>
            </a:r>
            <a:r>
              <a:rPr sz="1000" spc="50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destination</a:t>
            </a:r>
            <a:r>
              <a:rPr sz="1000" spc="10"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45" dirty="0">
                <a:solidFill>
                  <a:srgbClr val="231F20"/>
                </a:solidFill>
                <a:latin typeface="Arial"/>
                <a:cs typeface="Arial"/>
              </a:rPr>
              <a:t>G1</a:t>
            </a:r>
            <a:r>
              <a:rPr sz="1000" spc="10" dirty="0">
                <a:solidFill>
                  <a:srgbClr val="231F20"/>
                </a:solidFill>
                <a:latin typeface="Arial"/>
                <a:cs typeface="Arial"/>
              </a:rPr>
              <a:t> </a:t>
            </a:r>
            <a:r>
              <a:rPr sz="1000" spc="-10" dirty="0">
                <a:solidFill>
                  <a:srgbClr val="231F20"/>
                </a:solidFill>
                <a:latin typeface="Arial"/>
                <a:cs typeface="Arial"/>
              </a:rPr>
              <a:t>Poohs</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spc="-10" dirty="0">
                <a:solidFill>
                  <a:srgbClr val="231F20"/>
                </a:solidFill>
                <a:latin typeface="Arial"/>
                <a:cs typeface="Arial"/>
              </a:rPr>
              <a:t>equine </a:t>
            </a:r>
            <a:r>
              <a:rPr sz="1000" dirty="0">
                <a:solidFill>
                  <a:srgbClr val="231F20"/>
                </a:solidFill>
                <a:latin typeface="Arial"/>
                <a:cs typeface="Arial"/>
              </a:rPr>
              <a:t>welfare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advocacy.</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spc="-10" dirty="0">
                <a:solidFill>
                  <a:srgbClr val="231F20"/>
                </a:solidFill>
                <a:latin typeface="Arial"/>
                <a:cs typeface="Arial"/>
              </a:rPr>
              <a:t>saw</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transformative</a:t>
            </a:r>
            <a:endParaRPr sz="1000">
              <a:latin typeface="Arial"/>
              <a:cs typeface="Arial"/>
            </a:endParaRPr>
          </a:p>
        </p:txBody>
      </p:sp>
      <p:sp>
        <p:nvSpPr>
          <p:cNvPr id="5" name="object 5"/>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4</a:t>
            </a:r>
            <a:r>
              <a:rPr lang="en-US" spc="-25" dirty="0"/>
              <a:t>8</a:t>
            </a:r>
            <a:endParaRPr spc="-25" dirty="0"/>
          </a:p>
        </p:txBody>
      </p:sp>
      <p:sp>
        <p:nvSpPr>
          <p:cNvPr id="4" name="object 4"/>
          <p:cNvSpPr txBox="1"/>
          <p:nvPr/>
        </p:nvSpPr>
        <p:spPr>
          <a:xfrm>
            <a:off x="4016375" y="2266175"/>
            <a:ext cx="3299460" cy="6997700"/>
          </a:xfrm>
          <a:prstGeom prst="rect">
            <a:avLst/>
          </a:prstGeom>
        </p:spPr>
        <p:txBody>
          <a:bodyPr vert="horz" wrap="square" lIns="0" tIns="12700" rIns="0" bIns="0" rtlCol="0">
            <a:spAutoFit/>
          </a:bodyPr>
          <a:lstStyle/>
          <a:p>
            <a:pPr marL="12700" marR="217170">
              <a:lnSpc>
                <a:spcPct val="100000"/>
              </a:lnSpc>
              <a:spcBef>
                <a:spcPts val="100"/>
              </a:spcBef>
            </a:pPr>
            <a:r>
              <a:rPr sz="1000" dirty="0">
                <a:solidFill>
                  <a:srgbClr val="231F20"/>
                </a:solidFill>
                <a:latin typeface="Arial"/>
                <a:cs typeface="Arial"/>
              </a:rPr>
              <a:t>journey</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neglected</a:t>
            </a:r>
            <a:r>
              <a:rPr sz="1000" spc="25" dirty="0">
                <a:solidFill>
                  <a:srgbClr val="231F20"/>
                </a:solidFill>
                <a:latin typeface="Arial"/>
                <a:cs typeface="Arial"/>
              </a:rPr>
              <a:t> </a:t>
            </a:r>
            <a:r>
              <a:rPr sz="1000" dirty="0">
                <a:solidFill>
                  <a:srgbClr val="231F20"/>
                </a:solidFill>
                <a:latin typeface="Arial"/>
                <a:cs typeface="Arial"/>
              </a:rPr>
              <a:t>horses</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rehabilitation.</a:t>
            </a:r>
            <a:r>
              <a:rPr sz="1000" spc="25" dirty="0">
                <a:solidFill>
                  <a:srgbClr val="231F20"/>
                </a:solidFill>
                <a:latin typeface="Arial"/>
                <a:cs typeface="Arial"/>
              </a:rPr>
              <a:t> </a:t>
            </a:r>
            <a:r>
              <a:rPr sz="1000" spc="-10" dirty="0">
                <a:solidFill>
                  <a:srgbClr val="231F20"/>
                </a:solidFill>
                <a:latin typeface="Arial"/>
                <a:cs typeface="Arial"/>
              </a:rPr>
              <a:t>Minimum </a:t>
            </a:r>
            <a:r>
              <a:rPr sz="1000" dirty="0">
                <a:solidFill>
                  <a:srgbClr val="231F20"/>
                </a:solidFill>
                <a:latin typeface="Arial"/>
                <a:cs typeface="Arial"/>
              </a:rPr>
              <a:t>care</a:t>
            </a:r>
            <a:r>
              <a:rPr sz="1000" spc="-25" dirty="0">
                <a:solidFill>
                  <a:srgbClr val="231F20"/>
                </a:solidFill>
                <a:latin typeface="Arial"/>
                <a:cs typeface="Arial"/>
              </a:rPr>
              <a:t> </a:t>
            </a:r>
            <a:r>
              <a:rPr sz="1000" dirty="0">
                <a:solidFill>
                  <a:srgbClr val="231F20"/>
                </a:solidFill>
                <a:latin typeface="Arial"/>
                <a:cs typeface="Arial"/>
              </a:rPr>
              <a:t>standards</a:t>
            </a:r>
            <a:r>
              <a:rPr sz="1000" spc="-20"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horses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including</a:t>
            </a:r>
            <a:r>
              <a:rPr sz="1000" spc="-25" dirty="0">
                <a:solidFill>
                  <a:srgbClr val="231F20"/>
                </a:solidFill>
                <a:latin typeface="Arial"/>
                <a:cs typeface="Arial"/>
              </a:rPr>
              <a:t> </a:t>
            </a:r>
            <a:r>
              <a:rPr sz="1000" spc="-20" dirty="0">
                <a:solidFill>
                  <a:srgbClr val="231F20"/>
                </a:solidFill>
                <a:latin typeface="Arial"/>
                <a:cs typeface="Arial"/>
              </a:rPr>
              <a:t>food, </a:t>
            </a:r>
            <a:r>
              <a:rPr sz="1000" spc="-10" dirty="0">
                <a:solidFill>
                  <a:srgbClr val="231F20"/>
                </a:solidFill>
                <a:latin typeface="Arial"/>
                <a:cs typeface="Arial"/>
              </a:rPr>
              <a:t>water,</a:t>
            </a:r>
            <a:r>
              <a:rPr sz="1000" spc="-25" dirty="0">
                <a:solidFill>
                  <a:srgbClr val="231F20"/>
                </a:solidFill>
                <a:latin typeface="Arial"/>
                <a:cs typeface="Arial"/>
              </a:rPr>
              <a:t> </a:t>
            </a:r>
            <a:r>
              <a:rPr sz="1000" dirty="0">
                <a:solidFill>
                  <a:srgbClr val="231F20"/>
                </a:solidFill>
                <a:latin typeface="Arial"/>
                <a:cs typeface="Arial"/>
              </a:rPr>
              <a:t>veterinary</a:t>
            </a:r>
            <a:r>
              <a:rPr sz="1000" spc="-20" dirty="0">
                <a:solidFill>
                  <a:srgbClr val="231F20"/>
                </a:solidFill>
                <a:latin typeface="Arial"/>
                <a:cs typeface="Arial"/>
              </a:rPr>
              <a:t> </a:t>
            </a:r>
            <a:r>
              <a:rPr sz="1000" spc="-10" dirty="0">
                <a:solidFill>
                  <a:srgbClr val="231F20"/>
                </a:solidFill>
                <a:latin typeface="Arial"/>
                <a:cs typeface="Arial"/>
              </a:rPr>
              <a:t>care,</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shelter,</a:t>
            </a:r>
            <a:r>
              <a:rPr sz="1000" spc="-20" dirty="0">
                <a:solidFill>
                  <a:srgbClr val="231F20"/>
                </a:solidFill>
                <a:latin typeface="Arial"/>
                <a:cs typeface="Arial"/>
              </a:rPr>
              <a:t> </a:t>
            </a:r>
            <a:r>
              <a:rPr sz="1000" dirty="0">
                <a:solidFill>
                  <a:srgbClr val="231F20"/>
                </a:solidFill>
                <a:latin typeface="Arial"/>
                <a:cs typeface="Arial"/>
              </a:rPr>
              <a:t>were</a:t>
            </a:r>
            <a:r>
              <a:rPr sz="1000" spc="-20" dirty="0">
                <a:solidFill>
                  <a:srgbClr val="231F20"/>
                </a:solidFill>
                <a:latin typeface="Arial"/>
                <a:cs typeface="Arial"/>
              </a:rPr>
              <a:t> </a:t>
            </a:r>
            <a:r>
              <a:rPr sz="1000" spc="-10" dirty="0">
                <a:solidFill>
                  <a:srgbClr val="231F20"/>
                </a:solidFill>
                <a:latin typeface="Arial"/>
                <a:cs typeface="Arial"/>
              </a:rPr>
              <a:t>highlighted.</a:t>
            </a:r>
            <a:endParaRPr sz="1000">
              <a:latin typeface="Arial"/>
              <a:cs typeface="Arial"/>
            </a:endParaRPr>
          </a:p>
          <a:p>
            <a:pPr marL="12700" marR="15875">
              <a:lnSpc>
                <a:spcPct val="100000"/>
              </a:lnSpc>
            </a:pPr>
            <a:r>
              <a:rPr sz="1000" dirty="0">
                <a:solidFill>
                  <a:srgbClr val="231F20"/>
                </a:solidFill>
                <a:latin typeface="Arial"/>
                <a:cs typeface="Arial"/>
              </a:rPr>
              <a:t>Interacting with</a:t>
            </a:r>
            <a:r>
              <a:rPr sz="1000" spc="5" dirty="0">
                <a:solidFill>
                  <a:srgbClr val="231F20"/>
                </a:solidFill>
                <a:latin typeface="Arial"/>
                <a:cs typeface="Arial"/>
              </a:rPr>
              <a:t> </a:t>
            </a:r>
            <a:r>
              <a:rPr sz="1000" spc="-20" dirty="0">
                <a:solidFill>
                  <a:srgbClr val="231F20"/>
                </a:solidFill>
                <a:latin typeface="Arial"/>
                <a:cs typeface="Arial"/>
              </a:rPr>
              <a:t>"Barney,"</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former</a:t>
            </a:r>
            <a:r>
              <a:rPr sz="1000" spc="5" dirty="0">
                <a:solidFill>
                  <a:srgbClr val="231F20"/>
                </a:solidFill>
                <a:latin typeface="Arial"/>
                <a:cs typeface="Arial"/>
              </a:rPr>
              <a:t> </a:t>
            </a:r>
            <a:r>
              <a:rPr sz="1000" dirty="0">
                <a:solidFill>
                  <a:srgbClr val="231F20"/>
                </a:solidFill>
                <a:latin typeface="Arial"/>
                <a:cs typeface="Arial"/>
              </a:rPr>
              <a:t>police horse,</a:t>
            </a:r>
            <a:r>
              <a:rPr sz="1000" spc="5" dirty="0">
                <a:solidFill>
                  <a:srgbClr val="231F20"/>
                </a:solidFill>
                <a:latin typeface="Arial"/>
                <a:cs typeface="Arial"/>
              </a:rPr>
              <a:t> </a:t>
            </a:r>
            <a:r>
              <a:rPr sz="1000" dirty="0">
                <a:solidFill>
                  <a:srgbClr val="231F20"/>
                </a:solidFill>
                <a:latin typeface="Arial"/>
                <a:cs typeface="Arial"/>
              </a:rPr>
              <a:t>left</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lasting </a:t>
            </a:r>
            <a:r>
              <a:rPr sz="1000" spc="-10" dirty="0">
                <a:solidFill>
                  <a:srgbClr val="231F20"/>
                </a:solidFill>
                <a:latin typeface="Arial"/>
                <a:cs typeface="Arial"/>
              </a:rPr>
              <a:t>impression.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concluded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visit</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VisArts,</a:t>
            </a:r>
            <a:r>
              <a:rPr sz="1000" spc="-10"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One</a:t>
            </a:r>
            <a:r>
              <a:rPr sz="1000" spc="-10" dirty="0">
                <a:solidFill>
                  <a:srgbClr val="231F20"/>
                </a:solidFill>
                <a:latin typeface="Arial"/>
                <a:cs typeface="Arial"/>
              </a:rPr>
              <a:t> </a:t>
            </a:r>
            <a:r>
              <a:rPr sz="1000" dirty="0">
                <a:solidFill>
                  <a:srgbClr val="231F20"/>
                </a:solidFill>
                <a:latin typeface="Arial"/>
                <a:cs typeface="Arial"/>
              </a:rPr>
              <a:t>Artists</a:t>
            </a:r>
            <a:r>
              <a:rPr sz="1000" spc="-5" dirty="0">
                <a:solidFill>
                  <a:srgbClr val="231F20"/>
                </a:solidFill>
                <a:latin typeface="Arial"/>
                <a:cs typeface="Arial"/>
              </a:rPr>
              <a:t> </a:t>
            </a:r>
            <a:r>
              <a:rPr sz="1000" spc="-25" dirty="0">
                <a:solidFill>
                  <a:srgbClr val="231F20"/>
                </a:solidFill>
                <a:latin typeface="Arial"/>
                <a:cs typeface="Arial"/>
              </a:rPr>
              <a:t>Liam,</a:t>
            </a:r>
            <a:r>
              <a:rPr sz="1000" spc="-10" dirty="0">
                <a:solidFill>
                  <a:srgbClr val="231F20"/>
                </a:solidFill>
                <a:latin typeface="Arial"/>
                <a:cs typeface="Arial"/>
              </a:rPr>
              <a:t> William </a:t>
            </a:r>
            <a:r>
              <a:rPr sz="1000" spc="-20" dirty="0">
                <a:solidFill>
                  <a:srgbClr val="231F20"/>
                </a:solidFill>
                <a:latin typeface="Arial"/>
                <a:cs typeface="Arial"/>
              </a:rPr>
              <a:t>Isaiah,</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friends</a:t>
            </a:r>
            <a:r>
              <a:rPr sz="1000" spc="10" dirty="0">
                <a:solidFill>
                  <a:srgbClr val="231F20"/>
                </a:solidFill>
                <a:latin typeface="Arial"/>
                <a:cs typeface="Arial"/>
              </a:rPr>
              <a:t> </a:t>
            </a:r>
            <a:r>
              <a:rPr sz="1000" dirty="0">
                <a:solidFill>
                  <a:srgbClr val="231F20"/>
                </a:solidFill>
                <a:latin typeface="Arial"/>
                <a:cs typeface="Arial"/>
              </a:rPr>
              <a:t>delved</a:t>
            </a:r>
            <a:r>
              <a:rPr sz="1000" spc="10"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dirty="0">
                <a:solidFill>
                  <a:srgbClr val="231F20"/>
                </a:solidFill>
                <a:latin typeface="Arial"/>
                <a:cs typeface="Arial"/>
              </a:rPr>
              <a:t>sculpting</a:t>
            </a:r>
            <a:r>
              <a:rPr sz="1000" spc="10" dirty="0">
                <a:solidFill>
                  <a:srgbClr val="231F20"/>
                </a:solidFill>
                <a:latin typeface="Arial"/>
                <a:cs typeface="Arial"/>
              </a:rPr>
              <a:t> </a:t>
            </a:r>
            <a:r>
              <a:rPr sz="1000" dirty="0">
                <a:solidFill>
                  <a:srgbClr val="231F20"/>
                </a:solidFill>
                <a:latin typeface="Arial"/>
                <a:cs typeface="Arial"/>
              </a:rPr>
              <a:t>techniques.</a:t>
            </a:r>
            <a:r>
              <a:rPr sz="1000" spc="10" dirty="0">
                <a:solidFill>
                  <a:srgbClr val="231F20"/>
                </a:solidFill>
                <a:latin typeface="Arial"/>
                <a:cs typeface="Arial"/>
              </a:rPr>
              <a:t> </a:t>
            </a:r>
            <a:r>
              <a:rPr sz="1000" spc="-20" dirty="0">
                <a:solidFill>
                  <a:srgbClr val="231F20"/>
                </a:solidFill>
                <a:latin typeface="Arial"/>
                <a:cs typeface="Arial"/>
              </a:rPr>
              <a:t>Using </a:t>
            </a:r>
            <a:r>
              <a:rPr sz="1000" spc="-25" dirty="0">
                <a:solidFill>
                  <a:srgbClr val="231F20"/>
                </a:solidFill>
                <a:latin typeface="Arial"/>
                <a:cs typeface="Arial"/>
              </a:rPr>
              <a:t>clay,</a:t>
            </a:r>
            <a:r>
              <a:rPr sz="1000" spc="-10" dirty="0">
                <a:solidFill>
                  <a:srgbClr val="231F20"/>
                </a:solidFill>
                <a:latin typeface="Arial"/>
                <a:cs typeface="Arial"/>
              </a:rPr>
              <a:t> </a:t>
            </a:r>
            <a:r>
              <a:rPr sz="1000" dirty="0">
                <a:solidFill>
                  <a:srgbClr val="231F20"/>
                </a:solidFill>
                <a:latin typeface="Arial"/>
                <a:cs typeface="Arial"/>
              </a:rPr>
              <a:t>texture</a:t>
            </a:r>
            <a:r>
              <a:rPr sz="1000" spc="-5" dirty="0">
                <a:solidFill>
                  <a:srgbClr val="231F20"/>
                </a:solidFill>
                <a:latin typeface="Arial"/>
                <a:cs typeface="Arial"/>
              </a:rPr>
              <a:t> </a:t>
            </a:r>
            <a:r>
              <a:rPr sz="1000" spc="-10" dirty="0">
                <a:solidFill>
                  <a:srgbClr val="231F20"/>
                </a:solidFill>
                <a:latin typeface="Arial"/>
                <a:cs typeface="Arial"/>
              </a:rPr>
              <a:t>mats, stamps,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boundless</a:t>
            </a:r>
            <a:r>
              <a:rPr sz="1000" spc="-10" dirty="0">
                <a:solidFill>
                  <a:srgbClr val="231F20"/>
                </a:solidFill>
                <a:latin typeface="Arial"/>
                <a:cs typeface="Arial"/>
              </a:rPr>
              <a:t> creativity,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crafted</a:t>
            </a:r>
            <a:r>
              <a:rPr sz="1000" spc="20" dirty="0">
                <a:solidFill>
                  <a:srgbClr val="231F20"/>
                </a:solidFill>
                <a:latin typeface="Arial"/>
                <a:cs typeface="Arial"/>
              </a:rPr>
              <a:t> </a:t>
            </a:r>
            <a:r>
              <a:rPr sz="1000" spc="-10" dirty="0">
                <a:solidFill>
                  <a:srgbClr val="231F20"/>
                </a:solidFill>
                <a:latin typeface="Arial"/>
                <a:cs typeface="Arial"/>
              </a:rPr>
              <a:t>ceramic</a:t>
            </a:r>
            <a:r>
              <a:rPr sz="1000" spc="15" dirty="0">
                <a:solidFill>
                  <a:srgbClr val="231F20"/>
                </a:solidFill>
                <a:latin typeface="Arial"/>
                <a:cs typeface="Arial"/>
              </a:rPr>
              <a:t> </a:t>
            </a:r>
            <a:r>
              <a:rPr sz="1000" dirty="0">
                <a:solidFill>
                  <a:srgbClr val="231F20"/>
                </a:solidFill>
                <a:latin typeface="Arial"/>
                <a:cs typeface="Arial"/>
              </a:rPr>
              <a:t>artwork,</a:t>
            </a:r>
            <a:r>
              <a:rPr sz="1000" spc="20" dirty="0">
                <a:solidFill>
                  <a:srgbClr val="231F20"/>
                </a:solidFill>
                <a:latin typeface="Arial"/>
                <a:cs typeface="Arial"/>
              </a:rPr>
              <a:t> </a:t>
            </a:r>
            <a:r>
              <a:rPr sz="1000" dirty="0">
                <a:solidFill>
                  <a:srgbClr val="231F20"/>
                </a:solidFill>
                <a:latin typeface="Arial"/>
                <a:cs typeface="Arial"/>
              </a:rPr>
              <a:t>taking</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first</a:t>
            </a:r>
            <a:r>
              <a:rPr sz="1000" spc="20" dirty="0">
                <a:solidFill>
                  <a:srgbClr val="231F20"/>
                </a:solidFill>
                <a:latin typeface="Arial"/>
                <a:cs typeface="Arial"/>
              </a:rPr>
              <a:t> </a:t>
            </a:r>
            <a:r>
              <a:rPr sz="1000" spc="-20" dirty="0">
                <a:solidFill>
                  <a:srgbClr val="231F20"/>
                </a:solidFill>
                <a:latin typeface="Arial"/>
                <a:cs typeface="Arial"/>
              </a:rPr>
              <a:t>steps </a:t>
            </a:r>
            <a:r>
              <a:rPr sz="1000" dirty="0">
                <a:solidFill>
                  <a:srgbClr val="231F20"/>
                </a:solidFill>
                <a:latin typeface="Arial"/>
                <a:cs typeface="Arial"/>
              </a:rPr>
              <a:t>towards</a:t>
            </a:r>
            <a:r>
              <a:rPr sz="1000" spc="5" dirty="0">
                <a:solidFill>
                  <a:srgbClr val="231F20"/>
                </a:solidFill>
                <a:latin typeface="Arial"/>
                <a:cs typeface="Arial"/>
              </a:rPr>
              <a:t> </a:t>
            </a:r>
            <a:r>
              <a:rPr sz="1000" dirty="0">
                <a:solidFill>
                  <a:srgbClr val="231F20"/>
                </a:solidFill>
                <a:latin typeface="Arial"/>
                <a:cs typeface="Arial"/>
              </a:rPr>
              <a:t>becoming</a:t>
            </a:r>
            <a:r>
              <a:rPr sz="1000" spc="5" dirty="0">
                <a:solidFill>
                  <a:srgbClr val="231F20"/>
                </a:solidFill>
                <a:latin typeface="Arial"/>
                <a:cs typeface="Arial"/>
              </a:rPr>
              <a:t> </a:t>
            </a:r>
            <a:r>
              <a:rPr sz="1000" dirty="0">
                <a:solidFill>
                  <a:srgbClr val="231F20"/>
                </a:solidFill>
                <a:latin typeface="Arial"/>
                <a:cs typeface="Arial"/>
              </a:rPr>
              <a:t>visionary</a:t>
            </a:r>
            <a:r>
              <a:rPr sz="1000" spc="5" dirty="0">
                <a:solidFill>
                  <a:srgbClr val="231F20"/>
                </a:solidFill>
                <a:latin typeface="Arial"/>
                <a:cs typeface="Arial"/>
              </a:rPr>
              <a:t> </a:t>
            </a:r>
            <a:r>
              <a:rPr sz="1000" spc="-10" dirty="0">
                <a:solidFill>
                  <a:srgbClr val="231F20"/>
                </a:solidFill>
                <a:latin typeface="Arial"/>
                <a:cs typeface="Arial"/>
              </a:rPr>
              <a:t>artists.</a:t>
            </a:r>
            <a:endParaRPr sz="1000">
              <a:latin typeface="Arial"/>
              <a:cs typeface="Arial"/>
            </a:endParaRPr>
          </a:p>
          <a:p>
            <a:pPr marL="12700" marR="127000">
              <a:lnSpc>
                <a:spcPct val="100000"/>
              </a:lnSpc>
              <a:spcBef>
                <a:spcPts val="900"/>
              </a:spcBef>
            </a:pPr>
            <a:r>
              <a:rPr sz="1000" dirty="0">
                <a:solidFill>
                  <a:srgbClr val="231F20"/>
                </a:solidFill>
                <a:latin typeface="Arial"/>
                <a:cs typeface="Arial"/>
              </a:rPr>
              <a:t>Group 2's</a:t>
            </a:r>
            <a:r>
              <a:rPr sz="1000" spc="5" dirty="0">
                <a:solidFill>
                  <a:srgbClr val="231F20"/>
                </a:solidFill>
                <a:latin typeface="Arial"/>
                <a:cs typeface="Arial"/>
              </a:rPr>
              <a:t> </a:t>
            </a:r>
            <a:r>
              <a:rPr sz="1000" dirty="0">
                <a:solidFill>
                  <a:srgbClr val="231F20"/>
                </a:solidFill>
                <a:latin typeface="Arial"/>
                <a:cs typeface="Arial"/>
              </a:rPr>
              <a:t>2022–2023</a:t>
            </a:r>
            <a:r>
              <a:rPr sz="1000" spc="5" dirty="0">
                <a:solidFill>
                  <a:srgbClr val="231F20"/>
                </a:solidFill>
                <a:latin typeface="Arial"/>
                <a:cs typeface="Arial"/>
              </a:rPr>
              <a:t> </a:t>
            </a:r>
            <a:r>
              <a:rPr sz="1000" spc="-10" dirty="0">
                <a:solidFill>
                  <a:srgbClr val="231F20"/>
                </a:solidFill>
                <a:latin typeface="Arial"/>
                <a:cs typeface="Arial"/>
              </a:rPr>
              <a:t>Program</a:t>
            </a:r>
            <a:r>
              <a:rPr sz="1000" spc="5" dirty="0">
                <a:solidFill>
                  <a:srgbClr val="231F20"/>
                </a:solidFill>
                <a:latin typeface="Arial"/>
                <a:cs typeface="Arial"/>
              </a:rPr>
              <a:t> </a:t>
            </a:r>
            <a:r>
              <a:rPr sz="1000" spc="-45" dirty="0">
                <a:solidFill>
                  <a:srgbClr val="231F20"/>
                </a:solidFill>
                <a:latin typeface="Arial"/>
                <a:cs typeface="Arial"/>
              </a:rPr>
              <a:t>Year,</a:t>
            </a:r>
            <a:r>
              <a:rPr sz="1000" dirty="0">
                <a:solidFill>
                  <a:srgbClr val="231F20"/>
                </a:solidFill>
                <a:latin typeface="Arial"/>
                <a:cs typeface="Arial"/>
              </a:rPr>
              <a:t> 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tapestry</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experiences</a:t>
            </a:r>
            <a:r>
              <a:rPr sz="1000" spc="45" dirty="0">
                <a:solidFill>
                  <a:srgbClr val="231F20"/>
                </a:solidFill>
                <a:latin typeface="Arial"/>
                <a:cs typeface="Arial"/>
              </a:rPr>
              <a:t> </a:t>
            </a:r>
            <a:r>
              <a:rPr sz="1000" dirty="0">
                <a:solidFill>
                  <a:srgbClr val="231F20"/>
                </a:solidFill>
                <a:latin typeface="Arial"/>
                <a:cs typeface="Arial"/>
              </a:rPr>
              <a:t>unfolded,</a:t>
            </a:r>
            <a:r>
              <a:rPr sz="1000" spc="45" dirty="0">
                <a:solidFill>
                  <a:srgbClr val="231F20"/>
                </a:solidFill>
                <a:latin typeface="Arial"/>
                <a:cs typeface="Arial"/>
              </a:rPr>
              <a:t> </a:t>
            </a:r>
            <a:r>
              <a:rPr sz="1000" dirty="0">
                <a:solidFill>
                  <a:srgbClr val="231F20"/>
                </a:solidFill>
                <a:latin typeface="Arial"/>
                <a:cs typeface="Arial"/>
              </a:rPr>
              <a:t>fostering</a:t>
            </a:r>
            <a:r>
              <a:rPr sz="1000" spc="45" dirty="0">
                <a:solidFill>
                  <a:srgbClr val="231F20"/>
                </a:solidFill>
                <a:latin typeface="Arial"/>
                <a:cs typeface="Arial"/>
              </a:rPr>
              <a:t> </a:t>
            </a:r>
            <a:r>
              <a:rPr sz="1000" dirty="0">
                <a:solidFill>
                  <a:srgbClr val="231F20"/>
                </a:solidFill>
                <a:latin typeface="Arial"/>
                <a:cs typeface="Arial"/>
              </a:rPr>
              <a:t>knowledge,</a:t>
            </a:r>
            <a:r>
              <a:rPr sz="1000" spc="50" dirty="0">
                <a:solidFill>
                  <a:srgbClr val="231F20"/>
                </a:solidFill>
                <a:latin typeface="Arial"/>
                <a:cs typeface="Arial"/>
              </a:rPr>
              <a:t> </a:t>
            </a:r>
            <a:r>
              <a:rPr sz="1000" spc="-10" dirty="0">
                <a:solidFill>
                  <a:srgbClr val="231F20"/>
                </a:solidFill>
                <a:latin typeface="Arial"/>
                <a:cs typeface="Arial"/>
              </a:rPr>
              <a:t>resilience,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community.</a:t>
            </a:r>
            <a:r>
              <a:rPr sz="1000" spc="-15" dirty="0">
                <a:solidFill>
                  <a:srgbClr val="231F20"/>
                </a:solidFill>
                <a:latin typeface="Arial"/>
                <a:cs typeface="Arial"/>
              </a:rPr>
              <a:t> </a:t>
            </a:r>
            <a:r>
              <a:rPr sz="1000" spc="-10" dirty="0">
                <a:solidFill>
                  <a:srgbClr val="231F20"/>
                </a:solidFill>
                <a:latin typeface="Arial"/>
                <a:cs typeface="Arial"/>
              </a:rPr>
              <a:t>This</a:t>
            </a:r>
            <a:r>
              <a:rPr sz="1000" spc="-20" dirty="0">
                <a:solidFill>
                  <a:srgbClr val="231F20"/>
                </a:solidFill>
                <a:latin typeface="Arial"/>
                <a:cs typeface="Arial"/>
              </a:rPr>
              <a:t> </a:t>
            </a:r>
            <a:r>
              <a:rPr sz="1000" dirty="0">
                <a:solidFill>
                  <a:srgbClr val="231F20"/>
                </a:solidFill>
                <a:latin typeface="Arial"/>
                <a:cs typeface="Arial"/>
              </a:rPr>
              <a:t>chapter</a:t>
            </a:r>
            <a:r>
              <a:rPr sz="1000" spc="-15" dirty="0">
                <a:solidFill>
                  <a:srgbClr val="231F20"/>
                </a:solidFill>
                <a:latin typeface="Arial"/>
                <a:cs typeface="Arial"/>
              </a:rPr>
              <a:t> </a:t>
            </a:r>
            <a:r>
              <a:rPr sz="1000" dirty="0">
                <a:solidFill>
                  <a:srgbClr val="231F20"/>
                </a:solidFill>
                <a:latin typeface="Arial"/>
                <a:cs typeface="Arial"/>
              </a:rPr>
              <a:t>takes</a:t>
            </a:r>
            <a:r>
              <a:rPr sz="1000" spc="-15" dirty="0">
                <a:solidFill>
                  <a:srgbClr val="231F20"/>
                </a:solidFill>
                <a:latin typeface="Arial"/>
                <a:cs typeface="Arial"/>
              </a:rPr>
              <a:t> </a:t>
            </a:r>
            <a:r>
              <a:rPr sz="1000" dirty="0">
                <a:solidFill>
                  <a:srgbClr val="231F20"/>
                </a:solidFill>
                <a:latin typeface="Arial"/>
                <a:cs typeface="Arial"/>
              </a:rPr>
              <a:t>you</a:t>
            </a:r>
            <a:r>
              <a:rPr sz="1000" spc="-20"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journey </a:t>
            </a:r>
            <a:r>
              <a:rPr sz="1000" dirty="0">
                <a:solidFill>
                  <a:srgbClr val="231F20"/>
                </a:solidFill>
                <a:latin typeface="Arial"/>
                <a:cs typeface="Arial"/>
              </a:rPr>
              <a:t>through</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diverse</a:t>
            </a:r>
            <a:r>
              <a:rPr sz="1000" spc="20"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dirty="0">
                <a:solidFill>
                  <a:srgbClr val="231F20"/>
                </a:solidFill>
                <a:latin typeface="Arial"/>
                <a:cs typeface="Arial"/>
              </a:rPr>
              <a:t>each</a:t>
            </a:r>
            <a:r>
              <a:rPr sz="1000" spc="20" dirty="0">
                <a:solidFill>
                  <a:srgbClr val="231F20"/>
                </a:solidFill>
                <a:latin typeface="Arial"/>
                <a:cs typeface="Arial"/>
              </a:rPr>
              <a:t> </a:t>
            </a:r>
            <a:r>
              <a:rPr sz="1000" dirty="0">
                <a:solidFill>
                  <a:srgbClr val="231F20"/>
                </a:solidFill>
                <a:latin typeface="Arial"/>
                <a:cs typeface="Arial"/>
              </a:rPr>
              <a:t>designed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inspire </a:t>
            </a:r>
            <a:r>
              <a:rPr sz="1000" dirty="0">
                <a:solidFill>
                  <a:srgbClr val="231F20"/>
                </a:solidFill>
                <a:latin typeface="Arial"/>
                <a:cs typeface="Arial"/>
              </a:rPr>
              <a:t>growth</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commenced</a:t>
            </a:r>
            <a:r>
              <a:rPr sz="1000" spc="50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legislative</a:t>
            </a:r>
            <a:r>
              <a:rPr sz="1000" spc="-5" dirty="0">
                <a:solidFill>
                  <a:srgbClr val="231F20"/>
                </a:solidFill>
                <a:latin typeface="Arial"/>
                <a:cs typeface="Arial"/>
              </a:rPr>
              <a:t> </a:t>
            </a:r>
            <a:r>
              <a:rPr sz="1000" dirty="0">
                <a:solidFill>
                  <a:srgbClr val="231F20"/>
                </a:solidFill>
                <a:latin typeface="Arial"/>
                <a:cs typeface="Arial"/>
              </a:rPr>
              <a:t>focus</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dirty="0">
                <a:solidFill>
                  <a:srgbClr val="231F20"/>
                </a:solidFill>
                <a:latin typeface="Arial"/>
                <a:cs typeface="Arial"/>
              </a:rPr>
              <a:t>visited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native </a:t>
            </a:r>
            <a:r>
              <a:rPr sz="1000" dirty="0">
                <a:solidFill>
                  <a:srgbClr val="231F20"/>
                </a:solidFill>
                <a:latin typeface="Arial"/>
                <a:cs typeface="Arial"/>
              </a:rPr>
              <a:t>bees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honey</a:t>
            </a:r>
            <a:r>
              <a:rPr sz="1000" spc="-5" dirty="0">
                <a:solidFill>
                  <a:srgbClr val="231F20"/>
                </a:solidFill>
                <a:latin typeface="Arial"/>
                <a:cs typeface="Arial"/>
              </a:rPr>
              <a:t> </a:t>
            </a:r>
            <a:r>
              <a:rPr sz="1000" dirty="0">
                <a:solidFill>
                  <a:srgbClr val="231F20"/>
                </a:solidFill>
                <a:latin typeface="Arial"/>
                <a:cs typeface="Arial"/>
              </a:rPr>
              <a:t>bees</a:t>
            </a:r>
            <a:r>
              <a:rPr sz="1000" spc="-5" dirty="0">
                <a:solidFill>
                  <a:srgbClr val="231F20"/>
                </a:solidFill>
                <a:latin typeface="Arial"/>
                <a:cs typeface="Arial"/>
              </a:rPr>
              <a:t> </a:t>
            </a:r>
            <a:r>
              <a:rPr sz="1000" dirty="0">
                <a:solidFill>
                  <a:srgbClr val="231F20"/>
                </a:solidFill>
                <a:latin typeface="Arial"/>
                <a:cs typeface="Arial"/>
              </a:rPr>
              <a:t>apiary</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Brookside</a:t>
            </a:r>
            <a:r>
              <a:rPr sz="1000" spc="-5" dirty="0">
                <a:solidFill>
                  <a:srgbClr val="231F20"/>
                </a:solidFill>
                <a:latin typeface="Arial"/>
                <a:cs typeface="Arial"/>
              </a:rPr>
              <a:t> </a:t>
            </a:r>
            <a:r>
              <a:rPr sz="1000" spc="-10" dirty="0">
                <a:solidFill>
                  <a:srgbClr val="231F20"/>
                </a:solidFill>
                <a:latin typeface="Arial"/>
                <a:cs typeface="Arial"/>
              </a:rPr>
              <a:t>Gardens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Nature</a:t>
            </a:r>
            <a:r>
              <a:rPr sz="1000" spc="-5" dirty="0">
                <a:solidFill>
                  <a:srgbClr val="231F20"/>
                </a:solidFill>
                <a:latin typeface="Arial"/>
                <a:cs typeface="Arial"/>
              </a:rPr>
              <a:t> </a:t>
            </a:r>
            <a:r>
              <a:rPr sz="1000" spc="-1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Here,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delved</a:t>
            </a:r>
            <a:r>
              <a:rPr sz="1000" spc="-5" dirty="0">
                <a:solidFill>
                  <a:srgbClr val="231F20"/>
                </a:solidFill>
                <a:latin typeface="Arial"/>
                <a:cs typeface="Arial"/>
              </a:rPr>
              <a:t> </a:t>
            </a:r>
            <a:r>
              <a:rPr sz="1000" dirty="0">
                <a:solidFill>
                  <a:srgbClr val="231F20"/>
                </a:solidFill>
                <a:latin typeface="Arial"/>
                <a:cs typeface="Arial"/>
              </a:rPr>
              <a:t>into the</a:t>
            </a:r>
            <a:r>
              <a:rPr sz="1000" spc="-5" dirty="0">
                <a:solidFill>
                  <a:srgbClr val="231F20"/>
                </a:solidFill>
                <a:latin typeface="Arial"/>
                <a:cs typeface="Arial"/>
              </a:rPr>
              <a:t> </a:t>
            </a:r>
            <a:r>
              <a:rPr sz="1000" spc="-10" dirty="0">
                <a:solidFill>
                  <a:srgbClr val="231F20"/>
                </a:solidFill>
                <a:latin typeface="Arial"/>
                <a:cs typeface="Arial"/>
              </a:rPr>
              <a:t>significance</a:t>
            </a:r>
            <a:endParaRPr sz="1000">
              <a:latin typeface="Arial"/>
              <a:cs typeface="Arial"/>
            </a:endParaRPr>
          </a:p>
          <a:p>
            <a:pPr marL="12700" marR="24765">
              <a:lnSpc>
                <a:spcPct val="100000"/>
              </a:lnSpc>
            </a:pP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bees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environment,</a:t>
            </a:r>
            <a:r>
              <a:rPr sz="1000" spc="15" dirty="0">
                <a:solidFill>
                  <a:srgbClr val="231F20"/>
                </a:solidFill>
                <a:latin typeface="Arial"/>
                <a:cs typeface="Arial"/>
              </a:rPr>
              <a:t> </a:t>
            </a:r>
            <a:r>
              <a:rPr sz="1000" dirty="0">
                <a:solidFill>
                  <a:srgbClr val="231F20"/>
                </a:solidFill>
                <a:latin typeface="Arial"/>
                <a:cs typeface="Arial"/>
              </a:rPr>
              <a:t>understanding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vital</a:t>
            </a:r>
            <a:r>
              <a:rPr sz="1000" spc="15" dirty="0">
                <a:solidFill>
                  <a:srgbClr val="231F20"/>
                </a:solidFill>
                <a:latin typeface="Arial"/>
                <a:cs typeface="Arial"/>
              </a:rPr>
              <a:t> </a:t>
            </a:r>
            <a:r>
              <a:rPr sz="1000" spc="-20" dirty="0">
                <a:solidFill>
                  <a:srgbClr val="231F20"/>
                </a:solidFill>
                <a:latin typeface="Arial"/>
                <a:cs typeface="Arial"/>
              </a:rPr>
              <a:t>role </a:t>
            </a:r>
            <a:r>
              <a:rPr sz="1000" dirty="0">
                <a:solidFill>
                  <a:srgbClr val="231F20"/>
                </a:solidFill>
                <a:latin typeface="Arial"/>
                <a:cs typeface="Arial"/>
              </a:rPr>
              <a:t>these</a:t>
            </a:r>
            <a:r>
              <a:rPr sz="1000" spc="-5" dirty="0">
                <a:solidFill>
                  <a:srgbClr val="231F20"/>
                </a:solidFill>
                <a:latin typeface="Arial"/>
                <a:cs typeface="Arial"/>
              </a:rPr>
              <a:t> </a:t>
            </a:r>
            <a:r>
              <a:rPr sz="1000" dirty="0">
                <a:solidFill>
                  <a:srgbClr val="231F20"/>
                </a:solidFill>
                <a:latin typeface="Arial"/>
                <a:cs typeface="Arial"/>
              </a:rPr>
              <a:t>pollinators play</a:t>
            </a:r>
            <a:r>
              <a:rPr sz="1000" spc="-5" dirty="0">
                <a:solidFill>
                  <a:srgbClr val="231F20"/>
                </a:solidFill>
                <a:latin typeface="Arial"/>
                <a:cs typeface="Arial"/>
              </a:rPr>
              <a:t> </a:t>
            </a:r>
            <a:r>
              <a:rPr sz="1000" dirty="0">
                <a:solidFill>
                  <a:srgbClr val="231F20"/>
                </a:solidFill>
                <a:latin typeface="Arial"/>
                <a:cs typeface="Arial"/>
              </a:rPr>
              <a:t>in sustaining our</a:t>
            </a:r>
            <a:r>
              <a:rPr sz="1000" spc="-5" dirty="0">
                <a:solidFill>
                  <a:srgbClr val="231F20"/>
                </a:solidFill>
                <a:latin typeface="Arial"/>
                <a:cs typeface="Arial"/>
              </a:rPr>
              <a:t> </a:t>
            </a:r>
            <a:r>
              <a:rPr sz="1000" spc="-10" dirty="0">
                <a:solidFill>
                  <a:srgbClr val="231F20"/>
                </a:solidFill>
                <a:latin typeface="Arial"/>
                <a:cs typeface="Arial"/>
              </a:rPr>
              <a:t>ecosystems.</a:t>
            </a:r>
            <a:r>
              <a:rPr sz="100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memorable evening at Butler's</a:t>
            </a:r>
            <a:r>
              <a:rPr sz="1000" spc="5" dirty="0">
                <a:solidFill>
                  <a:srgbClr val="231F20"/>
                </a:solidFill>
                <a:latin typeface="Arial"/>
                <a:cs typeface="Arial"/>
              </a:rPr>
              <a:t> </a:t>
            </a:r>
            <a:r>
              <a:rPr sz="1000" dirty="0">
                <a:solidFill>
                  <a:srgbClr val="231F20"/>
                </a:solidFill>
                <a:latin typeface="Arial"/>
                <a:cs typeface="Arial"/>
              </a:rPr>
              <a:t>Orchard brought </a:t>
            </a:r>
            <a:r>
              <a:rPr sz="1000" spc="-10" dirty="0">
                <a:solidFill>
                  <a:srgbClr val="231F20"/>
                </a:solidFill>
                <a:latin typeface="Arial"/>
                <a:cs typeface="Arial"/>
              </a:rPr>
              <a:t>families </a:t>
            </a:r>
            <a:r>
              <a:rPr sz="1000" dirty="0">
                <a:solidFill>
                  <a:srgbClr val="231F20"/>
                </a:solidFill>
                <a:latin typeface="Arial"/>
                <a:cs typeface="Arial"/>
              </a:rPr>
              <a:t>together</a:t>
            </a:r>
            <a:r>
              <a:rPr sz="1000" spc="10" dirty="0">
                <a:solidFill>
                  <a:srgbClr val="231F20"/>
                </a:solidFill>
                <a:latin typeface="Arial"/>
                <a:cs typeface="Arial"/>
              </a:rPr>
              <a:t> </a:t>
            </a:r>
            <a:r>
              <a:rPr sz="1000" dirty="0">
                <a:solidFill>
                  <a:srgbClr val="231F20"/>
                </a:solidFill>
                <a:latin typeface="Arial"/>
                <a:cs typeface="Arial"/>
              </a:rPr>
              <a:t>around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bonfire.</a:t>
            </a:r>
            <a:r>
              <a:rPr sz="1000" spc="10" dirty="0">
                <a:solidFill>
                  <a:srgbClr val="231F20"/>
                </a:solidFill>
                <a:latin typeface="Arial"/>
                <a:cs typeface="Arial"/>
              </a:rPr>
              <a:t> </a:t>
            </a:r>
            <a:r>
              <a:rPr sz="1000" spc="-1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open</a:t>
            </a:r>
            <a:r>
              <a:rPr sz="1000" spc="15"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spc="-10" dirty="0">
                <a:solidFill>
                  <a:srgbClr val="231F20"/>
                </a:solidFill>
                <a:latin typeface="Arial"/>
                <a:cs typeface="Arial"/>
              </a:rPr>
              <a:t>welcomed</a:t>
            </a:r>
            <a:r>
              <a:rPr sz="1000" spc="500" dirty="0">
                <a:solidFill>
                  <a:srgbClr val="231F20"/>
                </a:solidFill>
                <a:latin typeface="Arial"/>
                <a:cs typeface="Arial"/>
              </a:rPr>
              <a:t> </a:t>
            </a:r>
            <a:r>
              <a:rPr sz="1000" dirty="0">
                <a:solidFill>
                  <a:srgbClr val="231F20"/>
                </a:solidFill>
                <a:latin typeface="Arial"/>
                <a:cs typeface="Arial"/>
              </a:rPr>
              <a:t>new</a:t>
            </a:r>
            <a:r>
              <a:rPr sz="1000" spc="-5" dirty="0">
                <a:solidFill>
                  <a:srgbClr val="231F20"/>
                </a:solidFill>
                <a:latin typeface="Arial"/>
                <a:cs typeface="Arial"/>
              </a:rPr>
              <a:t> </a:t>
            </a:r>
            <a:r>
              <a:rPr sz="1000" dirty="0">
                <a:solidFill>
                  <a:srgbClr val="231F20"/>
                </a:solidFill>
                <a:latin typeface="Arial"/>
                <a:cs typeface="Arial"/>
              </a:rPr>
              <a:t>members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prospective</a:t>
            </a:r>
            <a:r>
              <a:rPr sz="1000" spc="-5" dirty="0">
                <a:solidFill>
                  <a:srgbClr val="231F20"/>
                </a:solidFill>
                <a:latin typeface="Arial"/>
                <a:cs typeface="Arial"/>
              </a:rPr>
              <a:t> </a:t>
            </a:r>
            <a:r>
              <a:rPr sz="1000" spc="-10" dirty="0">
                <a:solidFill>
                  <a:srgbClr val="231F20"/>
                </a:solidFill>
                <a:latin typeface="Arial"/>
                <a:cs typeface="Arial"/>
              </a:rPr>
              <a:t>moms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enjoy</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cool, </a:t>
            </a:r>
            <a:r>
              <a:rPr sz="1000" spc="-20" dirty="0">
                <a:solidFill>
                  <a:srgbClr val="231F20"/>
                </a:solidFill>
                <a:latin typeface="Arial"/>
                <a:cs typeface="Arial"/>
              </a:rPr>
              <a:t>fall </a:t>
            </a:r>
            <a:r>
              <a:rPr sz="1000" dirty="0">
                <a:solidFill>
                  <a:srgbClr val="231F20"/>
                </a:solidFill>
                <a:latin typeface="Arial"/>
                <a:cs typeface="Arial"/>
              </a:rPr>
              <a:t>night. The</a:t>
            </a:r>
            <a:r>
              <a:rPr sz="1000" spc="5" dirty="0">
                <a:solidFill>
                  <a:srgbClr val="231F20"/>
                </a:solidFill>
                <a:latin typeface="Arial"/>
                <a:cs typeface="Arial"/>
              </a:rPr>
              <a:t> </a:t>
            </a:r>
            <a:r>
              <a:rPr sz="1000" dirty="0">
                <a:solidFill>
                  <a:srgbClr val="231F20"/>
                </a:solidFill>
                <a:latin typeface="Arial"/>
                <a:cs typeface="Arial"/>
              </a:rPr>
              <a:t>evening</a:t>
            </a:r>
            <a:r>
              <a:rPr sz="1000" spc="5" dirty="0">
                <a:solidFill>
                  <a:srgbClr val="231F20"/>
                </a:solidFill>
                <a:latin typeface="Arial"/>
                <a:cs typeface="Arial"/>
              </a:rPr>
              <a:t> </a:t>
            </a:r>
            <a:r>
              <a:rPr sz="1000" dirty="0">
                <a:solidFill>
                  <a:srgbClr val="231F20"/>
                </a:solidFill>
                <a:latin typeface="Arial"/>
                <a:cs typeface="Arial"/>
              </a:rPr>
              <a:t>started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hayride around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farm,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prelude to the warmth</a:t>
            </a:r>
            <a:r>
              <a:rPr sz="1000" spc="-5" dirty="0">
                <a:solidFill>
                  <a:srgbClr val="231F20"/>
                </a:solidFill>
                <a:latin typeface="Arial"/>
                <a:cs typeface="Arial"/>
              </a:rPr>
              <a:t> </a:t>
            </a:r>
            <a:r>
              <a:rPr sz="1000" dirty="0">
                <a:solidFill>
                  <a:srgbClr val="231F20"/>
                </a:solidFill>
                <a:latin typeface="Arial"/>
                <a:cs typeface="Arial"/>
              </a:rPr>
              <a:t>of the bonfire. Safety</a:t>
            </a:r>
            <a:r>
              <a:rPr sz="1000" spc="-5" dirty="0">
                <a:solidFill>
                  <a:srgbClr val="231F20"/>
                </a:solidFill>
                <a:latin typeface="Arial"/>
                <a:cs typeface="Arial"/>
              </a:rPr>
              <a:t> </a:t>
            </a:r>
            <a:r>
              <a:rPr sz="1000" dirty="0">
                <a:solidFill>
                  <a:srgbClr val="231F20"/>
                </a:solidFill>
                <a:latin typeface="Arial"/>
                <a:cs typeface="Arial"/>
              </a:rPr>
              <a:t>around </a:t>
            </a:r>
            <a:r>
              <a:rPr sz="1000" spc="-20" dirty="0">
                <a:solidFill>
                  <a:srgbClr val="231F20"/>
                </a:solidFill>
                <a:latin typeface="Arial"/>
                <a:cs typeface="Arial"/>
              </a:rPr>
              <a:t>fire </a:t>
            </a:r>
            <a:r>
              <a:rPr sz="1000" dirty="0">
                <a:solidFill>
                  <a:srgbClr val="231F20"/>
                </a:solidFill>
                <a:latin typeface="Arial"/>
                <a:cs typeface="Arial"/>
              </a:rPr>
              <a:t>was</a:t>
            </a:r>
            <a:r>
              <a:rPr sz="1000" spc="-10" dirty="0">
                <a:solidFill>
                  <a:srgbClr val="231F20"/>
                </a:solidFill>
                <a:latin typeface="Arial"/>
                <a:cs typeface="Arial"/>
              </a:rPr>
              <a:t> emphasized,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families</a:t>
            </a:r>
            <a:r>
              <a:rPr sz="1000" spc="-10" dirty="0">
                <a:solidFill>
                  <a:srgbClr val="231F20"/>
                </a:solidFill>
                <a:latin typeface="Arial"/>
                <a:cs typeface="Arial"/>
              </a:rPr>
              <a:t> </a:t>
            </a:r>
            <a:r>
              <a:rPr sz="1000" dirty="0">
                <a:solidFill>
                  <a:srgbClr val="231F20"/>
                </a:solidFill>
                <a:latin typeface="Arial"/>
                <a:cs typeface="Arial"/>
              </a:rPr>
              <a:t>roasted</a:t>
            </a:r>
            <a:r>
              <a:rPr sz="1000" spc="-10" dirty="0">
                <a:solidFill>
                  <a:srgbClr val="231F20"/>
                </a:solidFill>
                <a:latin typeface="Arial"/>
                <a:cs typeface="Arial"/>
              </a:rPr>
              <a:t> </a:t>
            </a:r>
            <a:r>
              <a:rPr sz="1000" dirty="0">
                <a:solidFill>
                  <a:srgbClr val="231F20"/>
                </a:solidFill>
                <a:latin typeface="Arial"/>
                <a:cs typeface="Arial"/>
              </a:rPr>
              <a:t>hotdogs</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20" dirty="0">
                <a:solidFill>
                  <a:srgbClr val="231F20"/>
                </a:solidFill>
                <a:latin typeface="Arial"/>
                <a:cs typeface="Arial"/>
              </a:rPr>
              <a:t>fire- </a:t>
            </a:r>
            <a:r>
              <a:rPr sz="1000" dirty="0">
                <a:solidFill>
                  <a:srgbClr val="231F20"/>
                </a:solidFill>
                <a:latin typeface="Arial"/>
                <a:cs typeface="Arial"/>
              </a:rPr>
              <a:t>safe</a:t>
            </a:r>
            <a:r>
              <a:rPr sz="1000" spc="-10" dirty="0">
                <a:solidFill>
                  <a:srgbClr val="231F20"/>
                </a:solidFill>
                <a:latin typeface="Arial"/>
                <a:cs typeface="Arial"/>
              </a:rPr>
              <a:t> skewers.</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adults</a:t>
            </a:r>
            <a:r>
              <a:rPr sz="1000" spc="-5" dirty="0">
                <a:solidFill>
                  <a:srgbClr val="231F20"/>
                </a:solidFill>
                <a:latin typeface="Arial"/>
                <a:cs typeface="Arial"/>
              </a:rPr>
              <a:t> </a:t>
            </a:r>
            <a:r>
              <a:rPr sz="1000" dirty="0">
                <a:solidFill>
                  <a:srgbClr val="231F20"/>
                </a:solidFill>
                <a:latin typeface="Arial"/>
                <a:cs typeface="Arial"/>
              </a:rPr>
              <a:t>introduced</a:t>
            </a:r>
            <a:r>
              <a:rPr sz="1000" spc="-5" dirty="0">
                <a:solidFill>
                  <a:srgbClr val="231F20"/>
                </a:solidFill>
                <a:latin typeface="Arial"/>
                <a:cs typeface="Arial"/>
              </a:rPr>
              <a:t> </a:t>
            </a:r>
            <a:r>
              <a:rPr sz="1000" spc="-10" dirty="0">
                <a:solidFill>
                  <a:srgbClr val="231F20"/>
                </a:solidFill>
                <a:latin typeface="Arial"/>
                <a:cs typeface="Arial"/>
              </a:rPr>
              <a:t>themselves,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historical</a:t>
            </a:r>
            <a:r>
              <a:rPr sz="1000" spc="5" dirty="0">
                <a:solidFill>
                  <a:srgbClr val="231F20"/>
                </a:solidFill>
                <a:latin typeface="Arial"/>
                <a:cs typeface="Arial"/>
              </a:rPr>
              <a:t> </a:t>
            </a:r>
            <a:r>
              <a:rPr sz="1000" dirty="0">
                <a:solidFill>
                  <a:srgbClr val="231F20"/>
                </a:solidFill>
                <a:latin typeface="Arial"/>
                <a:cs typeface="Arial"/>
              </a:rPr>
              <a:t>significance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"drinking</a:t>
            </a:r>
            <a:r>
              <a:rPr sz="1000" spc="10" dirty="0">
                <a:solidFill>
                  <a:srgbClr val="231F20"/>
                </a:solidFill>
                <a:latin typeface="Arial"/>
                <a:cs typeface="Arial"/>
              </a:rPr>
              <a:t> </a:t>
            </a:r>
            <a:r>
              <a:rPr sz="1000" spc="-10" dirty="0">
                <a:solidFill>
                  <a:srgbClr val="231F20"/>
                </a:solidFill>
                <a:latin typeface="Arial"/>
                <a:cs typeface="Arial"/>
              </a:rPr>
              <a:t>gourd"</a:t>
            </a:r>
            <a:endParaRPr sz="1000">
              <a:latin typeface="Arial"/>
              <a:cs typeface="Arial"/>
            </a:endParaRPr>
          </a:p>
          <a:p>
            <a:pPr marL="12700" marR="46990">
              <a:lnSpc>
                <a:spcPct val="100000"/>
              </a:lnSpc>
            </a:pPr>
            <a:r>
              <a:rPr sz="1000" dirty="0">
                <a:solidFill>
                  <a:srgbClr val="231F20"/>
                </a:solidFill>
                <a:latin typeface="Arial"/>
                <a:cs typeface="Arial"/>
              </a:rPr>
              <a:t>was</a:t>
            </a:r>
            <a:r>
              <a:rPr sz="1000" spc="-5" dirty="0">
                <a:solidFill>
                  <a:srgbClr val="231F20"/>
                </a:solidFill>
                <a:latin typeface="Arial"/>
                <a:cs typeface="Arial"/>
              </a:rPr>
              <a:t> </a:t>
            </a:r>
            <a:r>
              <a:rPr sz="1000" spc="-10" dirty="0">
                <a:solidFill>
                  <a:srgbClr val="231F20"/>
                </a:solidFill>
                <a:latin typeface="Arial"/>
                <a:cs typeface="Arial"/>
              </a:rPr>
              <a:t>shared,</a:t>
            </a:r>
            <a:r>
              <a:rPr sz="1000" spc="-5" dirty="0">
                <a:solidFill>
                  <a:srgbClr val="231F20"/>
                </a:solidFill>
                <a:latin typeface="Arial"/>
                <a:cs typeface="Arial"/>
              </a:rPr>
              <a:t> </a:t>
            </a:r>
            <a:r>
              <a:rPr sz="1000" dirty="0">
                <a:solidFill>
                  <a:srgbClr val="231F20"/>
                </a:solidFill>
                <a:latin typeface="Arial"/>
                <a:cs typeface="Arial"/>
              </a:rPr>
              <a:t>connecting</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 past.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night</a:t>
            </a:r>
            <a:r>
              <a:rPr sz="1000" spc="500" dirty="0">
                <a:solidFill>
                  <a:srgbClr val="231F20"/>
                </a:solidFill>
                <a:latin typeface="Arial"/>
                <a:cs typeface="Arial"/>
              </a:rPr>
              <a:t> </a:t>
            </a:r>
            <a:r>
              <a:rPr sz="1000" dirty="0">
                <a:solidFill>
                  <a:srgbClr val="231F20"/>
                </a:solidFill>
                <a:latin typeface="Arial"/>
                <a:cs typeface="Arial"/>
              </a:rPr>
              <a:t>ended</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spc="-10" dirty="0">
                <a:solidFill>
                  <a:srgbClr val="231F20"/>
                </a:solidFill>
                <a:latin typeface="Arial"/>
                <a:cs typeface="Arial"/>
              </a:rPr>
              <a:t>marshmallow</a:t>
            </a:r>
            <a:r>
              <a:rPr sz="1000" spc="20" dirty="0">
                <a:solidFill>
                  <a:srgbClr val="231F20"/>
                </a:solidFill>
                <a:latin typeface="Arial"/>
                <a:cs typeface="Arial"/>
              </a:rPr>
              <a:t> </a:t>
            </a:r>
            <a:r>
              <a:rPr sz="1000" dirty="0">
                <a:solidFill>
                  <a:srgbClr val="231F20"/>
                </a:solidFill>
                <a:latin typeface="Arial"/>
                <a:cs typeface="Arial"/>
              </a:rPr>
              <a:t>roasting</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cherished</a:t>
            </a:r>
            <a:r>
              <a:rPr sz="1000" spc="20" dirty="0">
                <a:solidFill>
                  <a:srgbClr val="231F20"/>
                </a:solidFill>
                <a:latin typeface="Arial"/>
                <a:cs typeface="Arial"/>
              </a:rPr>
              <a:t> </a:t>
            </a:r>
            <a:r>
              <a:rPr sz="1000" spc="-10" dirty="0">
                <a:solidFill>
                  <a:srgbClr val="231F20"/>
                </a:solidFill>
                <a:latin typeface="Arial"/>
                <a:cs typeface="Arial"/>
              </a:rPr>
              <a:t>family </a:t>
            </a:r>
            <a:r>
              <a:rPr sz="1000" dirty="0">
                <a:solidFill>
                  <a:srgbClr val="231F20"/>
                </a:solidFill>
                <a:latin typeface="Arial"/>
                <a:cs typeface="Arial"/>
              </a:rPr>
              <a:t>moment.</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November</a:t>
            </a:r>
            <a:r>
              <a:rPr sz="1000" spc="-5" dirty="0">
                <a:solidFill>
                  <a:srgbClr val="231F20"/>
                </a:solidFill>
                <a:latin typeface="Arial"/>
                <a:cs typeface="Arial"/>
              </a:rPr>
              <a:t> </a:t>
            </a:r>
            <a:r>
              <a:rPr sz="1000" spc="-75" dirty="0">
                <a:solidFill>
                  <a:srgbClr val="231F20"/>
                </a:solidFill>
                <a:latin typeface="Arial"/>
                <a:cs typeface="Arial"/>
              </a:rPr>
              <a:t>21,</a:t>
            </a:r>
            <a:r>
              <a:rPr sz="1000" spc="-5" dirty="0">
                <a:solidFill>
                  <a:srgbClr val="231F20"/>
                </a:solidFill>
                <a:latin typeface="Arial"/>
                <a:cs typeface="Arial"/>
              </a:rPr>
              <a:t> </a:t>
            </a:r>
            <a:r>
              <a:rPr sz="1000" dirty="0">
                <a:solidFill>
                  <a:srgbClr val="231F20"/>
                </a:solidFill>
                <a:latin typeface="Arial"/>
                <a:cs typeface="Arial"/>
              </a:rPr>
              <a:t>2022,</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spc="-10" dirty="0">
                <a:solidFill>
                  <a:srgbClr val="231F20"/>
                </a:solidFill>
                <a:latin typeface="Arial"/>
                <a:cs typeface="Arial"/>
              </a:rPr>
              <a:t>immersed </a:t>
            </a:r>
            <a:r>
              <a:rPr sz="1000" dirty="0">
                <a:solidFill>
                  <a:srgbClr val="231F20"/>
                </a:solidFill>
                <a:latin typeface="Arial"/>
                <a:cs typeface="Arial"/>
              </a:rPr>
              <a:t>themselves in</a:t>
            </a:r>
            <a:r>
              <a:rPr sz="1000" spc="5" dirty="0">
                <a:solidFill>
                  <a:srgbClr val="231F20"/>
                </a:solidFill>
                <a:latin typeface="Arial"/>
                <a:cs typeface="Arial"/>
              </a:rPr>
              <a:t> </a:t>
            </a:r>
            <a:r>
              <a:rPr sz="1000" dirty="0">
                <a:solidFill>
                  <a:srgbClr val="231F20"/>
                </a:solidFill>
                <a:latin typeface="Arial"/>
                <a:cs typeface="Arial"/>
              </a:rPr>
              <a:t>a virtual</a:t>
            </a:r>
            <a:r>
              <a:rPr sz="1000" spc="5" dirty="0">
                <a:solidFill>
                  <a:srgbClr val="231F20"/>
                </a:solidFill>
                <a:latin typeface="Arial"/>
                <a:cs typeface="Arial"/>
              </a:rPr>
              <a:t> </a:t>
            </a:r>
            <a:r>
              <a:rPr sz="1000" spc="-65" dirty="0">
                <a:solidFill>
                  <a:srgbClr val="231F20"/>
                </a:solidFill>
                <a:latin typeface="Arial"/>
                <a:cs typeface="Arial"/>
              </a:rPr>
              <a:t>STEM</a:t>
            </a:r>
            <a:r>
              <a:rPr sz="1000" spc="5" dirty="0">
                <a:solidFill>
                  <a:srgbClr val="231F20"/>
                </a:solidFill>
                <a:latin typeface="Arial"/>
                <a:cs typeface="Arial"/>
              </a:rPr>
              <a:t> </a:t>
            </a:r>
            <a:r>
              <a:rPr sz="1000" dirty="0">
                <a:solidFill>
                  <a:srgbClr val="231F20"/>
                </a:solidFill>
                <a:latin typeface="Arial"/>
                <a:cs typeface="Arial"/>
              </a:rPr>
              <a:t>activity focusing</a:t>
            </a:r>
            <a:r>
              <a:rPr sz="1000" spc="5" dirty="0">
                <a:solidFill>
                  <a:srgbClr val="231F20"/>
                </a:solidFill>
                <a:latin typeface="Arial"/>
                <a:cs typeface="Arial"/>
              </a:rPr>
              <a:t> </a:t>
            </a:r>
            <a:r>
              <a:rPr sz="1000" dirty="0">
                <a:solidFill>
                  <a:srgbClr val="231F20"/>
                </a:solidFill>
                <a:latin typeface="Arial"/>
                <a:cs typeface="Arial"/>
              </a:rPr>
              <a:t>on </a:t>
            </a:r>
            <a:r>
              <a:rPr sz="1000" spc="-20" dirty="0">
                <a:solidFill>
                  <a:srgbClr val="231F20"/>
                </a:solidFill>
                <a:latin typeface="Arial"/>
                <a:cs typeface="Arial"/>
              </a:rPr>
              <a:t>germs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healthy</a:t>
            </a:r>
            <a:r>
              <a:rPr sz="1000" spc="-20" dirty="0">
                <a:solidFill>
                  <a:srgbClr val="231F20"/>
                </a:solidFill>
                <a:latin typeface="Arial"/>
                <a:cs typeface="Arial"/>
              </a:rPr>
              <a:t> </a:t>
            </a:r>
            <a:r>
              <a:rPr sz="1000" dirty="0">
                <a:solidFill>
                  <a:srgbClr val="231F20"/>
                </a:solidFill>
                <a:latin typeface="Arial"/>
                <a:cs typeface="Arial"/>
              </a:rPr>
              <a:t>habits.</a:t>
            </a:r>
            <a:r>
              <a:rPr sz="1000" spc="-20" dirty="0">
                <a:solidFill>
                  <a:srgbClr val="231F20"/>
                </a:solidFill>
                <a:latin typeface="Arial"/>
                <a:cs typeface="Arial"/>
              </a:rPr>
              <a:t> </a:t>
            </a:r>
            <a:r>
              <a:rPr sz="1000" spc="-40" dirty="0">
                <a:solidFill>
                  <a:srgbClr val="231F20"/>
                </a:solidFill>
                <a:latin typeface="Arial"/>
                <a:cs typeface="Arial"/>
              </a:rPr>
              <a:t>Dr.</a:t>
            </a:r>
            <a:r>
              <a:rPr sz="1000" spc="-20" dirty="0">
                <a:solidFill>
                  <a:srgbClr val="231F20"/>
                </a:solidFill>
                <a:latin typeface="Arial"/>
                <a:cs typeface="Arial"/>
              </a:rPr>
              <a:t> </a:t>
            </a:r>
            <a:r>
              <a:rPr sz="1000" spc="-10" dirty="0">
                <a:solidFill>
                  <a:srgbClr val="231F20"/>
                </a:solidFill>
                <a:latin typeface="Arial"/>
                <a:cs typeface="Arial"/>
              </a:rPr>
              <a:t>Leigh-</a:t>
            </a:r>
            <a:r>
              <a:rPr sz="1000" dirty="0">
                <a:solidFill>
                  <a:srgbClr val="231F20"/>
                </a:solidFill>
                <a:latin typeface="Arial"/>
                <a:cs typeface="Arial"/>
              </a:rPr>
              <a:t>Ann</a:t>
            </a:r>
            <a:r>
              <a:rPr sz="1000" spc="-20" dirty="0">
                <a:solidFill>
                  <a:srgbClr val="231F20"/>
                </a:solidFill>
                <a:latin typeface="Arial"/>
                <a:cs typeface="Arial"/>
              </a:rPr>
              <a:t> </a:t>
            </a:r>
            <a:r>
              <a:rPr sz="1000" spc="-10" dirty="0">
                <a:solidFill>
                  <a:srgbClr val="231F20"/>
                </a:solidFill>
                <a:latin typeface="Arial"/>
                <a:cs typeface="Arial"/>
              </a:rPr>
              <a:t>Webb,</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UVA </a:t>
            </a:r>
            <a:r>
              <a:rPr sz="1000" spc="-10" dirty="0">
                <a:solidFill>
                  <a:srgbClr val="231F20"/>
                </a:solidFill>
                <a:latin typeface="Arial"/>
                <a:cs typeface="Arial"/>
              </a:rPr>
              <a:t>physician, </a:t>
            </a:r>
            <a:r>
              <a:rPr sz="1000" dirty="0">
                <a:solidFill>
                  <a:srgbClr val="231F20"/>
                </a:solidFill>
                <a:latin typeface="Arial"/>
                <a:cs typeface="Arial"/>
              </a:rPr>
              <a:t>shared</a:t>
            </a:r>
            <a:r>
              <a:rPr sz="1000" spc="15" dirty="0">
                <a:solidFill>
                  <a:srgbClr val="231F20"/>
                </a:solidFill>
                <a:latin typeface="Arial"/>
                <a:cs typeface="Arial"/>
              </a:rPr>
              <a:t> </a:t>
            </a:r>
            <a:r>
              <a:rPr sz="1000" dirty="0">
                <a:solidFill>
                  <a:srgbClr val="231F20"/>
                </a:solidFill>
                <a:latin typeface="Arial"/>
                <a:cs typeface="Arial"/>
              </a:rPr>
              <a:t>her</a:t>
            </a:r>
            <a:r>
              <a:rPr sz="1000" spc="20" dirty="0">
                <a:solidFill>
                  <a:srgbClr val="231F20"/>
                </a:solidFill>
                <a:latin typeface="Arial"/>
                <a:cs typeface="Arial"/>
              </a:rPr>
              <a:t> </a:t>
            </a:r>
            <a:r>
              <a:rPr sz="1000" spc="-35" dirty="0">
                <a:solidFill>
                  <a:srgbClr val="231F20"/>
                </a:solidFill>
                <a:latin typeface="Arial"/>
                <a:cs typeface="Arial"/>
              </a:rPr>
              <a:t>COVID-</a:t>
            </a:r>
            <a:r>
              <a:rPr sz="1000" spc="-60" dirty="0">
                <a:solidFill>
                  <a:srgbClr val="231F20"/>
                </a:solidFill>
                <a:latin typeface="Arial"/>
                <a:cs typeface="Arial"/>
              </a:rPr>
              <a:t>19-</a:t>
            </a:r>
            <a:r>
              <a:rPr sz="1000" dirty="0">
                <a:solidFill>
                  <a:srgbClr val="231F20"/>
                </a:solidFill>
                <a:latin typeface="Arial"/>
                <a:cs typeface="Arial"/>
              </a:rPr>
              <a:t>themed</a:t>
            </a:r>
            <a:r>
              <a:rPr sz="1000" spc="20" dirty="0">
                <a:solidFill>
                  <a:srgbClr val="231F20"/>
                </a:solidFill>
                <a:latin typeface="Arial"/>
                <a:cs typeface="Arial"/>
              </a:rPr>
              <a:t> </a:t>
            </a:r>
            <a:r>
              <a:rPr sz="1000" dirty="0">
                <a:solidFill>
                  <a:srgbClr val="231F20"/>
                </a:solidFill>
                <a:latin typeface="Arial"/>
                <a:cs typeface="Arial"/>
              </a:rPr>
              <a:t>children's</a:t>
            </a:r>
            <a:r>
              <a:rPr sz="1000" spc="20" dirty="0">
                <a:solidFill>
                  <a:srgbClr val="231F20"/>
                </a:solidFill>
                <a:latin typeface="Arial"/>
                <a:cs typeface="Arial"/>
              </a:rPr>
              <a:t> </a:t>
            </a:r>
            <a:r>
              <a:rPr sz="1000" dirty="0">
                <a:solidFill>
                  <a:srgbClr val="231F20"/>
                </a:solidFill>
                <a:latin typeface="Arial"/>
                <a:cs typeface="Arial"/>
              </a:rPr>
              <a:t>book,</a:t>
            </a:r>
            <a:r>
              <a:rPr sz="1000" spc="20" dirty="0">
                <a:solidFill>
                  <a:srgbClr val="231F20"/>
                </a:solidFill>
                <a:latin typeface="Arial"/>
                <a:cs typeface="Arial"/>
              </a:rPr>
              <a:t> </a:t>
            </a:r>
            <a:r>
              <a:rPr sz="1000" spc="-10" dirty="0">
                <a:solidFill>
                  <a:srgbClr val="231F20"/>
                </a:solidFill>
                <a:latin typeface="Arial"/>
                <a:cs typeface="Arial"/>
              </a:rPr>
              <a:t>"We're </a:t>
            </a:r>
            <a:r>
              <a:rPr sz="1000" dirty="0">
                <a:solidFill>
                  <a:srgbClr val="231F20"/>
                </a:solidFill>
                <a:latin typeface="Arial"/>
                <a:cs typeface="Arial"/>
              </a:rPr>
              <a:t>Going</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Be</a:t>
            </a:r>
            <a:r>
              <a:rPr sz="1000" spc="5" dirty="0">
                <a:solidFill>
                  <a:srgbClr val="231F20"/>
                </a:solidFill>
                <a:latin typeface="Arial"/>
                <a:cs typeface="Arial"/>
              </a:rPr>
              <a:t> </a:t>
            </a:r>
            <a:r>
              <a:rPr sz="1000" spc="-50" dirty="0">
                <a:solidFill>
                  <a:srgbClr val="231F20"/>
                </a:solidFill>
                <a:latin typeface="Arial"/>
                <a:cs typeface="Arial"/>
              </a:rPr>
              <a:t>O.K."</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hands-</a:t>
            </a:r>
            <a:r>
              <a:rPr sz="1000" spc="-25" dirty="0">
                <a:solidFill>
                  <a:srgbClr val="231F20"/>
                </a:solidFill>
                <a:latin typeface="Arial"/>
                <a:cs typeface="Arial"/>
              </a:rPr>
              <a:t>on </a:t>
            </a:r>
            <a:r>
              <a:rPr sz="1000" dirty="0">
                <a:solidFill>
                  <a:srgbClr val="231F20"/>
                </a:solidFill>
                <a:latin typeface="Arial"/>
                <a:cs typeface="Arial"/>
              </a:rPr>
              <a:t>experiments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learn</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spc="-10" dirty="0">
                <a:solidFill>
                  <a:srgbClr val="231F20"/>
                </a:solidFill>
                <a:latin typeface="Arial"/>
                <a:cs typeface="Arial"/>
              </a:rPr>
              <a:t>germs,</a:t>
            </a:r>
            <a:r>
              <a:rPr sz="1000" spc="15" dirty="0">
                <a:solidFill>
                  <a:srgbClr val="231F20"/>
                </a:solidFill>
                <a:latin typeface="Arial"/>
                <a:cs typeface="Arial"/>
              </a:rPr>
              <a:t> </a:t>
            </a:r>
            <a:r>
              <a:rPr sz="1000" dirty="0">
                <a:solidFill>
                  <a:srgbClr val="231F20"/>
                </a:solidFill>
                <a:latin typeface="Arial"/>
                <a:cs typeface="Arial"/>
              </a:rPr>
              <a:t>proper</a:t>
            </a:r>
            <a:r>
              <a:rPr sz="1000" spc="15" dirty="0">
                <a:solidFill>
                  <a:srgbClr val="231F20"/>
                </a:solidFill>
                <a:latin typeface="Arial"/>
                <a:cs typeface="Arial"/>
              </a:rPr>
              <a:t> </a:t>
            </a:r>
            <a:r>
              <a:rPr sz="1000" spc="-10" dirty="0">
                <a:solidFill>
                  <a:srgbClr val="231F20"/>
                </a:solidFill>
                <a:latin typeface="Arial"/>
                <a:cs typeface="Arial"/>
              </a:rPr>
              <a:t>handwashing </a:t>
            </a:r>
            <a:r>
              <a:rPr sz="1000" dirty="0">
                <a:solidFill>
                  <a:srgbClr val="231F20"/>
                </a:solidFill>
                <a:latin typeface="Arial"/>
                <a:cs typeface="Arial"/>
              </a:rPr>
              <a:t>techniques, and</a:t>
            </a:r>
            <a:r>
              <a:rPr sz="1000" spc="5" dirty="0">
                <a:solidFill>
                  <a:srgbClr val="231F20"/>
                </a:solidFill>
                <a:latin typeface="Arial"/>
                <a:cs typeface="Arial"/>
              </a:rPr>
              <a:t> </a:t>
            </a:r>
            <a:r>
              <a:rPr sz="1000" dirty="0">
                <a:solidFill>
                  <a:srgbClr val="231F20"/>
                </a:solidFill>
                <a:latin typeface="Arial"/>
                <a:cs typeface="Arial"/>
              </a:rPr>
              <a:t>the role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soap.</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activity </a:t>
            </a:r>
            <a:r>
              <a:rPr sz="1000" spc="-10" dirty="0">
                <a:solidFill>
                  <a:srgbClr val="231F20"/>
                </a:solidFill>
                <a:latin typeface="Arial"/>
                <a:cs typeface="Arial"/>
              </a:rPr>
              <a:t>reinforced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importance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hygiene</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health</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spc="-10" dirty="0">
                <a:solidFill>
                  <a:srgbClr val="231F20"/>
                </a:solidFill>
                <a:latin typeface="Arial"/>
                <a:cs typeface="Arial"/>
              </a:rPr>
              <a:t>engaging</a:t>
            </a:r>
            <a:endParaRPr sz="1000">
              <a:latin typeface="Arial"/>
              <a:cs typeface="Arial"/>
            </a:endParaRPr>
          </a:p>
          <a:p>
            <a:pPr marL="12700" marR="5080">
              <a:lnSpc>
                <a:spcPct val="100000"/>
              </a:lnSpc>
            </a:pP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educational</a:t>
            </a:r>
            <a:r>
              <a:rPr sz="1000" spc="20" dirty="0">
                <a:solidFill>
                  <a:srgbClr val="231F20"/>
                </a:solidFill>
                <a:latin typeface="Arial"/>
                <a:cs typeface="Arial"/>
              </a:rPr>
              <a:t> </a:t>
            </a:r>
            <a:r>
              <a:rPr sz="1000" spc="-20" dirty="0">
                <a:solidFill>
                  <a:srgbClr val="231F20"/>
                </a:solidFill>
                <a:latin typeface="Arial"/>
                <a:cs typeface="Arial"/>
              </a:rPr>
              <a:t>manner.</a:t>
            </a:r>
            <a:r>
              <a:rPr sz="1000" spc="15" dirty="0">
                <a:solidFill>
                  <a:srgbClr val="231F20"/>
                </a:solidFill>
                <a:latin typeface="Arial"/>
                <a:cs typeface="Arial"/>
              </a:rPr>
              <a:t> </a:t>
            </a: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2</a:t>
            </a:r>
            <a:r>
              <a:rPr sz="1000" spc="20" dirty="0">
                <a:solidFill>
                  <a:srgbClr val="231F20"/>
                </a:solidFill>
                <a:latin typeface="Arial"/>
                <a:cs typeface="Arial"/>
              </a:rPr>
              <a:t> </a:t>
            </a:r>
            <a:r>
              <a:rPr sz="1000" dirty="0">
                <a:solidFill>
                  <a:srgbClr val="231F20"/>
                </a:solidFill>
                <a:latin typeface="Arial"/>
                <a:cs typeface="Arial"/>
              </a:rPr>
              <a:t>extended</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spc="-10" dirty="0">
                <a:solidFill>
                  <a:srgbClr val="231F20"/>
                </a:solidFill>
                <a:latin typeface="Arial"/>
                <a:cs typeface="Arial"/>
              </a:rPr>
              <a:t>hearts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hands</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Comfort</a:t>
            </a:r>
            <a:r>
              <a:rPr sz="1000" spc="5" dirty="0">
                <a:solidFill>
                  <a:srgbClr val="231F20"/>
                </a:solidFill>
                <a:latin typeface="Arial"/>
                <a:cs typeface="Arial"/>
              </a:rPr>
              <a:t> </a:t>
            </a:r>
            <a:r>
              <a:rPr sz="1000" spc="-25" dirty="0">
                <a:solidFill>
                  <a:srgbClr val="231F20"/>
                </a:solidFill>
                <a:latin typeface="Arial"/>
                <a:cs typeface="Arial"/>
              </a:rPr>
              <a:t>Cases,</a:t>
            </a:r>
            <a:r>
              <a:rPr sz="1000" spc="10"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contributed</a:t>
            </a:r>
            <a:r>
              <a:rPr sz="1000" spc="5"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providing</a:t>
            </a:r>
            <a:r>
              <a:rPr sz="1000" spc="10" dirty="0">
                <a:solidFill>
                  <a:srgbClr val="231F20"/>
                </a:solidFill>
                <a:latin typeface="Arial"/>
                <a:cs typeface="Arial"/>
              </a:rPr>
              <a:t> </a:t>
            </a:r>
            <a:r>
              <a:rPr sz="1000" dirty="0">
                <a:solidFill>
                  <a:srgbClr val="231F20"/>
                </a:solidFill>
                <a:latin typeface="Arial"/>
                <a:cs typeface="Arial"/>
              </a:rPr>
              <a:t>personal</a:t>
            </a:r>
            <a:r>
              <a:rPr sz="1000" spc="10" dirty="0">
                <a:solidFill>
                  <a:srgbClr val="231F20"/>
                </a:solidFill>
                <a:latin typeface="Arial"/>
                <a:cs typeface="Arial"/>
              </a:rPr>
              <a:t> </a:t>
            </a:r>
            <a:r>
              <a:rPr sz="1000" dirty="0">
                <a:solidFill>
                  <a:srgbClr val="231F20"/>
                </a:solidFill>
                <a:latin typeface="Arial"/>
                <a:cs typeface="Arial"/>
              </a:rPr>
              <a:t>care</a:t>
            </a:r>
            <a:r>
              <a:rPr sz="1000" spc="15" dirty="0">
                <a:solidFill>
                  <a:srgbClr val="231F20"/>
                </a:solidFill>
                <a:latin typeface="Arial"/>
                <a:cs typeface="Arial"/>
              </a:rPr>
              <a:t> </a:t>
            </a:r>
            <a:r>
              <a:rPr sz="1000" dirty="0">
                <a:solidFill>
                  <a:srgbClr val="231F20"/>
                </a:solidFill>
                <a:latin typeface="Arial"/>
                <a:cs typeface="Arial"/>
              </a:rPr>
              <a:t>items</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entering</a:t>
            </a:r>
            <a:r>
              <a:rPr sz="1000" spc="15" dirty="0">
                <a:solidFill>
                  <a:srgbClr val="231F20"/>
                </a:solidFill>
                <a:latin typeface="Arial"/>
                <a:cs typeface="Arial"/>
              </a:rPr>
              <a:t> </a:t>
            </a:r>
            <a:r>
              <a:rPr sz="1000" spc="-10" dirty="0">
                <a:solidFill>
                  <a:srgbClr val="231F20"/>
                </a:solidFill>
                <a:latin typeface="Arial"/>
                <a:cs typeface="Arial"/>
              </a:rPr>
              <a:t>foster care.</a:t>
            </a:r>
            <a:r>
              <a:rPr sz="1000" dirty="0">
                <a:solidFill>
                  <a:srgbClr val="231F20"/>
                </a:solidFill>
                <a:latin typeface="Arial"/>
                <a:cs typeface="Arial"/>
              </a:rPr>
              <a:t> Activities like</a:t>
            </a:r>
            <a:r>
              <a:rPr sz="1000" spc="5" dirty="0">
                <a:solidFill>
                  <a:srgbClr val="231F20"/>
                </a:solidFill>
                <a:latin typeface="Arial"/>
                <a:cs typeface="Arial"/>
              </a:rPr>
              <a:t> </a:t>
            </a:r>
            <a:r>
              <a:rPr sz="1000" dirty="0">
                <a:solidFill>
                  <a:srgbClr val="231F20"/>
                </a:solidFill>
                <a:latin typeface="Arial"/>
                <a:cs typeface="Arial"/>
              </a:rPr>
              <a:t>making bookmarks, labeling</a:t>
            </a:r>
            <a:r>
              <a:rPr sz="1000" spc="5" dirty="0">
                <a:solidFill>
                  <a:srgbClr val="231F20"/>
                </a:solidFill>
                <a:latin typeface="Arial"/>
                <a:cs typeface="Arial"/>
              </a:rPr>
              <a:t> </a:t>
            </a:r>
            <a:r>
              <a:rPr sz="1000" spc="-10" dirty="0">
                <a:solidFill>
                  <a:srgbClr val="231F20"/>
                </a:solidFill>
                <a:latin typeface="Arial"/>
                <a:cs typeface="Arial"/>
              </a:rPr>
              <a:t>books, </a:t>
            </a:r>
            <a:r>
              <a:rPr sz="1000" dirty="0">
                <a:solidFill>
                  <a:srgbClr val="231F20"/>
                </a:solidFill>
                <a:latin typeface="Arial"/>
                <a:cs typeface="Arial"/>
              </a:rPr>
              <a:t>folding</a:t>
            </a:r>
            <a:r>
              <a:rPr sz="1000" spc="5" dirty="0">
                <a:solidFill>
                  <a:srgbClr val="231F20"/>
                </a:solidFill>
                <a:latin typeface="Arial"/>
                <a:cs typeface="Arial"/>
              </a:rPr>
              <a:t> </a:t>
            </a:r>
            <a:r>
              <a:rPr sz="1000" dirty="0">
                <a:solidFill>
                  <a:srgbClr val="231F20"/>
                </a:solidFill>
                <a:latin typeface="Arial"/>
                <a:cs typeface="Arial"/>
              </a:rPr>
              <a:t>bibs,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assembling</a:t>
            </a:r>
            <a:r>
              <a:rPr sz="1000" spc="5" dirty="0">
                <a:solidFill>
                  <a:srgbClr val="231F20"/>
                </a:solidFill>
                <a:latin typeface="Arial"/>
                <a:cs typeface="Arial"/>
              </a:rPr>
              <a:t> </a:t>
            </a:r>
            <a:r>
              <a:rPr sz="1000" dirty="0">
                <a:solidFill>
                  <a:srgbClr val="231F20"/>
                </a:solidFill>
                <a:latin typeface="Arial"/>
                <a:cs typeface="Arial"/>
              </a:rPr>
              <a:t>toiletry</a:t>
            </a:r>
            <a:r>
              <a:rPr sz="1000" spc="10" dirty="0">
                <a:solidFill>
                  <a:srgbClr val="231F20"/>
                </a:solidFill>
                <a:latin typeface="Arial"/>
                <a:cs typeface="Arial"/>
              </a:rPr>
              <a:t> </a:t>
            </a:r>
            <a:r>
              <a:rPr sz="1000" dirty="0">
                <a:solidFill>
                  <a:srgbClr val="231F20"/>
                </a:solidFill>
                <a:latin typeface="Arial"/>
                <a:cs typeface="Arial"/>
              </a:rPr>
              <a:t>bags</a:t>
            </a:r>
            <a:r>
              <a:rPr sz="1000" spc="10" dirty="0">
                <a:solidFill>
                  <a:srgbClr val="231F20"/>
                </a:solidFill>
                <a:latin typeface="Arial"/>
                <a:cs typeface="Arial"/>
              </a:rPr>
              <a:t> </a:t>
            </a:r>
            <a:r>
              <a:rPr sz="1000" dirty="0">
                <a:solidFill>
                  <a:srgbClr val="231F20"/>
                </a:solidFill>
                <a:latin typeface="Arial"/>
                <a:cs typeface="Arial"/>
              </a:rPr>
              <a:t>allowed</a:t>
            </a:r>
            <a:r>
              <a:rPr sz="1000" spc="5"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understand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impact</a:t>
            </a:r>
            <a:r>
              <a:rPr sz="1000" spc="2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efforts</a:t>
            </a:r>
            <a:r>
              <a:rPr sz="1000" spc="25"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foster</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Trying</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donated</a:t>
            </a:r>
            <a:r>
              <a:rPr sz="1000" spc="5" dirty="0">
                <a:solidFill>
                  <a:srgbClr val="231F20"/>
                </a:solidFill>
                <a:latin typeface="Arial"/>
                <a:cs typeface="Arial"/>
              </a:rPr>
              <a:t> </a:t>
            </a:r>
            <a:r>
              <a:rPr sz="1000" dirty="0">
                <a:solidFill>
                  <a:srgbClr val="231F20"/>
                </a:solidFill>
                <a:latin typeface="Arial"/>
                <a:cs typeface="Arial"/>
              </a:rPr>
              <a:t>backpacks</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exploring</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contents</a:t>
            </a:r>
            <a:endParaRPr sz="1000">
              <a:latin typeface="Arial"/>
              <a:cs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569973"/>
            <a:ext cx="3309620" cy="7150100"/>
          </a:xfrm>
          <a:prstGeom prst="rect">
            <a:avLst/>
          </a:prstGeom>
        </p:spPr>
        <p:txBody>
          <a:bodyPr vert="horz" wrap="square" lIns="0" tIns="12700" rIns="0" bIns="0" rtlCol="0">
            <a:spAutoFit/>
          </a:bodyPr>
          <a:lstStyle/>
          <a:p>
            <a:pPr marL="12700" marR="154305">
              <a:lnSpc>
                <a:spcPct val="100000"/>
              </a:lnSpc>
              <a:spcBef>
                <a:spcPts val="100"/>
              </a:spcBef>
            </a:pPr>
            <a:r>
              <a:rPr sz="1000" dirty="0">
                <a:solidFill>
                  <a:srgbClr val="231F20"/>
                </a:solidFill>
                <a:latin typeface="Arial"/>
                <a:cs typeface="Arial"/>
              </a:rPr>
              <a:t>fostered empathy and connection. In a practical </a:t>
            </a:r>
            <a:r>
              <a:rPr sz="1000" spc="-10" dirty="0">
                <a:solidFill>
                  <a:srgbClr val="231F20"/>
                </a:solidFill>
                <a:latin typeface="Arial"/>
                <a:cs typeface="Arial"/>
              </a:rPr>
              <a:t>lesson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budgeting,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tasked</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grocery </a:t>
            </a:r>
            <a:r>
              <a:rPr sz="1000" dirty="0">
                <a:solidFill>
                  <a:srgbClr val="231F20"/>
                </a:solidFill>
                <a:latin typeface="Arial"/>
                <a:cs typeface="Arial"/>
              </a:rPr>
              <a:t>store</a:t>
            </a:r>
            <a:r>
              <a:rPr sz="1000" spc="5" dirty="0">
                <a:solidFill>
                  <a:srgbClr val="231F20"/>
                </a:solidFill>
                <a:latin typeface="Arial"/>
                <a:cs typeface="Arial"/>
              </a:rPr>
              <a:t> </a:t>
            </a:r>
            <a:r>
              <a:rPr sz="1000" dirty="0">
                <a:solidFill>
                  <a:srgbClr val="231F20"/>
                </a:solidFill>
                <a:latin typeface="Arial"/>
                <a:cs typeface="Arial"/>
              </a:rPr>
              <a:t>challenge.</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budget</a:t>
            </a:r>
            <a:r>
              <a:rPr sz="1000" spc="10" dirty="0">
                <a:solidFill>
                  <a:srgbClr val="231F20"/>
                </a:solidFill>
                <a:latin typeface="Arial"/>
                <a:cs typeface="Arial"/>
              </a:rPr>
              <a:t> </a:t>
            </a:r>
            <a:r>
              <a:rPr sz="1000" dirty="0">
                <a:solidFill>
                  <a:srgbClr val="231F20"/>
                </a:solidFill>
                <a:latin typeface="Arial"/>
                <a:cs typeface="Arial"/>
              </a:rPr>
              <a:t>while</a:t>
            </a:r>
            <a:r>
              <a:rPr sz="1000" spc="5" dirty="0">
                <a:solidFill>
                  <a:srgbClr val="231F20"/>
                </a:solidFill>
                <a:latin typeface="Arial"/>
                <a:cs typeface="Arial"/>
              </a:rPr>
              <a:t> </a:t>
            </a:r>
            <a:r>
              <a:rPr sz="1000" spc="-10" dirty="0">
                <a:solidFill>
                  <a:srgbClr val="231F20"/>
                </a:solidFill>
                <a:latin typeface="Arial"/>
                <a:cs typeface="Arial"/>
              </a:rPr>
              <a:t>shopping</a:t>
            </a:r>
            <a:endParaRPr sz="1000">
              <a:latin typeface="Arial"/>
              <a:cs typeface="Arial"/>
            </a:endParaRPr>
          </a:p>
          <a:p>
            <a:pPr marL="12700" marR="31750">
              <a:lnSpc>
                <a:spcPct val="100000"/>
              </a:lnSpc>
            </a:pP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essential</a:t>
            </a:r>
            <a:r>
              <a:rPr sz="1000" spc="-5" dirty="0">
                <a:solidFill>
                  <a:srgbClr val="231F20"/>
                </a:solidFill>
                <a:latin typeface="Arial"/>
                <a:cs typeface="Arial"/>
              </a:rPr>
              <a:t> </a:t>
            </a:r>
            <a:r>
              <a:rPr sz="1000" spc="-10" dirty="0">
                <a:solidFill>
                  <a:srgbClr val="231F20"/>
                </a:solidFill>
                <a:latin typeface="Arial"/>
                <a:cs typeface="Arial"/>
              </a:rPr>
              <a:t>items,</a:t>
            </a:r>
            <a:r>
              <a:rPr sz="1000" spc="-5" dirty="0">
                <a:solidFill>
                  <a:srgbClr val="231F20"/>
                </a:solidFill>
                <a:latin typeface="Arial"/>
                <a:cs typeface="Arial"/>
              </a:rPr>
              <a:t> </a:t>
            </a:r>
            <a:r>
              <a:rPr sz="1000" dirty="0">
                <a:solidFill>
                  <a:srgbClr val="231F20"/>
                </a:solidFill>
                <a:latin typeface="Arial"/>
                <a:cs typeface="Arial"/>
              </a:rPr>
              <a:t>considering</a:t>
            </a:r>
            <a:r>
              <a:rPr sz="1000" spc="-5" dirty="0">
                <a:solidFill>
                  <a:srgbClr val="231F20"/>
                </a:solidFill>
                <a:latin typeface="Arial"/>
                <a:cs typeface="Arial"/>
              </a:rPr>
              <a:t> </a:t>
            </a:r>
            <a:r>
              <a:rPr sz="1000" dirty="0">
                <a:solidFill>
                  <a:srgbClr val="231F20"/>
                </a:solidFill>
                <a:latin typeface="Arial"/>
                <a:cs typeface="Arial"/>
              </a:rPr>
              <a:t>costs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healthy</a:t>
            </a:r>
            <a:r>
              <a:rPr sz="1000" spc="-5" dirty="0">
                <a:solidFill>
                  <a:srgbClr val="231F20"/>
                </a:solidFill>
                <a:latin typeface="Arial"/>
                <a:cs typeface="Arial"/>
              </a:rPr>
              <a:t> </a:t>
            </a:r>
            <a:r>
              <a:rPr sz="1000" spc="-10" dirty="0">
                <a:solidFill>
                  <a:srgbClr val="231F20"/>
                </a:solidFill>
                <a:latin typeface="Arial"/>
                <a:cs typeface="Arial"/>
              </a:rPr>
              <a:t>choices. </a:t>
            </a:r>
            <a:r>
              <a:rPr sz="1000" dirty="0">
                <a:solidFill>
                  <a:srgbClr val="231F20"/>
                </a:solidFill>
                <a:latin typeface="Arial"/>
                <a:cs typeface="Arial"/>
              </a:rPr>
              <a:t>Meeting</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10" dirty="0">
                <a:solidFill>
                  <a:srgbClr val="231F20"/>
                </a:solidFill>
                <a:latin typeface="Arial"/>
                <a:cs typeface="Arial"/>
              </a:rPr>
              <a:t>Giant</a:t>
            </a:r>
            <a:r>
              <a:rPr sz="1000" spc="25" dirty="0">
                <a:solidFill>
                  <a:srgbClr val="231F20"/>
                </a:solidFill>
                <a:latin typeface="Arial"/>
                <a:cs typeface="Arial"/>
              </a:rPr>
              <a:t> </a:t>
            </a:r>
            <a:r>
              <a:rPr sz="1000" spc="-10" dirty="0">
                <a:solidFill>
                  <a:srgbClr val="231F20"/>
                </a:solidFill>
                <a:latin typeface="Arial"/>
                <a:cs typeface="Arial"/>
              </a:rPr>
              <a:t>pharmacists</a:t>
            </a:r>
            <a:r>
              <a:rPr sz="1000" spc="25" dirty="0">
                <a:solidFill>
                  <a:srgbClr val="231F20"/>
                </a:solidFill>
                <a:latin typeface="Arial"/>
                <a:cs typeface="Arial"/>
              </a:rPr>
              <a:t> </a:t>
            </a:r>
            <a:r>
              <a:rPr sz="1000" dirty="0">
                <a:solidFill>
                  <a:srgbClr val="231F20"/>
                </a:solidFill>
                <a:latin typeface="Arial"/>
                <a:cs typeface="Arial"/>
              </a:rPr>
              <a:t>added</a:t>
            </a:r>
            <a:r>
              <a:rPr sz="1000" spc="25" dirty="0">
                <a:solidFill>
                  <a:srgbClr val="231F20"/>
                </a:solidFill>
                <a:latin typeface="Arial"/>
                <a:cs typeface="Arial"/>
              </a:rPr>
              <a:t> </a:t>
            </a:r>
            <a:r>
              <a:rPr sz="1000" dirty="0">
                <a:solidFill>
                  <a:srgbClr val="231F20"/>
                </a:solidFill>
                <a:latin typeface="Arial"/>
                <a:cs typeface="Arial"/>
              </a:rPr>
              <a:t>insights</a:t>
            </a:r>
            <a:r>
              <a:rPr sz="1000" spc="25" dirty="0">
                <a:solidFill>
                  <a:srgbClr val="231F20"/>
                </a:solidFill>
                <a:latin typeface="Arial"/>
                <a:cs typeface="Arial"/>
              </a:rPr>
              <a:t> </a:t>
            </a:r>
            <a:r>
              <a:rPr sz="1000" spc="-20" dirty="0">
                <a:solidFill>
                  <a:srgbClr val="231F20"/>
                </a:solidFill>
                <a:latin typeface="Arial"/>
                <a:cs typeface="Arial"/>
              </a:rPr>
              <a:t>into</a:t>
            </a:r>
            <a:r>
              <a:rPr sz="1000" spc="500" dirty="0">
                <a:solidFill>
                  <a:srgbClr val="231F20"/>
                </a:solidFill>
                <a:latin typeface="Arial"/>
                <a:cs typeface="Arial"/>
              </a:rPr>
              <a:t> </a:t>
            </a:r>
            <a:r>
              <a:rPr sz="1000" dirty="0">
                <a:solidFill>
                  <a:srgbClr val="231F20"/>
                </a:solidFill>
                <a:latin typeface="Arial"/>
                <a:cs typeface="Arial"/>
              </a:rPr>
              <a:t>healthy</a:t>
            </a:r>
            <a:r>
              <a:rPr sz="1000" spc="-5" dirty="0">
                <a:solidFill>
                  <a:srgbClr val="231F20"/>
                </a:solidFill>
                <a:latin typeface="Arial"/>
                <a:cs typeface="Arial"/>
              </a:rPr>
              <a:t> </a:t>
            </a:r>
            <a:r>
              <a:rPr sz="1000" dirty="0">
                <a:solidFill>
                  <a:srgbClr val="231F20"/>
                </a:solidFill>
                <a:latin typeface="Arial"/>
                <a:cs typeface="Arial"/>
              </a:rPr>
              <a:t>eating,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delicious,</a:t>
            </a:r>
            <a:r>
              <a:rPr sz="1000" spc="-5" dirty="0">
                <a:solidFill>
                  <a:srgbClr val="231F20"/>
                </a:solidFill>
                <a:latin typeface="Arial"/>
                <a:cs typeface="Arial"/>
              </a:rPr>
              <a:t> </a:t>
            </a:r>
            <a:r>
              <a:rPr sz="1000" dirty="0">
                <a:solidFill>
                  <a:srgbClr val="231F20"/>
                </a:solidFill>
                <a:latin typeface="Arial"/>
                <a:cs typeface="Arial"/>
              </a:rPr>
              <a:t>nutritious</a:t>
            </a:r>
            <a:r>
              <a:rPr sz="1000" spc="-5" dirty="0">
                <a:solidFill>
                  <a:srgbClr val="231F20"/>
                </a:solidFill>
                <a:latin typeface="Arial"/>
                <a:cs typeface="Arial"/>
              </a:rPr>
              <a:t> </a:t>
            </a:r>
            <a:r>
              <a:rPr sz="1000" dirty="0">
                <a:solidFill>
                  <a:srgbClr val="231F20"/>
                </a:solidFill>
                <a:latin typeface="Arial"/>
                <a:cs typeface="Arial"/>
              </a:rPr>
              <a:t>lunch</a:t>
            </a:r>
            <a:r>
              <a:rPr sz="1000" spc="-5" dirty="0">
                <a:solidFill>
                  <a:srgbClr val="231F20"/>
                </a:solidFill>
                <a:latin typeface="Arial"/>
                <a:cs typeface="Arial"/>
              </a:rPr>
              <a:t> </a:t>
            </a:r>
            <a:r>
              <a:rPr sz="1000" spc="-10" dirty="0">
                <a:solidFill>
                  <a:srgbClr val="231F20"/>
                </a:solidFill>
                <a:latin typeface="Arial"/>
                <a:cs typeface="Arial"/>
              </a:rPr>
              <a:t>concluded </a:t>
            </a:r>
            <a:r>
              <a:rPr sz="1000" dirty="0">
                <a:solidFill>
                  <a:srgbClr val="231F20"/>
                </a:solidFill>
                <a:latin typeface="Arial"/>
                <a:cs typeface="Arial"/>
              </a:rPr>
              <a:t>the</a:t>
            </a:r>
            <a:r>
              <a:rPr sz="1000" spc="-15" dirty="0">
                <a:solidFill>
                  <a:srgbClr val="231F20"/>
                </a:solidFill>
                <a:latin typeface="Arial"/>
                <a:cs typeface="Arial"/>
              </a:rPr>
              <a:t> </a:t>
            </a:r>
            <a:r>
              <a:rPr sz="1000" spc="-2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Prince </a:t>
            </a:r>
            <a:r>
              <a:rPr sz="1000" dirty="0">
                <a:solidFill>
                  <a:srgbClr val="231F20"/>
                </a:solidFill>
                <a:latin typeface="Arial"/>
                <a:cs typeface="Arial"/>
              </a:rPr>
              <a:t>George's</a:t>
            </a:r>
            <a:r>
              <a:rPr sz="1000" spc="-10"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Department</a:t>
            </a:r>
            <a:r>
              <a:rPr sz="1000" spc="-10" dirty="0">
                <a:solidFill>
                  <a:srgbClr val="231F20"/>
                </a:solidFill>
                <a:latin typeface="Arial"/>
                <a:cs typeface="Arial"/>
              </a:rPr>
              <a:t> </a:t>
            </a:r>
            <a:r>
              <a:rPr sz="1000" spc="-25" dirty="0">
                <a:solidFill>
                  <a:srgbClr val="231F20"/>
                </a:solidFill>
                <a:latin typeface="Arial"/>
                <a:cs typeface="Arial"/>
              </a:rPr>
              <a:t>of</a:t>
            </a:r>
            <a:endParaRPr sz="1000">
              <a:latin typeface="Arial"/>
              <a:cs typeface="Arial"/>
            </a:endParaRPr>
          </a:p>
          <a:p>
            <a:pPr marL="12700" marR="22860">
              <a:lnSpc>
                <a:spcPct val="100000"/>
              </a:lnSpc>
            </a:pPr>
            <a:r>
              <a:rPr sz="1000" spc="-20" dirty="0">
                <a:solidFill>
                  <a:srgbClr val="231F20"/>
                </a:solidFill>
                <a:latin typeface="Arial"/>
                <a:cs typeface="Arial"/>
              </a:rPr>
              <a:t>Parks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Recreation</a:t>
            </a:r>
            <a:r>
              <a:rPr sz="1000" spc="10" dirty="0">
                <a:solidFill>
                  <a:srgbClr val="231F20"/>
                </a:solidFill>
                <a:latin typeface="Arial"/>
                <a:cs typeface="Arial"/>
              </a:rPr>
              <a:t> </a:t>
            </a:r>
            <a:r>
              <a:rPr sz="1000" dirty="0">
                <a:solidFill>
                  <a:srgbClr val="231F20"/>
                </a:solidFill>
                <a:latin typeface="Arial"/>
                <a:cs typeface="Arial"/>
              </a:rPr>
              <a:t>imparted</a:t>
            </a:r>
            <a:r>
              <a:rPr sz="1000" spc="5" dirty="0">
                <a:solidFill>
                  <a:srgbClr val="231F20"/>
                </a:solidFill>
                <a:latin typeface="Arial"/>
                <a:cs typeface="Arial"/>
              </a:rPr>
              <a:t> </a:t>
            </a:r>
            <a:r>
              <a:rPr sz="1000" dirty="0">
                <a:solidFill>
                  <a:srgbClr val="231F20"/>
                </a:solidFill>
                <a:latin typeface="Arial"/>
                <a:cs typeface="Arial"/>
              </a:rPr>
              <a:t>crucial</a:t>
            </a:r>
            <a:r>
              <a:rPr sz="1000" spc="10" dirty="0">
                <a:solidFill>
                  <a:srgbClr val="231F20"/>
                </a:solidFill>
                <a:latin typeface="Arial"/>
                <a:cs typeface="Arial"/>
              </a:rPr>
              <a:t> </a:t>
            </a:r>
            <a:r>
              <a:rPr sz="1000" dirty="0">
                <a:solidFill>
                  <a:srgbClr val="231F20"/>
                </a:solidFill>
                <a:latin typeface="Arial"/>
                <a:cs typeface="Arial"/>
              </a:rPr>
              <a:t>knowledge</a:t>
            </a:r>
            <a:r>
              <a:rPr sz="1000" spc="10"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water </a:t>
            </a:r>
            <a:r>
              <a:rPr sz="1000" spc="-10" dirty="0">
                <a:solidFill>
                  <a:srgbClr val="231F20"/>
                </a:solidFill>
                <a:latin typeface="Arial"/>
                <a:cs typeface="Arial"/>
              </a:rPr>
              <a:t>safety.</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dirty="0">
                <a:solidFill>
                  <a:srgbClr val="231F20"/>
                </a:solidFill>
                <a:latin typeface="Arial"/>
                <a:cs typeface="Arial"/>
              </a:rPr>
              <a:t>learned about</a:t>
            </a:r>
            <a:r>
              <a:rPr sz="1000" spc="5" dirty="0">
                <a:solidFill>
                  <a:srgbClr val="231F20"/>
                </a:solidFill>
                <a:latin typeface="Arial"/>
                <a:cs typeface="Arial"/>
              </a:rPr>
              <a:t> </a:t>
            </a:r>
            <a:r>
              <a:rPr sz="1000" dirty="0">
                <a:solidFill>
                  <a:srgbClr val="231F20"/>
                </a:solidFill>
                <a:latin typeface="Arial"/>
                <a:cs typeface="Arial"/>
              </a:rPr>
              <a:t>pool</a:t>
            </a:r>
            <a:r>
              <a:rPr sz="1000" spc="5" dirty="0">
                <a:solidFill>
                  <a:srgbClr val="231F20"/>
                </a:solidFill>
                <a:latin typeface="Arial"/>
                <a:cs typeface="Arial"/>
              </a:rPr>
              <a:t> </a:t>
            </a:r>
            <a:r>
              <a:rPr sz="1000" dirty="0">
                <a:solidFill>
                  <a:srgbClr val="231F20"/>
                </a:solidFill>
                <a:latin typeface="Arial"/>
                <a:cs typeface="Arial"/>
              </a:rPr>
              <a:t>dangers,</a:t>
            </a:r>
            <a:r>
              <a:rPr sz="1000" spc="5" dirty="0">
                <a:solidFill>
                  <a:srgbClr val="231F20"/>
                </a:solidFill>
                <a:latin typeface="Arial"/>
                <a:cs typeface="Arial"/>
              </a:rPr>
              <a:t> </a:t>
            </a:r>
            <a:r>
              <a:rPr sz="1000" spc="-20" dirty="0">
                <a:solidFill>
                  <a:srgbClr val="231F20"/>
                </a:solidFill>
                <a:latin typeface="Arial"/>
                <a:cs typeface="Arial"/>
              </a:rPr>
              <a:t>water </a:t>
            </a:r>
            <a:r>
              <a:rPr sz="1000" dirty="0">
                <a:solidFill>
                  <a:srgbClr val="231F20"/>
                </a:solidFill>
                <a:latin typeface="Arial"/>
                <a:cs typeface="Arial"/>
              </a:rPr>
              <a:t>safety</a:t>
            </a:r>
            <a:r>
              <a:rPr sz="1000" spc="15" dirty="0">
                <a:solidFill>
                  <a:srgbClr val="231F20"/>
                </a:solidFill>
                <a:latin typeface="Arial"/>
                <a:cs typeface="Arial"/>
              </a:rPr>
              <a:t> </a:t>
            </a:r>
            <a:r>
              <a:rPr sz="1000" spc="-10" dirty="0">
                <a:solidFill>
                  <a:srgbClr val="231F20"/>
                </a:solidFill>
                <a:latin typeface="Arial"/>
                <a:cs typeface="Arial"/>
              </a:rPr>
              <a:t>skills,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drowning</a:t>
            </a:r>
            <a:r>
              <a:rPr sz="1000" spc="20" dirty="0">
                <a:solidFill>
                  <a:srgbClr val="231F20"/>
                </a:solidFill>
                <a:latin typeface="Arial"/>
                <a:cs typeface="Arial"/>
              </a:rPr>
              <a:t> </a:t>
            </a:r>
            <a:r>
              <a:rPr sz="1000" dirty="0">
                <a:solidFill>
                  <a:srgbClr val="231F20"/>
                </a:solidFill>
                <a:latin typeface="Arial"/>
                <a:cs typeface="Arial"/>
              </a:rPr>
              <a:t>prevention.</a:t>
            </a:r>
            <a:r>
              <a:rPr sz="1000" spc="15"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a:t>
            </a:r>
            <a:r>
              <a:rPr sz="1000" spc="15" dirty="0">
                <a:solidFill>
                  <a:srgbClr val="231F20"/>
                </a:solidFill>
                <a:latin typeface="Arial"/>
                <a:cs typeface="Arial"/>
              </a:rPr>
              <a:t> </a:t>
            </a:r>
            <a:r>
              <a:rPr sz="1000" spc="-10" dirty="0">
                <a:solidFill>
                  <a:srgbClr val="231F20"/>
                </a:solidFill>
                <a:latin typeface="Arial"/>
                <a:cs typeface="Arial"/>
              </a:rPr>
              <a:t>activities </a:t>
            </a:r>
            <a:r>
              <a:rPr sz="1000" dirty="0">
                <a:solidFill>
                  <a:srgbClr val="231F20"/>
                </a:solidFill>
                <a:latin typeface="Arial"/>
                <a:cs typeface="Arial"/>
              </a:rPr>
              <a:t>and aquatic</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under</a:t>
            </a:r>
            <a:r>
              <a:rPr sz="1000" spc="5" dirty="0">
                <a:solidFill>
                  <a:srgbClr val="231F20"/>
                </a:solidFill>
                <a:latin typeface="Arial"/>
                <a:cs typeface="Arial"/>
              </a:rPr>
              <a:t> </a:t>
            </a:r>
            <a:r>
              <a:rPr sz="1000" dirty="0">
                <a:solidFill>
                  <a:srgbClr val="231F20"/>
                </a:solidFill>
                <a:latin typeface="Arial"/>
                <a:cs typeface="Arial"/>
              </a:rPr>
              <a:t>lifeguard</a:t>
            </a:r>
            <a:r>
              <a:rPr sz="1000" spc="5" dirty="0">
                <a:solidFill>
                  <a:srgbClr val="231F20"/>
                </a:solidFill>
                <a:latin typeface="Arial"/>
                <a:cs typeface="Arial"/>
              </a:rPr>
              <a:t> </a:t>
            </a:r>
            <a:r>
              <a:rPr sz="1000" dirty="0">
                <a:solidFill>
                  <a:srgbClr val="231F20"/>
                </a:solidFill>
                <a:latin typeface="Arial"/>
                <a:cs typeface="Arial"/>
              </a:rPr>
              <a:t>supervision</a:t>
            </a:r>
            <a:r>
              <a:rPr sz="1000" spc="5" dirty="0">
                <a:solidFill>
                  <a:srgbClr val="231F20"/>
                </a:solidFill>
                <a:latin typeface="Arial"/>
                <a:cs typeface="Arial"/>
              </a:rPr>
              <a:t> </a:t>
            </a:r>
            <a:r>
              <a:rPr sz="1000" dirty="0">
                <a:solidFill>
                  <a:srgbClr val="231F20"/>
                </a:solidFill>
                <a:latin typeface="Arial"/>
                <a:cs typeface="Arial"/>
              </a:rPr>
              <a:t>made</a:t>
            </a:r>
            <a:r>
              <a:rPr sz="1000" spc="5" dirty="0">
                <a:solidFill>
                  <a:srgbClr val="231F20"/>
                </a:solidFill>
                <a:latin typeface="Arial"/>
                <a:cs typeface="Arial"/>
              </a:rPr>
              <a:t> </a:t>
            </a:r>
            <a:r>
              <a:rPr sz="1000" spc="-25" dirty="0">
                <a:solidFill>
                  <a:srgbClr val="231F20"/>
                </a:solidFill>
                <a:latin typeface="Arial"/>
                <a:cs typeface="Arial"/>
              </a:rPr>
              <a:t>for</a:t>
            </a:r>
            <a:endParaRPr sz="1000">
              <a:latin typeface="Arial"/>
              <a:cs typeface="Arial"/>
            </a:endParaRPr>
          </a:p>
          <a:p>
            <a:pPr marL="12700" marR="5080">
              <a:lnSpc>
                <a:spcPct val="100000"/>
              </a:lnSpc>
            </a:pP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educational</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enjoyable</a:t>
            </a:r>
            <a:r>
              <a:rPr sz="1000" spc="-10" dirty="0">
                <a:solidFill>
                  <a:srgbClr val="231F20"/>
                </a:solidFill>
                <a:latin typeface="Arial"/>
                <a:cs typeface="Arial"/>
              </a:rPr>
              <a:t>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Flying</a:t>
            </a:r>
            <a:r>
              <a:rPr sz="1000" spc="-5" dirty="0">
                <a:solidFill>
                  <a:srgbClr val="231F20"/>
                </a:solidFill>
                <a:latin typeface="Arial"/>
                <a:cs typeface="Arial"/>
              </a:rPr>
              <a:t> </a:t>
            </a:r>
            <a:r>
              <a:rPr sz="1000" spc="-20" dirty="0">
                <a:solidFill>
                  <a:srgbClr val="231F20"/>
                </a:solidFill>
                <a:latin typeface="Arial"/>
                <a:cs typeface="Arial"/>
              </a:rPr>
              <a:t>Kick </a:t>
            </a:r>
            <a:r>
              <a:rPr sz="1000" spc="-10" dirty="0">
                <a:solidFill>
                  <a:srgbClr val="231F20"/>
                </a:solidFill>
                <a:latin typeface="Arial"/>
                <a:cs typeface="Arial"/>
              </a:rPr>
              <a:t>Fitness</a:t>
            </a:r>
            <a:r>
              <a:rPr sz="1000" spc="10" dirty="0">
                <a:solidFill>
                  <a:srgbClr val="231F20"/>
                </a:solidFill>
                <a:latin typeface="Arial"/>
                <a:cs typeface="Arial"/>
              </a:rPr>
              <a:t> </a:t>
            </a:r>
            <a:r>
              <a:rPr sz="1000" spc="-10" dirty="0">
                <a:solidFill>
                  <a:srgbClr val="231F20"/>
                </a:solidFill>
                <a:latin typeface="Arial"/>
                <a:cs typeface="Arial"/>
              </a:rPr>
              <a:t>Studio,</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2</a:t>
            </a:r>
            <a:r>
              <a:rPr sz="1000" spc="10" dirty="0">
                <a:solidFill>
                  <a:srgbClr val="231F20"/>
                </a:solidFill>
                <a:latin typeface="Arial"/>
                <a:cs typeface="Arial"/>
              </a:rPr>
              <a:t> </a:t>
            </a:r>
            <a:r>
              <a:rPr sz="1000" dirty="0">
                <a:solidFill>
                  <a:srgbClr val="231F20"/>
                </a:solidFill>
                <a:latin typeface="Arial"/>
                <a:cs typeface="Arial"/>
              </a:rPr>
              <a:t>took</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defense</a:t>
            </a:r>
            <a:r>
              <a:rPr sz="1000" spc="10" dirty="0">
                <a:solidFill>
                  <a:srgbClr val="231F20"/>
                </a:solidFill>
                <a:latin typeface="Arial"/>
                <a:cs typeface="Arial"/>
              </a:rPr>
              <a:t> </a:t>
            </a:r>
            <a:r>
              <a:rPr sz="1000" spc="-10" dirty="0">
                <a:solidFill>
                  <a:srgbClr val="231F20"/>
                </a:solidFill>
                <a:latin typeface="Arial"/>
                <a:cs typeface="Arial"/>
              </a:rPr>
              <a:t>techniques.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gained</a:t>
            </a:r>
            <a:r>
              <a:rPr sz="1000" spc="-5" dirty="0">
                <a:solidFill>
                  <a:srgbClr val="231F20"/>
                </a:solidFill>
                <a:latin typeface="Arial"/>
                <a:cs typeface="Arial"/>
              </a:rPr>
              <a:t> </a:t>
            </a:r>
            <a:r>
              <a:rPr sz="1000" dirty="0">
                <a:solidFill>
                  <a:srgbClr val="231F20"/>
                </a:solidFill>
                <a:latin typeface="Arial"/>
                <a:cs typeface="Arial"/>
              </a:rPr>
              <a:t>valuable skills</a:t>
            </a:r>
            <a:r>
              <a:rPr sz="1000" spc="-5" dirty="0">
                <a:solidFill>
                  <a:srgbClr val="231F20"/>
                </a:solidFill>
                <a:latin typeface="Arial"/>
                <a:cs typeface="Arial"/>
              </a:rPr>
              <a:t> </a:t>
            </a:r>
            <a:r>
              <a:rPr sz="1000" dirty="0">
                <a:solidFill>
                  <a:srgbClr val="231F20"/>
                </a:solidFill>
                <a:latin typeface="Arial"/>
                <a:cs typeface="Arial"/>
              </a:rPr>
              <a:t>to protect</a:t>
            </a:r>
            <a:r>
              <a:rPr sz="1000" spc="-5" dirty="0">
                <a:solidFill>
                  <a:srgbClr val="231F20"/>
                </a:solidFill>
                <a:latin typeface="Arial"/>
                <a:cs typeface="Arial"/>
              </a:rPr>
              <a:t> </a:t>
            </a:r>
            <a:r>
              <a:rPr sz="1000" dirty="0">
                <a:solidFill>
                  <a:srgbClr val="231F20"/>
                </a:solidFill>
                <a:latin typeface="Arial"/>
                <a:cs typeface="Arial"/>
              </a:rPr>
              <a:t>themselves </a:t>
            </a:r>
            <a:r>
              <a:rPr sz="1000" spc="-25" dirty="0">
                <a:solidFill>
                  <a:srgbClr val="231F20"/>
                </a:solidFill>
                <a:latin typeface="Arial"/>
                <a:cs typeface="Arial"/>
              </a:rPr>
              <a:t>and </a:t>
            </a:r>
            <a:r>
              <a:rPr sz="1000" dirty="0">
                <a:solidFill>
                  <a:srgbClr val="231F20"/>
                </a:solidFill>
                <a:latin typeface="Arial"/>
                <a:cs typeface="Arial"/>
              </a:rPr>
              <a:t>boost</a:t>
            </a:r>
            <a:r>
              <a:rPr sz="1000" spc="1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confidence.A</a:t>
            </a:r>
            <a:r>
              <a:rPr sz="1000" spc="10" dirty="0">
                <a:solidFill>
                  <a:srgbClr val="231F20"/>
                </a:solidFill>
                <a:latin typeface="Arial"/>
                <a:cs typeface="Arial"/>
              </a:rPr>
              <a:t> </a:t>
            </a:r>
            <a:r>
              <a:rPr sz="1000" dirty="0">
                <a:solidFill>
                  <a:srgbClr val="231F20"/>
                </a:solidFill>
                <a:latin typeface="Arial"/>
                <a:cs typeface="Arial"/>
              </a:rPr>
              <a:t>visit</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South</a:t>
            </a:r>
            <a:r>
              <a:rPr sz="1000" spc="15" dirty="0">
                <a:solidFill>
                  <a:srgbClr val="231F20"/>
                </a:solidFill>
                <a:latin typeface="Arial"/>
                <a:cs typeface="Arial"/>
              </a:rPr>
              <a:t> </a:t>
            </a:r>
            <a:r>
              <a:rPr sz="1000" dirty="0">
                <a:solidFill>
                  <a:srgbClr val="231F20"/>
                </a:solidFill>
                <a:latin typeface="Arial"/>
                <a:cs typeface="Arial"/>
              </a:rPr>
              <a:t>Mountain</a:t>
            </a:r>
            <a:r>
              <a:rPr sz="1000" spc="10" dirty="0">
                <a:solidFill>
                  <a:srgbClr val="231F20"/>
                </a:solidFill>
                <a:latin typeface="Arial"/>
                <a:cs typeface="Arial"/>
              </a:rPr>
              <a:t> </a:t>
            </a:r>
            <a:r>
              <a:rPr sz="1000" spc="-10" dirty="0">
                <a:solidFill>
                  <a:srgbClr val="231F20"/>
                </a:solidFill>
                <a:latin typeface="Arial"/>
                <a:cs typeface="Arial"/>
              </a:rPr>
              <a:t>Creamery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Middletown,</a:t>
            </a:r>
            <a:r>
              <a:rPr sz="1000" spc="20" dirty="0">
                <a:solidFill>
                  <a:srgbClr val="231F20"/>
                </a:solidFill>
                <a:latin typeface="Arial"/>
                <a:cs typeface="Arial"/>
              </a:rPr>
              <a:t> </a:t>
            </a:r>
            <a:r>
              <a:rPr sz="1000" dirty="0">
                <a:solidFill>
                  <a:srgbClr val="231F20"/>
                </a:solidFill>
                <a:latin typeface="Arial"/>
                <a:cs typeface="Arial"/>
              </a:rPr>
              <a:t>Maryland,</a:t>
            </a:r>
            <a:r>
              <a:rPr sz="1000" spc="20" dirty="0">
                <a:solidFill>
                  <a:srgbClr val="231F20"/>
                </a:solidFill>
                <a:latin typeface="Arial"/>
                <a:cs typeface="Arial"/>
              </a:rPr>
              <a:t> </a:t>
            </a:r>
            <a:r>
              <a:rPr sz="1000" dirty="0">
                <a:solidFill>
                  <a:srgbClr val="231F20"/>
                </a:solidFill>
                <a:latin typeface="Arial"/>
                <a:cs typeface="Arial"/>
              </a:rPr>
              <a:t>provided</a:t>
            </a:r>
            <a:r>
              <a:rPr sz="1000" spc="20"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spc="-50" dirty="0">
                <a:solidFill>
                  <a:srgbClr val="231F20"/>
                </a:solidFill>
                <a:latin typeface="Arial"/>
                <a:cs typeface="Arial"/>
              </a:rPr>
              <a:t>a</a:t>
            </a:r>
            <a:r>
              <a:rPr sz="1000" spc="500" dirty="0">
                <a:solidFill>
                  <a:srgbClr val="231F20"/>
                </a:solidFill>
                <a:latin typeface="Arial"/>
                <a:cs typeface="Arial"/>
              </a:rPr>
              <a:t> </a:t>
            </a:r>
            <a:r>
              <a:rPr sz="1000" dirty="0">
                <a:solidFill>
                  <a:srgbClr val="231F20"/>
                </a:solidFill>
                <a:latin typeface="Arial"/>
                <a:cs typeface="Arial"/>
              </a:rPr>
              <a:t>firsthand</a:t>
            </a:r>
            <a:r>
              <a:rPr sz="1000" spc="-5" dirty="0">
                <a:solidFill>
                  <a:srgbClr val="231F20"/>
                </a:solidFill>
                <a:latin typeface="Arial"/>
                <a:cs typeface="Arial"/>
              </a:rPr>
              <a:t> </a:t>
            </a:r>
            <a:r>
              <a:rPr sz="1000" dirty="0">
                <a:solidFill>
                  <a:srgbClr val="231F20"/>
                </a:solidFill>
                <a:latin typeface="Arial"/>
                <a:cs typeface="Arial"/>
              </a:rPr>
              <a:t>look</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working dairy</a:t>
            </a:r>
            <a:r>
              <a:rPr sz="1000" spc="-5" dirty="0">
                <a:solidFill>
                  <a:srgbClr val="231F20"/>
                </a:solidFill>
                <a:latin typeface="Arial"/>
                <a:cs typeface="Arial"/>
              </a:rPr>
              <a:t> </a:t>
            </a:r>
            <a:r>
              <a:rPr sz="1000" spc="-10" dirty="0">
                <a:solidFill>
                  <a:srgbClr val="231F20"/>
                </a:solidFill>
                <a:latin typeface="Arial"/>
                <a:cs typeface="Arial"/>
              </a:rPr>
              <a:t>farm.</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learned </a:t>
            </a:r>
            <a:r>
              <a:rPr sz="1000" spc="-20" dirty="0">
                <a:solidFill>
                  <a:srgbClr val="231F20"/>
                </a:solidFill>
                <a:latin typeface="Arial"/>
                <a:cs typeface="Arial"/>
              </a:rPr>
              <a:t>about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farm-</a:t>
            </a:r>
            <a:r>
              <a:rPr sz="1000" dirty="0">
                <a:solidFill>
                  <a:srgbClr val="231F20"/>
                </a:solidFill>
                <a:latin typeface="Arial"/>
                <a:cs typeface="Arial"/>
              </a:rPr>
              <a:t>to-table</a:t>
            </a:r>
            <a:r>
              <a:rPr sz="1000" spc="15" dirty="0">
                <a:solidFill>
                  <a:srgbClr val="231F20"/>
                </a:solidFill>
                <a:latin typeface="Arial"/>
                <a:cs typeface="Arial"/>
              </a:rPr>
              <a:t> </a:t>
            </a:r>
            <a:r>
              <a:rPr sz="1000" dirty="0">
                <a:solidFill>
                  <a:srgbClr val="231F20"/>
                </a:solidFill>
                <a:latin typeface="Arial"/>
                <a:cs typeface="Arial"/>
              </a:rPr>
              <a:t>process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feeding</a:t>
            </a:r>
            <a:r>
              <a:rPr sz="1000" spc="20" dirty="0">
                <a:solidFill>
                  <a:srgbClr val="231F20"/>
                </a:solidFill>
                <a:latin typeface="Arial"/>
                <a:cs typeface="Arial"/>
              </a:rPr>
              <a:t> </a:t>
            </a:r>
            <a:r>
              <a:rPr sz="1000" dirty="0">
                <a:solidFill>
                  <a:srgbClr val="231F20"/>
                </a:solidFill>
                <a:latin typeface="Arial"/>
                <a:cs typeface="Arial"/>
              </a:rPr>
              <a:t>calves</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savoring</a:t>
            </a:r>
            <a:r>
              <a:rPr sz="1000" spc="-20" dirty="0">
                <a:solidFill>
                  <a:srgbClr val="231F20"/>
                </a:solidFill>
                <a:latin typeface="Arial"/>
                <a:cs typeface="Arial"/>
              </a:rPr>
              <a:t> farm-</a:t>
            </a:r>
            <a:r>
              <a:rPr sz="1000" dirty="0">
                <a:solidFill>
                  <a:srgbClr val="231F20"/>
                </a:solidFill>
                <a:latin typeface="Arial"/>
                <a:cs typeface="Arial"/>
              </a:rPr>
              <a:t>fresh</a:t>
            </a:r>
            <a:r>
              <a:rPr sz="1000" spc="-20" dirty="0">
                <a:solidFill>
                  <a:srgbClr val="231F20"/>
                </a:solidFill>
                <a:latin typeface="Arial"/>
                <a:cs typeface="Arial"/>
              </a:rPr>
              <a:t> </a:t>
            </a:r>
            <a:r>
              <a:rPr sz="1000" dirty="0">
                <a:solidFill>
                  <a:srgbClr val="231F20"/>
                </a:solidFill>
                <a:latin typeface="Arial"/>
                <a:cs typeface="Arial"/>
              </a:rPr>
              <a:t>ice</a:t>
            </a:r>
            <a:r>
              <a:rPr sz="1000" spc="-20" dirty="0">
                <a:solidFill>
                  <a:srgbClr val="231F20"/>
                </a:solidFill>
                <a:latin typeface="Arial"/>
                <a:cs typeface="Arial"/>
              </a:rPr>
              <a:t> </a:t>
            </a:r>
            <a:r>
              <a:rPr sz="1000" spc="-10" dirty="0">
                <a:solidFill>
                  <a:srgbClr val="231F20"/>
                </a:solidFill>
                <a:latin typeface="Arial"/>
                <a:cs typeface="Arial"/>
              </a:rPr>
              <a:t>cream.</a:t>
            </a:r>
            <a:endParaRPr sz="1000">
              <a:latin typeface="Arial"/>
              <a:cs typeface="Arial"/>
            </a:endParaRPr>
          </a:p>
          <a:p>
            <a:pPr marL="12700" marR="27940">
              <a:lnSpc>
                <a:spcPct val="100000"/>
              </a:lnSpc>
              <a:spcBef>
                <a:spcPts val="900"/>
              </a:spcBef>
            </a:pPr>
            <a:r>
              <a:rPr sz="1000" dirty="0">
                <a:solidFill>
                  <a:srgbClr val="231F20"/>
                </a:solidFill>
                <a:latin typeface="Arial"/>
                <a:cs typeface="Arial"/>
              </a:rPr>
              <a:t>In the</a:t>
            </a:r>
            <a:r>
              <a:rPr sz="1000" spc="5" dirty="0">
                <a:solidFill>
                  <a:srgbClr val="231F20"/>
                </a:solidFill>
                <a:latin typeface="Arial"/>
                <a:cs typeface="Arial"/>
              </a:rPr>
              <a:t> </a:t>
            </a:r>
            <a:r>
              <a:rPr sz="1000" dirty="0">
                <a:solidFill>
                  <a:srgbClr val="231F20"/>
                </a:solidFill>
                <a:latin typeface="Arial"/>
                <a:cs typeface="Arial"/>
              </a:rPr>
              <a:t>inspiring journey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Group 3</a:t>
            </a:r>
            <a:r>
              <a:rPr sz="1000" spc="5" dirty="0">
                <a:solidFill>
                  <a:srgbClr val="231F20"/>
                </a:solidFill>
                <a:latin typeface="Arial"/>
                <a:cs typeface="Arial"/>
              </a:rPr>
              <a:t> </a:t>
            </a:r>
            <a:r>
              <a:rPr sz="1000" dirty="0">
                <a:solidFill>
                  <a:srgbClr val="231F20"/>
                </a:solidFill>
                <a:latin typeface="Arial"/>
                <a:cs typeface="Arial"/>
              </a:rPr>
              <a:t>during the</a:t>
            </a:r>
            <a:r>
              <a:rPr sz="1000" spc="5" dirty="0">
                <a:solidFill>
                  <a:srgbClr val="231F20"/>
                </a:solidFill>
                <a:latin typeface="Arial"/>
                <a:cs typeface="Arial"/>
              </a:rPr>
              <a:t> </a:t>
            </a:r>
            <a:r>
              <a:rPr sz="1000" spc="-10" dirty="0">
                <a:solidFill>
                  <a:srgbClr val="231F20"/>
                </a:solidFill>
                <a:latin typeface="Arial"/>
                <a:cs typeface="Arial"/>
              </a:rPr>
              <a:t>2022–2023 </a:t>
            </a:r>
            <a:r>
              <a:rPr sz="1000" dirty="0">
                <a:solidFill>
                  <a:srgbClr val="231F20"/>
                </a:solidFill>
                <a:latin typeface="Arial"/>
                <a:cs typeface="Arial"/>
              </a:rPr>
              <a:t>program</a:t>
            </a:r>
            <a:r>
              <a:rPr sz="1000" spc="10" dirty="0">
                <a:solidFill>
                  <a:srgbClr val="231F20"/>
                </a:solidFill>
                <a:latin typeface="Arial"/>
                <a:cs typeface="Arial"/>
              </a:rPr>
              <a:t> </a:t>
            </a:r>
            <a:r>
              <a:rPr sz="1000" spc="-25"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development</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conquering </a:t>
            </a:r>
            <a:r>
              <a:rPr sz="1000" dirty="0">
                <a:solidFill>
                  <a:srgbClr val="231F20"/>
                </a:solidFill>
                <a:latin typeface="Arial"/>
                <a:cs typeface="Arial"/>
              </a:rPr>
              <a:t>fears</a:t>
            </a:r>
            <a:r>
              <a:rPr sz="1000" spc="-10" dirty="0">
                <a:solidFill>
                  <a:srgbClr val="231F20"/>
                </a:solidFill>
                <a:latin typeface="Arial"/>
                <a:cs typeface="Arial"/>
              </a:rPr>
              <a:t> </a:t>
            </a:r>
            <a:r>
              <a:rPr sz="1000" dirty="0">
                <a:solidFill>
                  <a:srgbClr val="231F20"/>
                </a:solidFill>
                <a:latin typeface="Arial"/>
                <a:cs typeface="Arial"/>
              </a:rPr>
              <a:t>took</a:t>
            </a:r>
            <a:r>
              <a:rPr sz="1000" spc="-5" dirty="0">
                <a:solidFill>
                  <a:srgbClr val="231F20"/>
                </a:solidFill>
                <a:latin typeface="Arial"/>
                <a:cs typeface="Arial"/>
              </a:rPr>
              <a:t> </a:t>
            </a:r>
            <a:r>
              <a:rPr sz="1000" dirty="0">
                <a:solidFill>
                  <a:srgbClr val="231F20"/>
                </a:solidFill>
                <a:latin typeface="Arial"/>
                <a:cs typeface="Arial"/>
              </a:rPr>
              <a:t>center</a:t>
            </a:r>
            <a:r>
              <a:rPr sz="1000" spc="-10" dirty="0">
                <a:solidFill>
                  <a:srgbClr val="231F20"/>
                </a:solidFill>
                <a:latin typeface="Arial"/>
                <a:cs typeface="Arial"/>
              </a:rPr>
              <a:t> </a:t>
            </a:r>
            <a:r>
              <a:rPr sz="1000" dirty="0">
                <a:solidFill>
                  <a:srgbClr val="231F20"/>
                </a:solidFill>
                <a:latin typeface="Arial"/>
                <a:cs typeface="Arial"/>
              </a:rPr>
              <a:t>stage.</a:t>
            </a:r>
            <a:r>
              <a:rPr sz="1000" spc="-5"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chapter</a:t>
            </a:r>
            <a:r>
              <a:rPr sz="1000" spc="-10" dirty="0">
                <a:solidFill>
                  <a:srgbClr val="231F20"/>
                </a:solidFill>
                <a:latin typeface="Arial"/>
                <a:cs typeface="Arial"/>
              </a:rPr>
              <a:t> </a:t>
            </a:r>
            <a:r>
              <a:rPr sz="1000" dirty="0">
                <a:solidFill>
                  <a:srgbClr val="231F20"/>
                </a:solidFill>
                <a:latin typeface="Arial"/>
                <a:cs typeface="Arial"/>
              </a:rPr>
              <a:t>delves</a:t>
            </a:r>
            <a:r>
              <a:rPr sz="1000" spc="-5"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diverse</a:t>
            </a:r>
            <a:r>
              <a:rPr sz="1000" spc="15" dirty="0">
                <a:solidFill>
                  <a:srgbClr val="231F20"/>
                </a:solidFill>
                <a:latin typeface="Arial"/>
                <a:cs typeface="Arial"/>
              </a:rPr>
              <a:t> </a:t>
            </a:r>
            <a:r>
              <a:rPr sz="1000" dirty="0">
                <a:solidFill>
                  <a:srgbClr val="231F20"/>
                </a:solidFill>
                <a:latin typeface="Arial"/>
                <a:cs typeface="Arial"/>
              </a:rPr>
              <a:t>activities</a:t>
            </a:r>
            <a:r>
              <a:rPr sz="1000" spc="15" dirty="0">
                <a:solidFill>
                  <a:srgbClr val="231F20"/>
                </a:solidFill>
                <a:latin typeface="Arial"/>
                <a:cs typeface="Arial"/>
              </a:rPr>
              <a:t> </a:t>
            </a:r>
            <a:r>
              <a:rPr sz="1000" dirty="0">
                <a:solidFill>
                  <a:srgbClr val="231F20"/>
                </a:solidFill>
                <a:latin typeface="Arial"/>
                <a:cs typeface="Arial"/>
              </a:rPr>
              <a:t>that</a:t>
            </a:r>
            <a:r>
              <a:rPr sz="1000" spc="15" dirty="0">
                <a:solidFill>
                  <a:srgbClr val="231F20"/>
                </a:solidFill>
                <a:latin typeface="Arial"/>
                <a:cs typeface="Arial"/>
              </a:rPr>
              <a:t> </a:t>
            </a:r>
            <a:r>
              <a:rPr sz="1000" dirty="0">
                <a:solidFill>
                  <a:srgbClr val="231F20"/>
                </a:solidFill>
                <a:latin typeface="Arial"/>
                <a:cs typeface="Arial"/>
              </a:rPr>
              <a:t>enriched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minds,</a:t>
            </a:r>
            <a:r>
              <a:rPr sz="1000" spc="15" dirty="0">
                <a:solidFill>
                  <a:srgbClr val="231F20"/>
                </a:solidFill>
                <a:latin typeface="Arial"/>
                <a:cs typeface="Arial"/>
              </a:rPr>
              <a:t> </a:t>
            </a:r>
            <a:r>
              <a:rPr sz="1000" dirty="0">
                <a:solidFill>
                  <a:srgbClr val="231F20"/>
                </a:solidFill>
                <a:latin typeface="Arial"/>
                <a:cs typeface="Arial"/>
              </a:rPr>
              <a:t>bodies,</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spirits,</a:t>
            </a:r>
            <a:r>
              <a:rPr sz="1000" spc="-10" dirty="0">
                <a:solidFill>
                  <a:srgbClr val="231F20"/>
                </a:solidFill>
                <a:latin typeface="Arial"/>
                <a:cs typeface="Arial"/>
              </a:rPr>
              <a:t> </a:t>
            </a:r>
            <a:r>
              <a:rPr sz="1000" dirty="0">
                <a:solidFill>
                  <a:srgbClr val="231F20"/>
                </a:solidFill>
                <a:latin typeface="Arial"/>
                <a:cs typeface="Arial"/>
              </a:rPr>
              <a:t>fostering</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sense</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growth.</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year began</a:t>
            </a:r>
            <a:r>
              <a:rPr sz="1000" spc="-5" dirty="0">
                <a:solidFill>
                  <a:srgbClr val="231F20"/>
                </a:solidFill>
                <a:latin typeface="Arial"/>
                <a:cs typeface="Arial"/>
              </a:rPr>
              <a:t> </a:t>
            </a:r>
            <a:r>
              <a:rPr sz="1000" dirty="0">
                <a:solidFill>
                  <a:srgbClr val="231F20"/>
                </a:solidFill>
                <a:latin typeface="Arial"/>
                <a:cs typeface="Arial"/>
              </a:rPr>
              <a:t>with an</a:t>
            </a:r>
            <a:r>
              <a:rPr sz="1000" spc="-5" dirty="0">
                <a:solidFill>
                  <a:srgbClr val="231F20"/>
                </a:solidFill>
                <a:latin typeface="Arial"/>
                <a:cs typeface="Arial"/>
              </a:rPr>
              <a:t> </a:t>
            </a:r>
            <a:r>
              <a:rPr sz="1000" dirty="0">
                <a:solidFill>
                  <a:srgbClr val="231F20"/>
                </a:solidFill>
                <a:latin typeface="Arial"/>
                <a:cs typeface="Arial"/>
              </a:rPr>
              <a:t>exhilarating adventure </a:t>
            </a:r>
            <a:r>
              <a:rPr sz="1000" spc="-25" dirty="0">
                <a:solidFill>
                  <a:srgbClr val="231F20"/>
                </a:solidFill>
                <a:latin typeface="Arial"/>
                <a:cs typeface="Arial"/>
              </a:rPr>
              <a:t>at </a:t>
            </a:r>
            <a:r>
              <a:rPr sz="1000" dirty="0">
                <a:solidFill>
                  <a:srgbClr val="231F20"/>
                </a:solidFill>
                <a:latin typeface="Arial"/>
                <a:cs typeface="Arial"/>
              </a:rPr>
              <a:t>Urban</a:t>
            </a:r>
            <a:r>
              <a:rPr sz="1000" spc="-15" dirty="0">
                <a:solidFill>
                  <a:srgbClr val="231F20"/>
                </a:solidFill>
                <a:latin typeface="Arial"/>
                <a:cs typeface="Arial"/>
              </a:rPr>
              <a:t> </a:t>
            </a:r>
            <a:r>
              <a:rPr sz="1000" dirty="0">
                <a:solidFill>
                  <a:srgbClr val="231F20"/>
                </a:solidFill>
                <a:latin typeface="Arial"/>
                <a:cs typeface="Arial"/>
              </a:rPr>
              <a:t>Air</a:t>
            </a:r>
            <a:r>
              <a:rPr sz="1000" spc="-10" dirty="0">
                <a:solidFill>
                  <a:srgbClr val="231F20"/>
                </a:solidFill>
                <a:latin typeface="Arial"/>
                <a:cs typeface="Arial"/>
              </a:rPr>
              <a:t> </a:t>
            </a:r>
            <a:r>
              <a:rPr sz="1000" dirty="0">
                <a:solidFill>
                  <a:srgbClr val="231F20"/>
                </a:solidFill>
                <a:latin typeface="Arial"/>
                <a:cs typeface="Arial"/>
              </a:rPr>
              <a:t>Adventure</a:t>
            </a:r>
            <a:r>
              <a:rPr sz="1000" spc="-10" dirty="0">
                <a:solidFill>
                  <a:srgbClr val="231F20"/>
                </a:solidFill>
                <a:latin typeface="Arial"/>
                <a:cs typeface="Arial"/>
              </a:rPr>
              <a:t> </a:t>
            </a:r>
            <a:r>
              <a:rPr sz="1000" spc="-20"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Frederick, </a:t>
            </a:r>
            <a:r>
              <a:rPr sz="1000" spc="-40" dirty="0">
                <a:solidFill>
                  <a:srgbClr val="231F20"/>
                </a:solidFill>
                <a:latin typeface="Arial"/>
                <a:cs typeface="Arial"/>
              </a:rPr>
              <a:t>MD.</a:t>
            </a:r>
            <a:r>
              <a:rPr sz="1000" spc="-10" dirty="0">
                <a:solidFill>
                  <a:srgbClr val="231F20"/>
                </a:solidFill>
                <a:latin typeface="Arial"/>
                <a:cs typeface="Arial"/>
              </a:rPr>
              <a:t> Children </a:t>
            </a:r>
            <a:r>
              <a:rPr sz="1000" dirty="0">
                <a:solidFill>
                  <a:srgbClr val="231F20"/>
                </a:solidFill>
                <a:latin typeface="Arial"/>
                <a:cs typeface="Arial"/>
              </a:rPr>
              <a:t>formed</a:t>
            </a:r>
            <a:r>
              <a:rPr sz="1000" spc="10"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dirty="0">
                <a:solidFill>
                  <a:srgbClr val="231F20"/>
                </a:solidFill>
                <a:latin typeface="Arial"/>
                <a:cs typeface="Arial"/>
              </a:rPr>
              <a:t>bonds</a:t>
            </a:r>
            <a:r>
              <a:rPr sz="1000" spc="15" dirty="0">
                <a:solidFill>
                  <a:srgbClr val="231F20"/>
                </a:solidFill>
                <a:latin typeface="Arial"/>
                <a:cs typeface="Arial"/>
              </a:rPr>
              <a:t> </a:t>
            </a:r>
            <a:r>
              <a:rPr sz="1000" spc="-1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tackled</a:t>
            </a:r>
            <a:r>
              <a:rPr sz="1000" spc="15" dirty="0">
                <a:solidFill>
                  <a:srgbClr val="231F20"/>
                </a:solidFill>
                <a:latin typeface="Arial"/>
                <a:cs typeface="Arial"/>
              </a:rPr>
              <a:t> </a:t>
            </a:r>
            <a:r>
              <a:rPr sz="1000" dirty="0">
                <a:solidFill>
                  <a:srgbClr val="231F20"/>
                </a:solidFill>
                <a:latin typeface="Arial"/>
                <a:cs typeface="Arial"/>
              </a:rPr>
              <a:t>indoor</a:t>
            </a:r>
            <a:r>
              <a:rPr sz="1000" spc="10" dirty="0">
                <a:solidFill>
                  <a:srgbClr val="231F20"/>
                </a:solidFill>
                <a:latin typeface="Arial"/>
                <a:cs typeface="Arial"/>
              </a:rPr>
              <a:t> </a:t>
            </a:r>
            <a:r>
              <a:rPr sz="1000" spc="-10" dirty="0">
                <a:solidFill>
                  <a:srgbClr val="231F20"/>
                </a:solidFill>
                <a:latin typeface="Arial"/>
                <a:cs typeface="Arial"/>
              </a:rPr>
              <a:t>obstacle</a:t>
            </a:r>
            <a:r>
              <a:rPr sz="1000" spc="500" dirty="0">
                <a:solidFill>
                  <a:srgbClr val="231F20"/>
                </a:solidFill>
                <a:latin typeface="Arial"/>
                <a:cs typeface="Arial"/>
              </a:rPr>
              <a:t> </a:t>
            </a:r>
            <a:r>
              <a:rPr sz="1000" dirty="0">
                <a:solidFill>
                  <a:srgbClr val="231F20"/>
                </a:solidFill>
                <a:latin typeface="Arial"/>
                <a:cs typeface="Arial"/>
              </a:rPr>
              <a:t>courses</a:t>
            </a:r>
            <a:r>
              <a:rPr sz="1000" spc="30"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leaped</a:t>
            </a:r>
            <a:r>
              <a:rPr sz="1000" spc="30" dirty="0">
                <a:solidFill>
                  <a:srgbClr val="231F20"/>
                </a:solidFill>
                <a:latin typeface="Arial"/>
                <a:cs typeface="Arial"/>
              </a:rPr>
              <a:t> </a:t>
            </a:r>
            <a:r>
              <a:rPr sz="1000" dirty="0">
                <a:solidFill>
                  <a:srgbClr val="231F20"/>
                </a:solidFill>
                <a:latin typeface="Arial"/>
                <a:cs typeface="Arial"/>
              </a:rPr>
              <a:t>through</a:t>
            </a:r>
            <a:r>
              <a:rPr sz="1000" spc="35" dirty="0">
                <a:solidFill>
                  <a:srgbClr val="231F20"/>
                </a:solidFill>
                <a:latin typeface="Arial"/>
                <a:cs typeface="Arial"/>
              </a:rPr>
              <a:t> </a:t>
            </a:r>
            <a:r>
              <a:rPr sz="1000" dirty="0">
                <a:solidFill>
                  <a:srgbClr val="231F20"/>
                </a:solidFill>
                <a:latin typeface="Arial"/>
                <a:cs typeface="Arial"/>
              </a:rPr>
              <a:t>trampoline</a:t>
            </a:r>
            <a:r>
              <a:rPr sz="1000" spc="30" dirty="0">
                <a:solidFill>
                  <a:srgbClr val="231F20"/>
                </a:solidFill>
                <a:latin typeface="Arial"/>
                <a:cs typeface="Arial"/>
              </a:rPr>
              <a:t> </a:t>
            </a:r>
            <a:r>
              <a:rPr sz="1000" dirty="0">
                <a:solidFill>
                  <a:srgbClr val="231F20"/>
                </a:solidFill>
                <a:latin typeface="Arial"/>
                <a:cs typeface="Arial"/>
              </a:rPr>
              <a:t>dodgeball</a:t>
            </a:r>
            <a:r>
              <a:rPr sz="1000" spc="35" dirty="0">
                <a:solidFill>
                  <a:srgbClr val="231F20"/>
                </a:solidFill>
                <a:latin typeface="Arial"/>
                <a:cs typeface="Arial"/>
              </a:rPr>
              <a:t> </a:t>
            </a:r>
            <a:r>
              <a:rPr sz="1000" spc="-10" dirty="0">
                <a:solidFill>
                  <a:srgbClr val="231F20"/>
                </a:solidFill>
                <a:latin typeface="Arial"/>
                <a:cs typeface="Arial"/>
              </a:rPr>
              <a:t>arenas.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encouraged</a:t>
            </a:r>
            <a:r>
              <a:rPr sz="1000" spc="15" dirty="0">
                <a:solidFill>
                  <a:srgbClr val="231F20"/>
                </a:solidFill>
                <a:latin typeface="Arial"/>
                <a:cs typeface="Arial"/>
              </a:rPr>
              <a:t> </a:t>
            </a:r>
            <a:r>
              <a:rPr sz="1000" dirty="0">
                <a:solidFill>
                  <a:srgbClr val="231F20"/>
                </a:solidFill>
                <a:latin typeface="Arial"/>
                <a:cs typeface="Arial"/>
              </a:rPr>
              <a:t>through</a:t>
            </a:r>
            <a:r>
              <a:rPr sz="1000" spc="15" dirty="0">
                <a:solidFill>
                  <a:srgbClr val="231F20"/>
                </a:solidFill>
                <a:latin typeface="Arial"/>
                <a:cs typeface="Arial"/>
              </a:rPr>
              <a:t> </a:t>
            </a:r>
            <a:r>
              <a:rPr sz="1000" dirty="0">
                <a:solidFill>
                  <a:srgbClr val="231F20"/>
                </a:solidFill>
                <a:latin typeface="Arial"/>
                <a:cs typeface="Arial"/>
              </a:rPr>
              <a:t>public</a:t>
            </a:r>
            <a:r>
              <a:rPr sz="1000" spc="10" dirty="0">
                <a:solidFill>
                  <a:srgbClr val="231F20"/>
                </a:solidFill>
                <a:latin typeface="Arial"/>
                <a:cs typeface="Arial"/>
              </a:rPr>
              <a:t> </a:t>
            </a:r>
            <a:r>
              <a:rPr sz="1000" spc="-10" dirty="0">
                <a:solidFill>
                  <a:srgbClr val="231F20"/>
                </a:solidFill>
                <a:latin typeface="Arial"/>
                <a:cs typeface="Arial"/>
              </a:rPr>
              <a:t>speaking,</a:t>
            </a:r>
            <a:r>
              <a:rPr sz="1000" spc="50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"Would</a:t>
            </a:r>
            <a:r>
              <a:rPr sz="1000" spc="-25" dirty="0">
                <a:solidFill>
                  <a:srgbClr val="231F20"/>
                </a:solidFill>
                <a:latin typeface="Arial"/>
                <a:cs typeface="Arial"/>
              </a:rPr>
              <a:t> </a:t>
            </a:r>
            <a:r>
              <a:rPr sz="1000" spc="-20" dirty="0">
                <a:solidFill>
                  <a:srgbClr val="231F20"/>
                </a:solidFill>
                <a:latin typeface="Arial"/>
                <a:cs typeface="Arial"/>
              </a:rPr>
              <a:t>You </a:t>
            </a:r>
            <a:r>
              <a:rPr sz="1000" spc="-10" dirty="0">
                <a:solidFill>
                  <a:srgbClr val="231F20"/>
                </a:solidFill>
                <a:latin typeface="Arial"/>
                <a:cs typeface="Arial"/>
              </a:rPr>
              <a:t>Rather"</a:t>
            </a:r>
            <a:r>
              <a:rPr sz="1000" spc="-25" dirty="0">
                <a:solidFill>
                  <a:srgbClr val="231F20"/>
                </a:solidFill>
                <a:latin typeface="Arial"/>
                <a:cs typeface="Arial"/>
              </a:rPr>
              <a:t> </a:t>
            </a:r>
            <a:r>
              <a:rPr sz="1000" dirty="0">
                <a:solidFill>
                  <a:srgbClr val="231F20"/>
                </a:solidFill>
                <a:latin typeface="Arial"/>
                <a:cs typeface="Arial"/>
              </a:rPr>
              <a:t>questions</a:t>
            </a:r>
            <a:r>
              <a:rPr sz="1000" spc="-20" dirty="0">
                <a:solidFill>
                  <a:srgbClr val="231F20"/>
                </a:solidFill>
                <a:latin typeface="Arial"/>
                <a:cs typeface="Arial"/>
              </a:rPr>
              <a:t> </a:t>
            </a:r>
            <a:r>
              <a:rPr sz="1000" dirty="0">
                <a:solidFill>
                  <a:srgbClr val="231F20"/>
                </a:solidFill>
                <a:latin typeface="Arial"/>
                <a:cs typeface="Arial"/>
              </a:rPr>
              <a:t>sparked</a:t>
            </a:r>
            <a:r>
              <a:rPr sz="1000" spc="-25" dirty="0">
                <a:solidFill>
                  <a:srgbClr val="231F20"/>
                </a:solidFill>
                <a:latin typeface="Arial"/>
                <a:cs typeface="Arial"/>
              </a:rPr>
              <a:t> </a:t>
            </a:r>
            <a:r>
              <a:rPr sz="1000" spc="-10" dirty="0">
                <a:solidFill>
                  <a:srgbClr val="231F20"/>
                </a:solidFill>
                <a:latin typeface="Arial"/>
                <a:cs typeface="Arial"/>
              </a:rPr>
              <a:t>engaging conversations.</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day</a:t>
            </a:r>
            <a:r>
              <a:rPr sz="1000" spc="20" dirty="0">
                <a:solidFill>
                  <a:srgbClr val="231F20"/>
                </a:solidFill>
                <a:latin typeface="Arial"/>
                <a:cs typeface="Arial"/>
              </a:rPr>
              <a:t> </a:t>
            </a:r>
            <a:r>
              <a:rPr sz="1000" dirty="0">
                <a:solidFill>
                  <a:srgbClr val="231F20"/>
                </a:solidFill>
                <a:latin typeface="Arial"/>
                <a:cs typeface="Arial"/>
              </a:rPr>
              <a:t>concluded</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spc="-10" dirty="0">
                <a:solidFill>
                  <a:srgbClr val="231F20"/>
                </a:solidFill>
                <a:latin typeface="Arial"/>
                <a:cs typeface="Arial"/>
              </a:rPr>
              <a:t>team-</a:t>
            </a:r>
            <a:r>
              <a:rPr sz="1000" dirty="0">
                <a:solidFill>
                  <a:srgbClr val="231F20"/>
                </a:solidFill>
                <a:latin typeface="Arial"/>
                <a:cs typeface="Arial"/>
              </a:rPr>
              <a:t>based</a:t>
            </a:r>
            <a:r>
              <a:rPr sz="1000" spc="20" dirty="0">
                <a:solidFill>
                  <a:srgbClr val="231F20"/>
                </a:solidFill>
                <a:latin typeface="Arial"/>
                <a:cs typeface="Arial"/>
              </a:rPr>
              <a:t> </a:t>
            </a:r>
            <a:r>
              <a:rPr sz="1000" spc="-20" dirty="0">
                <a:solidFill>
                  <a:srgbClr val="231F20"/>
                </a:solidFill>
                <a:latin typeface="Arial"/>
                <a:cs typeface="Arial"/>
              </a:rPr>
              <a:t>laser </a:t>
            </a:r>
            <a:r>
              <a:rPr sz="1000" dirty="0">
                <a:solidFill>
                  <a:srgbClr val="231F20"/>
                </a:solidFill>
                <a:latin typeface="Arial"/>
                <a:cs typeface="Arial"/>
              </a:rPr>
              <a:t>tag,</a:t>
            </a:r>
            <a:r>
              <a:rPr sz="1000" spc="10" dirty="0">
                <a:solidFill>
                  <a:srgbClr val="231F20"/>
                </a:solidFill>
                <a:latin typeface="Arial"/>
                <a:cs typeface="Arial"/>
              </a:rPr>
              <a:t> </a:t>
            </a:r>
            <a:r>
              <a:rPr sz="1000" dirty="0">
                <a:solidFill>
                  <a:srgbClr val="231F20"/>
                </a:solidFill>
                <a:latin typeface="Arial"/>
                <a:cs typeface="Arial"/>
              </a:rPr>
              <a:t>fostering</a:t>
            </a:r>
            <a:r>
              <a:rPr sz="1000" spc="10" dirty="0">
                <a:solidFill>
                  <a:srgbClr val="231F20"/>
                </a:solidFill>
                <a:latin typeface="Arial"/>
                <a:cs typeface="Arial"/>
              </a:rPr>
              <a:t> </a:t>
            </a:r>
            <a:r>
              <a:rPr sz="1000" dirty="0">
                <a:solidFill>
                  <a:srgbClr val="231F20"/>
                </a:solidFill>
                <a:latin typeface="Arial"/>
                <a:cs typeface="Arial"/>
              </a:rPr>
              <a:t>teamwork</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problem-solving</a:t>
            </a:r>
            <a:r>
              <a:rPr sz="1000" spc="10" dirty="0">
                <a:solidFill>
                  <a:srgbClr val="231F20"/>
                </a:solidFill>
                <a:latin typeface="Arial"/>
                <a:cs typeface="Arial"/>
              </a:rPr>
              <a:t> </a:t>
            </a:r>
            <a:r>
              <a:rPr sz="1000" spc="-10" dirty="0">
                <a:solidFill>
                  <a:srgbClr val="231F20"/>
                </a:solidFill>
                <a:latin typeface="Arial"/>
                <a:cs typeface="Arial"/>
              </a:rPr>
              <a:t>skills.</a:t>
            </a:r>
            <a:r>
              <a:rPr sz="1000" spc="10" dirty="0">
                <a:solidFill>
                  <a:srgbClr val="231F20"/>
                </a:solidFill>
                <a:latin typeface="Arial"/>
                <a:cs typeface="Arial"/>
              </a:rPr>
              <a:t> </a:t>
            </a:r>
            <a:r>
              <a:rPr sz="1000" spc="-20" dirty="0">
                <a:solidFill>
                  <a:srgbClr val="231F20"/>
                </a:solidFill>
                <a:latin typeface="Arial"/>
                <a:cs typeface="Arial"/>
              </a:rPr>
              <a:t>Group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ventured</a:t>
            </a:r>
            <a:r>
              <a:rPr sz="1000" spc="15" dirty="0">
                <a:solidFill>
                  <a:srgbClr val="231F20"/>
                </a:solidFill>
                <a:latin typeface="Arial"/>
                <a:cs typeface="Arial"/>
              </a:rPr>
              <a:t> </a:t>
            </a:r>
            <a:r>
              <a:rPr sz="1000" dirty="0">
                <a:solidFill>
                  <a:srgbClr val="231F20"/>
                </a:solidFill>
                <a:latin typeface="Arial"/>
                <a:cs typeface="Arial"/>
              </a:rPr>
              <a:t>into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world</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horseback</a:t>
            </a:r>
            <a:r>
              <a:rPr sz="1000" spc="15" dirty="0">
                <a:solidFill>
                  <a:srgbClr val="231F20"/>
                </a:solidFill>
                <a:latin typeface="Arial"/>
                <a:cs typeface="Arial"/>
              </a:rPr>
              <a:t> </a:t>
            </a:r>
            <a:r>
              <a:rPr sz="1000" dirty="0">
                <a:solidFill>
                  <a:srgbClr val="231F20"/>
                </a:solidFill>
                <a:latin typeface="Arial"/>
                <a:cs typeface="Arial"/>
              </a:rPr>
              <a:t>riding</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10" dirty="0">
                <a:solidFill>
                  <a:srgbClr val="231F20"/>
                </a:solidFill>
                <a:latin typeface="Arial"/>
                <a:cs typeface="Arial"/>
              </a:rPr>
              <a:t>Wheaton </a:t>
            </a:r>
            <a:r>
              <a:rPr sz="1000" spc="-20" dirty="0">
                <a:solidFill>
                  <a:srgbClr val="231F20"/>
                </a:solidFill>
                <a:latin typeface="Arial"/>
                <a:cs typeface="Arial"/>
              </a:rPr>
              <a:t>Park</a:t>
            </a:r>
            <a:r>
              <a:rPr sz="1000" dirty="0">
                <a:solidFill>
                  <a:srgbClr val="231F20"/>
                </a:solidFill>
                <a:latin typeface="Arial"/>
                <a:cs typeface="Arial"/>
              </a:rPr>
              <a:t> </a:t>
            </a:r>
            <a:r>
              <a:rPr sz="1000" spc="-10" dirty="0">
                <a:solidFill>
                  <a:srgbClr val="231F20"/>
                </a:solidFill>
                <a:latin typeface="Arial"/>
                <a:cs typeface="Arial"/>
              </a:rPr>
              <a:t>Stables.</a:t>
            </a:r>
            <a:r>
              <a:rPr sz="1000" spc="-5" dirty="0">
                <a:solidFill>
                  <a:srgbClr val="231F20"/>
                </a:solidFill>
                <a:latin typeface="Arial"/>
                <a:cs typeface="Arial"/>
              </a:rPr>
              <a:t> </a:t>
            </a:r>
            <a:r>
              <a:rPr sz="1000" dirty="0">
                <a:solidFill>
                  <a:srgbClr val="231F20"/>
                </a:solidFill>
                <a:latin typeface="Arial"/>
                <a:cs typeface="Arial"/>
              </a:rPr>
              <a:t>After introductions and sharing horse </a:t>
            </a:r>
            <a:r>
              <a:rPr sz="1000" spc="-10" dirty="0">
                <a:solidFill>
                  <a:srgbClr val="231F20"/>
                </a:solidFill>
                <a:latin typeface="Arial"/>
                <a:cs typeface="Arial"/>
              </a:rPr>
              <a:t>facts, </a:t>
            </a:r>
            <a:r>
              <a:rPr sz="1000" dirty="0">
                <a:solidFill>
                  <a:srgbClr val="231F20"/>
                </a:solidFill>
                <a:latin typeface="Arial"/>
                <a:cs typeface="Arial"/>
              </a:rPr>
              <a:t>they delved</a:t>
            </a:r>
            <a:r>
              <a:rPr sz="1000" spc="5" dirty="0">
                <a:solidFill>
                  <a:srgbClr val="231F20"/>
                </a:solidFill>
                <a:latin typeface="Arial"/>
                <a:cs typeface="Arial"/>
              </a:rPr>
              <a:t> </a:t>
            </a:r>
            <a:r>
              <a:rPr sz="1000" dirty="0">
                <a:solidFill>
                  <a:srgbClr val="231F20"/>
                </a:solidFill>
                <a:latin typeface="Arial"/>
                <a:cs typeface="Arial"/>
              </a:rPr>
              <a:t>into</a:t>
            </a:r>
            <a:r>
              <a:rPr sz="1000" spc="5" dirty="0">
                <a:solidFill>
                  <a:srgbClr val="231F20"/>
                </a:solidFill>
                <a:latin typeface="Arial"/>
                <a:cs typeface="Arial"/>
              </a:rPr>
              <a:t> </a:t>
            </a:r>
            <a:r>
              <a:rPr sz="1000" dirty="0">
                <a:solidFill>
                  <a:srgbClr val="231F20"/>
                </a:solidFill>
                <a:latin typeface="Arial"/>
                <a:cs typeface="Arial"/>
              </a:rPr>
              <a:t>horse</a:t>
            </a:r>
            <a:r>
              <a:rPr sz="1000" spc="5" dirty="0">
                <a:solidFill>
                  <a:srgbClr val="231F20"/>
                </a:solidFill>
                <a:latin typeface="Arial"/>
                <a:cs typeface="Arial"/>
              </a:rPr>
              <a:t> </a:t>
            </a:r>
            <a:r>
              <a:rPr sz="1000" spc="-10" dirty="0">
                <a:solidFill>
                  <a:srgbClr val="231F20"/>
                </a:solidFill>
                <a:latin typeface="Arial"/>
                <a:cs typeface="Arial"/>
              </a:rPr>
              <a:t>care,</a:t>
            </a:r>
            <a:r>
              <a:rPr sz="1000" spc="5" dirty="0">
                <a:solidFill>
                  <a:srgbClr val="231F20"/>
                </a:solidFill>
                <a:latin typeface="Arial"/>
                <a:cs typeface="Arial"/>
              </a:rPr>
              <a:t> </a:t>
            </a:r>
            <a:r>
              <a:rPr sz="1000" spc="-10" dirty="0">
                <a:solidFill>
                  <a:srgbClr val="231F20"/>
                </a:solidFill>
                <a:latin typeface="Arial"/>
                <a:cs typeface="Arial"/>
              </a:rPr>
              <a:t>safety,</a:t>
            </a:r>
            <a:r>
              <a:rPr sz="1000" spc="5" dirty="0">
                <a:solidFill>
                  <a:srgbClr val="231F20"/>
                </a:solidFill>
                <a:latin typeface="Arial"/>
                <a:cs typeface="Arial"/>
              </a:rPr>
              <a:t> </a:t>
            </a:r>
            <a:r>
              <a:rPr sz="1000" dirty="0">
                <a:solidFill>
                  <a:srgbClr val="231F20"/>
                </a:solidFill>
                <a:latin typeface="Arial"/>
                <a:cs typeface="Arial"/>
              </a:rPr>
              <a:t>and riding</a:t>
            </a:r>
            <a:r>
              <a:rPr sz="1000" spc="5"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5080">
              <a:lnSpc>
                <a:spcPct val="100000"/>
              </a:lnSpc>
            </a:pPr>
            <a:r>
              <a:rPr sz="1000" spc="-25" dirty="0">
                <a:solidFill>
                  <a:srgbClr val="231F20"/>
                </a:solidFill>
                <a:latin typeface="Arial"/>
                <a:cs typeface="Arial"/>
              </a:rPr>
              <a:t>Each</a:t>
            </a:r>
            <a:r>
              <a:rPr sz="1000" spc="20" dirty="0">
                <a:solidFill>
                  <a:srgbClr val="231F20"/>
                </a:solidFill>
                <a:latin typeface="Arial"/>
                <a:cs typeface="Arial"/>
              </a:rPr>
              <a:t> </a:t>
            </a:r>
            <a:r>
              <a:rPr sz="1000" dirty="0">
                <a:solidFill>
                  <a:srgbClr val="231F20"/>
                </a:solidFill>
                <a:latin typeface="Arial"/>
                <a:cs typeface="Arial"/>
              </a:rPr>
              <a:t>child</a:t>
            </a:r>
            <a:r>
              <a:rPr sz="1000" spc="25"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opportunity</a:t>
            </a:r>
            <a:r>
              <a:rPr sz="1000" spc="2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ride,</a:t>
            </a:r>
            <a:r>
              <a:rPr sz="1000" spc="25" dirty="0">
                <a:solidFill>
                  <a:srgbClr val="231F20"/>
                </a:solidFill>
                <a:latin typeface="Arial"/>
                <a:cs typeface="Arial"/>
              </a:rPr>
              <a:t> </a:t>
            </a:r>
            <a:r>
              <a:rPr sz="1000" dirty="0">
                <a:solidFill>
                  <a:srgbClr val="231F20"/>
                </a:solidFill>
                <a:latin typeface="Arial"/>
                <a:cs typeface="Arial"/>
              </a:rPr>
              <a:t>gaining</a:t>
            </a:r>
            <a:r>
              <a:rPr sz="1000" spc="20" dirty="0">
                <a:solidFill>
                  <a:srgbClr val="231F20"/>
                </a:solidFill>
                <a:latin typeface="Arial"/>
                <a:cs typeface="Arial"/>
              </a:rPr>
              <a:t> </a:t>
            </a:r>
            <a:r>
              <a:rPr sz="1000" spc="-10" dirty="0">
                <a:solidFill>
                  <a:srgbClr val="231F20"/>
                </a:solidFill>
                <a:latin typeface="Arial"/>
                <a:cs typeface="Arial"/>
              </a:rPr>
              <a:t>balance, </a:t>
            </a:r>
            <a:r>
              <a:rPr sz="1000" dirty="0">
                <a:solidFill>
                  <a:srgbClr val="231F20"/>
                </a:solidFill>
                <a:latin typeface="Arial"/>
                <a:cs typeface="Arial"/>
              </a:rPr>
              <a:t>control, and confidence.</a:t>
            </a:r>
            <a:r>
              <a:rPr sz="1000" spc="5" dirty="0">
                <a:solidFill>
                  <a:srgbClr val="231F20"/>
                </a:solidFill>
                <a:latin typeface="Arial"/>
                <a:cs typeface="Arial"/>
              </a:rPr>
              <a:t> </a:t>
            </a:r>
            <a:r>
              <a:rPr sz="1000" dirty="0">
                <a:solidFill>
                  <a:srgbClr val="231F20"/>
                </a:solidFill>
                <a:latin typeface="Arial"/>
                <a:cs typeface="Arial"/>
              </a:rPr>
              <a:t>The day</a:t>
            </a:r>
            <a:r>
              <a:rPr sz="1000" spc="5" dirty="0">
                <a:solidFill>
                  <a:srgbClr val="231F20"/>
                </a:solidFill>
                <a:latin typeface="Arial"/>
                <a:cs typeface="Arial"/>
              </a:rPr>
              <a:t> </a:t>
            </a:r>
            <a:r>
              <a:rPr sz="1000" dirty="0">
                <a:solidFill>
                  <a:srgbClr val="231F20"/>
                </a:solidFill>
                <a:latin typeface="Arial"/>
                <a:cs typeface="Arial"/>
              </a:rPr>
              <a:t>ended with lunch</a:t>
            </a:r>
            <a:r>
              <a:rPr sz="1000" spc="5"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socializing,</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goodie</a:t>
            </a:r>
            <a:r>
              <a:rPr sz="1000" spc="30" dirty="0">
                <a:solidFill>
                  <a:srgbClr val="231F20"/>
                </a:solidFill>
                <a:latin typeface="Arial"/>
                <a:cs typeface="Arial"/>
              </a:rPr>
              <a:t> </a:t>
            </a:r>
            <a:r>
              <a:rPr sz="1000" dirty="0">
                <a:solidFill>
                  <a:srgbClr val="231F20"/>
                </a:solidFill>
                <a:latin typeface="Arial"/>
                <a:cs typeface="Arial"/>
              </a:rPr>
              <a:t>bags</a:t>
            </a:r>
            <a:r>
              <a:rPr sz="1000" spc="30" dirty="0">
                <a:solidFill>
                  <a:srgbClr val="231F20"/>
                </a:solidFill>
                <a:latin typeface="Arial"/>
                <a:cs typeface="Arial"/>
              </a:rPr>
              <a:t> </a:t>
            </a:r>
            <a:r>
              <a:rPr sz="1000" dirty="0">
                <a:solidFill>
                  <a:srgbClr val="231F20"/>
                </a:solidFill>
                <a:latin typeface="Arial"/>
                <a:cs typeface="Arial"/>
              </a:rPr>
              <a:t>included</a:t>
            </a:r>
            <a:r>
              <a:rPr sz="1000" spc="30"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book</a:t>
            </a:r>
            <a:r>
              <a:rPr sz="1000" spc="30" dirty="0">
                <a:solidFill>
                  <a:srgbClr val="231F20"/>
                </a:solidFill>
                <a:latin typeface="Arial"/>
                <a:cs typeface="Arial"/>
              </a:rPr>
              <a:t> </a:t>
            </a:r>
            <a:r>
              <a:rPr sz="1000" dirty="0">
                <a:solidFill>
                  <a:srgbClr val="231F20"/>
                </a:solidFill>
                <a:latin typeface="Arial"/>
                <a:cs typeface="Arial"/>
              </a:rPr>
              <a:t>titled</a:t>
            </a:r>
            <a:r>
              <a:rPr sz="1000" spc="30" dirty="0">
                <a:solidFill>
                  <a:srgbClr val="231F20"/>
                </a:solidFill>
                <a:latin typeface="Arial"/>
                <a:cs typeface="Arial"/>
              </a:rPr>
              <a:t> </a:t>
            </a:r>
            <a:r>
              <a:rPr sz="1000" spc="-10" dirty="0">
                <a:solidFill>
                  <a:srgbClr val="231F20"/>
                </a:solidFill>
                <a:latin typeface="Arial"/>
                <a:cs typeface="Arial"/>
              </a:rPr>
              <a:t>"Black Equestrians:</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Trailblazers."</a:t>
            </a:r>
            <a:r>
              <a:rPr sz="1000" spc="-30"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spc="-10" dirty="0">
                <a:solidFill>
                  <a:srgbClr val="231F20"/>
                </a:solidFill>
                <a:latin typeface="Arial"/>
                <a:cs typeface="Arial"/>
              </a:rPr>
              <a:t>Saturday</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spc="-10" dirty="0">
                <a:solidFill>
                  <a:srgbClr val="231F20"/>
                </a:solidFill>
                <a:latin typeface="Arial"/>
                <a:cs typeface="Arial"/>
              </a:rPr>
              <a:t>November,</a:t>
            </a:r>
            <a:endParaRPr sz="1000">
              <a:latin typeface="Arial"/>
              <a:cs typeface="Arial"/>
            </a:endParaRPr>
          </a:p>
          <a:p>
            <a:pPr marL="12700" marR="56515">
              <a:lnSpc>
                <a:spcPct val="100000"/>
              </a:lnSpc>
            </a:pP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3</a:t>
            </a:r>
            <a:r>
              <a:rPr sz="1000" spc="15" dirty="0">
                <a:solidFill>
                  <a:srgbClr val="231F20"/>
                </a:solidFill>
                <a:latin typeface="Arial"/>
                <a:cs typeface="Arial"/>
              </a:rPr>
              <a:t> </a:t>
            </a:r>
            <a:r>
              <a:rPr sz="1000" dirty="0">
                <a:solidFill>
                  <a:srgbClr val="231F20"/>
                </a:solidFill>
                <a:latin typeface="Arial"/>
                <a:cs typeface="Arial"/>
              </a:rPr>
              <a:t>engaged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interactive</a:t>
            </a:r>
            <a:r>
              <a:rPr sz="1000" spc="15" dirty="0">
                <a:solidFill>
                  <a:srgbClr val="231F20"/>
                </a:solidFill>
                <a:latin typeface="Arial"/>
                <a:cs typeface="Arial"/>
              </a:rPr>
              <a:t> </a:t>
            </a:r>
            <a:r>
              <a:rPr sz="1000" dirty="0">
                <a:solidFill>
                  <a:srgbClr val="231F20"/>
                </a:solidFill>
                <a:latin typeface="Arial"/>
                <a:cs typeface="Arial"/>
              </a:rPr>
              <a:t>activities</a:t>
            </a:r>
            <a:r>
              <a:rPr sz="1000" spc="15" dirty="0">
                <a:solidFill>
                  <a:srgbClr val="231F20"/>
                </a:solidFill>
                <a:latin typeface="Arial"/>
                <a:cs typeface="Arial"/>
              </a:rPr>
              <a:t> </a:t>
            </a:r>
            <a:r>
              <a:rPr sz="1000" dirty="0">
                <a:solidFill>
                  <a:srgbClr val="231F20"/>
                </a:solidFill>
                <a:latin typeface="Arial"/>
                <a:cs typeface="Arial"/>
              </a:rPr>
              <a:t>led</a:t>
            </a:r>
            <a:r>
              <a:rPr sz="1000" spc="15"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spc="-20" dirty="0">
                <a:solidFill>
                  <a:srgbClr val="231F20"/>
                </a:solidFill>
                <a:latin typeface="Arial"/>
                <a:cs typeface="Arial"/>
              </a:rPr>
              <a:t>peers</a:t>
            </a:r>
            <a:r>
              <a:rPr sz="1000" spc="50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adults.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delved</a:t>
            </a:r>
            <a:r>
              <a:rPr sz="1000" spc="-5"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lives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challenges</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enslaved</a:t>
            </a:r>
            <a:r>
              <a:rPr sz="1000" spc="-5" dirty="0">
                <a:solidFill>
                  <a:srgbClr val="231F20"/>
                </a:solidFill>
                <a:latin typeface="Arial"/>
                <a:cs typeface="Arial"/>
              </a:rPr>
              <a:t> </a:t>
            </a:r>
            <a:r>
              <a:rPr sz="1000" dirty="0">
                <a:solidFill>
                  <a:srgbClr val="231F20"/>
                </a:solidFill>
                <a:latin typeface="Arial"/>
                <a:cs typeface="Arial"/>
              </a:rPr>
              <a:t>people, raising </a:t>
            </a:r>
            <a:r>
              <a:rPr sz="1000" spc="-10" dirty="0">
                <a:solidFill>
                  <a:srgbClr val="231F20"/>
                </a:solidFill>
                <a:latin typeface="Arial"/>
                <a:cs typeface="Arial"/>
              </a:rPr>
              <a:t>awareness</a:t>
            </a:r>
            <a:r>
              <a:rPr sz="1000" spc="-5" dirty="0">
                <a:solidFill>
                  <a:srgbClr val="231F20"/>
                </a:solidFill>
                <a:latin typeface="Arial"/>
                <a:cs typeface="Arial"/>
              </a:rPr>
              <a:t> </a:t>
            </a:r>
            <a:r>
              <a:rPr sz="1000" dirty="0">
                <a:solidFill>
                  <a:srgbClr val="231F20"/>
                </a:solidFill>
                <a:latin typeface="Arial"/>
                <a:cs typeface="Arial"/>
              </a:rPr>
              <a:t>of the </a:t>
            </a:r>
            <a:r>
              <a:rPr sz="1000" spc="-10" dirty="0">
                <a:solidFill>
                  <a:srgbClr val="231F20"/>
                </a:solidFill>
                <a:latin typeface="Arial"/>
                <a:cs typeface="Arial"/>
              </a:rPr>
              <a:t>Underground </a:t>
            </a:r>
            <a:r>
              <a:rPr sz="1000" spc="-20" dirty="0">
                <a:solidFill>
                  <a:srgbClr val="231F20"/>
                </a:solidFill>
                <a:latin typeface="Arial"/>
                <a:cs typeface="Arial"/>
              </a:rPr>
              <a:t>Railroad's</a:t>
            </a:r>
            <a:r>
              <a:rPr sz="1000" dirty="0">
                <a:solidFill>
                  <a:srgbClr val="231F20"/>
                </a:solidFill>
                <a:latin typeface="Arial"/>
                <a:cs typeface="Arial"/>
              </a:rPr>
              <a:t> significance.</a:t>
            </a:r>
            <a:r>
              <a:rPr sz="1000" spc="5" dirty="0">
                <a:solidFill>
                  <a:srgbClr val="231F20"/>
                </a:solidFill>
                <a:latin typeface="Arial"/>
                <a:cs typeface="Arial"/>
              </a:rPr>
              <a:t> </a:t>
            </a:r>
            <a:r>
              <a:rPr sz="1000" spc="-10" dirty="0">
                <a:solidFill>
                  <a:srgbClr val="231F20"/>
                </a:solidFill>
                <a:latin typeface="Arial"/>
                <a:cs typeface="Arial"/>
              </a:rPr>
              <a:t>This</a:t>
            </a:r>
            <a:r>
              <a:rPr sz="1000" dirty="0">
                <a:solidFill>
                  <a:srgbClr val="231F20"/>
                </a:solidFill>
                <a:latin typeface="Arial"/>
                <a:cs typeface="Arial"/>
              </a:rPr>
              <a:t> activity</a:t>
            </a:r>
            <a:r>
              <a:rPr sz="1000" spc="5" dirty="0">
                <a:solidFill>
                  <a:srgbClr val="231F20"/>
                </a:solidFill>
                <a:latin typeface="Arial"/>
                <a:cs typeface="Arial"/>
              </a:rPr>
              <a:t> </a:t>
            </a:r>
            <a:r>
              <a:rPr sz="1000" spc="-10" dirty="0">
                <a:solidFill>
                  <a:srgbClr val="231F20"/>
                </a:solidFill>
                <a:latin typeface="Arial"/>
                <a:cs typeface="Arial"/>
              </a:rPr>
              <a:t>encouraged </a:t>
            </a:r>
            <a:r>
              <a:rPr sz="1000" dirty="0">
                <a:solidFill>
                  <a:srgbClr val="231F20"/>
                </a:solidFill>
                <a:latin typeface="Arial"/>
                <a:cs typeface="Arial"/>
              </a:rPr>
              <a:t>leadership</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speaking</a:t>
            </a:r>
            <a:r>
              <a:rPr sz="1000" spc="20" dirty="0">
                <a:solidFill>
                  <a:srgbClr val="231F20"/>
                </a:solidFill>
                <a:latin typeface="Arial"/>
                <a:cs typeface="Arial"/>
              </a:rPr>
              <a:t> </a:t>
            </a:r>
            <a:r>
              <a:rPr sz="1000" spc="-10" dirty="0">
                <a:solidFill>
                  <a:srgbClr val="231F20"/>
                </a:solidFill>
                <a:latin typeface="Arial"/>
                <a:cs typeface="Arial"/>
              </a:rPr>
              <a:t>skills,</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participants</a:t>
            </a:r>
            <a:r>
              <a:rPr sz="1000" spc="20" dirty="0">
                <a:solidFill>
                  <a:srgbClr val="231F20"/>
                </a:solidFill>
                <a:latin typeface="Arial"/>
                <a:cs typeface="Arial"/>
              </a:rPr>
              <a:t> </a:t>
            </a:r>
            <a:r>
              <a:rPr sz="1000" spc="-10" dirty="0">
                <a:solidFill>
                  <a:srgbClr val="231F20"/>
                </a:solidFill>
                <a:latin typeface="Arial"/>
                <a:cs typeface="Arial"/>
              </a:rPr>
              <a:t>receiving </a:t>
            </a:r>
            <a:r>
              <a:rPr sz="1000" dirty="0">
                <a:solidFill>
                  <a:srgbClr val="231F20"/>
                </a:solidFill>
                <a:latin typeface="Arial"/>
                <a:cs typeface="Arial"/>
              </a:rPr>
              <a:t>"freedom</a:t>
            </a:r>
            <a:r>
              <a:rPr sz="1000" spc="-10" dirty="0">
                <a:solidFill>
                  <a:srgbClr val="231F20"/>
                </a:solidFill>
                <a:latin typeface="Arial"/>
                <a:cs typeface="Arial"/>
              </a:rPr>
              <a:t> </a:t>
            </a:r>
            <a:r>
              <a:rPr sz="1000" dirty="0">
                <a:solidFill>
                  <a:srgbClr val="231F20"/>
                </a:solidFill>
                <a:latin typeface="Arial"/>
                <a:cs typeface="Arial"/>
              </a:rPr>
              <a:t>bags"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lunch.</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embarked</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heartwarming</a:t>
            </a:r>
            <a:r>
              <a:rPr sz="1000" spc="5"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spc="-10" dirty="0">
                <a:solidFill>
                  <a:srgbClr val="231F20"/>
                </a:solidFill>
                <a:latin typeface="Arial"/>
                <a:cs typeface="Arial"/>
              </a:rPr>
              <a:t>creating</a:t>
            </a:r>
            <a:endParaRPr sz="1000">
              <a:latin typeface="Arial"/>
              <a:cs typeface="Arial"/>
            </a:endParaRPr>
          </a:p>
        </p:txBody>
      </p:sp>
      <p:sp>
        <p:nvSpPr>
          <p:cNvPr id="4" name="object 4"/>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lang="en-US" spc="-25" dirty="0"/>
              <a:t>49</a:t>
            </a:r>
            <a:endParaRPr spc="-25" dirty="0"/>
          </a:p>
        </p:txBody>
      </p:sp>
      <p:sp>
        <p:nvSpPr>
          <p:cNvPr id="3" name="object 3"/>
          <p:cNvSpPr txBox="1"/>
          <p:nvPr/>
        </p:nvSpPr>
        <p:spPr>
          <a:xfrm>
            <a:off x="4016375" y="1569973"/>
            <a:ext cx="3300095" cy="7150100"/>
          </a:xfrm>
          <a:prstGeom prst="rect">
            <a:avLst/>
          </a:prstGeom>
        </p:spPr>
        <p:txBody>
          <a:bodyPr vert="horz" wrap="square" lIns="0" tIns="12700" rIns="0" bIns="0" rtlCol="0">
            <a:spAutoFit/>
          </a:bodyPr>
          <a:lstStyle/>
          <a:p>
            <a:pPr marL="12700" marR="64769">
              <a:lnSpc>
                <a:spcPct val="100000"/>
              </a:lnSpc>
              <a:spcBef>
                <a:spcPts val="100"/>
              </a:spcBef>
            </a:pPr>
            <a:r>
              <a:rPr sz="1000" dirty="0">
                <a:solidFill>
                  <a:srgbClr val="231F20"/>
                </a:solidFill>
                <a:latin typeface="Arial"/>
                <a:cs typeface="Arial"/>
              </a:rPr>
              <a:t>over 75 </a:t>
            </a:r>
            <a:r>
              <a:rPr sz="1000" spc="-10" dirty="0">
                <a:solidFill>
                  <a:srgbClr val="231F20"/>
                </a:solidFill>
                <a:latin typeface="Arial"/>
                <a:cs typeface="Arial"/>
              </a:rPr>
              <a:t>seasonal</a:t>
            </a:r>
            <a:r>
              <a:rPr sz="1000" dirty="0">
                <a:solidFill>
                  <a:srgbClr val="231F20"/>
                </a:solidFill>
                <a:latin typeface="Arial"/>
                <a:cs typeface="Arial"/>
              </a:rPr>
              <a:t> activity</a:t>
            </a:r>
            <a:r>
              <a:rPr sz="1000" spc="5" dirty="0">
                <a:solidFill>
                  <a:srgbClr val="231F20"/>
                </a:solidFill>
                <a:latin typeface="Arial"/>
                <a:cs typeface="Arial"/>
              </a:rPr>
              <a:t> </a:t>
            </a:r>
            <a:r>
              <a:rPr sz="1000" dirty="0">
                <a:solidFill>
                  <a:srgbClr val="231F20"/>
                </a:solidFill>
                <a:latin typeface="Arial"/>
                <a:cs typeface="Arial"/>
              </a:rPr>
              <a:t>bags for children</a:t>
            </a:r>
            <a:r>
              <a:rPr sz="1000" spc="5" dirty="0">
                <a:solidFill>
                  <a:srgbClr val="231F20"/>
                </a:solidFill>
                <a:latin typeface="Arial"/>
                <a:cs typeface="Arial"/>
              </a:rPr>
              <a:t> </a:t>
            </a:r>
            <a:r>
              <a:rPr sz="1000" dirty="0">
                <a:solidFill>
                  <a:srgbClr val="231F20"/>
                </a:solidFill>
                <a:latin typeface="Arial"/>
                <a:cs typeface="Arial"/>
              </a:rPr>
              <a:t>at </a:t>
            </a:r>
            <a:r>
              <a:rPr sz="1000" spc="-10" dirty="0">
                <a:solidFill>
                  <a:srgbClr val="231F20"/>
                </a:solidFill>
                <a:latin typeface="Arial"/>
                <a:cs typeface="Arial"/>
              </a:rPr>
              <a:t>Children's </a:t>
            </a:r>
            <a:r>
              <a:rPr sz="1000" dirty="0">
                <a:solidFill>
                  <a:srgbClr val="231F20"/>
                </a:solidFill>
                <a:latin typeface="Arial"/>
                <a:cs typeface="Arial"/>
              </a:rPr>
              <a:t>Hospital</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Washington</a:t>
            </a:r>
            <a:r>
              <a:rPr sz="1000" spc="5" dirty="0">
                <a:solidFill>
                  <a:srgbClr val="231F20"/>
                </a:solidFill>
                <a:latin typeface="Arial"/>
                <a:cs typeface="Arial"/>
              </a:rPr>
              <a:t> </a:t>
            </a:r>
            <a:r>
              <a:rPr sz="1000" spc="-30" dirty="0">
                <a:solidFill>
                  <a:srgbClr val="231F20"/>
                </a:solidFill>
                <a:latin typeface="Arial"/>
                <a:cs typeface="Arial"/>
              </a:rPr>
              <a:t>DC</a:t>
            </a:r>
            <a:r>
              <a:rPr sz="1000" spc="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Christmas</a:t>
            </a:r>
            <a:r>
              <a:rPr sz="1000" spc="500" dirty="0">
                <a:solidFill>
                  <a:srgbClr val="231F20"/>
                </a:solidFill>
                <a:latin typeface="Arial"/>
                <a:cs typeface="Arial"/>
              </a:rPr>
              <a:t> </a:t>
            </a:r>
            <a:r>
              <a:rPr sz="1000" dirty="0">
                <a:solidFill>
                  <a:srgbClr val="231F20"/>
                </a:solidFill>
                <a:latin typeface="Arial"/>
                <a:cs typeface="Arial"/>
              </a:rPr>
              <a:t>holidays.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filled</a:t>
            </a:r>
            <a:r>
              <a:rPr sz="1000" spc="-5" dirty="0">
                <a:solidFill>
                  <a:srgbClr val="231F20"/>
                </a:solidFill>
                <a:latin typeface="Arial"/>
                <a:cs typeface="Arial"/>
              </a:rPr>
              <a:t> </a:t>
            </a:r>
            <a:r>
              <a:rPr sz="1000" dirty="0">
                <a:solidFill>
                  <a:srgbClr val="231F20"/>
                </a:solidFill>
                <a:latin typeface="Arial"/>
                <a:cs typeface="Arial"/>
              </a:rPr>
              <a:t>these</a:t>
            </a:r>
            <a:r>
              <a:rPr sz="1000" spc="-5" dirty="0">
                <a:solidFill>
                  <a:srgbClr val="231F20"/>
                </a:solidFill>
                <a:latin typeface="Arial"/>
                <a:cs typeface="Arial"/>
              </a:rPr>
              <a:t> </a:t>
            </a:r>
            <a:r>
              <a:rPr sz="1000" dirty="0">
                <a:solidFill>
                  <a:srgbClr val="231F20"/>
                </a:solidFill>
                <a:latin typeface="Arial"/>
                <a:cs typeface="Arial"/>
              </a:rPr>
              <a:t>bags</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distraction,</a:t>
            </a:r>
            <a:r>
              <a:rPr sz="1000" spc="10" dirty="0">
                <a:solidFill>
                  <a:srgbClr val="231F20"/>
                </a:solidFill>
                <a:latin typeface="Arial"/>
                <a:cs typeface="Arial"/>
              </a:rPr>
              <a:t> </a:t>
            </a:r>
            <a:r>
              <a:rPr sz="1000" dirty="0">
                <a:solidFill>
                  <a:srgbClr val="231F20"/>
                </a:solidFill>
                <a:latin typeface="Arial"/>
                <a:cs typeface="Arial"/>
              </a:rPr>
              <a:t>spreading</a:t>
            </a:r>
            <a:r>
              <a:rPr sz="1000" spc="15" dirty="0">
                <a:solidFill>
                  <a:srgbClr val="231F20"/>
                </a:solidFill>
                <a:latin typeface="Arial"/>
                <a:cs typeface="Arial"/>
              </a:rPr>
              <a:t> </a:t>
            </a:r>
            <a:r>
              <a:rPr sz="1000" dirty="0">
                <a:solidFill>
                  <a:srgbClr val="231F20"/>
                </a:solidFill>
                <a:latin typeface="Arial"/>
                <a:cs typeface="Arial"/>
              </a:rPr>
              <a:t>joy</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young</a:t>
            </a:r>
            <a:r>
              <a:rPr sz="1000" spc="15" dirty="0">
                <a:solidFill>
                  <a:srgbClr val="231F20"/>
                </a:solidFill>
                <a:latin typeface="Arial"/>
                <a:cs typeface="Arial"/>
              </a:rPr>
              <a:t> </a:t>
            </a:r>
            <a:r>
              <a:rPr sz="1000" dirty="0">
                <a:solidFill>
                  <a:srgbClr val="231F20"/>
                </a:solidFill>
                <a:latin typeface="Arial"/>
                <a:cs typeface="Arial"/>
              </a:rPr>
              <a:t>patients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sending </a:t>
            </a:r>
            <a:r>
              <a:rPr sz="1000" dirty="0">
                <a:solidFill>
                  <a:srgbClr val="231F20"/>
                </a:solidFill>
                <a:latin typeface="Arial"/>
                <a:cs typeface="Arial"/>
              </a:rPr>
              <a:t>holiday</a:t>
            </a:r>
            <a:r>
              <a:rPr sz="1000" spc="-20" dirty="0">
                <a:solidFill>
                  <a:srgbClr val="231F20"/>
                </a:solidFill>
                <a:latin typeface="Arial"/>
                <a:cs typeface="Arial"/>
              </a:rPr>
              <a:t> messages.</a:t>
            </a:r>
            <a:r>
              <a:rPr sz="1000" spc="-15" dirty="0">
                <a:solidFill>
                  <a:srgbClr val="231F20"/>
                </a:solidFill>
                <a:latin typeface="Arial"/>
                <a:cs typeface="Arial"/>
              </a:rPr>
              <a:t> </a:t>
            </a:r>
            <a:r>
              <a:rPr sz="1000" dirty="0">
                <a:solidFill>
                  <a:srgbClr val="231F20"/>
                </a:solidFill>
                <a:latin typeface="Arial"/>
                <a:cs typeface="Arial"/>
              </a:rPr>
              <a:t>"Beyond</a:t>
            </a:r>
            <a:r>
              <a:rPr sz="1000" spc="-15" dirty="0">
                <a:solidFill>
                  <a:srgbClr val="231F20"/>
                </a:solidFill>
                <a:latin typeface="Arial"/>
                <a:cs typeface="Arial"/>
              </a:rPr>
              <a:t> </a:t>
            </a:r>
            <a:r>
              <a:rPr sz="1000" dirty="0">
                <a:solidFill>
                  <a:srgbClr val="231F20"/>
                </a:solidFill>
                <a:latin typeface="Arial"/>
                <a:cs typeface="Arial"/>
              </a:rPr>
              <a:t>King</a:t>
            </a:r>
            <a:r>
              <a:rPr sz="1000" spc="-15" dirty="0">
                <a:solidFill>
                  <a:srgbClr val="231F20"/>
                </a:solidFill>
                <a:latin typeface="Arial"/>
                <a:cs typeface="Arial"/>
              </a:rPr>
              <a:t> </a:t>
            </a:r>
            <a:r>
              <a:rPr sz="1000" spc="-25" dirty="0">
                <a:solidFill>
                  <a:srgbClr val="231F20"/>
                </a:solidFill>
                <a:latin typeface="Arial"/>
                <a:cs typeface="Arial"/>
              </a:rPr>
              <a:t>Tut: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Immersive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transported</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world</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20" dirty="0">
                <a:solidFill>
                  <a:srgbClr val="231F20"/>
                </a:solidFill>
                <a:latin typeface="Arial"/>
                <a:cs typeface="Arial"/>
              </a:rPr>
              <a:t>King </a:t>
            </a:r>
            <a:r>
              <a:rPr sz="1000" spc="-10" dirty="0">
                <a:solidFill>
                  <a:srgbClr val="231F20"/>
                </a:solidFill>
                <a:latin typeface="Arial"/>
                <a:cs typeface="Arial"/>
              </a:rPr>
              <a:t>Tutankhamun, </a:t>
            </a:r>
            <a:r>
              <a:rPr sz="1000" dirty="0">
                <a:solidFill>
                  <a:srgbClr val="231F20"/>
                </a:solidFill>
                <a:latin typeface="Arial"/>
                <a:cs typeface="Arial"/>
              </a:rPr>
              <a:t>celebrating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100-</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anniversary</a:t>
            </a:r>
            <a:r>
              <a:rPr sz="1000" spc="-10" dirty="0">
                <a:solidFill>
                  <a:srgbClr val="231F20"/>
                </a:solidFill>
                <a:latin typeface="Arial"/>
                <a:cs typeface="Arial"/>
              </a:rPr>
              <a:t> </a:t>
            </a:r>
            <a:r>
              <a:rPr sz="1000" spc="-25" dirty="0">
                <a:solidFill>
                  <a:srgbClr val="231F20"/>
                </a:solidFill>
                <a:latin typeface="Arial"/>
                <a:cs typeface="Arial"/>
              </a:rPr>
              <a:t>of</a:t>
            </a:r>
            <a:r>
              <a:rPr sz="1000" spc="50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tomb's</a:t>
            </a:r>
            <a:r>
              <a:rPr sz="1000" spc="20" dirty="0">
                <a:solidFill>
                  <a:srgbClr val="231F20"/>
                </a:solidFill>
                <a:latin typeface="Arial"/>
                <a:cs typeface="Arial"/>
              </a:rPr>
              <a:t> </a:t>
            </a:r>
            <a:r>
              <a:rPr sz="1000" spc="-10" dirty="0">
                <a:solidFill>
                  <a:srgbClr val="231F20"/>
                </a:solidFill>
                <a:latin typeface="Arial"/>
                <a:cs typeface="Arial"/>
              </a:rPr>
              <a:t>discovery.</a:t>
            </a:r>
            <a:r>
              <a:rPr sz="1000" spc="20" dirty="0">
                <a:solidFill>
                  <a:srgbClr val="231F20"/>
                </a:solidFill>
                <a:latin typeface="Arial"/>
                <a:cs typeface="Arial"/>
              </a:rPr>
              <a:t> </a:t>
            </a:r>
            <a:r>
              <a:rPr sz="1000" dirty="0">
                <a:solidFill>
                  <a:srgbClr val="231F20"/>
                </a:solidFill>
                <a:latin typeface="Arial"/>
                <a:cs typeface="Arial"/>
              </a:rPr>
              <a:t>Through</a:t>
            </a:r>
            <a:r>
              <a:rPr sz="1000" spc="20" dirty="0">
                <a:solidFill>
                  <a:srgbClr val="231F20"/>
                </a:solidFill>
                <a:latin typeface="Arial"/>
                <a:cs typeface="Arial"/>
              </a:rPr>
              <a:t> </a:t>
            </a:r>
            <a:r>
              <a:rPr sz="1000" dirty="0">
                <a:solidFill>
                  <a:srgbClr val="231F20"/>
                </a:solidFill>
                <a:latin typeface="Arial"/>
                <a:cs typeface="Arial"/>
              </a:rPr>
              <a:t>cinematic</a:t>
            </a:r>
            <a:r>
              <a:rPr sz="1000" spc="20" dirty="0">
                <a:solidFill>
                  <a:srgbClr val="231F20"/>
                </a:solidFill>
                <a:latin typeface="Arial"/>
                <a:cs typeface="Arial"/>
              </a:rPr>
              <a:t> </a:t>
            </a:r>
            <a:r>
              <a:rPr sz="1000" dirty="0">
                <a:solidFill>
                  <a:srgbClr val="231F20"/>
                </a:solidFill>
                <a:latin typeface="Arial"/>
                <a:cs typeface="Arial"/>
              </a:rPr>
              <a:t>storytelling</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projection</a:t>
            </a:r>
            <a:r>
              <a:rPr sz="1000" spc="40" dirty="0">
                <a:solidFill>
                  <a:srgbClr val="231F20"/>
                </a:solidFill>
                <a:latin typeface="Arial"/>
                <a:cs typeface="Arial"/>
              </a:rPr>
              <a:t> </a:t>
            </a:r>
            <a:r>
              <a:rPr sz="1000" spc="-10" dirty="0">
                <a:solidFill>
                  <a:srgbClr val="231F20"/>
                </a:solidFill>
                <a:latin typeface="Arial"/>
                <a:cs typeface="Arial"/>
              </a:rPr>
              <a:t>imagery,</a:t>
            </a:r>
            <a:r>
              <a:rPr sz="1000" spc="40" dirty="0">
                <a:solidFill>
                  <a:srgbClr val="231F20"/>
                </a:solidFill>
                <a:latin typeface="Arial"/>
                <a:cs typeface="Arial"/>
              </a:rPr>
              <a:t> </a:t>
            </a:r>
            <a:r>
              <a:rPr sz="1000" dirty="0">
                <a:solidFill>
                  <a:srgbClr val="231F20"/>
                </a:solidFill>
                <a:latin typeface="Arial"/>
                <a:cs typeface="Arial"/>
              </a:rPr>
              <a:t>the</a:t>
            </a:r>
            <a:r>
              <a:rPr sz="1000" spc="40" dirty="0">
                <a:solidFill>
                  <a:srgbClr val="231F20"/>
                </a:solidFill>
                <a:latin typeface="Arial"/>
                <a:cs typeface="Arial"/>
              </a:rPr>
              <a:t> </a:t>
            </a:r>
            <a:r>
              <a:rPr sz="1000" dirty="0">
                <a:solidFill>
                  <a:srgbClr val="231F20"/>
                </a:solidFill>
                <a:latin typeface="Arial"/>
                <a:cs typeface="Arial"/>
              </a:rPr>
              <a:t>children</a:t>
            </a:r>
            <a:r>
              <a:rPr sz="1000" spc="40" dirty="0">
                <a:solidFill>
                  <a:srgbClr val="231F20"/>
                </a:solidFill>
                <a:latin typeface="Arial"/>
                <a:cs typeface="Arial"/>
              </a:rPr>
              <a:t> </a:t>
            </a:r>
            <a:r>
              <a:rPr sz="1000" dirty="0">
                <a:solidFill>
                  <a:srgbClr val="231F20"/>
                </a:solidFill>
                <a:latin typeface="Arial"/>
                <a:cs typeface="Arial"/>
              </a:rPr>
              <a:t>explored</a:t>
            </a:r>
            <a:r>
              <a:rPr sz="1000" spc="40" dirty="0">
                <a:solidFill>
                  <a:srgbClr val="231F20"/>
                </a:solidFill>
                <a:latin typeface="Arial"/>
                <a:cs typeface="Arial"/>
              </a:rPr>
              <a:t> </a:t>
            </a:r>
            <a:r>
              <a:rPr sz="1000" dirty="0">
                <a:solidFill>
                  <a:srgbClr val="231F20"/>
                </a:solidFill>
                <a:latin typeface="Arial"/>
                <a:cs typeface="Arial"/>
              </a:rPr>
              <a:t>the</a:t>
            </a:r>
            <a:r>
              <a:rPr sz="1000" spc="40" dirty="0">
                <a:solidFill>
                  <a:srgbClr val="231F20"/>
                </a:solidFill>
                <a:latin typeface="Arial"/>
                <a:cs typeface="Arial"/>
              </a:rPr>
              <a:t> </a:t>
            </a:r>
            <a:r>
              <a:rPr sz="1000" spc="-10" dirty="0">
                <a:solidFill>
                  <a:srgbClr val="231F20"/>
                </a:solidFill>
                <a:latin typeface="Arial"/>
                <a:cs typeface="Arial"/>
              </a:rPr>
              <a:t>mysteries</a:t>
            </a:r>
            <a:r>
              <a:rPr sz="1000" spc="500" dirty="0">
                <a:solidFill>
                  <a:srgbClr val="231F20"/>
                </a:solidFill>
                <a:latin typeface="Arial"/>
                <a:cs typeface="Arial"/>
              </a:rPr>
              <a:t> </a:t>
            </a:r>
            <a:r>
              <a:rPr sz="1000" dirty="0">
                <a:solidFill>
                  <a:srgbClr val="231F20"/>
                </a:solidFill>
                <a:latin typeface="Arial"/>
                <a:cs typeface="Arial"/>
              </a:rPr>
              <a:t>of the Golden</a:t>
            </a:r>
            <a:r>
              <a:rPr sz="1000" spc="5" dirty="0">
                <a:solidFill>
                  <a:srgbClr val="231F20"/>
                </a:solidFill>
                <a:latin typeface="Arial"/>
                <a:cs typeface="Arial"/>
              </a:rPr>
              <a:t> </a:t>
            </a:r>
            <a:r>
              <a:rPr sz="1000" dirty="0">
                <a:solidFill>
                  <a:srgbClr val="231F20"/>
                </a:solidFill>
                <a:latin typeface="Arial"/>
                <a:cs typeface="Arial"/>
              </a:rPr>
              <a:t>King's life</a:t>
            </a:r>
            <a:r>
              <a:rPr sz="1000" spc="5" dirty="0">
                <a:solidFill>
                  <a:srgbClr val="231F20"/>
                </a:solidFill>
                <a:latin typeface="Arial"/>
                <a:cs typeface="Arial"/>
              </a:rPr>
              <a:t> </a:t>
            </a:r>
            <a:r>
              <a:rPr sz="1000" dirty="0">
                <a:solidFill>
                  <a:srgbClr val="231F20"/>
                </a:solidFill>
                <a:latin typeface="Arial"/>
                <a:cs typeface="Arial"/>
              </a:rPr>
              <a:t>and the</a:t>
            </a:r>
            <a:r>
              <a:rPr sz="1000" spc="5" dirty="0">
                <a:solidFill>
                  <a:srgbClr val="231F20"/>
                </a:solidFill>
                <a:latin typeface="Arial"/>
                <a:cs typeface="Arial"/>
              </a:rPr>
              <a:t> </a:t>
            </a:r>
            <a:r>
              <a:rPr sz="1000" dirty="0">
                <a:solidFill>
                  <a:srgbClr val="231F20"/>
                </a:solidFill>
                <a:latin typeface="Arial"/>
                <a:cs typeface="Arial"/>
              </a:rPr>
              <a:t>ancient practice</a:t>
            </a:r>
            <a:r>
              <a:rPr sz="1000" spc="5" dirty="0">
                <a:solidFill>
                  <a:srgbClr val="231F20"/>
                </a:solidFill>
                <a:latin typeface="Arial"/>
                <a:cs typeface="Arial"/>
              </a:rPr>
              <a:t> </a:t>
            </a:r>
            <a:r>
              <a:rPr sz="1000" spc="-25" dirty="0">
                <a:solidFill>
                  <a:srgbClr val="231F20"/>
                </a:solidFill>
                <a:latin typeface="Arial"/>
                <a:cs typeface="Arial"/>
              </a:rPr>
              <a:t>of </a:t>
            </a:r>
            <a:r>
              <a:rPr sz="1000" spc="-10" dirty="0">
                <a:solidFill>
                  <a:srgbClr val="231F20"/>
                </a:solidFill>
                <a:latin typeface="Arial"/>
                <a:cs typeface="Arial"/>
              </a:rPr>
              <a:t>mummification.</a:t>
            </a:r>
            <a:r>
              <a:rPr sz="1000" dirty="0">
                <a:solidFill>
                  <a:srgbClr val="231F20"/>
                </a:solidFill>
                <a:latin typeface="Arial"/>
                <a:cs typeface="Arial"/>
              </a:rPr>
              <a:t> Group</a:t>
            </a:r>
            <a:r>
              <a:rPr sz="1000" spc="5" dirty="0">
                <a:solidFill>
                  <a:srgbClr val="231F20"/>
                </a:solidFill>
                <a:latin typeface="Arial"/>
                <a:cs typeface="Arial"/>
              </a:rPr>
              <a:t> </a:t>
            </a:r>
            <a:r>
              <a:rPr sz="1000" dirty="0">
                <a:solidFill>
                  <a:srgbClr val="231F20"/>
                </a:solidFill>
                <a:latin typeface="Arial"/>
                <a:cs typeface="Arial"/>
              </a:rPr>
              <a:t>3</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value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healthy </a:t>
            </a:r>
            <a:r>
              <a:rPr sz="1000" dirty="0">
                <a:solidFill>
                  <a:srgbClr val="231F20"/>
                </a:solidFill>
                <a:latin typeface="Arial"/>
                <a:cs typeface="Arial"/>
              </a:rPr>
              <a:t>shopping</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budget,</a:t>
            </a:r>
            <a:r>
              <a:rPr sz="1000" spc="25" dirty="0">
                <a:solidFill>
                  <a:srgbClr val="231F20"/>
                </a:solidFill>
                <a:latin typeface="Arial"/>
                <a:cs typeface="Arial"/>
              </a:rPr>
              <a:t> </a:t>
            </a:r>
            <a:r>
              <a:rPr sz="1000" dirty="0">
                <a:solidFill>
                  <a:srgbClr val="231F20"/>
                </a:solidFill>
                <a:latin typeface="Arial"/>
                <a:cs typeface="Arial"/>
              </a:rPr>
              <a:t>meeting</a:t>
            </a:r>
            <a:r>
              <a:rPr sz="1000" spc="3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10" dirty="0">
                <a:solidFill>
                  <a:srgbClr val="231F20"/>
                </a:solidFill>
                <a:latin typeface="Arial"/>
                <a:cs typeface="Arial"/>
              </a:rPr>
              <a:t>Giant</a:t>
            </a:r>
            <a:r>
              <a:rPr sz="1000" spc="25" dirty="0">
                <a:solidFill>
                  <a:srgbClr val="231F20"/>
                </a:solidFill>
                <a:latin typeface="Arial"/>
                <a:cs typeface="Arial"/>
              </a:rPr>
              <a:t> </a:t>
            </a:r>
            <a:r>
              <a:rPr sz="1000" dirty="0">
                <a:solidFill>
                  <a:srgbClr val="231F20"/>
                </a:solidFill>
                <a:latin typeface="Arial"/>
                <a:cs typeface="Arial"/>
              </a:rPr>
              <a:t>Nutritionists</a:t>
            </a:r>
            <a:r>
              <a:rPr sz="1000" spc="30" dirty="0">
                <a:solidFill>
                  <a:srgbClr val="231F20"/>
                </a:solidFill>
                <a:latin typeface="Arial"/>
                <a:cs typeface="Arial"/>
              </a:rPr>
              <a:t> </a:t>
            </a:r>
            <a:r>
              <a:rPr sz="1000" spc="-25" dirty="0">
                <a:solidFill>
                  <a:srgbClr val="231F20"/>
                </a:solidFill>
                <a:latin typeface="Arial"/>
                <a:cs typeface="Arial"/>
              </a:rPr>
              <a:t>to</a:t>
            </a:r>
            <a:endParaRPr sz="1000">
              <a:latin typeface="Arial"/>
              <a:cs typeface="Arial"/>
            </a:endParaRPr>
          </a:p>
          <a:p>
            <a:pPr marL="12700" marR="43815">
              <a:lnSpc>
                <a:spcPct val="100000"/>
              </a:lnSpc>
            </a:pPr>
            <a:r>
              <a:rPr sz="1000" dirty="0">
                <a:solidFill>
                  <a:srgbClr val="231F20"/>
                </a:solidFill>
                <a:latin typeface="Arial"/>
                <a:cs typeface="Arial"/>
              </a:rPr>
              <a:t>understand</a:t>
            </a:r>
            <a:r>
              <a:rPr sz="1000" spc="15" dirty="0">
                <a:solidFill>
                  <a:srgbClr val="231F20"/>
                </a:solidFill>
                <a:latin typeface="Arial"/>
                <a:cs typeface="Arial"/>
              </a:rPr>
              <a:t> </a:t>
            </a:r>
            <a:r>
              <a:rPr sz="1000" dirty="0">
                <a:solidFill>
                  <a:srgbClr val="231F20"/>
                </a:solidFill>
                <a:latin typeface="Arial"/>
                <a:cs typeface="Arial"/>
              </a:rPr>
              <a:t>good</a:t>
            </a:r>
            <a:r>
              <a:rPr sz="1000" spc="20" dirty="0">
                <a:solidFill>
                  <a:srgbClr val="231F20"/>
                </a:solidFill>
                <a:latin typeface="Arial"/>
                <a:cs typeface="Arial"/>
              </a:rPr>
              <a:t> </a:t>
            </a:r>
            <a:r>
              <a:rPr sz="1000" dirty="0">
                <a:solidFill>
                  <a:srgbClr val="231F20"/>
                </a:solidFill>
                <a:latin typeface="Arial"/>
                <a:cs typeface="Arial"/>
              </a:rPr>
              <a:t>eating</a:t>
            </a:r>
            <a:r>
              <a:rPr sz="1000" spc="15" dirty="0">
                <a:solidFill>
                  <a:srgbClr val="231F20"/>
                </a:solidFill>
                <a:latin typeface="Arial"/>
                <a:cs typeface="Arial"/>
              </a:rPr>
              <a:t> </a:t>
            </a:r>
            <a:r>
              <a:rPr sz="1000" dirty="0">
                <a:solidFill>
                  <a:srgbClr val="231F20"/>
                </a:solidFill>
                <a:latin typeface="Arial"/>
                <a:cs typeface="Arial"/>
              </a:rPr>
              <a:t>habits.</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also</a:t>
            </a:r>
            <a:r>
              <a:rPr sz="1000" spc="20" dirty="0">
                <a:solidFill>
                  <a:srgbClr val="231F20"/>
                </a:solidFill>
                <a:latin typeface="Arial"/>
                <a:cs typeface="Arial"/>
              </a:rPr>
              <a:t> </a:t>
            </a:r>
            <a:r>
              <a:rPr sz="1000" dirty="0">
                <a:solidFill>
                  <a:srgbClr val="231F20"/>
                </a:solidFill>
                <a:latin typeface="Arial"/>
                <a:cs typeface="Arial"/>
              </a:rPr>
              <a:t>connected</a:t>
            </a:r>
            <a:r>
              <a:rPr sz="1000" spc="15" dirty="0">
                <a:solidFill>
                  <a:srgbClr val="231F20"/>
                </a:solidFill>
                <a:latin typeface="Arial"/>
                <a:cs typeface="Arial"/>
              </a:rPr>
              <a:t> </a:t>
            </a:r>
            <a:r>
              <a:rPr sz="1000" spc="-20" dirty="0">
                <a:solidFill>
                  <a:srgbClr val="231F20"/>
                </a:solidFill>
                <a:latin typeface="Arial"/>
                <a:cs typeface="Arial"/>
              </a:rPr>
              <a:t>with </a:t>
            </a:r>
            <a:r>
              <a:rPr sz="1000" spc="-25" dirty="0">
                <a:solidFill>
                  <a:srgbClr val="231F20"/>
                </a:solidFill>
                <a:latin typeface="Arial"/>
                <a:cs typeface="Arial"/>
              </a:rPr>
              <a:t>Karima</a:t>
            </a:r>
            <a:r>
              <a:rPr sz="1000" dirty="0">
                <a:solidFill>
                  <a:srgbClr val="231F20"/>
                </a:solidFill>
                <a:latin typeface="Arial"/>
                <a:cs typeface="Arial"/>
              </a:rPr>
              <a:t> Anderson of</a:t>
            </a:r>
            <a:r>
              <a:rPr sz="1000" spc="5" dirty="0">
                <a:solidFill>
                  <a:srgbClr val="231F20"/>
                </a:solidFill>
                <a:latin typeface="Arial"/>
                <a:cs typeface="Arial"/>
              </a:rPr>
              <a:t> </a:t>
            </a:r>
            <a:r>
              <a:rPr sz="1000" dirty="0">
                <a:solidFill>
                  <a:srgbClr val="231F20"/>
                </a:solidFill>
                <a:latin typeface="Arial"/>
                <a:cs typeface="Arial"/>
              </a:rPr>
              <a:t>the Kingdom </a:t>
            </a:r>
            <a:r>
              <a:rPr sz="1000" spc="-20" dirty="0">
                <a:solidFill>
                  <a:srgbClr val="231F20"/>
                </a:solidFill>
                <a:latin typeface="Arial"/>
                <a:cs typeface="Arial"/>
              </a:rPr>
              <a:t>Cares</a:t>
            </a:r>
            <a:r>
              <a:rPr sz="1000" spc="5" dirty="0">
                <a:solidFill>
                  <a:srgbClr val="231F20"/>
                </a:solidFill>
                <a:latin typeface="Arial"/>
                <a:cs typeface="Arial"/>
              </a:rPr>
              <a:t> </a:t>
            </a:r>
            <a:r>
              <a:rPr sz="1000" spc="-10" dirty="0">
                <a:solidFill>
                  <a:srgbClr val="231F20"/>
                </a:solidFill>
                <a:latin typeface="Arial"/>
                <a:cs typeface="Arial"/>
              </a:rPr>
              <a:t>Pantry</a:t>
            </a:r>
            <a:r>
              <a:rPr sz="1000" dirty="0">
                <a:solidFill>
                  <a:srgbClr val="231F20"/>
                </a:solidFill>
                <a:latin typeface="Arial"/>
                <a:cs typeface="Arial"/>
              </a:rPr>
              <a:t> to</a:t>
            </a:r>
            <a:r>
              <a:rPr sz="1000" spc="5" dirty="0">
                <a:solidFill>
                  <a:srgbClr val="231F20"/>
                </a:solidFill>
                <a:latin typeface="Arial"/>
                <a:cs typeface="Arial"/>
              </a:rPr>
              <a:t> </a:t>
            </a:r>
            <a:r>
              <a:rPr sz="1000" spc="-20" dirty="0">
                <a:solidFill>
                  <a:srgbClr val="231F20"/>
                </a:solidFill>
                <a:latin typeface="Arial"/>
                <a:cs typeface="Arial"/>
              </a:rPr>
              <a:t>learn </a:t>
            </a:r>
            <a:r>
              <a:rPr sz="1000" dirty="0">
                <a:solidFill>
                  <a:srgbClr val="231F20"/>
                </a:solidFill>
                <a:latin typeface="Arial"/>
                <a:cs typeface="Arial"/>
              </a:rPr>
              <a:t>about</a:t>
            </a:r>
            <a:r>
              <a:rPr sz="1000" spc="30" dirty="0">
                <a:solidFill>
                  <a:srgbClr val="231F20"/>
                </a:solidFill>
                <a:latin typeface="Arial"/>
                <a:cs typeface="Arial"/>
              </a:rPr>
              <a:t> </a:t>
            </a:r>
            <a:r>
              <a:rPr sz="1000" dirty="0">
                <a:solidFill>
                  <a:srgbClr val="231F20"/>
                </a:solidFill>
                <a:latin typeface="Arial"/>
                <a:cs typeface="Arial"/>
              </a:rPr>
              <a:t>food</a:t>
            </a:r>
            <a:r>
              <a:rPr sz="1000" spc="30" dirty="0">
                <a:solidFill>
                  <a:srgbClr val="231F20"/>
                </a:solidFill>
                <a:latin typeface="Arial"/>
                <a:cs typeface="Arial"/>
              </a:rPr>
              <a:t> </a:t>
            </a:r>
            <a:r>
              <a:rPr sz="1000" dirty="0">
                <a:solidFill>
                  <a:srgbClr val="231F20"/>
                </a:solidFill>
                <a:latin typeface="Arial"/>
                <a:cs typeface="Arial"/>
              </a:rPr>
              <a:t>insecurity</a:t>
            </a:r>
            <a:r>
              <a:rPr sz="1000" spc="30"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their</a:t>
            </a:r>
            <a:r>
              <a:rPr sz="1000" spc="30" dirty="0">
                <a:solidFill>
                  <a:srgbClr val="231F20"/>
                </a:solidFill>
                <a:latin typeface="Arial"/>
                <a:cs typeface="Arial"/>
              </a:rPr>
              <a:t> </a:t>
            </a:r>
            <a:r>
              <a:rPr sz="1000" dirty="0">
                <a:solidFill>
                  <a:srgbClr val="231F20"/>
                </a:solidFill>
                <a:latin typeface="Arial"/>
                <a:cs typeface="Arial"/>
              </a:rPr>
              <a:t>contributions</a:t>
            </a:r>
            <a:r>
              <a:rPr sz="1000" spc="30"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spc="-10" dirty="0">
                <a:solidFill>
                  <a:srgbClr val="231F20"/>
                </a:solidFill>
                <a:latin typeface="Arial"/>
                <a:cs typeface="Arial"/>
              </a:rPr>
              <a:t>helping </a:t>
            </a:r>
            <a:r>
              <a:rPr sz="1000" dirty="0">
                <a:solidFill>
                  <a:srgbClr val="231F20"/>
                </a:solidFill>
                <a:latin typeface="Arial"/>
                <a:cs typeface="Arial"/>
              </a:rPr>
              <a:t>those</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need. </a:t>
            </a:r>
            <a:r>
              <a:rPr sz="1000" spc="-25" dirty="0">
                <a:solidFill>
                  <a:srgbClr val="231F20"/>
                </a:solidFill>
                <a:latin typeface="Arial"/>
                <a:cs typeface="Arial"/>
              </a:rPr>
              <a:t>Each</a:t>
            </a:r>
            <a:r>
              <a:rPr sz="1000" spc="-5" dirty="0">
                <a:solidFill>
                  <a:srgbClr val="231F20"/>
                </a:solidFill>
                <a:latin typeface="Arial"/>
                <a:cs typeface="Arial"/>
              </a:rPr>
              <a:t> </a:t>
            </a:r>
            <a:r>
              <a:rPr sz="1000" dirty="0">
                <a:solidFill>
                  <a:srgbClr val="231F20"/>
                </a:solidFill>
                <a:latin typeface="Arial"/>
                <a:cs typeface="Arial"/>
              </a:rPr>
              <a:t>group of</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had a</a:t>
            </a:r>
            <a:r>
              <a:rPr sz="1000" spc="-5" dirty="0">
                <a:solidFill>
                  <a:srgbClr val="231F20"/>
                </a:solidFill>
                <a:latin typeface="Arial"/>
                <a:cs typeface="Arial"/>
              </a:rPr>
              <a:t> </a:t>
            </a:r>
            <a:r>
              <a:rPr sz="1000" spc="-10" dirty="0">
                <a:solidFill>
                  <a:srgbClr val="231F20"/>
                </a:solidFill>
                <a:latin typeface="Arial"/>
                <a:cs typeface="Arial"/>
              </a:rPr>
              <a:t>budget</a:t>
            </a:r>
            <a:endParaRPr sz="1000">
              <a:latin typeface="Arial"/>
              <a:cs typeface="Arial"/>
            </a:endParaRPr>
          </a:p>
          <a:p>
            <a:pPr marL="12700" marR="44450">
              <a:lnSpc>
                <a:spcPct val="100000"/>
              </a:lnSpc>
            </a:pP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purchase</a:t>
            </a:r>
            <a:r>
              <a:rPr sz="1000" spc="5"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items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pantry,</a:t>
            </a:r>
            <a:r>
              <a:rPr sz="1000" spc="5" dirty="0">
                <a:solidFill>
                  <a:srgbClr val="231F20"/>
                </a:solidFill>
                <a:latin typeface="Arial"/>
                <a:cs typeface="Arial"/>
              </a:rPr>
              <a:t> </a:t>
            </a:r>
            <a:r>
              <a:rPr sz="1000" dirty="0">
                <a:solidFill>
                  <a:srgbClr val="231F20"/>
                </a:solidFill>
                <a:latin typeface="Arial"/>
                <a:cs typeface="Arial"/>
              </a:rPr>
              <a:t>promoting</a:t>
            </a:r>
            <a:r>
              <a:rPr sz="1000" spc="5" dirty="0">
                <a:solidFill>
                  <a:srgbClr val="231F20"/>
                </a:solidFill>
                <a:latin typeface="Arial"/>
                <a:cs typeface="Arial"/>
              </a:rPr>
              <a:t> </a:t>
            </a:r>
            <a:r>
              <a:rPr sz="1000" spc="-20" dirty="0">
                <a:solidFill>
                  <a:srgbClr val="231F20"/>
                </a:solidFill>
                <a:latin typeface="Arial"/>
                <a:cs typeface="Arial"/>
              </a:rPr>
              <a:t>both </a:t>
            </a:r>
            <a:r>
              <a:rPr sz="1000" dirty="0">
                <a:solidFill>
                  <a:srgbClr val="231F20"/>
                </a:solidFill>
                <a:latin typeface="Arial"/>
                <a:cs typeface="Arial"/>
              </a:rPr>
              <a:t>education</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community</a:t>
            </a:r>
            <a:r>
              <a:rPr sz="1000" spc="25" dirty="0">
                <a:solidFill>
                  <a:srgbClr val="231F20"/>
                </a:solidFill>
                <a:latin typeface="Arial"/>
                <a:cs typeface="Arial"/>
              </a:rPr>
              <a:t> </a:t>
            </a:r>
            <a:r>
              <a:rPr sz="1000" dirty="0">
                <a:solidFill>
                  <a:srgbClr val="231F20"/>
                </a:solidFill>
                <a:latin typeface="Arial"/>
                <a:cs typeface="Arial"/>
              </a:rPr>
              <a:t>support.Children</a:t>
            </a:r>
            <a:r>
              <a:rPr sz="1000" spc="25" dirty="0">
                <a:solidFill>
                  <a:srgbClr val="231F20"/>
                </a:solidFill>
                <a:latin typeface="Arial"/>
                <a:cs typeface="Arial"/>
              </a:rPr>
              <a:t> </a:t>
            </a:r>
            <a:r>
              <a:rPr sz="1000" dirty="0">
                <a:solidFill>
                  <a:srgbClr val="231F20"/>
                </a:solidFill>
                <a:latin typeface="Arial"/>
                <a:cs typeface="Arial"/>
              </a:rPr>
              <a:t>delved</a:t>
            </a:r>
            <a:r>
              <a:rPr sz="1000" spc="25" dirty="0">
                <a:solidFill>
                  <a:srgbClr val="231F20"/>
                </a:solidFill>
                <a:latin typeface="Arial"/>
                <a:cs typeface="Arial"/>
              </a:rPr>
              <a:t> </a:t>
            </a:r>
            <a:r>
              <a:rPr sz="1000" spc="-20" dirty="0">
                <a:solidFill>
                  <a:srgbClr val="231F20"/>
                </a:solidFill>
                <a:latin typeface="Arial"/>
                <a:cs typeface="Arial"/>
              </a:rPr>
              <a:t>into</a:t>
            </a:r>
            <a:r>
              <a:rPr sz="1000" spc="50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world</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DNA</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healthy</a:t>
            </a:r>
            <a:r>
              <a:rPr sz="1000" spc="-5" dirty="0">
                <a:solidFill>
                  <a:srgbClr val="231F20"/>
                </a:solidFill>
                <a:latin typeface="Arial"/>
                <a:cs typeface="Arial"/>
              </a:rPr>
              <a:t> </a:t>
            </a:r>
            <a:r>
              <a:rPr sz="1000" dirty="0">
                <a:solidFill>
                  <a:srgbClr val="231F20"/>
                </a:solidFill>
                <a:latin typeface="Arial"/>
                <a:cs typeface="Arial"/>
              </a:rPr>
              <a:t>behaviors</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superhero- </a:t>
            </a:r>
            <a:r>
              <a:rPr sz="1000" dirty="0">
                <a:solidFill>
                  <a:srgbClr val="231F20"/>
                </a:solidFill>
                <a:latin typeface="Arial"/>
                <a:cs typeface="Arial"/>
              </a:rPr>
              <a:t>themed</a:t>
            </a:r>
            <a:r>
              <a:rPr sz="1000" spc="5"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role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genes, </a:t>
            </a: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equity,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activate</a:t>
            </a:r>
            <a:r>
              <a:rPr sz="1000" spc="5" dirty="0">
                <a:solidFill>
                  <a:srgbClr val="231F20"/>
                </a:solidFill>
                <a:latin typeface="Arial"/>
                <a:cs typeface="Arial"/>
              </a:rPr>
              <a:t> </a:t>
            </a:r>
            <a:r>
              <a:rPr sz="1000" dirty="0">
                <a:solidFill>
                  <a:srgbClr val="231F20"/>
                </a:solidFill>
                <a:latin typeface="Arial"/>
                <a:cs typeface="Arial"/>
              </a:rPr>
              <a:t>genes</a:t>
            </a:r>
            <a:r>
              <a:rPr sz="1000" spc="5"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spc="-10" dirty="0">
                <a:solidFill>
                  <a:srgbClr val="231F20"/>
                </a:solidFill>
                <a:latin typeface="Arial"/>
                <a:cs typeface="Arial"/>
              </a:rPr>
              <a:t>support </a:t>
            </a:r>
            <a:r>
              <a:rPr sz="1000" dirty="0">
                <a:solidFill>
                  <a:srgbClr val="231F20"/>
                </a:solidFill>
                <a:latin typeface="Arial"/>
                <a:cs typeface="Arial"/>
              </a:rPr>
              <a:t>optimal</a:t>
            </a:r>
            <a:r>
              <a:rPr sz="1000" spc="5" dirty="0">
                <a:solidFill>
                  <a:srgbClr val="231F20"/>
                </a:solidFill>
                <a:latin typeface="Arial"/>
                <a:cs typeface="Arial"/>
              </a:rPr>
              <a:t> </a:t>
            </a:r>
            <a:r>
              <a:rPr sz="1000" dirty="0">
                <a:solidFill>
                  <a:srgbClr val="231F20"/>
                </a:solidFill>
                <a:latin typeface="Arial"/>
                <a:cs typeface="Arial"/>
              </a:rPr>
              <a:t>health.</a:t>
            </a:r>
            <a:r>
              <a:rPr sz="1000" spc="10" dirty="0">
                <a:solidFill>
                  <a:srgbClr val="231F20"/>
                </a:solidFill>
                <a:latin typeface="Arial"/>
                <a:cs typeface="Arial"/>
              </a:rPr>
              <a:t> </a:t>
            </a:r>
            <a:r>
              <a:rPr sz="1000" spc="-10" dirty="0">
                <a:solidFill>
                  <a:srgbClr val="231F20"/>
                </a:solidFill>
                <a:latin typeface="Arial"/>
                <a:cs typeface="Arial"/>
              </a:rPr>
              <a:t>Practical</a:t>
            </a:r>
            <a:r>
              <a:rPr sz="1000" spc="5" dirty="0">
                <a:solidFill>
                  <a:srgbClr val="231F20"/>
                </a:solidFill>
                <a:latin typeface="Arial"/>
                <a:cs typeface="Arial"/>
              </a:rPr>
              <a:t> </a:t>
            </a:r>
            <a:r>
              <a:rPr sz="1000" spc="-10" dirty="0">
                <a:solidFill>
                  <a:srgbClr val="231F20"/>
                </a:solidFill>
                <a:latin typeface="Arial"/>
                <a:cs typeface="Arial"/>
              </a:rPr>
              <a:t>exercises</a:t>
            </a:r>
            <a:r>
              <a:rPr sz="1000" spc="10" dirty="0">
                <a:solidFill>
                  <a:srgbClr val="231F20"/>
                </a:solidFill>
                <a:latin typeface="Arial"/>
                <a:cs typeface="Arial"/>
              </a:rPr>
              <a:t> </a:t>
            </a:r>
            <a:r>
              <a:rPr sz="1000" dirty="0">
                <a:solidFill>
                  <a:srgbClr val="231F20"/>
                </a:solidFill>
                <a:latin typeface="Arial"/>
                <a:cs typeface="Arial"/>
              </a:rPr>
              <a:t>included</a:t>
            </a:r>
            <a:r>
              <a:rPr sz="1000" spc="5" dirty="0">
                <a:solidFill>
                  <a:srgbClr val="231F20"/>
                </a:solidFill>
                <a:latin typeface="Arial"/>
                <a:cs typeface="Arial"/>
              </a:rPr>
              <a:t> </a:t>
            </a:r>
            <a:r>
              <a:rPr sz="1000" spc="-20" dirty="0">
                <a:solidFill>
                  <a:srgbClr val="231F20"/>
                </a:solidFill>
                <a:latin typeface="Arial"/>
                <a:cs typeface="Arial"/>
              </a:rPr>
              <a:t>yoga,</a:t>
            </a:r>
            <a:r>
              <a:rPr sz="1000" spc="500" dirty="0">
                <a:solidFill>
                  <a:srgbClr val="231F20"/>
                </a:solidFill>
                <a:latin typeface="Arial"/>
                <a:cs typeface="Arial"/>
              </a:rPr>
              <a:t> </a:t>
            </a:r>
            <a:r>
              <a:rPr sz="1000" spc="-10" dirty="0">
                <a:solidFill>
                  <a:srgbClr val="231F20"/>
                </a:solidFill>
                <a:latin typeface="Arial"/>
                <a:cs typeface="Arial"/>
              </a:rPr>
              <a:t>exercise,</a:t>
            </a:r>
            <a:r>
              <a:rPr sz="1000" spc="5" dirty="0">
                <a:solidFill>
                  <a:srgbClr val="231F20"/>
                </a:solidFill>
                <a:latin typeface="Arial"/>
                <a:cs typeface="Arial"/>
              </a:rPr>
              <a:t> </a:t>
            </a:r>
            <a:r>
              <a:rPr sz="1000" dirty="0">
                <a:solidFill>
                  <a:srgbClr val="231F20"/>
                </a:solidFill>
                <a:latin typeface="Arial"/>
                <a:cs typeface="Arial"/>
              </a:rPr>
              <a:t>choosing</a:t>
            </a:r>
            <a:r>
              <a:rPr sz="1000" spc="10" dirty="0">
                <a:solidFill>
                  <a:srgbClr val="231F20"/>
                </a:solidFill>
                <a:latin typeface="Arial"/>
                <a:cs typeface="Arial"/>
              </a:rPr>
              <a:t> </a:t>
            </a:r>
            <a:r>
              <a:rPr sz="1000" dirty="0">
                <a:solidFill>
                  <a:srgbClr val="231F20"/>
                </a:solidFill>
                <a:latin typeface="Arial"/>
                <a:cs typeface="Arial"/>
              </a:rPr>
              <a:t>healthy</a:t>
            </a:r>
            <a:r>
              <a:rPr sz="1000" spc="10" dirty="0">
                <a:solidFill>
                  <a:srgbClr val="231F20"/>
                </a:solidFill>
                <a:latin typeface="Arial"/>
                <a:cs typeface="Arial"/>
              </a:rPr>
              <a:t> </a:t>
            </a:r>
            <a:r>
              <a:rPr sz="1000" dirty="0">
                <a:solidFill>
                  <a:srgbClr val="231F20"/>
                </a:solidFill>
                <a:latin typeface="Arial"/>
                <a:cs typeface="Arial"/>
              </a:rPr>
              <a:t>foods,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positive</a:t>
            </a:r>
            <a:r>
              <a:rPr sz="1000" spc="10" dirty="0">
                <a:solidFill>
                  <a:srgbClr val="231F20"/>
                </a:solidFill>
                <a:latin typeface="Arial"/>
                <a:cs typeface="Arial"/>
              </a:rPr>
              <a:t> </a:t>
            </a:r>
            <a:r>
              <a:rPr sz="1000" spc="-10" dirty="0">
                <a:solidFill>
                  <a:srgbClr val="231F20"/>
                </a:solidFill>
                <a:latin typeface="Arial"/>
                <a:cs typeface="Arial"/>
              </a:rPr>
              <a:t>thoughts, </a:t>
            </a:r>
            <a:r>
              <a:rPr sz="1000" dirty="0">
                <a:solidFill>
                  <a:srgbClr val="231F20"/>
                </a:solidFill>
                <a:latin typeface="Arial"/>
                <a:cs typeface="Arial"/>
              </a:rPr>
              <a:t>all</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superhero</a:t>
            </a:r>
            <a:r>
              <a:rPr sz="1000" spc="10" dirty="0">
                <a:solidFill>
                  <a:srgbClr val="231F20"/>
                </a:solidFill>
                <a:latin typeface="Arial"/>
                <a:cs typeface="Arial"/>
              </a:rPr>
              <a:t> </a:t>
            </a:r>
            <a:r>
              <a:rPr sz="1000" dirty="0">
                <a:solidFill>
                  <a:srgbClr val="231F20"/>
                </a:solidFill>
                <a:latin typeface="Arial"/>
                <a:cs typeface="Arial"/>
              </a:rPr>
              <a:t>twist.</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guided</a:t>
            </a:r>
            <a:r>
              <a:rPr sz="1000" spc="10" dirty="0">
                <a:solidFill>
                  <a:srgbClr val="231F20"/>
                </a:solidFill>
                <a:latin typeface="Arial"/>
                <a:cs typeface="Arial"/>
              </a:rPr>
              <a:t> </a:t>
            </a:r>
            <a:r>
              <a:rPr sz="1000" dirty="0">
                <a:solidFill>
                  <a:srgbClr val="231F20"/>
                </a:solidFill>
                <a:latin typeface="Arial"/>
                <a:cs typeface="Arial"/>
              </a:rPr>
              <a:t>walking</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spc="-10" dirty="0">
                <a:solidFill>
                  <a:srgbClr val="231F20"/>
                </a:solidFill>
                <a:latin typeface="Arial"/>
                <a:cs typeface="Arial"/>
              </a:rPr>
              <a:t>traced</a:t>
            </a:r>
            <a:r>
              <a:rPr sz="1000" spc="50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life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young</a:t>
            </a:r>
            <a:r>
              <a:rPr sz="1000" spc="10" dirty="0">
                <a:solidFill>
                  <a:srgbClr val="231F20"/>
                </a:solidFill>
                <a:latin typeface="Arial"/>
                <a:cs typeface="Arial"/>
              </a:rPr>
              <a:t> </a:t>
            </a:r>
            <a:r>
              <a:rPr sz="1000" dirty="0">
                <a:solidFill>
                  <a:srgbClr val="231F20"/>
                </a:solidFill>
                <a:latin typeface="Arial"/>
                <a:cs typeface="Arial"/>
              </a:rPr>
              <a:t>Frederick</a:t>
            </a:r>
            <a:r>
              <a:rPr sz="1000" spc="5" dirty="0">
                <a:solidFill>
                  <a:srgbClr val="231F20"/>
                </a:solidFill>
                <a:latin typeface="Arial"/>
                <a:cs typeface="Arial"/>
              </a:rPr>
              <a:t> </a:t>
            </a:r>
            <a:r>
              <a:rPr sz="1000" spc="-10" dirty="0">
                <a:solidFill>
                  <a:srgbClr val="231F20"/>
                </a:solidFill>
                <a:latin typeface="Arial"/>
                <a:cs typeface="Arial"/>
              </a:rPr>
              <a:t>Douglass,</a:t>
            </a:r>
            <a:r>
              <a:rPr sz="1000" spc="10" dirty="0">
                <a:solidFill>
                  <a:srgbClr val="231F20"/>
                </a:solidFill>
                <a:latin typeface="Arial"/>
                <a:cs typeface="Arial"/>
              </a:rPr>
              <a:t> </a:t>
            </a:r>
            <a:r>
              <a:rPr sz="1000" dirty="0">
                <a:solidFill>
                  <a:srgbClr val="231F20"/>
                </a:solidFill>
                <a:latin typeface="Arial"/>
                <a:cs typeface="Arial"/>
              </a:rPr>
              <a:t>offering</a:t>
            </a:r>
            <a:r>
              <a:rPr sz="1000" spc="5" dirty="0">
                <a:solidFill>
                  <a:srgbClr val="231F20"/>
                </a:solidFill>
                <a:latin typeface="Arial"/>
                <a:cs typeface="Arial"/>
              </a:rPr>
              <a:t> </a:t>
            </a:r>
            <a:r>
              <a:rPr sz="1000" dirty="0">
                <a:solidFill>
                  <a:srgbClr val="231F20"/>
                </a:solidFill>
                <a:latin typeface="Arial"/>
                <a:cs typeface="Arial"/>
              </a:rPr>
              <a:t>insights</a:t>
            </a:r>
            <a:r>
              <a:rPr sz="1000" spc="10" dirty="0">
                <a:solidFill>
                  <a:srgbClr val="231F20"/>
                </a:solidFill>
                <a:latin typeface="Arial"/>
                <a:cs typeface="Arial"/>
              </a:rPr>
              <a:t> </a:t>
            </a:r>
            <a:r>
              <a:rPr sz="1000" spc="-20" dirty="0">
                <a:solidFill>
                  <a:srgbClr val="231F20"/>
                </a:solidFill>
                <a:latin typeface="Arial"/>
                <a:cs typeface="Arial"/>
              </a:rPr>
              <a:t>into </a:t>
            </a:r>
            <a:r>
              <a:rPr sz="1000" dirty="0">
                <a:solidFill>
                  <a:srgbClr val="231F20"/>
                </a:solidFill>
                <a:latin typeface="Arial"/>
                <a:cs typeface="Arial"/>
              </a:rPr>
              <a:t>his</a:t>
            </a:r>
            <a:r>
              <a:rPr sz="1000" spc="-20" dirty="0">
                <a:solidFill>
                  <a:srgbClr val="231F20"/>
                </a:solidFill>
                <a:latin typeface="Arial"/>
                <a:cs typeface="Arial"/>
              </a:rPr>
              <a:t> </a:t>
            </a:r>
            <a:r>
              <a:rPr sz="1000" dirty="0">
                <a:solidFill>
                  <a:srgbClr val="231F20"/>
                </a:solidFill>
                <a:latin typeface="Arial"/>
                <a:cs typeface="Arial"/>
              </a:rPr>
              <a:t>experiences</a:t>
            </a:r>
            <a:r>
              <a:rPr sz="1000" spc="-15" dirty="0">
                <a:solidFill>
                  <a:srgbClr val="231F20"/>
                </a:solidFill>
                <a:latin typeface="Arial"/>
                <a:cs typeface="Arial"/>
              </a:rPr>
              <a:t> </a:t>
            </a:r>
            <a:r>
              <a:rPr sz="1000" spc="-10" dirty="0">
                <a:solidFill>
                  <a:srgbClr val="231F20"/>
                </a:solidFill>
                <a:latin typeface="Arial"/>
                <a:cs typeface="Arial"/>
              </a:rPr>
              <a:t>as</a:t>
            </a:r>
            <a:r>
              <a:rPr sz="1000" spc="-20"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enslaved</a:t>
            </a:r>
            <a:r>
              <a:rPr sz="1000" spc="-20" dirty="0">
                <a:solidFill>
                  <a:srgbClr val="231F20"/>
                </a:solidFill>
                <a:latin typeface="Arial"/>
                <a:cs typeface="Arial"/>
              </a:rPr>
              <a:t> </a:t>
            </a:r>
            <a:r>
              <a:rPr sz="1000" dirty="0">
                <a:solidFill>
                  <a:srgbClr val="231F20"/>
                </a:solidFill>
                <a:latin typeface="Arial"/>
                <a:cs typeface="Arial"/>
              </a:rPr>
              <a:t>8-</a:t>
            </a:r>
            <a:r>
              <a:rPr sz="1000" spc="-20" dirty="0">
                <a:solidFill>
                  <a:srgbClr val="231F20"/>
                </a:solidFill>
                <a:latin typeface="Arial"/>
                <a:cs typeface="Arial"/>
              </a:rPr>
              <a:t>year-</a:t>
            </a:r>
            <a:r>
              <a:rPr sz="1000" dirty="0">
                <a:solidFill>
                  <a:srgbClr val="231F20"/>
                </a:solidFill>
                <a:latin typeface="Arial"/>
                <a:cs typeface="Arial"/>
              </a:rPr>
              <a:t>old.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tour</a:t>
            </a:r>
            <a:r>
              <a:rPr sz="1000" spc="-15" dirty="0">
                <a:solidFill>
                  <a:srgbClr val="231F20"/>
                </a:solidFill>
                <a:latin typeface="Arial"/>
                <a:cs typeface="Arial"/>
              </a:rPr>
              <a:t> </a:t>
            </a:r>
            <a:r>
              <a:rPr sz="1000" spc="-25" dirty="0">
                <a:solidFill>
                  <a:srgbClr val="231F20"/>
                </a:solidFill>
                <a:latin typeface="Arial"/>
                <a:cs typeface="Arial"/>
              </a:rPr>
              <a:t>led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group</a:t>
            </a:r>
            <a:r>
              <a:rPr sz="1000" spc="30" dirty="0">
                <a:solidFill>
                  <a:srgbClr val="231F20"/>
                </a:solidFill>
                <a:latin typeface="Arial"/>
                <a:cs typeface="Arial"/>
              </a:rPr>
              <a:t> </a:t>
            </a:r>
            <a:r>
              <a:rPr sz="1000" dirty="0">
                <a:solidFill>
                  <a:srgbClr val="231F20"/>
                </a:solidFill>
                <a:latin typeface="Arial"/>
                <a:cs typeface="Arial"/>
              </a:rPr>
              <a:t>through</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streets</a:t>
            </a:r>
            <a:r>
              <a:rPr sz="1000" spc="30" dirty="0">
                <a:solidFill>
                  <a:srgbClr val="231F20"/>
                </a:solidFill>
                <a:latin typeface="Arial"/>
                <a:cs typeface="Arial"/>
              </a:rPr>
              <a:t> </a:t>
            </a:r>
            <a:r>
              <a:rPr sz="1000" dirty="0">
                <a:solidFill>
                  <a:srgbClr val="231F20"/>
                </a:solidFill>
                <a:latin typeface="Arial"/>
                <a:cs typeface="Arial"/>
              </a:rPr>
              <a:t>he</a:t>
            </a:r>
            <a:r>
              <a:rPr sz="1000" spc="25" dirty="0">
                <a:solidFill>
                  <a:srgbClr val="231F20"/>
                </a:solidFill>
                <a:latin typeface="Arial"/>
                <a:cs typeface="Arial"/>
              </a:rPr>
              <a:t> </a:t>
            </a:r>
            <a:r>
              <a:rPr sz="1000" dirty="0">
                <a:solidFill>
                  <a:srgbClr val="231F20"/>
                </a:solidFill>
                <a:latin typeface="Arial"/>
                <a:cs typeface="Arial"/>
              </a:rPr>
              <a:t>walked,</a:t>
            </a:r>
            <a:r>
              <a:rPr sz="1000" spc="30" dirty="0">
                <a:solidFill>
                  <a:srgbClr val="231F20"/>
                </a:solidFill>
                <a:latin typeface="Arial"/>
                <a:cs typeface="Arial"/>
              </a:rPr>
              <a:t> </a:t>
            </a:r>
            <a:r>
              <a:rPr sz="1000" dirty="0">
                <a:solidFill>
                  <a:srgbClr val="231F20"/>
                </a:solidFill>
                <a:latin typeface="Arial"/>
                <a:cs typeface="Arial"/>
              </a:rPr>
              <a:t>highlighting</a:t>
            </a:r>
            <a:r>
              <a:rPr sz="1000" spc="30" dirty="0">
                <a:solidFill>
                  <a:srgbClr val="231F20"/>
                </a:solidFill>
                <a:latin typeface="Arial"/>
                <a:cs typeface="Arial"/>
              </a:rPr>
              <a:t> </a:t>
            </a:r>
            <a:r>
              <a:rPr sz="1000" spc="-25" dirty="0">
                <a:solidFill>
                  <a:srgbClr val="231F20"/>
                </a:solidFill>
                <a:latin typeface="Arial"/>
                <a:cs typeface="Arial"/>
              </a:rPr>
              <a:t>key </a:t>
            </a:r>
            <a:r>
              <a:rPr sz="1000" dirty="0">
                <a:solidFill>
                  <a:srgbClr val="231F20"/>
                </a:solidFill>
                <a:latin typeface="Arial"/>
                <a:cs typeface="Arial"/>
              </a:rPr>
              <a:t>locations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his</a:t>
            </a:r>
            <a:r>
              <a:rPr sz="1000" spc="-20" dirty="0">
                <a:solidFill>
                  <a:srgbClr val="231F20"/>
                </a:solidFill>
                <a:latin typeface="Arial"/>
                <a:cs typeface="Arial"/>
              </a:rPr>
              <a:t> </a:t>
            </a:r>
            <a:r>
              <a:rPr sz="1000" dirty="0">
                <a:solidFill>
                  <a:srgbClr val="231F20"/>
                </a:solidFill>
                <a:latin typeface="Arial"/>
                <a:cs typeface="Arial"/>
              </a:rPr>
              <a:t>early</a:t>
            </a:r>
            <a:r>
              <a:rPr sz="1000" spc="-20" dirty="0">
                <a:solidFill>
                  <a:srgbClr val="231F20"/>
                </a:solidFill>
                <a:latin typeface="Arial"/>
                <a:cs typeface="Arial"/>
              </a:rPr>
              <a:t> life.</a:t>
            </a:r>
            <a:endParaRPr sz="1000">
              <a:latin typeface="Arial"/>
              <a:cs typeface="Arial"/>
            </a:endParaRPr>
          </a:p>
          <a:p>
            <a:pPr marL="12700" marR="97790" indent="32384">
              <a:lnSpc>
                <a:spcPct val="100000"/>
              </a:lnSpc>
              <a:spcBef>
                <a:spcPts val="900"/>
              </a:spcBef>
            </a:pP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4's</a:t>
            </a:r>
            <a:r>
              <a:rPr sz="1000" spc="-5" dirty="0">
                <a:solidFill>
                  <a:srgbClr val="231F20"/>
                </a:solidFill>
                <a:latin typeface="Arial"/>
                <a:cs typeface="Arial"/>
              </a:rPr>
              <a:t> </a:t>
            </a:r>
            <a:r>
              <a:rPr sz="1000" dirty="0">
                <a:solidFill>
                  <a:srgbClr val="231F20"/>
                </a:solidFill>
                <a:latin typeface="Arial"/>
                <a:cs typeface="Arial"/>
              </a:rPr>
              <a:t>2022–2023</a:t>
            </a:r>
            <a:r>
              <a:rPr sz="1000" spc="-5" dirty="0">
                <a:solidFill>
                  <a:srgbClr val="231F20"/>
                </a:solidFill>
                <a:latin typeface="Arial"/>
                <a:cs typeface="Arial"/>
              </a:rPr>
              <a:t> </a:t>
            </a:r>
            <a:r>
              <a:rPr sz="1000" spc="-10" dirty="0">
                <a:solidFill>
                  <a:srgbClr val="231F20"/>
                </a:solidFill>
                <a:latin typeface="Arial"/>
                <a:cs typeface="Arial"/>
              </a:rPr>
              <a:t>Program</a:t>
            </a:r>
            <a:r>
              <a:rPr sz="1000" spc="-5" dirty="0">
                <a:solidFill>
                  <a:srgbClr val="231F20"/>
                </a:solidFill>
                <a:latin typeface="Arial"/>
                <a:cs typeface="Arial"/>
              </a:rPr>
              <a:t> </a:t>
            </a:r>
            <a:r>
              <a:rPr sz="1000" spc="-4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story</a:t>
            </a:r>
            <a:r>
              <a:rPr sz="1000" spc="-10" dirty="0">
                <a:solidFill>
                  <a:srgbClr val="231F20"/>
                </a:solidFill>
                <a:latin typeface="Arial"/>
                <a:cs typeface="Arial"/>
              </a:rPr>
              <a:t> </a:t>
            </a:r>
            <a:r>
              <a:rPr sz="1000" spc="-20" dirty="0">
                <a:solidFill>
                  <a:srgbClr val="231F20"/>
                </a:solidFill>
                <a:latin typeface="Arial"/>
                <a:cs typeface="Arial"/>
              </a:rPr>
              <a:t>that </a:t>
            </a:r>
            <a:r>
              <a:rPr sz="1000" dirty="0">
                <a:solidFill>
                  <a:srgbClr val="231F20"/>
                </a:solidFill>
                <a:latin typeface="Arial"/>
                <a:cs typeface="Arial"/>
              </a:rPr>
              <a:t>unfolded</a:t>
            </a:r>
            <a:r>
              <a:rPr sz="1000" spc="30" dirty="0">
                <a:solidFill>
                  <a:srgbClr val="231F20"/>
                </a:solidFill>
                <a:latin typeface="Arial"/>
                <a:cs typeface="Arial"/>
              </a:rPr>
              <a:t> </a:t>
            </a:r>
            <a:r>
              <a:rPr sz="1000" dirty="0">
                <a:solidFill>
                  <a:srgbClr val="231F20"/>
                </a:solidFill>
                <a:latin typeface="Arial"/>
                <a:cs typeface="Arial"/>
              </a:rPr>
              <a:t>of</a:t>
            </a:r>
            <a:r>
              <a:rPr sz="1000" spc="35" dirty="0">
                <a:solidFill>
                  <a:srgbClr val="231F20"/>
                </a:solidFill>
                <a:latin typeface="Arial"/>
                <a:cs typeface="Arial"/>
              </a:rPr>
              <a:t> </a:t>
            </a:r>
            <a:r>
              <a:rPr sz="1000" dirty="0">
                <a:solidFill>
                  <a:srgbClr val="231F20"/>
                </a:solidFill>
                <a:latin typeface="Arial"/>
                <a:cs typeface="Arial"/>
              </a:rPr>
              <a:t>personal</a:t>
            </a:r>
            <a:r>
              <a:rPr sz="1000" spc="35" dirty="0">
                <a:solidFill>
                  <a:srgbClr val="231F20"/>
                </a:solidFill>
                <a:latin typeface="Arial"/>
                <a:cs typeface="Arial"/>
              </a:rPr>
              <a:t> </a:t>
            </a:r>
            <a:r>
              <a:rPr sz="1000" dirty="0">
                <a:solidFill>
                  <a:srgbClr val="231F20"/>
                </a:solidFill>
                <a:latin typeface="Arial"/>
                <a:cs typeface="Arial"/>
              </a:rPr>
              <a:t>growth,</a:t>
            </a:r>
            <a:r>
              <a:rPr sz="1000" spc="30" dirty="0">
                <a:solidFill>
                  <a:srgbClr val="231F20"/>
                </a:solidFill>
                <a:latin typeface="Arial"/>
                <a:cs typeface="Arial"/>
              </a:rPr>
              <a:t> </a:t>
            </a:r>
            <a:r>
              <a:rPr sz="1000" dirty="0">
                <a:solidFill>
                  <a:srgbClr val="231F20"/>
                </a:solidFill>
                <a:latin typeface="Arial"/>
                <a:cs typeface="Arial"/>
              </a:rPr>
              <a:t>leadership</a:t>
            </a:r>
            <a:r>
              <a:rPr sz="1000" spc="35" dirty="0">
                <a:solidFill>
                  <a:srgbClr val="231F20"/>
                </a:solidFill>
                <a:latin typeface="Arial"/>
                <a:cs typeface="Arial"/>
              </a:rPr>
              <a:t> </a:t>
            </a:r>
            <a:r>
              <a:rPr sz="1000" spc="-10" dirty="0">
                <a:solidFill>
                  <a:srgbClr val="231F20"/>
                </a:solidFill>
                <a:latin typeface="Arial"/>
                <a:cs typeface="Arial"/>
              </a:rPr>
              <a:t>development, </a:t>
            </a:r>
            <a:r>
              <a:rPr sz="1000" dirty="0">
                <a:solidFill>
                  <a:srgbClr val="231F20"/>
                </a:solidFill>
                <a:latin typeface="Arial"/>
                <a:cs typeface="Arial"/>
              </a:rPr>
              <a:t>civic</a:t>
            </a:r>
            <a:r>
              <a:rPr sz="1000" spc="15" dirty="0">
                <a:solidFill>
                  <a:srgbClr val="231F20"/>
                </a:solidFill>
                <a:latin typeface="Arial"/>
                <a:cs typeface="Arial"/>
              </a:rPr>
              <a:t> </a:t>
            </a:r>
            <a:r>
              <a:rPr sz="1000" dirty="0">
                <a:solidFill>
                  <a:srgbClr val="231F20"/>
                </a:solidFill>
                <a:latin typeface="Arial"/>
                <a:cs typeface="Arial"/>
              </a:rPr>
              <a:t>engagement,</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pursuit</a:t>
            </a:r>
            <a:r>
              <a:rPr sz="1000" spc="2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knowledge.</a:t>
            </a:r>
            <a:r>
              <a:rPr sz="1000" spc="20"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chapter</a:t>
            </a:r>
            <a:r>
              <a:rPr sz="1000" spc="-5" dirty="0">
                <a:solidFill>
                  <a:srgbClr val="231F20"/>
                </a:solidFill>
                <a:latin typeface="Arial"/>
                <a:cs typeface="Arial"/>
              </a:rPr>
              <a:t> </a:t>
            </a:r>
            <a:r>
              <a:rPr sz="1000" dirty="0">
                <a:solidFill>
                  <a:srgbClr val="231F20"/>
                </a:solidFill>
                <a:latin typeface="Arial"/>
                <a:cs typeface="Arial"/>
              </a:rPr>
              <a:t>takes you on a journey through their</a:t>
            </a:r>
            <a:r>
              <a:rPr sz="1000" spc="-5" dirty="0">
                <a:solidFill>
                  <a:srgbClr val="231F20"/>
                </a:solidFill>
                <a:latin typeface="Arial"/>
                <a:cs typeface="Arial"/>
              </a:rPr>
              <a:t> </a:t>
            </a:r>
            <a:r>
              <a:rPr sz="1000" spc="-10" dirty="0">
                <a:solidFill>
                  <a:srgbClr val="231F20"/>
                </a:solidFill>
                <a:latin typeface="Arial"/>
                <a:cs typeface="Arial"/>
              </a:rPr>
              <a:t>enriching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each</a:t>
            </a:r>
            <a:r>
              <a:rPr sz="1000" spc="10" dirty="0">
                <a:solidFill>
                  <a:srgbClr val="231F20"/>
                </a:solidFill>
                <a:latin typeface="Arial"/>
                <a:cs typeface="Arial"/>
              </a:rPr>
              <a:t> </a:t>
            </a:r>
            <a:r>
              <a:rPr sz="1000" dirty="0">
                <a:solidFill>
                  <a:srgbClr val="231F20"/>
                </a:solidFill>
                <a:latin typeface="Arial"/>
                <a:cs typeface="Arial"/>
              </a:rPr>
              <a:t>designed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empower</a:t>
            </a:r>
            <a:r>
              <a:rPr sz="1000" spc="10" dirty="0">
                <a:solidFill>
                  <a:srgbClr val="231F20"/>
                </a:solidFill>
                <a:latin typeface="Arial"/>
                <a:cs typeface="Arial"/>
              </a:rPr>
              <a:t> </a:t>
            </a:r>
            <a:r>
              <a:rPr sz="1000" dirty="0">
                <a:solidFill>
                  <a:srgbClr val="231F20"/>
                </a:solidFill>
                <a:latin typeface="Arial"/>
                <a:cs typeface="Arial"/>
              </a:rPr>
              <a:t>young</a:t>
            </a:r>
            <a:r>
              <a:rPr sz="1000" spc="10" dirty="0">
                <a:solidFill>
                  <a:srgbClr val="231F20"/>
                </a:solidFill>
                <a:latin typeface="Arial"/>
                <a:cs typeface="Arial"/>
              </a:rPr>
              <a:t> </a:t>
            </a:r>
            <a:r>
              <a:rPr sz="1000" dirty="0">
                <a:solidFill>
                  <a:srgbClr val="231F20"/>
                </a:solidFill>
                <a:latin typeface="Arial"/>
                <a:cs typeface="Arial"/>
              </a:rPr>
              <a:t>minds</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hearts.</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began</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focus</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spc="-20" dirty="0">
                <a:solidFill>
                  <a:srgbClr val="231F20"/>
                </a:solidFill>
                <a:latin typeface="Arial"/>
                <a:cs typeface="Arial"/>
              </a:rPr>
              <a:t>self- </a:t>
            </a:r>
            <a:r>
              <a:rPr sz="1000" spc="-10" dirty="0">
                <a:solidFill>
                  <a:srgbClr val="231F20"/>
                </a:solidFill>
                <a:latin typeface="Arial"/>
                <a:cs typeface="Arial"/>
              </a:rPr>
              <a:t>awareness, wellness,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assurance.</a:t>
            </a:r>
            <a:r>
              <a:rPr sz="1000" spc="-5" dirty="0">
                <a:solidFill>
                  <a:srgbClr val="231F20"/>
                </a:solidFill>
                <a:latin typeface="Arial"/>
                <a:cs typeface="Arial"/>
              </a:rPr>
              <a:t> </a:t>
            </a:r>
            <a:r>
              <a:rPr sz="1000" dirty="0">
                <a:solidFill>
                  <a:srgbClr val="231F20"/>
                </a:solidFill>
                <a:latin typeface="Arial"/>
                <a:cs typeface="Arial"/>
              </a:rPr>
              <a:t>Hosted</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Co- </a:t>
            </a:r>
            <a:r>
              <a:rPr sz="1000" spc="-10" dirty="0">
                <a:solidFill>
                  <a:srgbClr val="231F20"/>
                </a:solidFill>
                <a:latin typeface="Arial"/>
                <a:cs typeface="Arial"/>
              </a:rPr>
              <a:t>Glamourate</a:t>
            </a:r>
            <a:r>
              <a:rPr sz="1000" spc="15" dirty="0">
                <a:solidFill>
                  <a:srgbClr val="231F20"/>
                </a:solidFill>
                <a:latin typeface="Arial"/>
                <a:cs typeface="Arial"/>
              </a:rPr>
              <a:t> </a:t>
            </a:r>
            <a:r>
              <a:rPr sz="1000" dirty="0">
                <a:solidFill>
                  <a:srgbClr val="231F20"/>
                </a:solidFill>
                <a:latin typeface="Arial"/>
                <a:cs typeface="Arial"/>
              </a:rPr>
              <a:t>Collective,</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importance</a:t>
            </a:r>
            <a:r>
              <a:rPr sz="1000" spc="50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care</a:t>
            </a:r>
            <a:r>
              <a:rPr sz="1000" spc="-10" dirty="0">
                <a:solidFill>
                  <a:srgbClr val="231F20"/>
                </a:solidFill>
                <a:latin typeface="Arial"/>
                <a:cs typeface="Arial"/>
              </a:rPr>
              <a:t> </a:t>
            </a:r>
            <a:r>
              <a:rPr sz="1000" dirty="0">
                <a:solidFill>
                  <a:srgbClr val="231F20"/>
                </a:solidFill>
                <a:latin typeface="Arial"/>
                <a:cs typeface="Arial"/>
              </a:rPr>
              <a:t>rituals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habits.</a:t>
            </a:r>
            <a:r>
              <a:rPr sz="1000" spc="-10" dirty="0">
                <a:solidFill>
                  <a:srgbClr val="231F20"/>
                </a:solidFill>
                <a:latin typeface="Arial"/>
                <a:cs typeface="Arial"/>
              </a:rPr>
              <a:t> </a:t>
            </a:r>
            <a:r>
              <a:rPr sz="1000" dirty="0">
                <a:solidFill>
                  <a:srgbClr val="231F20"/>
                </a:solidFill>
                <a:latin typeface="Arial"/>
                <a:cs typeface="Arial"/>
              </a:rPr>
              <a:t>Licensed</a:t>
            </a:r>
            <a:r>
              <a:rPr sz="1000" spc="-15" dirty="0">
                <a:solidFill>
                  <a:srgbClr val="231F20"/>
                </a:solidFill>
                <a:latin typeface="Arial"/>
                <a:cs typeface="Arial"/>
              </a:rPr>
              <a:t> </a:t>
            </a:r>
            <a:r>
              <a:rPr sz="1000" dirty="0">
                <a:solidFill>
                  <a:srgbClr val="231F20"/>
                </a:solidFill>
                <a:latin typeface="Arial"/>
                <a:cs typeface="Arial"/>
              </a:rPr>
              <a:t>experts</a:t>
            </a:r>
            <a:r>
              <a:rPr sz="1000" spc="-10" dirty="0">
                <a:solidFill>
                  <a:srgbClr val="231F20"/>
                </a:solidFill>
                <a:latin typeface="Arial"/>
                <a:cs typeface="Arial"/>
              </a:rPr>
              <a:t> provided </a:t>
            </a:r>
            <a:r>
              <a:rPr sz="1000" dirty="0">
                <a:solidFill>
                  <a:srgbClr val="231F20"/>
                </a:solidFill>
                <a:latin typeface="Arial"/>
                <a:cs typeface="Arial"/>
              </a:rPr>
              <a:t>education</a:t>
            </a:r>
            <a:r>
              <a:rPr sz="1000" spc="-30"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spc="-20" dirty="0">
                <a:solidFill>
                  <a:srgbClr val="231F20"/>
                </a:solidFill>
                <a:latin typeface="Arial"/>
                <a:cs typeface="Arial"/>
              </a:rPr>
              <a:t>hair,</a:t>
            </a:r>
            <a:r>
              <a:rPr sz="1000" spc="-30" dirty="0">
                <a:solidFill>
                  <a:srgbClr val="231F20"/>
                </a:solidFill>
                <a:latin typeface="Arial"/>
                <a:cs typeface="Arial"/>
              </a:rPr>
              <a:t> </a:t>
            </a:r>
            <a:r>
              <a:rPr sz="1000" dirty="0">
                <a:solidFill>
                  <a:srgbClr val="231F20"/>
                </a:solidFill>
                <a:latin typeface="Arial"/>
                <a:cs typeface="Arial"/>
              </a:rPr>
              <a:t>skin,</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nail</a:t>
            </a:r>
            <a:r>
              <a:rPr sz="1000" spc="-30" dirty="0">
                <a:solidFill>
                  <a:srgbClr val="231F20"/>
                </a:solidFill>
                <a:latin typeface="Arial"/>
                <a:cs typeface="Arial"/>
              </a:rPr>
              <a:t> </a:t>
            </a:r>
            <a:r>
              <a:rPr sz="1000" spc="-10" dirty="0">
                <a:solidFill>
                  <a:srgbClr val="231F20"/>
                </a:solidFill>
                <a:latin typeface="Arial"/>
                <a:cs typeface="Arial"/>
              </a:rPr>
              <a:t>care.</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spc="-10" dirty="0">
                <a:solidFill>
                  <a:srgbClr val="231F20"/>
                </a:solidFill>
                <a:latin typeface="Arial"/>
                <a:cs typeface="Arial"/>
              </a:rPr>
              <a:t>class</a:t>
            </a:r>
            <a:r>
              <a:rPr sz="1000" spc="-25" dirty="0">
                <a:solidFill>
                  <a:srgbClr val="231F20"/>
                </a:solidFill>
                <a:latin typeface="Arial"/>
                <a:cs typeface="Arial"/>
              </a:rPr>
              <a:t> </a:t>
            </a:r>
            <a:r>
              <a:rPr sz="1000" dirty="0">
                <a:solidFill>
                  <a:srgbClr val="231F20"/>
                </a:solidFill>
                <a:latin typeface="Arial"/>
                <a:cs typeface="Arial"/>
              </a:rPr>
              <a:t>aimed</a:t>
            </a:r>
            <a:r>
              <a:rPr sz="1000" spc="-25" dirty="0">
                <a:solidFill>
                  <a:srgbClr val="231F20"/>
                </a:solidFill>
                <a:latin typeface="Arial"/>
                <a:cs typeface="Arial"/>
              </a:rPr>
              <a:t> to</a:t>
            </a:r>
            <a:endParaRPr sz="1000">
              <a:latin typeface="Arial"/>
              <a:cs typeface="Arial"/>
            </a:endParaRPr>
          </a:p>
          <a:p>
            <a:pPr marL="12700" marR="5080">
              <a:lnSpc>
                <a:spcPct val="100000"/>
              </a:lnSpc>
            </a:pPr>
            <a:r>
              <a:rPr sz="1000" dirty="0">
                <a:solidFill>
                  <a:srgbClr val="231F20"/>
                </a:solidFill>
                <a:latin typeface="Arial"/>
                <a:cs typeface="Arial"/>
              </a:rPr>
              <a:t>instill</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sense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self-</a:t>
            </a:r>
            <a:r>
              <a:rPr sz="1000" dirty="0">
                <a:solidFill>
                  <a:srgbClr val="231F20"/>
                </a:solidFill>
                <a:latin typeface="Arial"/>
                <a:cs typeface="Arial"/>
              </a:rPr>
              <a:t>confidence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self-</a:t>
            </a:r>
            <a:r>
              <a:rPr sz="1000" dirty="0">
                <a:solidFill>
                  <a:srgbClr val="231F20"/>
                </a:solidFill>
                <a:latin typeface="Arial"/>
                <a:cs typeface="Arial"/>
              </a:rPr>
              <a:t>love.</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October </a:t>
            </a:r>
            <a:r>
              <a:rPr sz="1000" dirty="0">
                <a:solidFill>
                  <a:srgbClr val="231F20"/>
                </a:solidFill>
                <a:latin typeface="Arial"/>
                <a:cs typeface="Arial"/>
              </a:rPr>
              <a:t>22nd,</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4</a:t>
            </a:r>
            <a:r>
              <a:rPr sz="1000" spc="15" dirty="0">
                <a:solidFill>
                  <a:srgbClr val="231F20"/>
                </a:solidFill>
                <a:latin typeface="Arial"/>
                <a:cs typeface="Arial"/>
              </a:rPr>
              <a:t> </a:t>
            </a:r>
            <a:r>
              <a:rPr sz="1000" dirty="0">
                <a:solidFill>
                  <a:srgbClr val="231F20"/>
                </a:solidFill>
                <a:latin typeface="Arial"/>
                <a:cs typeface="Arial"/>
              </a:rPr>
              <a:t>delved</a:t>
            </a:r>
            <a:r>
              <a:rPr sz="1000" spc="15" dirty="0">
                <a:solidFill>
                  <a:srgbClr val="231F20"/>
                </a:solidFill>
                <a:latin typeface="Arial"/>
                <a:cs typeface="Arial"/>
              </a:rPr>
              <a:t> </a:t>
            </a:r>
            <a:r>
              <a:rPr sz="1000" dirty="0">
                <a:solidFill>
                  <a:srgbClr val="231F20"/>
                </a:solidFill>
                <a:latin typeface="Arial"/>
                <a:cs typeface="Arial"/>
              </a:rPr>
              <a:t>into</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world</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politics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civic </a:t>
            </a:r>
            <a:r>
              <a:rPr sz="1000" dirty="0">
                <a:solidFill>
                  <a:srgbClr val="231F20"/>
                </a:solidFill>
                <a:latin typeface="Arial"/>
                <a:cs typeface="Arial"/>
              </a:rPr>
              <a:t>engagement. Montgomery</a:t>
            </a:r>
            <a:r>
              <a:rPr sz="1000" spc="5" dirty="0">
                <a:solidFill>
                  <a:srgbClr val="231F20"/>
                </a:solidFill>
                <a:latin typeface="Arial"/>
                <a:cs typeface="Arial"/>
              </a:rPr>
              <a:t> </a:t>
            </a:r>
            <a:r>
              <a:rPr sz="1000" spc="-10" dirty="0">
                <a:solidFill>
                  <a:srgbClr val="231F20"/>
                </a:solidFill>
                <a:latin typeface="Arial"/>
                <a:cs typeface="Arial"/>
              </a:rPr>
              <a:t>County,</a:t>
            </a:r>
            <a:r>
              <a:rPr sz="1000" spc="5" dirty="0">
                <a:solidFill>
                  <a:srgbClr val="231F20"/>
                </a:solidFill>
                <a:latin typeface="Arial"/>
                <a:cs typeface="Arial"/>
              </a:rPr>
              <a:t> </a:t>
            </a:r>
            <a:r>
              <a:rPr sz="1000" dirty="0">
                <a:solidFill>
                  <a:srgbClr val="231F20"/>
                </a:solidFill>
                <a:latin typeface="Arial"/>
                <a:cs typeface="Arial"/>
              </a:rPr>
              <a:t>MD</a:t>
            </a:r>
            <a:r>
              <a:rPr sz="1000" spc="5" dirty="0">
                <a:solidFill>
                  <a:srgbClr val="231F20"/>
                </a:solidFill>
                <a:latin typeface="Arial"/>
                <a:cs typeface="Arial"/>
              </a:rPr>
              <a:t> </a:t>
            </a:r>
            <a:r>
              <a:rPr sz="1000" spc="-10" dirty="0">
                <a:solidFill>
                  <a:srgbClr val="231F20"/>
                </a:solidFill>
                <a:latin typeface="Arial"/>
                <a:cs typeface="Arial"/>
              </a:rPr>
              <a:t>Councilmember Will</a:t>
            </a:r>
            <a:r>
              <a:rPr sz="1000" spc="-5" dirty="0">
                <a:solidFill>
                  <a:srgbClr val="231F20"/>
                </a:solidFill>
                <a:latin typeface="Arial"/>
                <a:cs typeface="Arial"/>
              </a:rPr>
              <a:t> </a:t>
            </a:r>
            <a:r>
              <a:rPr sz="1000" dirty="0">
                <a:solidFill>
                  <a:srgbClr val="231F20"/>
                </a:solidFill>
                <a:latin typeface="Arial"/>
                <a:cs typeface="Arial"/>
              </a:rPr>
              <a:t>Jawando</a:t>
            </a:r>
            <a:r>
              <a:rPr sz="1000" spc="-5" dirty="0">
                <a:solidFill>
                  <a:srgbClr val="231F20"/>
                </a:solidFill>
                <a:latin typeface="Arial"/>
                <a:cs typeface="Arial"/>
              </a:rPr>
              <a:t> </a:t>
            </a:r>
            <a:r>
              <a:rPr sz="1000" dirty="0">
                <a:solidFill>
                  <a:srgbClr val="231F20"/>
                </a:solidFill>
                <a:latin typeface="Arial"/>
                <a:cs typeface="Arial"/>
              </a:rPr>
              <a:t>joined</a:t>
            </a:r>
            <a:r>
              <a:rPr sz="1000" spc="-5" dirty="0">
                <a:solidFill>
                  <a:srgbClr val="231F20"/>
                </a:solidFill>
                <a:latin typeface="Arial"/>
                <a:cs typeface="Arial"/>
              </a:rPr>
              <a:t> </a:t>
            </a:r>
            <a:r>
              <a:rPr sz="1000" dirty="0">
                <a:solidFill>
                  <a:srgbClr val="231F20"/>
                </a:solidFill>
                <a:latin typeface="Arial"/>
                <a:cs typeface="Arial"/>
              </a:rPr>
              <a:t>the group</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a discussion</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responsibilities</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Montgomery</a:t>
            </a:r>
            <a:r>
              <a:rPr sz="1000" spc="15" dirty="0">
                <a:solidFill>
                  <a:srgbClr val="231F20"/>
                </a:solidFill>
                <a:latin typeface="Arial"/>
                <a:cs typeface="Arial"/>
              </a:rPr>
              <a:t> </a:t>
            </a:r>
            <a:r>
              <a:rPr sz="1000" dirty="0">
                <a:solidFill>
                  <a:srgbClr val="231F20"/>
                </a:solidFill>
                <a:latin typeface="Arial"/>
                <a:cs typeface="Arial"/>
              </a:rPr>
              <a:t>County</a:t>
            </a:r>
            <a:r>
              <a:rPr sz="1000" spc="15" dirty="0">
                <a:solidFill>
                  <a:srgbClr val="231F20"/>
                </a:solidFill>
                <a:latin typeface="Arial"/>
                <a:cs typeface="Arial"/>
              </a:rPr>
              <a:t> </a:t>
            </a:r>
            <a:r>
              <a:rPr sz="1000" dirty="0">
                <a:solidFill>
                  <a:srgbClr val="231F20"/>
                </a:solidFill>
                <a:latin typeface="Arial"/>
                <a:cs typeface="Arial"/>
              </a:rPr>
              <a:t>Council.</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highlight</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mock</a:t>
            </a:r>
            <a:r>
              <a:rPr sz="1000" spc="10" dirty="0">
                <a:solidFill>
                  <a:srgbClr val="231F20"/>
                </a:solidFill>
                <a:latin typeface="Arial"/>
                <a:cs typeface="Arial"/>
              </a:rPr>
              <a:t> </a:t>
            </a:r>
            <a:r>
              <a:rPr sz="1000" dirty="0">
                <a:solidFill>
                  <a:srgbClr val="231F20"/>
                </a:solidFill>
                <a:latin typeface="Arial"/>
                <a:cs typeface="Arial"/>
              </a:rPr>
              <a:t>election,</a:t>
            </a:r>
            <a:r>
              <a:rPr sz="1000" spc="15" dirty="0">
                <a:solidFill>
                  <a:srgbClr val="231F20"/>
                </a:solidFill>
                <a:latin typeface="Arial"/>
                <a:cs typeface="Arial"/>
              </a:rPr>
              <a:t> </a:t>
            </a:r>
            <a:r>
              <a:rPr sz="1000" dirty="0">
                <a:solidFill>
                  <a:srgbClr val="231F20"/>
                </a:solidFill>
                <a:latin typeface="Arial"/>
                <a:cs typeface="Arial"/>
              </a:rPr>
              <a:t>encouraging</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become</a:t>
            </a:r>
            <a:r>
              <a:rPr sz="1000" spc="15" dirty="0">
                <a:solidFill>
                  <a:srgbClr val="231F20"/>
                </a:solidFill>
                <a:latin typeface="Arial"/>
                <a:cs typeface="Arial"/>
              </a:rPr>
              <a:t> </a:t>
            </a:r>
            <a:r>
              <a:rPr sz="1000" dirty="0">
                <a:solidFill>
                  <a:srgbClr val="231F20"/>
                </a:solidFill>
                <a:latin typeface="Arial"/>
                <a:cs typeface="Arial"/>
              </a:rPr>
              <a:t>informed</a:t>
            </a:r>
            <a:r>
              <a:rPr sz="1000" spc="15" dirty="0">
                <a:solidFill>
                  <a:srgbClr val="231F20"/>
                </a:solidFill>
                <a:latin typeface="Arial"/>
                <a:cs typeface="Arial"/>
              </a:rPr>
              <a:t> </a:t>
            </a:r>
            <a:r>
              <a:rPr sz="1000" dirty="0">
                <a:solidFill>
                  <a:srgbClr val="231F20"/>
                </a:solidFill>
                <a:latin typeface="Arial"/>
                <a:cs typeface="Arial"/>
              </a:rPr>
              <a:t>voters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understand</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importance</a:t>
            </a:r>
            <a:r>
              <a:rPr sz="1000" spc="50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local representation. Group 4 embraced the </a:t>
            </a:r>
            <a:r>
              <a:rPr sz="1000" spc="-20" dirty="0">
                <a:solidFill>
                  <a:srgbClr val="231F20"/>
                </a:solidFill>
                <a:latin typeface="Arial"/>
                <a:cs typeface="Arial"/>
              </a:rPr>
              <a:t>great</a:t>
            </a:r>
            <a:endParaRPr sz="1000">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569973"/>
            <a:ext cx="3294379" cy="7150100"/>
          </a:xfrm>
          <a:prstGeom prst="rect">
            <a:avLst/>
          </a:prstGeom>
        </p:spPr>
        <p:txBody>
          <a:bodyPr vert="horz" wrap="square" lIns="0" tIns="12700" rIns="0" bIns="0" rtlCol="0">
            <a:spAutoFit/>
          </a:bodyPr>
          <a:lstStyle/>
          <a:p>
            <a:pPr marL="12700" marR="110489">
              <a:lnSpc>
                <a:spcPct val="100000"/>
              </a:lnSpc>
              <a:spcBef>
                <a:spcPts val="100"/>
              </a:spcBef>
            </a:pPr>
            <a:r>
              <a:rPr sz="1000" dirty="0">
                <a:solidFill>
                  <a:srgbClr val="231F20"/>
                </a:solidFill>
                <a:latin typeface="Arial"/>
                <a:cs typeface="Arial"/>
              </a:rPr>
              <a:t>outdoors,</a:t>
            </a:r>
            <a:r>
              <a:rPr sz="1000" spc="20" dirty="0">
                <a:solidFill>
                  <a:srgbClr val="231F20"/>
                </a:solidFill>
                <a:latin typeface="Arial"/>
                <a:cs typeface="Arial"/>
              </a:rPr>
              <a:t> </a:t>
            </a:r>
            <a:r>
              <a:rPr sz="1000" dirty="0">
                <a:solidFill>
                  <a:srgbClr val="231F20"/>
                </a:solidFill>
                <a:latin typeface="Arial"/>
                <a:cs typeface="Arial"/>
              </a:rPr>
              <a:t>challenging</a:t>
            </a:r>
            <a:r>
              <a:rPr sz="1000" spc="25" dirty="0">
                <a:solidFill>
                  <a:srgbClr val="231F20"/>
                </a:solidFill>
                <a:latin typeface="Arial"/>
                <a:cs typeface="Arial"/>
              </a:rPr>
              <a:t> </a:t>
            </a:r>
            <a:r>
              <a:rPr sz="1000" dirty="0">
                <a:solidFill>
                  <a:srgbClr val="231F20"/>
                </a:solidFill>
                <a:latin typeface="Arial"/>
                <a:cs typeface="Arial"/>
              </a:rPr>
              <a:t>themselves</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obstacle</a:t>
            </a:r>
            <a:r>
              <a:rPr sz="1000" spc="20" dirty="0">
                <a:solidFill>
                  <a:srgbClr val="231F20"/>
                </a:solidFill>
                <a:latin typeface="Arial"/>
                <a:cs typeface="Arial"/>
              </a:rPr>
              <a:t> </a:t>
            </a:r>
            <a:r>
              <a:rPr sz="1000" spc="-10" dirty="0">
                <a:solidFill>
                  <a:srgbClr val="231F20"/>
                </a:solidFill>
                <a:latin typeface="Arial"/>
                <a:cs typeface="Arial"/>
              </a:rPr>
              <a:t>courses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tree</a:t>
            </a:r>
            <a:r>
              <a:rPr sz="1000" spc="-20" dirty="0">
                <a:solidFill>
                  <a:srgbClr val="231F20"/>
                </a:solidFill>
                <a:latin typeface="Arial"/>
                <a:cs typeface="Arial"/>
              </a:rPr>
              <a:t> </a:t>
            </a:r>
            <a:r>
              <a:rPr sz="1000" dirty="0">
                <a:solidFill>
                  <a:srgbClr val="231F20"/>
                </a:solidFill>
                <a:latin typeface="Arial"/>
                <a:cs typeface="Arial"/>
              </a:rPr>
              <a:t>climbing.</a:t>
            </a:r>
            <a:r>
              <a:rPr sz="1000" spc="-20" dirty="0">
                <a:solidFill>
                  <a:srgbClr val="231F20"/>
                </a:solidFill>
                <a:latin typeface="Arial"/>
                <a:cs typeface="Arial"/>
              </a:rPr>
              <a:t> </a:t>
            </a:r>
            <a:r>
              <a:rPr sz="1000" dirty="0">
                <a:solidFill>
                  <a:srgbClr val="231F20"/>
                </a:solidFill>
                <a:latin typeface="Arial"/>
                <a:cs typeface="Arial"/>
              </a:rPr>
              <a:t>Overcoming</a:t>
            </a:r>
            <a:r>
              <a:rPr sz="1000" spc="-20" dirty="0">
                <a:solidFill>
                  <a:srgbClr val="231F20"/>
                </a:solidFill>
                <a:latin typeface="Arial"/>
                <a:cs typeface="Arial"/>
              </a:rPr>
              <a:t> </a:t>
            </a:r>
            <a:r>
              <a:rPr sz="1000" dirty="0">
                <a:solidFill>
                  <a:srgbClr val="231F20"/>
                </a:solidFill>
                <a:latin typeface="Arial"/>
                <a:cs typeface="Arial"/>
              </a:rPr>
              <a:t>fears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obstacles,</a:t>
            </a:r>
            <a:r>
              <a:rPr sz="1000" spc="-20" dirty="0">
                <a:solidFill>
                  <a:srgbClr val="231F20"/>
                </a:solidFill>
                <a:latin typeface="Arial"/>
                <a:cs typeface="Arial"/>
              </a:rPr>
              <a:t> they </a:t>
            </a:r>
            <a:r>
              <a:rPr sz="1000" dirty="0">
                <a:solidFill>
                  <a:srgbClr val="231F20"/>
                </a:solidFill>
                <a:latin typeface="Arial"/>
                <a:cs typeface="Arial"/>
              </a:rPr>
              <a:t>navigated</a:t>
            </a:r>
            <a:r>
              <a:rPr sz="1000" spc="15" dirty="0">
                <a:solidFill>
                  <a:srgbClr val="231F20"/>
                </a:solidFill>
                <a:latin typeface="Arial"/>
                <a:cs typeface="Arial"/>
              </a:rPr>
              <a:t> </a:t>
            </a:r>
            <a:r>
              <a:rPr sz="1000" dirty="0">
                <a:solidFill>
                  <a:srgbClr val="231F20"/>
                </a:solidFill>
                <a:latin typeface="Arial"/>
                <a:cs typeface="Arial"/>
              </a:rPr>
              <a:t>Adventure</a:t>
            </a:r>
            <a:r>
              <a:rPr sz="1000" spc="20" dirty="0">
                <a:solidFill>
                  <a:srgbClr val="231F20"/>
                </a:solidFill>
                <a:latin typeface="Arial"/>
                <a:cs typeface="Arial"/>
              </a:rPr>
              <a:t> </a:t>
            </a:r>
            <a:r>
              <a:rPr sz="1000" spc="-25" dirty="0">
                <a:solidFill>
                  <a:srgbClr val="231F20"/>
                </a:solidFill>
                <a:latin typeface="Arial"/>
                <a:cs typeface="Arial"/>
              </a:rPr>
              <a:t>Park,</a:t>
            </a:r>
            <a:r>
              <a:rPr sz="1000" spc="20" dirty="0">
                <a:solidFill>
                  <a:srgbClr val="231F20"/>
                </a:solidFill>
                <a:latin typeface="Arial"/>
                <a:cs typeface="Arial"/>
              </a:rPr>
              <a:t> </a:t>
            </a:r>
            <a:r>
              <a:rPr sz="1000" dirty="0">
                <a:solidFill>
                  <a:srgbClr val="231F20"/>
                </a:solidFill>
                <a:latin typeface="Arial"/>
                <a:cs typeface="Arial"/>
              </a:rPr>
              <a:t>fostering</a:t>
            </a:r>
            <a:r>
              <a:rPr sz="1000" spc="15" dirty="0">
                <a:solidFill>
                  <a:srgbClr val="231F20"/>
                </a:solidFill>
                <a:latin typeface="Arial"/>
                <a:cs typeface="Arial"/>
              </a:rPr>
              <a:t> </a:t>
            </a:r>
            <a:r>
              <a:rPr sz="1000" dirty="0">
                <a:solidFill>
                  <a:srgbClr val="231F20"/>
                </a:solidFill>
                <a:latin typeface="Arial"/>
                <a:cs typeface="Arial"/>
              </a:rPr>
              <a:t>leadership</a:t>
            </a:r>
            <a:r>
              <a:rPr sz="1000" spc="20"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resilience.</a:t>
            </a:r>
            <a:r>
              <a:rPr sz="1000" spc="5" dirty="0">
                <a:solidFill>
                  <a:srgbClr val="231F20"/>
                </a:solidFill>
                <a:latin typeface="Arial"/>
                <a:cs typeface="Arial"/>
              </a:rPr>
              <a:t> </a:t>
            </a:r>
            <a:r>
              <a:rPr sz="1000" dirty="0">
                <a:solidFill>
                  <a:srgbClr val="231F20"/>
                </a:solidFill>
                <a:latin typeface="Arial"/>
                <a:cs typeface="Arial"/>
              </a:rPr>
              <a:t>The day</a:t>
            </a:r>
            <a:r>
              <a:rPr sz="1000" spc="5" dirty="0">
                <a:solidFill>
                  <a:srgbClr val="231F20"/>
                </a:solidFill>
                <a:latin typeface="Arial"/>
                <a:cs typeface="Arial"/>
              </a:rPr>
              <a:t> </a:t>
            </a:r>
            <a:r>
              <a:rPr sz="1000" dirty="0">
                <a:solidFill>
                  <a:srgbClr val="231F20"/>
                </a:solidFill>
                <a:latin typeface="Arial"/>
                <a:cs typeface="Arial"/>
              </a:rPr>
              <a:t>included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continental</a:t>
            </a:r>
            <a:r>
              <a:rPr sz="1000" spc="5" dirty="0">
                <a:solidFill>
                  <a:srgbClr val="231F20"/>
                </a:solidFill>
                <a:latin typeface="Arial"/>
                <a:cs typeface="Arial"/>
              </a:rPr>
              <a:t> </a:t>
            </a:r>
            <a:r>
              <a:rPr sz="1000" spc="-10" dirty="0">
                <a:solidFill>
                  <a:srgbClr val="231F20"/>
                </a:solidFill>
                <a:latin typeface="Arial"/>
                <a:cs typeface="Arial"/>
              </a:rPr>
              <a:t>breakfast, </a:t>
            </a:r>
            <a:r>
              <a:rPr sz="1000" dirty="0">
                <a:solidFill>
                  <a:srgbClr val="231F20"/>
                </a:solidFill>
                <a:latin typeface="Arial"/>
                <a:cs typeface="Arial"/>
              </a:rPr>
              <a:t>boxed</a:t>
            </a:r>
            <a:r>
              <a:rPr sz="1000" spc="-20" dirty="0">
                <a:solidFill>
                  <a:srgbClr val="231F20"/>
                </a:solidFill>
                <a:latin typeface="Arial"/>
                <a:cs typeface="Arial"/>
              </a:rPr>
              <a:t> </a:t>
            </a:r>
            <a:r>
              <a:rPr sz="1000" dirty="0">
                <a:solidFill>
                  <a:srgbClr val="231F20"/>
                </a:solidFill>
                <a:latin typeface="Arial"/>
                <a:cs typeface="Arial"/>
              </a:rPr>
              <a:t>lunch,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an</a:t>
            </a:r>
            <a:r>
              <a:rPr sz="1000" spc="-15" dirty="0">
                <a:solidFill>
                  <a:srgbClr val="231F20"/>
                </a:solidFill>
                <a:latin typeface="Arial"/>
                <a:cs typeface="Arial"/>
              </a:rPr>
              <a:t> </a:t>
            </a:r>
            <a:r>
              <a:rPr sz="1000" dirty="0">
                <a:solidFill>
                  <a:srgbClr val="231F20"/>
                </a:solidFill>
                <a:latin typeface="Arial"/>
                <a:cs typeface="Arial"/>
              </a:rPr>
              <a:t>Explore</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Great</a:t>
            </a:r>
            <a:r>
              <a:rPr sz="1000" spc="-15" dirty="0">
                <a:solidFill>
                  <a:srgbClr val="231F20"/>
                </a:solidFill>
                <a:latin typeface="Arial"/>
                <a:cs typeface="Arial"/>
              </a:rPr>
              <a:t> </a:t>
            </a:r>
            <a:r>
              <a:rPr sz="1000" spc="-10" dirty="0">
                <a:solidFill>
                  <a:srgbClr val="231F20"/>
                </a:solidFill>
                <a:latin typeface="Arial"/>
                <a:cs typeface="Arial"/>
              </a:rPr>
              <a:t>Outdoors</a:t>
            </a:r>
            <a:endParaRPr sz="1000">
              <a:latin typeface="Arial"/>
              <a:cs typeface="Arial"/>
            </a:endParaRPr>
          </a:p>
          <a:p>
            <a:pPr marL="12700" marR="5080">
              <a:lnSpc>
                <a:spcPct val="100000"/>
              </a:lnSpc>
            </a:pPr>
            <a:r>
              <a:rPr sz="1000" dirty="0">
                <a:solidFill>
                  <a:srgbClr val="231F20"/>
                </a:solidFill>
                <a:latin typeface="Arial"/>
                <a:cs typeface="Arial"/>
              </a:rPr>
              <a:t>activity</a:t>
            </a:r>
            <a:r>
              <a:rPr sz="1000" spc="35" dirty="0">
                <a:solidFill>
                  <a:srgbClr val="231F20"/>
                </a:solidFill>
                <a:latin typeface="Arial"/>
                <a:cs typeface="Arial"/>
              </a:rPr>
              <a:t> </a:t>
            </a:r>
            <a:r>
              <a:rPr sz="1000" dirty="0">
                <a:solidFill>
                  <a:srgbClr val="231F20"/>
                </a:solidFill>
                <a:latin typeface="Arial"/>
                <a:cs typeface="Arial"/>
              </a:rPr>
              <a:t>book</a:t>
            </a:r>
            <a:r>
              <a:rPr sz="1000" spc="35" dirty="0">
                <a:solidFill>
                  <a:srgbClr val="231F20"/>
                </a:solidFill>
                <a:latin typeface="Arial"/>
                <a:cs typeface="Arial"/>
              </a:rPr>
              <a:t> </a:t>
            </a:r>
            <a:r>
              <a:rPr sz="1000" dirty="0">
                <a:solidFill>
                  <a:srgbClr val="231F20"/>
                </a:solidFill>
                <a:latin typeface="Arial"/>
                <a:cs typeface="Arial"/>
              </a:rPr>
              <a:t>to</a:t>
            </a:r>
            <a:r>
              <a:rPr sz="1000" spc="40" dirty="0">
                <a:solidFill>
                  <a:srgbClr val="231F20"/>
                </a:solidFill>
                <a:latin typeface="Arial"/>
                <a:cs typeface="Arial"/>
              </a:rPr>
              <a:t> </a:t>
            </a:r>
            <a:r>
              <a:rPr sz="1000" dirty="0">
                <a:solidFill>
                  <a:srgbClr val="231F20"/>
                </a:solidFill>
                <a:latin typeface="Arial"/>
                <a:cs typeface="Arial"/>
              </a:rPr>
              <a:t>continue</a:t>
            </a:r>
            <a:r>
              <a:rPr sz="1000" spc="35" dirty="0">
                <a:solidFill>
                  <a:srgbClr val="231F20"/>
                </a:solidFill>
                <a:latin typeface="Arial"/>
                <a:cs typeface="Arial"/>
              </a:rPr>
              <a:t> </a:t>
            </a:r>
            <a:r>
              <a:rPr sz="1000" dirty="0">
                <a:solidFill>
                  <a:srgbClr val="231F20"/>
                </a:solidFill>
                <a:latin typeface="Arial"/>
                <a:cs typeface="Arial"/>
              </a:rPr>
              <a:t>learning.</a:t>
            </a:r>
            <a:r>
              <a:rPr sz="1000" spc="35" dirty="0">
                <a:solidFill>
                  <a:srgbClr val="231F20"/>
                </a:solidFill>
                <a:latin typeface="Arial"/>
                <a:cs typeface="Arial"/>
              </a:rPr>
              <a:t> </a:t>
            </a:r>
            <a:r>
              <a:rPr sz="1000" dirty="0">
                <a:solidFill>
                  <a:srgbClr val="231F20"/>
                </a:solidFill>
                <a:latin typeface="Arial"/>
                <a:cs typeface="Arial"/>
              </a:rPr>
              <a:t>December</a:t>
            </a:r>
            <a:r>
              <a:rPr sz="1000" spc="40" dirty="0">
                <a:solidFill>
                  <a:srgbClr val="231F20"/>
                </a:solidFill>
                <a:latin typeface="Arial"/>
                <a:cs typeface="Arial"/>
              </a:rPr>
              <a:t> </a:t>
            </a:r>
            <a:r>
              <a:rPr sz="1000" dirty="0">
                <a:solidFill>
                  <a:srgbClr val="231F20"/>
                </a:solidFill>
                <a:latin typeface="Arial"/>
                <a:cs typeface="Arial"/>
              </a:rPr>
              <a:t>brought</a:t>
            </a:r>
            <a:r>
              <a:rPr sz="1000" spc="3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heartwarming</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partnership</a:t>
            </a:r>
            <a:r>
              <a:rPr sz="1000" spc="50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Children's</a:t>
            </a:r>
            <a:r>
              <a:rPr sz="1000" spc="-5" dirty="0">
                <a:solidFill>
                  <a:srgbClr val="231F20"/>
                </a:solidFill>
                <a:latin typeface="Arial"/>
                <a:cs typeface="Arial"/>
              </a:rPr>
              <a:t> </a:t>
            </a:r>
            <a:r>
              <a:rPr sz="1000" dirty="0">
                <a:solidFill>
                  <a:srgbClr val="231F20"/>
                </a:solidFill>
                <a:latin typeface="Arial"/>
                <a:cs typeface="Arial"/>
              </a:rPr>
              <a:t>Inn</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 National</a:t>
            </a:r>
            <a:r>
              <a:rPr sz="1000" spc="-5" dirty="0">
                <a:solidFill>
                  <a:srgbClr val="231F20"/>
                </a:solidFill>
                <a:latin typeface="Arial"/>
                <a:cs typeface="Arial"/>
              </a:rPr>
              <a:t> </a:t>
            </a:r>
            <a:r>
              <a:rPr sz="1000" dirty="0">
                <a:solidFill>
                  <a:srgbClr val="231F20"/>
                </a:solidFill>
                <a:latin typeface="Arial"/>
                <a:cs typeface="Arial"/>
              </a:rPr>
              <a:t>Institute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Health.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 recorded </a:t>
            </a:r>
            <a:r>
              <a:rPr sz="1000" spc="-10" dirty="0">
                <a:solidFill>
                  <a:srgbClr val="231F20"/>
                </a:solidFill>
                <a:latin typeface="Arial"/>
                <a:cs typeface="Arial"/>
              </a:rPr>
              <a:t>Christmas</a:t>
            </a:r>
            <a:r>
              <a:rPr sz="1000" dirty="0">
                <a:solidFill>
                  <a:srgbClr val="231F20"/>
                </a:solidFill>
                <a:latin typeface="Arial"/>
                <a:cs typeface="Arial"/>
              </a:rPr>
              <a:t> </a:t>
            </a:r>
            <a:r>
              <a:rPr sz="1000" spc="-10" dirty="0">
                <a:solidFill>
                  <a:srgbClr val="231F20"/>
                </a:solidFill>
                <a:latin typeface="Arial"/>
                <a:cs typeface="Arial"/>
              </a:rPr>
              <a:t>carols,</a:t>
            </a:r>
            <a:r>
              <a:rPr sz="1000" dirty="0">
                <a:solidFill>
                  <a:srgbClr val="231F20"/>
                </a:solidFill>
                <a:latin typeface="Arial"/>
                <a:cs typeface="Arial"/>
              </a:rPr>
              <a:t> decorated </a:t>
            </a:r>
            <a:r>
              <a:rPr sz="1000" spc="-10" dirty="0">
                <a:solidFill>
                  <a:srgbClr val="231F20"/>
                </a:solidFill>
                <a:latin typeface="Arial"/>
                <a:cs typeface="Arial"/>
              </a:rPr>
              <a:t>ornaments,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delivered</a:t>
            </a:r>
            <a:r>
              <a:rPr sz="1000" spc="20" dirty="0">
                <a:solidFill>
                  <a:srgbClr val="231F20"/>
                </a:solidFill>
                <a:latin typeface="Arial"/>
                <a:cs typeface="Arial"/>
              </a:rPr>
              <a:t> </a:t>
            </a:r>
            <a:r>
              <a:rPr sz="1000" dirty="0">
                <a:solidFill>
                  <a:srgbClr val="231F20"/>
                </a:solidFill>
                <a:latin typeface="Arial"/>
                <a:cs typeface="Arial"/>
              </a:rPr>
              <a:t>gift</a:t>
            </a:r>
            <a:r>
              <a:rPr sz="1000" spc="20" dirty="0">
                <a:solidFill>
                  <a:srgbClr val="231F20"/>
                </a:solidFill>
                <a:latin typeface="Arial"/>
                <a:cs typeface="Arial"/>
              </a:rPr>
              <a:t> </a:t>
            </a:r>
            <a:r>
              <a:rPr sz="1000" dirty="0">
                <a:solidFill>
                  <a:srgbClr val="231F20"/>
                </a:solidFill>
                <a:latin typeface="Arial"/>
                <a:cs typeface="Arial"/>
              </a:rPr>
              <a:t>bags,</a:t>
            </a:r>
            <a:r>
              <a:rPr sz="1000" spc="20" dirty="0">
                <a:solidFill>
                  <a:srgbClr val="231F20"/>
                </a:solidFill>
                <a:latin typeface="Arial"/>
                <a:cs typeface="Arial"/>
              </a:rPr>
              <a:t> </a:t>
            </a:r>
            <a:r>
              <a:rPr sz="1000" dirty="0">
                <a:solidFill>
                  <a:srgbClr val="231F20"/>
                </a:solidFill>
                <a:latin typeface="Arial"/>
                <a:cs typeface="Arial"/>
              </a:rPr>
              <a:t>bringing</a:t>
            </a:r>
            <a:r>
              <a:rPr sz="1000" spc="20" dirty="0">
                <a:solidFill>
                  <a:srgbClr val="231F20"/>
                </a:solidFill>
                <a:latin typeface="Arial"/>
                <a:cs typeface="Arial"/>
              </a:rPr>
              <a:t> </a:t>
            </a:r>
            <a:r>
              <a:rPr sz="1000" dirty="0">
                <a:solidFill>
                  <a:srgbClr val="231F20"/>
                </a:solidFill>
                <a:latin typeface="Arial"/>
                <a:cs typeface="Arial"/>
              </a:rPr>
              <a:t>joy</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children</a:t>
            </a:r>
            <a:r>
              <a:rPr sz="1000" spc="500" dirty="0">
                <a:solidFill>
                  <a:srgbClr val="231F20"/>
                </a:solidFill>
                <a:latin typeface="Arial"/>
                <a:cs typeface="Arial"/>
              </a:rPr>
              <a:t> </a:t>
            </a:r>
            <a:r>
              <a:rPr sz="1000" dirty="0">
                <a:solidFill>
                  <a:srgbClr val="231F20"/>
                </a:solidFill>
                <a:latin typeface="Arial"/>
                <a:cs typeface="Arial"/>
              </a:rPr>
              <a:t>undergoing</a:t>
            </a:r>
            <a:r>
              <a:rPr sz="1000" spc="-10" dirty="0">
                <a:solidFill>
                  <a:srgbClr val="231F20"/>
                </a:solidFill>
                <a:latin typeface="Arial"/>
                <a:cs typeface="Arial"/>
              </a:rPr>
              <a:t> </a:t>
            </a:r>
            <a:r>
              <a:rPr sz="1000" dirty="0">
                <a:solidFill>
                  <a:srgbClr val="231F20"/>
                </a:solidFill>
                <a:latin typeface="Arial"/>
                <a:cs typeface="Arial"/>
              </a:rPr>
              <a:t>treatment.</a:t>
            </a:r>
            <a:r>
              <a:rPr sz="1000" spc="-5" dirty="0">
                <a:solidFill>
                  <a:srgbClr val="231F20"/>
                </a:solidFill>
                <a:latin typeface="Arial"/>
                <a:cs typeface="Arial"/>
              </a:rPr>
              <a:t> </a:t>
            </a:r>
            <a:r>
              <a:rPr sz="1000" dirty="0">
                <a:solidFill>
                  <a:srgbClr val="231F20"/>
                </a:solidFill>
                <a:latin typeface="Arial"/>
                <a:cs typeface="Arial"/>
              </a:rPr>
              <a:t>It</a:t>
            </a:r>
            <a:r>
              <a:rPr sz="1000" spc="-5"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meaningful</a:t>
            </a:r>
            <a:r>
              <a:rPr sz="1000" spc="-5" dirty="0">
                <a:solidFill>
                  <a:srgbClr val="231F20"/>
                </a:solidFill>
                <a:latin typeface="Arial"/>
                <a:cs typeface="Arial"/>
              </a:rPr>
              <a:t> </a:t>
            </a:r>
            <a:r>
              <a:rPr sz="1000" dirty="0">
                <a:solidFill>
                  <a:srgbClr val="231F20"/>
                </a:solidFill>
                <a:latin typeface="Arial"/>
                <a:cs typeface="Arial"/>
              </a:rPr>
              <a:t>way</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kick</a:t>
            </a:r>
            <a:r>
              <a:rPr sz="1000" spc="-5" dirty="0">
                <a:solidFill>
                  <a:srgbClr val="231F20"/>
                </a:solidFill>
                <a:latin typeface="Arial"/>
                <a:cs typeface="Arial"/>
              </a:rPr>
              <a:t> </a:t>
            </a:r>
            <a:r>
              <a:rPr sz="1000" spc="-25" dirty="0">
                <a:solidFill>
                  <a:srgbClr val="231F20"/>
                </a:solidFill>
                <a:latin typeface="Arial"/>
                <a:cs typeface="Arial"/>
              </a:rPr>
              <a:t>off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holiday</a:t>
            </a:r>
            <a:r>
              <a:rPr sz="1000" spc="-10" dirty="0">
                <a:solidFill>
                  <a:srgbClr val="231F20"/>
                </a:solidFill>
                <a:latin typeface="Arial"/>
                <a:cs typeface="Arial"/>
              </a:rPr>
              <a:t> season.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visit</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Fox45</a:t>
            </a:r>
            <a:r>
              <a:rPr sz="1000" spc="-15" dirty="0">
                <a:solidFill>
                  <a:srgbClr val="231F20"/>
                </a:solidFill>
                <a:latin typeface="Arial"/>
                <a:cs typeface="Arial"/>
              </a:rPr>
              <a:t> </a:t>
            </a:r>
            <a:r>
              <a:rPr sz="1000" dirty="0">
                <a:solidFill>
                  <a:srgbClr val="231F20"/>
                </a:solidFill>
                <a:latin typeface="Arial"/>
                <a:cs typeface="Arial"/>
              </a:rPr>
              <a:t>studios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Baltimore </a:t>
            </a:r>
            <a:r>
              <a:rPr sz="1000" dirty="0">
                <a:solidFill>
                  <a:srgbClr val="231F20"/>
                </a:solidFill>
                <a:latin typeface="Arial"/>
                <a:cs typeface="Arial"/>
              </a:rPr>
              <a:t>introduced</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world</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media.</a:t>
            </a:r>
            <a:r>
              <a:rPr sz="1000" spc="5" dirty="0">
                <a:solidFill>
                  <a:srgbClr val="231F20"/>
                </a:solidFill>
                <a:latin typeface="Arial"/>
                <a:cs typeface="Arial"/>
              </a:rPr>
              <a:t> </a:t>
            </a:r>
            <a:r>
              <a:rPr sz="1000" dirty="0">
                <a:solidFill>
                  <a:srgbClr val="231F20"/>
                </a:solidFill>
                <a:latin typeface="Arial"/>
                <a:cs typeface="Arial"/>
              </a:rPr>
              <a:t>Led</a:t>
            </a:r>
            <a:r>
              <a:rPr sz="1000" spc="5" dirty="0">
                <a:solidFill>
                  <a:srgbClr val="231F20"/>
                </a:solidFill>
                <a:latin typeface="Arial"/>
                <a:cs typeface="Arial"/>
              </a:rPr>
              <a:t> </a:t>
            </a:r>
            <a:r>
              <a:rPr sz="1000" dirty="0">
                <a:solidFill>
                  <a:srgbClr val="231F20"/>
                </a:solidFill>
                <a:latin typeface="Arial"/>
                <a:cs typeface="Arial"/>
              </a:rPr>
              <a:t>by</a:t>
            </a:r>
            <a:r>
              <a:rPr sz="1000" spc="10" dirty="0">
                <a:solidFill>
                  <a:srgbClr val="231F20"/>
                </a:solidFill>
                <a:latin typeface="Arial"/>
                <a:cs typeface="Arial"/>
              </a:rPr>
              <a:t> </a:t>
            </a:r>
            <a:r>
              <a:rPr sz="1000" spc="-10" dirty="0">
                <a:solidFill>
                  <a:srgbClr val="231F20"/>
                </a:solidFill>
                <a:latin typeface="Arial"/>
                <a:cs typeface="Arial"/>
              </a:rPr>
              <a:t>veteran </a:t>
            </a:r>
            <a:r>
              <a:rPr sz="1000" dirty="0">
                <a:solidFill>
                  <a:srgbClr val="231F20"/>
                </a:solidFill>
                <a:latin typeface="Arial"/>
                <a:cs typeface="Arial"/>
              </a:rPr>
              <a:t>radio personality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host</a:t>
            </a:r>
            <a:r>
              <a:rPr sz="1000" spc="5" dirty="0">
                <a:solidFill>
                  <a:srgbClr val="231F20"/>
                </a:solidFill>
                <a:latin typeface="Arial"/>
                <a:cs typeface="Arial"/>
              </a:rPr>
              <a:t> </a:t>
            </a:r>
            <a:r>
              <a:rPr sz="1000" spc="-10" dirty="0">
                <a:solidFill>
                  <a:srgbClr val="231F20"/>
                </a:solidFill>
                <a:latin typeface="Arial"/>
                <a:cs typeface="Arial"/>
              </a:rPr>
              <a:t>Marc</a:t>
            </a:r>
            <a:r>
              <a:rPr sz="1000" spc="5" dirty="0">
                <a:solidFill>
                  <a:srgbClr val="231F20"/>
                </a:solidFill>
                <a:latin typeface="Arial"/>
                <a:cs typeface="Arial"/>
              </a:rPr>
              <a:t> </a:t>
            </a:r>
            <a:r>
              <a:rPr sz="1000" spc="-20" dirty="0">
                <a:solidFill>
                  <a:srgbClr val="231F20"/>
                </a:solidFill>
                <a:latin typeface="Arial"/>
                <a:cs typeface="Arial"/>
              </a:rPr>
              <a:t>Clarke,</a:t>
            </a:r>
            <a:r>
              <a:rPr sz="1000" dirty="0">
                <a:solidFill>
                  <a:srgbClr val="231F20"/>
                </a:solidFill>
                <a:latin typeface="Arial"/>
                <a:cs typeface="Arial"/>
              </a:rPr>
              <a:t> children</a:t>
            </a:r>
            <a:r>
              <a:rPr sz="1000" spc="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about radio, </a:t>
            </a:r>
            <a:r>
              <a:rPr sz="1000" spc="-45" dirty="0">
                <a:solidFill>
                  <a:srgbClr val="231F20"/>
                </a:solidFill>
                <a:latin typeface="Arial"/>
                <a:cs typeface="Arial"/>
              </a:rPr>
              <a:t>TV,</a:t>
            </a:r>
            <a:r>
              <a:rPr sz="1000" dirty="0">
                <a:solidFill>
                  <a:srgbClr val="231F20"/>
                </a:solidFill>
                <a:latin typeface="Arial"/>
                <a:cs typeface="Arial"/>
              </a:rPr>
              <a:t> and podcasting. They toured </a:t>
            </a:r>
            <a:r>
              <a:rPr sz="1000" spc="-10" dirty="0">
                <a:solidFill>
                  <a:srgbClr val="231F20"/>
                </a:solidFill>
                <a:latin typeface="Arial"/>
                <a:cs typeface="Arial"/>
              </a:rPr>
              <a:t>studios, </a:t>
            </a:r>
            <a:r>
              <a:rPr sz="1000" dirty="0">
                <a:solidFill>
                  <a:srgbClr val="231F20"/>
                </a:solidFill>
                <a:latin typeface="Arial"/>
                <a:cs typeface="Arial"/>
              </a:rPr>
              <a:t>operated</a:t>
            </a:r>
            <a:r>
              <a:rPr sz="1000" spc="20" dirty="0">
                <a:solidFill>
                  <a:srgbClr val="231F20"/>
                </a:solidFill>
                <a:latin typeface="Arial"/>
                <a:cs typeface="Arial"/>
              </a:rPr>
              <a:t> </a:t>
            </a:r>
            <a:r>
              <a:rPr sz="1000" spc="-20" dirty="0">
                <a:solidFill>
                  <a:srgbClr val="231F20"/>
                </a:solidFill>
                <a:latin typeface="Arial"/>
                <a:cs typeface="Arial"/>
              </a:rPr>
              <a:t>cameras,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even</a:t>
            </a:r>
            <a:r>
              <a:rPr sz="1000" spc="25" dirty="0">
                <a:solidFill>
                  <a:srgbClr val="231F20"/>
                </a:solidFill>
                <a:latin typeface="Arial"/>
                <a:cs typeface="Arial"/>
              </a:rPr>
              <a:t> </a:t>
            </a:r>
            <a:r>
              <a:rPr sz="1000" dirty="0">
                <a:solidFill>
                  <a:srgbClr val="231F20"/>
                </a:solidFill>
                <a:latin typeface="Arial"/>
                <a:cs typeface="Arial"/>
              </a:rPr>
              <a:t>practiced</a:t>
            </a:r>
            <a:r>
              <a:rPr sz="1000" spc="2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camera</a:t>
            </a:r>
            <a:r>
              <a:rPr sz="1000" spc="20" dirty="0">
                <a:solidFill>
                  <a:srgbClr val="231F20"/>
                </a:solidFill>
                <a:latin typeface="Arial"/>
                <a:cs typeface="Arial"/>
              </a:rPr>
              <a:t> </a:t>
            </a:r>
            <a:r>
              <a:rPr sz="1000" spc="-10" dirty="0">
                <a:solidFill>
                  <a:srgbClr val="231F20"/>
                </a:solidFill>
                <a:latin typeface="Arial"/>
                <a:cs typeface="Arial"/>
              </a:rPr>
              <a:t>skills, </a:t>
            </a:r>
            <a:r>
              <a:rPr sz="1000" dirty="0">
                <a:solidFill>
                  <a:srgbClr val="231F20"/>
                </a:solidFill>
                <a:latin typeface="Arial"/>
                <a:cs typeface="Arial"/>
              </a:rPr>
              <a:t>gaining</a:t>
            </a:r>
            <a:r>
              <a:rPr sz="1000" spc="10" dirty="0">
                <a:solidFill>
                  <a:srgbClr val="231F20"/>
                </a:solidFill>
                <a:latin typeface="Arial"/>
                <a:cs typeface="Arial"/>
              </a:rPr>
              <a:t> </a:t>
            </a:r>
            <a:r>
              <a:rPr sz="1000" dirty="0">
                <a:solidFill>
                  <a:srgbClr val="231F20"/>
                </a:solidFill>
                <a:latin typeface="Arial"/>
                <a:cs typeface="Arial"/>
              </a:rPr>
              <a:t>insights</a:t>
            </a:r>
            <a:r>
              <a:rPr sz="1000" spc="10" dirty="0">
                <a:solidFill>
                  <a:srgbClr val="231F20"/>
                </a:solidFill>
                <a:latin typeface="Arial"/>
                <a:cs typeface="Arial"/>
              </a:rPr>
              <a:t> </a:t>
            </a:r>
            <a:r>
              <a:rPr sz="1000" dirty="0">
                <a:solidFill>
                  <a:srgbClr val="231F20"/>
                </a:solidFill>
                <a:latin typeface="Arial"/>
                <a:cs typeface="Arial"/>
              </a:rPr>
              <a:t>into</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world</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spc="-10" dirty="0">
                <a:solidFill>
                  <a:srgbClr val="231F20"/>
                </a:solidFill>
                <a:latin typeface="Arial"/>
                <a:cs typeface="Arial"/>
              </a:rPr>
              <a:t>media.</a:t>
            </a:r>
            <a:r>
              <a:rPr sz="1000" spc="1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board</a:t>
            </a:r>
            <a:r>
              <a:rPr sz="1000" spc="15" dirty="0">
                <a:solidFill>
                  <a:srgbClr val="231F20"/>
                </a:solidFill>
                <a:latin typeface="Arial"/>
                <a:cs typeface="Arial"/>
              </a:rPr>
              <a:t> </a:t>
            </a:r>
            <a:r>
              <a:rPr sz="1000" spc="-20" dirty="0">
                <a:solidFill>
                  <a:srgbClr val="231F20"/>
                </a:solidFill>
                <a:latin typeface="Arial"/>
                <a:cs typeface="Arial"/>
              </a:rPr>
              <a:t>game </a:t>
            </a:r>
            <a:r>
              <a:rPr sz="1000" spc="-10" dirty="0">
                <a:solidFill>
                  <a:srgbClr val="231F20"/>
                </a:solidFill>
                <a:latin typeface="Arial"/>
                <a:cs typeface="Arial"/>
              </a:rPr>
              <a:t>session</a:t>
            </a:r>
            <a:r>
              <a:rPr sz="1000" spc="30"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spc="-35" dirty="0">
                <a:solidFill>
                  <a:srgbClr val="231F20"/>
                </a:solidFill>
                <a:latin typeface="Arial"/>
                <a:cs typeface="Arial"/>
              </a:rPr>
              <a:t>"LIFE"</a:t>
            </a:r>
            <a:r>
              <a:rPr sz="1000" spc="35" dirty="0">
                <a:solidFill>
                  <a:srgbClr val="231F20"/>
                </a:solidFill>
                <a:latin typeface="Arial"/>
                <a:cs typeface="Arial"/>
              </a:rPr>
              <a:t> </a:t>
            </a:r>
            <a:r>
              <a:rPr sz="1000" dirty="0">
                <a:solidFill>
                  <a:srgbClr val="231F20"/>
                </a:solidFill>
                <a:latin typeface="Arial"/>
                <a:cs typeface="Arial"/>
              </a:rPr>
              <a:t>helped</a:t>
            </a:r>
            <a:r>
              <a:rPr sz="1000" spc="30" dirty="0">
                <a:solidFill>
                  <a:srgbClr val="231F20"/>
                </a:solidFill>
                <a:latin typeface="Arial"/>
                <a:cs typeface="Arial"/>
              </a:rPr>
              <a:t> </a:t>
            </a:r>
            <a:r>
              <a:rPr sz="1000" dirty="0">
                <a:solidFill>
                  <a:srgbClr val="231F20"/>
                </a:solidFill>
                <a:latin typeface="Arial"/>
                <a:cs typeface="Arial"/>
              </a:rPr>
              <a:t>children</a:t>
            </a:r>
            <a:r>
              <a:rPr sz="1000" spc="35" dirty="0">
                <a:solidFill>
                  <a:srgbClr val="231F20"/>
                </a:solidFill>
                <a:latin typeface="Arial"/>
                <a:cs typeface="Arial"/>
              </a:rPr>
              <a:t> </a:t>
            </a:r>
            <a:r>
              <a:rPr sz="1000" dirty="0">
                <a:solidFill>
                  <a:srgbClr val="231F20"/>
                </a:solidFill>
                <a:latin typeface="Arial"/>
                <a:cs typeface="Arial"/>
              </a:rPr>
              <a:t>understand</a:t>
            </a:r>
            <a:r>
              <a:rPr sz="1000" spc="30" dirty="0">
                <a:solidFill>
                  <a:srgbClr val="231F20"/>
                </a:solidFill>
                <a:latin typeface="Arial"/>
                <a:cs typeface="Arial"/>
              </a:rPr>
              <a:t> </a:t>
            </a:r>
            <a:r>
              <a:rPr sz="1000" spc="-10" dirty="0">
                <a:solidFill>
                  <a:srgbClr val="231F20"/>
                </a:solidFill>
                <a:latin typeface="Arial"/>
                <a:cs typeface="Arial"/>
              </a:rPr>
              <a:t>real-</a:t>
            </a:r>
            <a:r>
              <a:rPr sz="1000" spc="-20" dirty="0">
                <a:solidFill>
                  <a:srgbClr val="231F20"/>
                </a:solidFill>
                <a:latin typeface="Arial"/>
                <a:cs typeface="Arial"/>
              </a:rPr>
              <a:t>life </a:t>
            </a:r>
            <a:r>
              <a:rPr sz="1000" dirty="0">
                <a:solidFill>
                  <a:srgbClr val="231F20"/>
                </a:solidFill>
                <a:latin typeface="Arial"/>
                <a:cs typeface="Arial"/>
              </a:rPr>
              <a:t>situations</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financial</a:t>
            </a:r>
            <a:r>
              <a:rPr sz="1000" spc="-30" dirty="0">
                <a:solidFill>
                  <a:srgbClr val="231F20"/>
                </a:solidFill>
                <a:latin typeface="Arial"/>
                <a:cs typeface="Arial"/>
              </a:rPr>
              <a:t> </a:t>
            </a:r>
            <a:r>
              <a:rPr sz="1000" dirty="0">
                <a:solidFill>
                  <a:srgbClr val="231F20"/>
                </a:solidFill>
                <a:latin typeface="Arial"/>
                <a:cs typeface="Arial"/>
              </a:rPr>
              <a:t>challenges.</a:t>
            </a:r>
            <a:r>
              <a:rPr sz="1000" spc="-30" dirty="0">
                <a:solidFill>
                  <a:srgbClr val="231F20"/>
                </a:solidFill>
                <a:latin typeface="Arial"/>
                <a:cs typeface="Arial"/>
              </a:rPr>
              <a:t>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navigated</a:t>
            </a:r>
            <a:r>
              <a:rPr sz="1000" spc="-30"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game,</a:t>
            </a:r>
            <a:r>
              <a:rPr sz="1000" spc="-20"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about</a:t>
            </a:r>
            <a:r>
              <a:rPr sz="1000" spc="-20" dirty="0">
                <a:solidFill>
                  <a:srgbClr val="231F20"/>
                </a:solidFill>
                <a:latin typeface="Arial"/>
                <a:cs typeface="Arial"/>
              </a:rPr>
              <a:t> </a:t>
            </a:r>
            <a:r>
              <a:rPr sz="1000" dirty="0">
                <a:solidFill>
                  <a:srgbClr val="231F20"/>
                </a:solidFill>
                <a:latin typeface="Arial"/>
                <a:cs typeface="Arial"/>
              </a:rPr>
              <a:t>finances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life</a:t>
            </a:r>
            <a:r>
              <a:rPr sz="1000" spc="-20" dirty="0">
                <a:solidFill>
                  <a:srgbClr val="231F20"/>
                </a:solidFill>
                <a:latin typeface="Arial"/>
                <a:cs typeface="Arial"/>
              </a:rPr>
              <a:t> </a:t>
            </a:r>
            <a:r>
              <a:rPr sz="1000" dirty="0">
                <a:solidFill>
                  <a:srgbClr val="231F20"/>
                </a:solidFill>
                <a:latin typeface="Arial"/>
                <a:cs typeface="Arial"/>
              </a:rPr>
              <a:t>choices.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interactive</a:t>
            </a:r>
            <a:r>
              <a:rPr sz="1000" spc="20" dirty="0">
                <a:solidFill>
                  <a:srgbClr val="231F20"/>
                </a:solidFill>
                <a:latin typeface="Arial"/>
                <a:cs typeface="Arial"/>
              </a:rPr>
              <a:t> </a:t>
            </a:r>
            <a:r>
              <a:rPr sz="1000" spc="-65" dirty="0">
                <a:solidFill>
                  <a:srgbClr val="231F20"/>
                </a:solidFill>
                <a:latin typeface="Arial"/>
                <a:cs typeface="Arial"/>
              </a:rPr>
              <a:t>STEM</a:t>
            </a:r>
            <a:r>
              <a:rPr sz="1000" spc="25" dirty="0">
                <a:solidFill>
                  <a:srgbClr val="231F20"/>
                </a:solidFill>
                <a:latin typeface="Arial"/>
                <a:cs typeface="Arial"/>
              </a:rPr>
              <a:t> </a:t>
            </a:r>
            <a:r>
              <a:rPr sz="1000" spc="-20" dirty="0">
                <a:solidFill>
                  <a:srgbClr val="231F20"/>
                </a:solidFill>
                <a:latin typeface="Arial"/>
                <a:cs typeface="Arial"/>
              </a:rPr>
              <a:t>class,</a:t>
            </a:r>
            <a:r>
              <a:rPr sz="1000" spc="25"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explored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physics, </a:t>
            </a:r>
            <a:r>
              <a:rPr sz="1000" dirty="0">
                <a:solidFill>
                  <a:srgbClr val="231F20"/>
                </a:solidFill>
                <a:latin typeface="Arial"/>
                <a:cs typeface="Arial"/>
              </a:rPr>
              <a:t>engineering,</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math</a:t>
            </a:r>
            <a:r>
              <a:rPr sz="1000" spc="10" dirty="0">
                <a:solidFill>
                  <a:srgbClr val="231F20"/>
                </a:solidFill>
                <a:latin typeface="Arial"/>
                <a:cs typeface="Arial"/>
              </a:rPr>
              <a:t> </a:t>
            </a:r>
            <a:r>
              <a:rPr sz="1000" dirty="0">
                <a:solidFill>
                  <a:srgbClr val="231F20"/>
                </a:solidFill>
                <a:latin typeface="Arial"/>
                <a:cs typeface="Arial"/>
              </a:rPr>
              <a:t>principles</a:t>
            </a:r>
            <a:r>
              <a:rPr sz="1000" spc="10" dirty="0">
                <a:solidFill>
                  <a:srgbClr val="231F20"/>
                </a:solidFill>
                <a:latin typeface="Arial"/>
                <a:cs typeface="Arial"/>
              </a:rPr>
              <a:t> </a:t>
            </a:r>
            <a:r>
              <a:rPr sz="1000" dirty="0">
                <a:solidFill>
                  <a:srgbClr val="231F20"/>
                </a:solidFill>
                <a:latin typeface="Arial"/>
                <a:cs typeface="Arial"/>
              </a:rPr>
              <a:t>related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10" dirty="0">
                <a:solidFill>
                  <a:srgbClr val="231F20"/>
                </a:solidFill>
                <a:latin typeface="Arial"/>
                <a:cs typeface="Arial"/>
              </a:rPr>
              <a:t>skydiving</a:t>
            </a:r>
            <a:endParaRPr sz="1000">
              <a:latin typeface="Arial"/>
              <a:cs typeface="Arial"/>
            </a:endParaRPr>
          </a:p>
          <a:p>
            <a:pPr marL="12700" marR="36830">
              <a:lnSpc>
                <a:spcPct val="100000"/>
              </a:lnSpc>
            </a:pP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wind tunnels. Through experiments and wind </a:t>
            </a:r>
            <a:r>
              <a:rPr sz="1000" spc="-10" dirty="0">
                <a:solidFill>
                  <a:srgbClr val="231F20"/>
                </a:solidFill>
                <a:latin typeface="Arial"/>
                <a:cs typeface="Arial"/>
              </a:rPr>
              <a:t>tunnel </a:t>
            </a:r>
            <a:r>
              <a:rPr sz="1000" dirty="0">
                <a:solidFill>
                  <a:srgbClr val="231F20"/>
                </a:solidFill>
                <a:latin typeface="Arial"/>
                <a:cs typeface="Arial"/>
              </a:rPr>
              <a:t>experiences, they</a:t>
            </a:r>
            <a:r>
              <a:rPr sz="1000" spc="5" dirty="0">
                <a:solidFill>
                  <a:srgbClr val="231F20"/>
                </a:solidFill>
                <a:latin typeface="Arial"/>
                <a:cs typeface="Arial"/>
              </a:rPr>
              <a:t> </a:t>
            </a:r>
            <a:r>
              <a:rPr sz="1000" dirty="0">
                <a:solidFill>
                  <a:srgbClr val="231F20"/>
                </a:solidFill>
                <a:latin typeface="Arial"/>
                <a:cs typeface="Arial"/>
              </a:rPr>
              <a:t>learned 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science </a:t>
            </a:r>
            <a:r>
              <a:rPr sz="1000" spc="-10" dirty="0">
                <a:solidFill>
                  <a:srgbClr val="231F20"/>
                </a:solidFill>
                <a:latin typeface="Arial"/>
                <a:cs typeface="Arial"/>
              </a:rPr>
              <a:t>behind</a:t>
            </a:r>
            <a:r>
              <a:rPr sz="1000" spc="500" dirty="0">
                <a:solidFill>
                  <a:srgbClr val="231F20"/>
                </a:solidFill>
                <a:latin typeface="Arial"/>
                <a:cs typeface="Arial"/>
              </a:rPr>
              <a:t> </a:t>
            </a:r>
            <a:r>
              <a:rPr sz="1000" dirty="0">
                <a:solidFill>
                  <a:srgbClr val="231F20"/>
                </a:solidFill>
                <a:latin typeface="Arial"/>
                <a:cs typeface="Arial"/>
              </a:rPr>
              <a:t>flying. A</a:t>
            </a:r>
            <a:r>
              <a:rPr sz="1000" spc="5" dirty="0">
                <a:solidFill>
                  <a:srgbClr val="231F20"/>
                </a:solidFill>
                <a:latin typeface="Arial"/>
                <a:cs typeface="Arial"/>
              </a:rPr>
              <a:t> </a:t>
            </a:r>
            <a:r>
              <a:rPr sz="1000" dirty="0">
                <a:solidFill>
                  <a:srgbClr val="231F20"/>
                </a:solidFill>
                <a:latin typeface="Arial"/>
                <a:cs typeface="Arial"/>
              </a:rPr>
              <a:t>guided</a:t>
            </a:r>
            <a:r>
              <a:rPr sz="1000" spc="5" dirty="0">
                <a:solidFill>
                  <a:srgbClr val="231F20"/>
                </a:solidFill>
                <a:latin typeface="Arial"/>
                <a:cs typeface="Arial"/>
              </a:rPr>
              <a:t> </a:t>
            </a:r>
            <a:r>
              <a:rPr sz="1000" dirty="0">
                <a:solidFill>
                  <a:srgbClr val="231F20"/>
                </a:solidFill>
                <a:latin typeface="Arial"/>
                <a:cs typeface="Arial"/>
              </a:rPr>
              <a:t>walking tour</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Old</a:t>
            </a:r>
            <a:r>
              <a:rPr sz="1000" spc="5" dirty="0">
                <a:solidFill>
                  <a:srgbClr val="231F20"/>
                </a:solidFill>
                <a:latin typeface="Arial"/>
                <a:cs typeface="Arial"/>
              </a:rPr>
              <a:t> </a:t>
            </a:r>
            <a:r>
              <a:rPr sz="1000" spc="-10" dirty="0">
                <a:solidFill>
                  <a:srgbClr val="231F20"/>
                </a:solidFill>
                <a:latin typeface="Arial"/>
                <a:cs typeface="Arial"/>
              </a:rPr>
              <a:t>Town</a:t>
            </a:r>
            <a:r>
              <a:rPr sz="1000" dirty="0">
                <a:solidFill>
                  <a:srgbClr val="231F20"/>
                </a:solidFill>
                <a:latin typeface="Arial"/>
                <a:cs typeface="Arial"/>
              </a:rPr>
              <a:t> </a:t>
            </a:r>
            <a:r>
              <a:rPr sz="1000" spc="-10" dirty="0">
                <a:solidFill>
                  <a:srgbClr val="231F20"/>
                </a:solidFill>
                <a:latin typeface="Arial"/>
                <a:cs typeface="Arial"/>
              </a:rPr>
              <a:t>Alexandria </a:t>
            </a:r>
            <a:r>
              <a:rPr sz="1000" dirty="0">
                <a:solidFill>
                  <a:srgbClr val="231F20"/>
                </a:solidFill>
                <a:latin typeface="Arial"/>
                <a:cs typeface="Arial"/>
              </a:rPr>
              <a:t>immersed</a:t>
            </a:r>
            <a:r>
              <a:rPr sz="1000" spc="-35" dirty="0">
                <a:solidFill>
                  <a:srgbClr val="231F20"/>
                </a:solidFill>
                <a:latin typeface="Arial"/>
                <a:cs typeface="Arial"/>
              </a:rPr>
              <a:t> </a:t>
            </a:r>
            <a:r>
              <a:rPr sz="1000" dirty="0">
                <a:solidFill>
                  <a:srgbClr val="231F20"/>
                </a:solidFill>
                <a:latin typeface="Arial"/>
                <a:cs typeface="Arial"/>
              </a:rPr>
              <a:t>children</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African</a:t>
            </a:r>
            <a:r>
              <a:rPr sz="1000" spc="-30" dirty="0">
                <a:solidFill>
                  <a:srgbClr val="231F20"/>
                </a:solidFill>
                <a:latin typeface="Arial"/>
                <a:cs typeface="Arial"/>
              </a:rPr>
              <a:t> </a:t>
            </a:r>
            <a:r>
              <a:rPr sz="1000" dirty="0">
                <a:solidFill>
                  <a:srgbClr val="231F20"/>
                </a:solidFill>
                <a:latin typeface="Arial"/>
                <a:cs typeface="Arial"/>
              </a:rPr>
              <a:t>American</a:t>
            </a:r>
            <a:r>
              <a:rPr sz="1000" spc="-30" dirty="0">
                <a:solidFill>
                  <a:srgbClr val="231F20"/>
                </a:solidFill>
                <a:latin typeface="Arial"/>
                <a:cs typeface="Arial"/>
              </a:rPr>
              <a:t> </a:t>
            </a:r>
            <a:r>
              <a:rPr sz="1000" dirty="0">
                <a:solidFill>
                  <a:srgbClr val="231F20"/>
                </a:solidFill>
                <a:latin typeface="Arial"/>
                <a:cs typeface="Arial"/>
              </a:rPr>
              <a:t>history.</a:t>
            </a:r>
            <a:r>
              <a:rPr sz="1000" spc="-35" dirty="0">
                <a:solidFill>
                  <a:srgbClr val="231F20"/>
                </a:solidFill>
                <a:latin typeface="Arial"/>
                <a:cs typeface="Arial"/>
              </a:rPr>
              <a:t> </a:t>
            </a:r>
            <a:r>
              <a:rPr sz="1000" spc="-20" dirty="0">
                <a:solidFill>
                  <a:srgbClr val="231F20"/>
                </a:solidFill>
                <a:latin typeface="Arial"/>
                <a:cs typeface="Arial"/>
              </a:rPr>
              <a:t>They </a:t>
            </a:r>
            <a:r>
              <a:rPr sz="1000" dirty="0">
                <a:solidFill>
                  <a:srgbClr val="231F20"/>
                </a:solidFill>
                <a:latin typeface="Arial"/>
                <a:cs typeface="Arial"/>
              </a:rPr>
              <a:t>visited</a:t>
            </a:r>
            <a:r>
              <a:rPr sz="1000" spc="-5" dirty="0">
                <a:solidFill>
                  <a:srgbClr val="231F20"/>
                </a:solidFill>
                <a:latin typeface="Arial"/>
                <a:cs typeface="Arial"/>
              </a:rPr>
              <a:t> </a:t>
            </a:r>
            <a:r>
              <a:rPr sz="1000" dirty="0">
                <a:solidFill>
                  <a:srgbClr val="231F20"/>
                </a:solidFill>
                <a:latin typeface="Arial"/>
                <a:cs typeface="Arial"/>
              </a:rPr>
              <a:t>sites connected to the early Alexandria </a:t>
            </a:r>
            <a:r>
              <a:rPr sz="1000" spc="-10" dirty="0">
                <a:solidFill>
                  <a:srgbClr val="231F20"/>
                </a:solidFill>
                <a:latin typeface="Arial"/>
                <a:cs typeface="Arial"/>
              </a:rPr>
              <a:t>slave</a:t>
            </a:r>
            <a:r>
              <a:rPr sz="1000" dirty="0">
                <a:solidFill>
                  <a:srgbClr val="231F20"/>
                </a:solidFill>
                <a:latin typeface="Arial"/>
                <a:cs typeface="Arial"/>
              </a:rPr>
              <a:t> </a:t>
            </a:r>
            <a:r>
              <a:rPr sz="1000" spc="-20" dirty="0">
                <a:solidFill>
                  <a:srgbClr val="231F20"/>
                </a:solidFill>
                <a:latin typeface="Arial"/>
                <a:cs typeface="Arial"/>
              </a:rPr>
              <a:t>trade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locations</a:t>
            </a:r>
            <a:r>
              <a:rPr sz="1000" spc="5" dirty="0">
                <a:solidFill>
                  <a:srgbClr val="231F20"/>
                </a:solidFill>
                <a:latin typeface="Arial"/>
                <a:cs typeface="Arial"/>
              </a:rPr>
              <a:t> </a:t>
            </a:r>
            <a:r>
              <a:rPr sz="1000" dirty="0">
                <a:solidFill>
                  <a:srgbClr val="231F20"/>
                </a:solidFill>
                <a:latin typeface="Arial"/>
                <a:cs typeface="Arial"/>
              </a:rPr>
              <a:t>significant</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spc="-10" dirty="0">
                <a:solidFill>
                  <a:srgbClr val="231F20"/>
                </a:solidFill>
                <a:latin typeface="Arial"/>
                <a:cs typeface="Arial"/>
              </a:rPr>
              <a:t>American spirituality.</a:t>
            </a:r>
            <a:endParaRPr sz="1000">
              <a:latin typeface="Arial"/>
              <a:cs typeface="Arial"/>
            </a:endParaRPr>
          </a:p>
          <a:p>
            <a:pPr marL="12700" marR="79375">
              <a:lnSpc>
                <a:spcPct val="100000"/>
              </a:lnSpc>
              <a:spcBef>
                <a:spcPts val="900"/>
              </a:spcBef>
            </a:pP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5's</a:t>
            </a:r>
            <a:r>
              <a:rPr sz="1000" spc="20" dirty="0">
                <a:solidFill>
                  <a:srgbClr val="231F20"/>
                </a:solidFill>
                <a:latin typeface="Arial"/>
                <a:cs typeface="Arial"/>
              </a:rPr>
              <a:t> </a:t>
            </a:r>
            <a:r>
              <a:rPr sz="1000" dirty="0">
                <a:solidFill>
                  <a:srgbClr val="231F20"/>
                </a:solidFill>
                <a:latin typeface="Arial"/>
                <a:cs typeface="Arial"/>
              </a:rPr>
              <a:t>2022–2023</a:t>
            </a:r>
            <a:r>
              <a:rPr sz="1000" spc="20" dirty="0">
                <a:solidFill>
                  <a:srgbClr val="231F20"/>
                </a:solidFill>
                <a:latin typeface="Arial"/>
                <a:cs typeface="Arial"/>
              </a:rPr>
              <a:t> </a:t>
            </a:r>
            <a:r>
              <a:rPr sz="1000" spc="-10" dirty="0">
                <a:solidFill>
                  <a:srgbClr val="231F20"/>
                </a:solidFill>
                <a:latin typeface="Arial"/>
                <a:cs typeface="Arial"/>
              </a:rPr>
              <a:t>Program</a:t>
            </a:r>
            <a:r>
              <a:rPr sz="1000" spc="25" dirty="0">
                <a:solidFill>
                  <a:srgbClr val="231F20"/>
                </a:solidFill>
                <a:latin typeface="Arial"/>
                <a:cs typeface="Arial"/>
              </a:rPr>
              <a:t> </a:t>
            </a:r>
            <a:r>
              <a:rPr sz="1000" spc="-45"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explored</a:t>
            </a:r>
            <a:r>
              <a:rPr sz="1000" spc="20" dirty="0">
                <a:solidFill>
                  <a:srgbClr val="231F20"/>
                </a:solidFill>
                <a:latin typeface="Arial"/>
                <a:cs typeface="Arial"/>
              </a:rPr>
              <a:t> </a:t>
            </a:r>
            <a:r>
              <a:rPr sz="1000" spc="-10" dirty="0">
                <a:solidFill>
                  <a:srgbClr val="231F20"/>
                </a:solidFill>
                <a:latin typeface="Arial"/>
                <a:cs typeface="Arial"/>
              </a:rPr>
              <a:t>growth,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engagement.</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Junior</a:t>
            </a:r>
            <a:r>
              <a:rPr sz="1000" spc="-10" dirty="0">
                <a:solidFill>
                  <a:srgbClr val="231F20"/>
                </a:solidFill>
                <a:latin typeface="Arial"/>
                <a:cs typeface="Arial"/>
              </a:rPr>
              <a:t> Teens, </a:t>
            </a:r>
            <a:r>
              <a:rPr sz="1000" dirty="0">
                <a:solidFill>
                  <a:srgbClr val="231F20"/>
                </a:solidFill>
                <a:latin typeface="Arial"/>
                <a:cs typeface="Arial"/>
              </a:rPr>
              <a:t>embarked</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journey</a:t>
            </a:r>
            <a:r>
              <a:rPr sz="1000" spc="10" dirty="0">
                <a:solidFill>
                  <a:srgbClr val="231F20"/>
                </a:solidFill>
                <a:latin typeface="Arial"/>
                <a:cs typeface="Arial"/>
              </a:rPr>
              <a:t> </a:t>
            </a:r>
            <a:r>
              <a:rPr sz="1000" dirty="0">
                <a:solidFill>
                  <a:srgbClr val="231F20"/>
                </a:solidFill>
                <a:latin typeface="Arial"/>
                <a:cs typeface="Arial"/>
              </a:rPr>
              <a:t>filled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experiential</a:t>
            </a:r>
            <a:r>
              <a:rPr sz="1000" spc="10" dirty="0">
                <a:solidFill>
                  <a:srgbClr val="231F20"/>
                </a:solidFill>
                <a:latin typeface="Arial"/>
                <a:cs typeface="Arial"/>
              </a:rPr>
              <a:t> </a:t>
            </a:r>
            <a:r>
              <a:rPr sz="1000" spc="-10" dirty="0">
                <a:solidFill>
                  <a:srgbClr val="231F20"/>
                </a:solidFill>
                <a:latin typeface="Arial"/>
                <a:cs typeface="Arial"/>
              </a:rPr>
              <a:t>programs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dirty="0">
                <a:solidFill>
                  <a:srgbClr val="231F20"/>
                </a:solidFill>
                <a:latin typeface="Arial"/>
                <a:cs typeface="Arial"/>
              </a:rPr>
              <a:t>designed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empower</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educate </a:t>
            </a:r>
            <a:r>
              <a:rPr sz="1000" dirty="0">
                <a:solidFill>
                  <a:srgbClr val="231F20"/>
                </a:solidFill>
                <a:latin typeface="Arial"/>
                <a:cs typeface="Arial"/>
              </a:rPr>
              <a:t>ensuring</a:t>
            </a:r>
            <a:r>
              <a:rPr sz="1000" spc="-1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spc="-20" dirty="0">
                <a:solidFill>
                  <a:srgbClr val="231F20"/>
                </a:solidFill>
                <a:latin typeface="Arial"/>
                <a:cs typeface="Arial"/>
              </a:rPr>
              <a:t>JJOA</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modules</a:t>
            </a:r>
            <a:r>
              <a:rPr sz="1000" spc="-1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woven</a:t>
            </a:r>
            <a:r>
              <a:rPr sz="1000" spc="-10" dirty="0">
                <a:solidFill>
                  <a:srgbClr val="231F20"/>
                </a:solidFill>
                <a:latin typeface="Arial"/>
                <a:cs typeface="Arial"/>
              </a:rPr>
              <a:t> throughout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programming.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program</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annual</a:t>
            </a:r>
            <a:r>
              <a:rPr sz="1000" spc="-15" dirty="0">
                <a:solidFill>
                  <a:srgbClr val="231F20"/>
                </a:solidFill>
                <a:latin typeface="Arial"/>
                <a:cs typeface="Arial"/>
              </a:rPr>
              <a:t> </a:t>
            </a:r>
            <a:r>
              <a:rPr sz="1000" spc="-40" dirty="0">
                <a:solidFill>
                  <a:srgbClr val="231F20"/>
                </a:solidFill>
                <a:latin typeface="Arial"/>
                <a:cs typeface="Arial"/>
              </a:rPr>
              <a:t>Jr.</a:t>
            </a:r>
            <a:r>
              <a:rPr sz="1000" spc="-15" dirty="0">
                <a:solidFill>
                  <a:srgbClr val="231F20"/>
                </a:solidFill>
                <a:latin typeface="Arial"/>
                <a:cs typeface="Arial"/>
              </a:rPr>
              <a:t> </a:t>
            </a:r>
            <a:r>
              <a:rPr sz="1000" spc="-20" dirty="0">
                <a:solidFill>
                  <a:srgbClr val="231F20"/>
                </a:solidFill>
                <a:latin typeface="Arial"/>
                <a:cs typeface="Arial"/>
              </a:rPr>
              <a:t>Teen</a:t>
            </a:r>
            <a:r>
              <a:rPr sz="1000" spc="-10" dirty="0">
                <a:solidFill>
                  <a:srgbClr val="231F20"/>
                </a:solidFill>
                <a:latin typeface="Arial"/>
                <a:cs typeface="Arial"/>
              </a:rPr>
              <a:t> </a:t>
            </a:r>
            <a:r>
              <a:rPr sz="1000" spc="-20" dirty="0">
                <a:solidFill>
                  <a:srgbClr val="231F20"/>
                </a:solidFill>
                <a:latin typeface="Arial"/>
                <a:cs typeface="Arial"/>
              </a:rPr>
              <a:t>Retreat,</a:t>
            </a:r>
            <a:r>
              <a:rPr sz="1000" spc="-15" dirty="0">
                <a:solidFill>
                  <a:srgbClr val="231F20"/>
                </a:solidFill>
                <a:latin typeface="Arial"/>
                <a:cs typeface="Arial"/>
              </a:rPr>
              <a:t> </a:t>
            </a:r>
            <a:r>
              <a:rPr sz="1000" dirty="0">
                <a:solidFill>
                  <a:srgbClr val="231F20"/>
                </a:solidFill>
                <a:latin typeface="Arial"/>
                <a:cs typeface="Arial"/>
              </a:rPr>
              <a:t>where</a:t>
            </a:r>
            <a:r>
              <a:rPr sz="1000" spc="-15" dirty="0">
                <a:solidFill>
                  <a:srgbClr val="231F20"/>
                </a:solidFill>
                <a:latin typeface="Arial"/>
                <a:cs typeface="Arial"/>
              </a:rPr>
              <a:t> </a:t>
            </a:r>
            <a:r>
              <a:rPr sz="1000" dirty="0">
                <a:solidFill>
                  <a:srgbClr val="231F20"/>
                </a:solidFill>
                <a:latin typeface="Arial"/>
                <a:cs typeface="Arial"/>
              </a:rPr>
              <a:t>young</a:t>
            </a:r>
            <a:r>
              <a:rPr sz="1000" spc="-10" dirty="0">
                <a:solidFill>
                  <a:srgbClr val="231F20"/>
                </a:solidFill>
                <a:latin typeface="Arial"/>
                <a:cs typeface="Arial"/>
              </a:rPr>
              <a:t> </a:t>
            </a:r>
            <a:r>
              <a:rPr sz="1000" dirty="0">
                <a:solidFill>
                  <a:srgbClr val="231F20"/>
                </a:solidFill>
                <a:latin typeface="Arial"/>
                <a:cs typeface="Arial"/>
              </a:rPr>
              <a:t>minds</a:t>
            </a:r>
            <a:r>
              <a:rPr sz="1000" spc="-15" dirty="0">
                <a:solidFill>
                  <a:srgbClr val="231F20"/>
                </a:solidFill>
                <a:latin typeface="Arial"/>
                <a:cs typeface="Arial"/>
              </a:rPr>
              <a:t> </a:t>
            </a:r>
            <a:r>
              <a:rPr sz="1000" spc="-10" dirty="0">
                <a:solidFill>
                  <a:srgbClr val="231F20"/>
                </a:solidFill>
                <a:latin typeface="Arial"/>
                <a:cs typeface="Arial"/>
              </a:rPr>
              <a:t>engaged</a:t>
            </a:r>
            <a:endParaRPr sz="1000">
              <a:latin typeface="Arial"/>
              <a:cs typeface="Arial"/>
            </a:endParaRPr>
          </a:p>
          <a:p>
            <a:pPr marL="12700" marR="47625">
              <a:lnSpc>
                <a:spcPct val="100000"/>
              </a:lnSpc>
            </a:pPr>
            <a:r>
              <a:rPr sz="1000" dirty="0">
                <a:solidFill>
                  <a:srgbClr val="231F20"/>
                </a:solidFill>
                <a:latin typeface="Arial"/>
                <a:cs typeface="Arial"/>
              </a:rPr>
              <a:t>in</a:t>
            </a:r>
            <a:r>
              <a:rPr sz="1000" spc="40" dirty="0">
                <a:solidFill>
                  <a:srgbClr val="231F20"/>
                </a:solidFill>
                <a:latin typeface="Arial"/>
                <a:cs typeface="Arial"/>
              </a:rPr>
              <a:t> </a:t>
            </a:r>
            <a:r>
              <a:rPr sz="1000" dirty="0">
                <a:solidFill>
                  <a:srgbClr val="231F20"/>
                </a:solidFill>
                <a:latin typeface="Arial"/>
                <a:cs typeface="Arial"/>
              </a:rPr>
              <a:t>leadership</a:t>
            </a:r>
            <a:r>
              <a:rPr sz="1000" spc="45" dirty="0">
                <a:solidFill>
                  <a:srgbClr val="231F20"/>
                </a:solidFill>
                <a:latin typeface="Arial"/>
                <a:cs typeface="Arial"/>
              </a:rPr>
              <a:t> </a:t>
            </a:r>
            <a:r>
              <a:rPr sz="1000" dirty="0">
                <a:solidFill>
                  <a:srgbClr val="231F20"/>
                </a:solidFill>
                <a:latin typeface="Arial"/>
                <a:cs typeface="Arial"/>
              </a:rPr>
              <a:t>development,</a:t>
            </a:r>
            <a:r>
              <a:rPr sz="1000" spc="45" dirty="0">
                <a:solidFill>
                  <a:srgbClr val="231F20"/>
                </a:solidFill>
                <a:latin typeface="Arial"/>
                <a:cs typeface="Arial"/>
              </a:rPr>
              <a:t> </a:t>
            </a:r>
            <a:r>
              <a:rPr sz="1000" spc="-10" dirty="0">
                <a:solidFill>
                  <a:srgbClr val="231F20"/>
                </a:solidFill>
                <a:latin typeface="Arial"/>
                <a:cs typeface="Arial"/>
              </a:rPr>
              <a:t>team-</a:t>
            </a:r>
            <a:r>
              <a:rPr sz="1000" dirty="0">
                <a:solidFill>
                  <a:srgbClr val="231F20"/>
                </a:solidFill>
                <a:latin typeface="Arial"/>
                <a:cs typeface="Arial"/>
              </a:rPr>
              <a:t>building</a:t>
            </a:r>
            <a:r>
              <a:rPr sz="1000" spc="45" dirty="0">
                <a:solidFill>
                  <a:srgbClr val="231F20"/>
                </a:solidFill>
                <a:latin typeface="Arial"/>
                <a:cs typeface="Arial"/>
              </a:rPr>
              <a:t> </a:t>
            </a:r>
            <a:r>
              <a:rPr sz="1000" spc="-10" dirty="0">
                <a:solidFill>
                  <a:srgbClr val="231F20"/>
                </a:solidFill>
                <a:latin typeface="Arial"/>
                <a:cs typeface="Arial"/>
              </a:rPr>
              <a:t>challenges,</a:t>
            </a:r>
            <a:r>
              <a:rPr sz="1000" spc="50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literacy</a:t>
            </a:r>
            <a:r>
              <a:rPr sz="1000" spc="-20" dirty="0">
                <a:solidFill>
                  <a:srgbClr val="231F20"/>
                </a:solidFill>
                <a:latin typeface="Arial"/>
                <a:cs typeface="Arial"/>
              </a:rPr>
              <a:t> </a:t>
            </a:r>
            <a:r>
              <a:rPr sz="1000" dirty="0">
                <a:solidFill>
                  <a:srgbClr val="231F20"/>
                </a:solidFill>
                <a:latin typeface="Arial"/>
                <a:cs typeface="Arial"/>
              </a:rPr>
              <a:t>modules.</a:t>
            </a:r>
            <a:r>
              <a:rPr sz="1000" spc="-25" dirty="0">
                <a:solidFill>
                  <a:srgbClr val="231F20"/>
                </a:solidFill>
                <a:latin typeface="Arial"/>
                <a:cs typeface="Arial"/>
              </a:rPr>
              <a:t> </a:t>
            </a:r>
            <a:r>
              <a:rPr sz="1000" dirty="0">
                <a:solidFill>
                  <a:srgbClr val="231F20"/>
                </a:solidFill>
                <a:latin typeface="Arial"/>
                <a:cs typeface="Arial"/>
              </a:rPr>
              <a:t>Through</a:t>
            </a:r>
            <a:r>
              <a:rPr sz="1000" spc="-20" dirty="0">
                <a:solidFill>
                  <a:srgbClr val="231F20"/>
                </a:solidFill>
                <a:latin typeface="Arial"/>
                <a:cs typeface="Arial"/>
              </a:rPr>
              <a:t> </a:t>
            </a:r>
            <a:r>
              <a:rPr sz="1000" dirty="0">
                <a:solidFill>
                  <a:srgbClr val="231F20"/>
                </a:solidFill>
                <a:latin typeface="Arial"/>
                <a:cs typeface="Arial"/>
              </a:rPr>
              <a:t>critical</a:t>
            </a:r>
            <a:r>
              <a:rPr sz="1000" spc="-20" dirty="0">
                <a:solidFill>
                  <a:srgbClr val="231F20"/>
                </a:solidFill>
                <a:latin typeface="Arial"/>
                <a:cs typeface="Arial"/>
              </a:rPr>
              <a:t> </a:t>
            </a:r>
            <a:r>
              <a:rPr sz="1000" spc="-10" dirty="0">
                <a:solidFill>
                  <a:srgbClr val="231F20"/>
                </a:solidFill>
                <a:latin typeface="Arial"/>
                <a:cs typeface="Arial"/>
              </a:rPr>
              <a:t>thinking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problem-solving</a:t>
            </a:r>
            <a:r>
              <a:rPr sz="1000" spc="10"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Junior</a:t>
            </a:r>
            <a:r>
              <a:rPr sz="1000" spc="10" dirty="0">
                <a:solidFill>
                  <a:srgbClr val="231F20"/>
                </a:solidFill>
                <a:latin typeface="Arial"/>
                <a:cs typeface="Arial"/>
              </a:rPr>
              <a:t> </a:t>
            </a:r>
            <a:r>
              <a:rPr sz="1000" spc="-20" dirty="0">
                <a:solidFill>
                  <a:srgbClr val="231F20"/>
                </a:solidFill>
                <a:latin typeface="Arial"/>
                <a:cs typeface="Arial"/>
              </a:rPr>
              <a:t>Teens</a:t>
            </a:r>
            <a:r>
              <a:rPr sz="1000" spc="5" dirty="0">
                <a:solidFill>
                  <a:srgbClr val="231F20"/>
                </a:solidFill>
                <a:latin typeface="Arial"/>
                <a:cs typeface="Arial"/>
              </a:rPr>
              <a:t> </a:t>
            </a:r>
            <a:r>
              <a:rPr sz="1000" spc="-20" dirty="0">
                <a:solidFill>
                  <a:srgbClr val="231F20"/>
                </a:solidFill>
                <a:latin typeface="Arial"/>
                <a:cs typeface="Arial"/>
              </a:rPr>
              <a:t>honed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skills</a:t>
            </a:r>
            <a:r>
              <a:rPr sz="1000" spc="10"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dirty="0">
                <a:solidFill>
                  <a:srgbClr val="231F20"/>
                </a:solidFill>
                <a:latin typeface="Arial"/>
                <a:cs typeface="Arial"/>
              </a:rPr>
              <a:t>strengthening</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bonds.</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culminated</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bonding</a:t>
            </a:r>
            <a:r>
              <a:rPr sz="1000" spc="25" dirty="0">
                <a:solidFill>
                  <a:srgbClr val="231F20"/>
                </a:solidFill>
                <a:latin typeface="Arial"/>
                <a:cs typeface="Arial"/>
              </a:rPr>
              <a:t> </a:t>
            </a:r>
            <a:r>
              <a:rPr sz="1000" dirty="0">
                <a:solidFill>
                  <a:srgbClr val="231F20"/>
                </a:solidFill>
                <a:latin typeface="Arial"/>
                <a:cs typeface="Arial"/>
              </a:rPr>
              <a:t>bonfire,</a:t>
            </a:r>
            <a:r>
              <a:rPr sz="1000" spc="25" dirty="0">
                <a:solidFill>
                  <a:srgbClr val="231F20"/>
                </a:solidFill>
                <a:latin typeface="Arial"/>
                <a:cs typeface="Arial"/>
              </a:rPr>
              <a:t> </a:t>
            </a:r>
            <a:r>
              <a:rPr sz="1000" dirty="0">
                <a:solidFill>
                  <a:srgbClr val="231F20"/>
                </a:solidFill>
                <a:latin typeface="Arial"/>
                <a:cs typeface="Arial"/>
              </a:rPr>
              <a:t>setting</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tone</a:t>
            </a:r>
            <a:r>
              <a:rPr sz="1000" spc="25" dirty="0">
                <a:solidFill>
                  <a:srgbClr val="231F20"/>
                </a:solidFill>
                <a:latin typeface="Arial"/>
                <a:cs typeface="Arial"/>
              </a:rPr>
              <a:t> </a:t>
            </a:r>
            <a:r>
              <a:rPr sz="1000" spc="-25" dirty="0">
                <a:solidFill>
                  <a:srgbClr val="231F20"/>
                </a:solidFill>
                <a:latin typeface="Arial"/>
                <a:cs typeface="Arial"/>
              </a:rPr>
              <a:t>for</a:t>
            </a:r>
            <a:r>
              <a:rPr sz="1000" spc="50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year</a:t>
            </a:r>
            <a:r>
              <a:rPr sz="1000" spc="-30" dirty="0">
                <a:solidFill>
                  <a:srgbClr val="231F20"/>
                </a:solidFill>
                <a:latin typeface="Arial"/>
                <a:cs typeface="Arial"/>
              </a:rPr>
              <a:t> </a:t>
            </a:r>
            <a:r>
              <a:rPr sz="1000" dirty="0">
                <a:solidFill>
                  <a:srgbClr val="231F20"/>
                </a:solidFill>
                <a:latin typeface="Arial"/>
                <a:cs typeface="Arial"/>
              </a:rPr>
              <a:t>ahead.</a:t>
            </a:r>
            <a:r>
              <a:rPr sz="1000" spc="-30" dirty="0">
                <a:solidFill>
                  <a:srgbClr val="231F20"/>
                </a:solidFill>
                <a:latin typeface="Arial"/>
                <a:cs typeface="Arial"/>
              </a:rPr>
              <a:t> </a:t>
            </a:r>
            <a:r>
              <a:rPr sz="1000" dirty="0">
                <a:solidFill>
                  <a:srgbClr val="231F20"/>
                </a:solidFill>
                <a:latin typeface="Arial"/>
                <a:cs typeface="Arial"/>
              </a:rPr>
              <a:t>Inclement</a:t>
            </a:r>
            <a:r>
              <a:rPr sz="1000" spc="-30" dirty="0">
                <a:solidFill>
                  <a:srgbClr val="231F20"/>
                </a:solidFill>
                <a:latin typeface="Arial"/>
                <a:cs typeface="Arial"/>
              </a:rPr>
              <a:t> </a:t>
            </a:r>
            <a:r>
              <a:rPr sz="1000" dirty="0">
                <a:solidFill>
                  <a:srgbClr val="231F20"/>
                </a:solidFill>
                <a:latin typeface="Arial"/>
                <a:cs typeface="Arial"/>
              </a:rPr>
              <a:t>weather</a:t>
            </a:r>
            <a:r>
              <a:rPr sz="1000" spc="-30" dirty="0">
                <a:solidFill>
                  <a:srgbClr val="231F20"/>
                </a:solidFill>
                <a:latin typeface="Arial"/>
                <a:cs typeface="Arial"/>
              </a:rPr>
              <a:t> </a:t>
            </a:r>
            <a:r>
              <a:rPr sz="1000" spc="-10" dirty="0">
                <a:solidFill>
                  <a:srgbClr val="231F20"/>
                </a:solidFill>
                <a:latin typeface="Arial"/>
                <a:cs typeface="Arial"/>
              </a:rPr>
              <a:t>may</a:t>
            </a:r>
            <a:r>
              <a:rPr sz="1000" spc="-35" dirty="0">
                <a:solidFill>
                  <a:srgbClr val="231F20"/>
                </a:solidFill>
                <a:latin typeface="Arial"/>
                <a:cs typeface="Arial"/>
              </a:rPr>
              <a:t> </a:t>
            </a:r>
            <a:r>
              <a:rPr sz="1000" dirty="0">
                <a:solidFill>
                  <a:srgbClr val="231F20"/>
                </a:solidFill>
                <a:latin typeface="Arial"/>
                <a:cs typeface="Arial"/>
              </a:rPr>
              <a:t>have</a:t>
            </a:r>
            <a:r>
              <a:rPr sz="1000" spc="-30" dirty="0">
                <a:solidFill>
                  <a:srgbClr val="231F20"/>
                </a:solidFill>
                <a:latin typeface="Arial"/>
                <a:cs typeface="Arial"/>
              </a:rPr>
              <a:t> </a:t>
            </a:r>
            <a:r>
              <a:rPr sz="1000" spc="-10" dirty="0">
                <a:solidFill>
                  <a:srgbClr val="231F20"/>
                </a:solidFill>
                <a:latin typeface="Arial"/>
                <a:cs typeface="Arial"/>
              </a:rPr>
              <a:t>canceled</a:t>
            </a:r>
            <a:r>
              <a:rPr sz="1000" spc="50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planned</a:t>
            </a:r>
            <a:r>
              <a:rPr sz="1000" spc="20"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dirty="0">
                <a:solidFill>
                  <a:srgbClr val="231F20"/>
                </a:solidFill>
                <a:latin typeface="Arial"/>
                <a:cs typeface="Arial"/>
              </a:rPr>
              <a:t>but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October</a:t>
            </a:r>
            <a:r>
              <a:rPr sz="1000" spc="20" dirty="0">
                <a:solidFill>
                  <a:srgbClr val="231F20"/>
                </a:solidFill>
                <a:latin typeface="Arial"/>
                <a:cs typeface="Arial"/>
              </a:rPr>
              <a:t> </a:t>
            </a:r>
            <a:r>
              <a:rPr sz="1000" dirty="0">
                <a:solidFill>
                  <a:srgbClr val="231F20"/>
                </a:solidFill>
                <a:latin typeface="Arial"/>
                <a:cs typeface="Arial"/>
              </a:rPr>
              <a:t>Host</a:t>
            </a:r>
            <a:r>
              <a:rPr sz="1000" spc="20" dirty="0">
                <a:solidFill>
                  <a:srgbClr val="231F20"/>
                </a:solidFill>
                <a:latin typeface="Arial"/>
                <a:cs typeface="Arial"/>
              </a:rPr>
              <a:t> </a:t>
            </a:r>
            <a:r>
              <a:rPr sz="1000" spc="-10" dirty="0">
                <a:solidFill>
                  <a:srgbClr val="231F20"/>
                </a:solidFill>
                <a:latin typeface="Arial"/>
                <a:cs typeface="Arial"/>
              </a:rPr>
              <a:t>Moms</a:t>
            </a:r>
            <a:r>
              <a:rPr sz="1000" spc="15" dirty="0">
                <a:solidFill>
                  <a:srgbClr val="231F20"/>
                </a:solidFill>
                <a:latin typeface="Arial"/>
                <a:cs typeface="Arial"/>
              </a:rPr>
              <a:t> </a:t>
            </a:r>
            <a:r>
              <a:rPr sz="1000" spc="-10" dirty="0">
                <a:solidFill>
                  <a:srgbClr val="231F20"/>
                </a:solidFill>
                <a:latin typeface="Arial"/>
                <a:cs typeface="Arial"/>
              </a:rPr>
              <a:t>ensured </a:t>
            </a:r>
            <a:r>
              <a:rPr sz="1000" dirty="0">
                <a:solidFill>
                  <a:srgbClr val="231F20"/>
                </a:solidFill>
                <a:latin typeface="Arial"/>
                <a:cs typeface="Arial"/>
              </a:rPr>
              <a:t>the Junior </a:t>
            </a:r>
            <a:r>
              <a:rPr sz="1000" spc="-20" dirty="0">
                <a:solidFill>
                  <a:srgbClr val="231F20"/>
                </a:solidFill>
                <a:latin typeface="Arial"/>
                <a:cs typeface="Arial"/>
              </a:rPr>
              <a:t>Teens</a:t>
            </a:r>
            <a:r>
              <a:rPr sz="1000" dirty="0">
                <a:solidFill>
                  <a:srgbClr val="231F20"/>
                </a:solidFill>
                <a:latin typeface="Arial"/>
                <a:cs typeface="Arial"/>
              </a:rPr>
              <a:t> could still enjoy some quality </a:t>
            </a:r>
            <a:r>
              <a:rPr sz="1000" spc="-20" dirty="0">
                <a:solidFill>
                  <a:srgbClr val="231F20"/>
                </a:solidFill>
                <a:latin typeface="Arial"/>
                <a:cs typeface="Arial"/>
              </a:rPr>
              <a:t>time</a:t>
            </a:r>
            <a:endParaRPr sz="1000">
              <a:latin typeface="Arial"/>
              <a:cs typeface="Arial"/>
            </a:endParaRPr>
          </a:p>
          <a:p>
            <a:pPr marL="12700" marR="8255">
              <a:lnSpc>
                <a:spcPct val="100000"/>
              </a:lnSpc>
            </a:pPr>
            <a:r>
              <a:rPr sz="1000" dirty="0">
                <a:solidFill>
                  <a:srgbClr val="231F20"/>
                </a:solidFill>
                <a:latin typeface="Arial"/>
                <a:cs typeface="Arial"/>
              </a:rPr>
              <a:t>together.</a:t>
            </a:r>
            <a:r>
              <a:rPr sz="1000" spc="-5" dirty="0">
                <a:solidFill>
                  <a:srgbClr val="231F20"/>
                </a:solidFill>
                <a:latin typeface="Arial"/>
                <a:cs typeface="Arial"/>
              </a:rPr>
              <a:t> </a:t>
            </a:r>
            <a:r>
              <a:rPr sz="1000" dirty="0">
                <a:solidFill>
                  <a:srgbClr val="231F20"/>
                </a:solidFill>
                <a:latin typeface="Arial"/>
                <a:cs typeface="Arial"/>
              </a:rPr>
              <a:t>A private</a:t>
            </a:r>
            <a:r>
              <a:rPr sz="1000" spc="-5" dirty="0">
                <a:solidFill>
                  <a:srgbClr val="231F20"/>
                </a:solidFill>
                <a:latin typeface="Arial"/>
                <a:cs typeface="Arial"/>
              </a:rPr>
              <a:t> </a:t>
            </a:r>
            <a:r>
              <a:rPr sz="1000" dirty="0">
                <a:solidFill>
                  <a:srgbClr val="231F20"/>
                </a:solidFill>
                <a:latin typeface="Arial"/>
                <a:cs typeface="Arial"/>
              </a:rPr>
              <a:t>screening of "Black</a:t>
            </a:r>
            <a:r>
              <a:rPr sz="1000" spc="-5" dirty="0">
                <a:solidFill>
                  <a:srgbClr val="231F20"/>
                </a:solidFill>
                <a:latin typeface="Arial"/>
                <a:cs typeface="Arial"/>
              </a:rPr>
              <a:t> </a:t>
            </a:r>
            <a:r>
              <a:rPr sz="1000" dirty="0">
                <a:solidFill>
                  <a:srgbClr val="231F20"/>
                </a:solidFill>
                <a:latin typeface="Arial"/>
                <a:cs typeface="Arial"/>
              </a:rPr>
              <a:t>Adam" provided </a:t>
            </a:r>
            <a:r>
              <a:rPr sz="1000" spc="-25" dirty="0">
                <a:solidFill>
                  <a:srgbClr val="231F20"/>
                </a:solidFill>
                <a:latin typeface="Arial"/>
                <a:cs typeface="Arial"/>
              </a:rPr>
              <a:t>an </a:t>
            </a:r>
            <a:r>
              <a:rPr sz="1000" dirty="0">
                <a:solidFill>
                  <a:srgbClr val="231F20"/>
                </a:solidFill>
                <a:latin typeface="Arial"/>
                <a:cs typeface="Arial"/>
              </a:rPr>
              <a:t>opportunity</a:t>
            </a:r>
            <a:r>
              <a:rPr sz="1000" spc="50" dirty="0">
                <a:solidFill>
                  <a:srgbClr val="231F20"/>
                </a:solidFill>
                <a:latin typeface="Arial"/>
                <a:cs typeface="Arial"/>
              </a:rPr>
              <a:t> </a:t>
            </a:r>
            <a:r>
              <a:rPr sz="1000" dirty="0">
                <a:solidFill>
                  <a:srgbClr val="231F20"/>
                </a:solidFill>
                <a:latin typeface="Arial"/>
                <a:cs typeface="Arial"/>
              </a:rPr>
              <a:t>for</a:t>
            </a:r>
            <a:r>
              <a:rPr sz="1000" spc="55" dirty="0">
                <a:solidFill>
                  <a:srgbClr val="231F20"/>
                </a:solidFill>
                <a:latin typeface="Arial"/>
                <a:cs typeface="Arial"/>
              </a:rPr>
              <a:t> </a:t>
            </a:r>
            <a:r>
              <a:rPr sz="1000" dirty="0">
                <a:solidFill>
                  <a:srgbClr val="231F20"/>
                </a:solidFill>
                <a:latin typeface="Arial"/>
                <a:cs typeface="Arial"/>
              </a:rPr>
              <a:t>fellowship</a:t>
            </a:r>
            <a:r>
              <a:rPr sz="1000" spc="55" dirty="0">
                <a:solidFill>
                  <a:srgbClr val="231F20"/>
                </a:solidFill>
                <a:latin typeface="Arial"/>
                <a:cs typeface="Arial"/>
              </a:rPr>
              <a:t> </a:t>
            </a:r>
            <a:r>
              <a:rPr sz="1000" dirty="0">
                <a:solidFill>
                  <a:srgbClr val="231F20"/>
                </a:solidFill>
                <a:latin typeface="Arial"/>
                <a:cs typeface="Arial"/>
              </a:rPr>
              <a:t>and</a:t>
            </a:r>
            <a:r>
              <a:rPr sz="1000" spc="55" dirty="0">
                <a:solidFill>
                  <a:srgbClr val="231F20"/>
                </a:solidFill>
                <a:latin typeface="Arial"/>
                <a:cs typeface="Arial"/>
              </a:rPr>
              <a:t> </a:t>
            </a:r>
            <a:r>
              <a:rPr sz="1000" dirty="0">
                <a:solidFill>
                  <a:srgbClr val="231F20"/>
                </a:solidFill>
                <a:latin typeface="Arial"/>
                <a:cs typeface="Arial"/>
              </a:rPr>
              <a:t>entertainment,</a:t>
            </a:r>
            <a:r>
              <a:rPr sz="1000" spc="55" dirty="0">
                <a:solidFill>
                  <a:srgbClr val="231F20"/>
                </a:solidFill>
                <a:latin typeface="Arial"/>
                <a:cs typeface="Arial"/>
              </a:rPr>
              <a:t> </a:t>
            </a:r>
            <a:r>
              <a:rPr sz="1000" spc="-10" dirty="0">
                <a:solidFill>
                  <a:srgbClr val="231F20"/>
                </a:solidFill>
                <a:latin typeface="Arial"/>
                <a:cs typeface="Arial"/>
              </a:rPr>
              <a:t>reinforcing</a:t>
            </a:r>
            <a:endParaRPr sz="1000">
              <a:latin typeface="Arial"/>
              <a:cs typeface="Arial"/>
            </a:endParaRPr>
          </a:p>
        </p:txBody>
      </p:sp>
      <p:sp>
        <p:nvSpPr>
          <p:cNvPr id="4" name="object 4"/>
          <p:cNvSpPr txBox="1">
            <a:spLocks noGrp="1"/>
          </p:cNvSpPr>
          <p:nvPr>
            <p:ph type="sldNum" sz="quarter" idx="7"/>
          </p:nvPr>
        </p:nvSpPr>
        <p:spPr>
          <a:xfrm>
            <a:off x="7067294" y="9529590"/>
            <a:ext cx="240285"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0</a:t>
            </a:r>
            <a:endParaRPr spc="-25" dirty="0"/>
          </a:p>
        </p:txBody>
      </p:sp>
      <p:sp>
        <p:nvSpPr>
          <p:cNvPr id="3" name="object 3"/>
          <p:cNvSpPr txBox="1"/>
          <p:nvPr/>
        </p:nvSpPr>
        <p:spPr>
          <a:xfrm>
            <a:off x="4016375" y="1569973"/>
            <a:ext cx="3291204" cy="7150100"/>
          </a:xfrm>
          <a:prstGeom prst="rect">
            <a:avLst/>
          </a:prstGeom>
        </p:spPr>
        <p:txBody>
          <a:bodyPr vert="horz" wrap="square" lIns="0" tIns="12700" rIns="0" bIns="0" rtlCol="0">
            <a:spAutoFit/>
          </a:bodyPr>
          <a:lstStyle/>
          <a:p>
            <a:pPr marL="12700" marR="41910">
              <a:lnSpc>
                <a:spcPct val="100000"/>
              </a:lnSpc>
              <a:spcBef>
                <a:spcPts val="100"/>
              </a:spcBef>
            </a:pPr>
            <a:r>
              <a:rPr sz="1000" dirty="0">
                <a:solidFill>
                  <a:srgbClr val="231F20"/>
                </a:solidFill>
                <a:latin typeface="Arial"/>
                <a:cs typeface="Arial"/>
              </a:rPr>
              <a:t>the sense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within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took</a:t>
            </a:r>
            <a:r>
              <a:rPr sz="1000" spc="-5" dirty="0">
                <a:solidFill>
                  <a:srgbClr val="231F20"/>
                </a:solidFill>
                <a:latin typeface="Arial"/>
                <a:cs typeface="Arial"/>
              </a:rPr>
              <a:t> </a:t>
            </a:r>
            <a:r>
              <a:rPr sz="100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stage</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members</a:t>
            </a:r>
            <a:r>
              <a:rPr sz="1000" spc="-5" dirty="0">
                <a:solidFill>
                  <a:srgbClr val="231F20"/>
                </a:solidFill>
                <a:latin typeface="Arial"/>
                <a:cs typeface="Arial"/>
              </a:rPr>
              <a:t> </a:t>
            </a:r>
            <a:r>
              <a:rPr sz="1000" spc="-10" dirty="0">
                <a:solidFill>
                  <a:srgbClr val="231F20"/>
                </a:solidFill>
                <a:latin typeface="Arial"/>
                <a:cs typeface="Arial"/>
              </a:rPr>
              <a:t>crafted </a:t>
            </a:r>
            <a:r>
              <a:rPr sz="1000" dirty="0">
                <a:solidFill>
                  <a:srgbClr val="231F20"/>
                </a:solidFill>
                <a:latin typeface="Arial"/>
                <a:cs typeface="Arial"/>
              </a:rPr>
              <a:t>specialty</a:t>
            </a:r>
            <a:r>
              <a:rPr sz="1000" spc="-15" dirty="0">
                <a:solidFill>
                  <a:srgbClr val="231F20"/>
                </a:solidFill>
                <a:latin typeface="Arial"/>
                <a:cs typeface="Arial"/>
              </a:rPr>
              <a:t> </a:t>
            </a:r>
            <a:r>
              <a:rPr sz="1000" dirty="0">
                <a:solidFill>
                  <a:srgbClr val="231F20"/>
                </a:solidFill>
                <a:latin typeface="Arial"/>
                <a:cs typeface="Arial"/>
              </a:rPr>
              <a:t>items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curated</a:t>
            </a:r>
            <a:r>
              <a:rPr sz="1000" spc="-15" dirty="0">
                <a:solidFill>
                  <a:srgbClr val="231F20"/>
                </a:solidFill>
                <a:latin typeface="Arial"/>
                <a:cs typeface="Arial"/>
              </a:rPr>
              <a:t> </a:t>
            </a:r>
            <a:r>
              <a:rPr sz="1000" dirty="0">
                <a:solidFill>
                  <a:srgbClr val="231F20"/>
                </a:solidFill>
                <a:latin typeface="Arial"/>
                <a:cs typeface="Arial"/>
              </a:rPr>
              <a:t>care</a:t>
            </a:r>
            <a:r>
              <a:rPr sz="1000" spc="-10" dirty="0">
                <a:solidFill>
                  <a:srgbClr val="231F20"/>
                </a:solidFill>
                <a:latin typeface="Arial"/>
                <a:cs typeface="Arial"/>
              </a:rPr>
              <a:t> </a:t>
            </a:r>
            <a:r>
              <a:rPr sz="1000" dirty="0">
                <a:solidFill>
                  <a:srgbClr val="231F20"/>
                </a:solidFill>
                <a:latin typeface="Arial"/>
                <a:cs typeface="Arial"/>
              </a:rPr>
              <a:t>kits</a:t>
            </a:r>
            <a:r>
              <a:rPr sz="1000" spc="-1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cancer</a:t>
            </a:r>
            <a:r>
              <a:rPr sz="1000" spc="-10" dirty="0">
                <a:solidFill>
                  <a:srgbClr val="231F20"/>
                </a:solidFill>
                <a:latin typeface="Arial"/>
                <a:cs typeface="Arial"/>
              </a:rPr>
              <a:t> patients.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efforts</a:t>
            </a:r>
            <a:r>
              <a:rPr sz="1000" spc="20" dirty="0">
                <a:solidFill>
                  <a:srgbClr val="231F20"/>
                </a:solidFill>
                <a:latin typeface="Arial"/>
                <a:cs typeface="Arial"/>
              </a:rPr>
              <a:t> </a:t>
            </a:r>
            <a:r>
              <a:rPr sz="1000" dirty="0">
                <a:solidFill>
                  <a:srgbClr val="231F20"/>
                </a:solidFill>
                <a:latin typeface="Arial"/>
                <a:cs typeface="Arial"/>
              </a:rPr>
              <a:t>aimed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provide</a:t>
            </a:r>
            <a:r>
              <a:rPr sz="1000" spc="20" dirty="0">
                <a:solidFill>
                  <a:srgbClr val="231F20"/>
                </a:solidFill>
                <a:latin typeface="Arial"/>
                <a:cs typeface="Arial"/>
              </a:rPr>
              <a:t> </a:t>
            </a:r>
            <a:r>
              <a:rPr sz="1000" dirty="0">
                <a:solidFill>
                  <a:srgbClr val="231F20"/>
                </a:solidFill>
                <a:latin typeface="Arial"/>
                <a:cs typeface="Arial"/>
              </a:rPr>
              <a:t>hope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self-</a:t>
            </a:r>
            <a:r>
              <a:rPr sz="1000" spc="-20" dirty="0">
                <a:solidFill>
                  <a:srgbClr val="231F20"/>
                </a:solidFill>
                <a:latin typeface="Arial"/>
                <a:cs typeface="Arial"/>
              </a:rPr>
              <a:t>care </a:t>
            </a:r>
            <a:r>
              <a:rPr sz="1000" dirty="0">
                <a:solidFill>
                  <a:srgbClr val="231F20"/>
                </a:solidFill>
                <a:latin typeface="Arial"/>
                <a:cs typeface="Arial"/>
              </a:rPr>
              <a:t>encouragement</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those</a:t>
            </a:r>
            <a:r>
              <a:rPr sz="1000" spc="5" dirty="0">
                <a:solidFill>
                  <a:srgbClr val="231F20"/>
                </a:solidFill>
                <a:latin typeface="Arial"/>
                <a:cs typeface="Arial"/>
              </a:rPr>
              <a:t> </a:t>
            </a:r>
            <a:r>
              <a:rPr sz="1000" dirty="0">
                <a:solidFill>
                  <a:srgbClr val="231F20"/>
                </a:solidFill>
                <a:latin typeface="Arial"/>
                <a:cs typeface="Arial"/>
              </a:rPr>
              <a:t>facing</a:t>
            </a:r>
            <a:r>
              <a:rPr sz="1000" spc="10" dirty="0">
                <a:solidFill>
                  <a:srgbClr val="231F20"/>
                </a:solidFill>
                <a:latin typeface="Arial"/>
                <a:cs typeface="Arial"/>
              </a:rPr>
              <a:t> </a:t>
            </a:r>
            <a:r>
              <a:rPr sz="1000" dirty="0">
                <a:solidFill>
                  <a:srgbClr val="231F20"/>
                </a:solidFill>
                <a:latin typeface="Arial"/>
                <a:cs typeface="Arial"/>
              </a:rPr>
              <a:t>health</a:t>
            </a:r>
            <a:r>
              <a:rPr sz="1000" spc="5" dirty="0">
                <a:solidFill>
                  <a:srgbClr val="231F20"/>
                </a:solidFill>
                <a:latin typeface="Arial"/>
                <a:cs typeface="Arial"/>
              </a:rPr>
              <a:t> </a:t>
            </a:r>
            <a:r>
              <a:rPr sz="1000" dirty="0">
                <a:solidFill>
                  <a:srgbClr val="231F20"/>
                </a:solidFill>
                <a:latin typeface="Arial"/>
                <a:cs typeface="Arial"/>
              </a:rPr>
              <a:t>challenges.</a:t>
            </a:r>
            <a:r>
              <a:rPr sz="1000" spc="5" dirty="0">
                <a:solidFill>
                  <a:srgbClr val="231F20"/>
                </a:solidFill>
                <a:latin typeface="Arial"/>
                <a:cs typeface="Arial"/>
              </a:rPr>
              <a:t> </a:t>
            </a:r>
            <a:r>
              <a:rPr sz="1000" spc="-25" dirty="0">
                <a:solidFill>
                  <a:srgbClr val="231F20"/>
                </a:solidFill>
                <a:latin typeface="Arial"/>
                <a:cs typeface="Arial"/>
              </a:rPr>
              <a:t>Not </a:t>
            </a:r>
            <a:r>
              <a:rPr sz="1000" dirty="0">
                <a:solidFill>
                  <a:srgbClr val="231F20"/>
                </a:solidFill>
                <a:latin typeface="Arial"/>
                <a:cs typeface="Arial"/>
              </a:rPr>
              <a:t>only</a:t>
            </a:r>
            <a:r>
              <a:rPr sz="1000" spc="-5" dirty="0">
                <a:solidFill>
                  <a:srgbClr val="231F20"/>
                </a:solidFill>
                <a:latin typeface="Arial"/>
                <a:cs typeface="Arial"/>
              </a:rPr>
              <a:t> </a:t>
            </a:r>
            <a:r>
              <a:rPr sz="1000" dirty="0">
                <a:solidFill>
                  <a:srgbClr val="231F20"/>
                </a:solidFill>
                <a:latin typeface="Arial"/>
                <a:cs typeface="Arial"/>
              </a:rPr>
              <a:t>did</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make a</a:t>
            </a:r>
            <a:r>
              <a:rPr sz="1000" spc="-5" dirty="0">
                <a:solidFill>
                  <a:srgbClr val="231F20"/>
                </a:solidFill>
                <a:latin typeface="Arial"/>
                <a:cs typeface="Arial"/>
              </a:rPr>
              <a:t> </a:t>
            </a:r>
            <a:r>
              <a:rPr sz="1000" dirty="0">
                <a:solidFill>
                  <a:srgbClr val="231F20"/>
                </a:solidFill>
                <a:latin typeface="Arial"/>
                <a:cs typeface="Arial"/>
              </a:rPr>
              <a:t>difference</a:t>
            </a:r>
            <a:r>
              <a:rPr sz="1000" spc="-5" dirty="0">
                <a:solidFill>
                  <a:srgbClr val="231F20"/>
                </a:solidFill>
                <a:latin typeface="Arial"/>
                <a:cs typeface="Arial"/>
              </a:rPr>
              <a:t> </a:t>
            </a:r>
            <a:r>
              <a:rPr sz="1000" dirty="0">
                <a:solidFill>
                  <a:srgbClr val="231F20"/>
                </a:solidFill>
                <a:latin typeface="Arial"/>
                <a:cs typeface="Arial"/>
              </a:rPr>
              <a:t>in the</a:t>
            </a:r>
            <a:r>
              <a:rPr sz="1000" spc="-5" dirty="0">
                <a:solidFill>
                  <a:srgbClr val="231F20"/>
                </a:solidFill>
                <a:latin typeface="Arial"/>
                <a:cs typeface="Arial"/>
              </a:rPr>
              <a:t> </a:t>
            </a:r>
            <a:r>
              <a:rPr sz="1000" dirty="0">
                <a:solidFill>
                  <a:srgbClr val="231F20"/>
                </a:solidFill>
                <a:latin typeface="Arial"/>
                <a:cs typeface="Arial"/>
              </a:rPr>
              <a:t>lives</a:t>
            </a:r>
            <a:r>
              <a:rPr sz="1000" spc="-5" dirty="0">
                <a:solidFill>
                  <a:srgbClr val="231F20"/>
                </a:solidFill>
                <a:latin typeface="Arial"/>
                <a:cs typeface="Arial"/>
              </a:rPr>
              <a:t> </a:t>
            </a:r>
            <a:r>
              <a:rPr sz="1000" dirty="0">
                <a:solidFill>
                  <a:srgbClr val="231F20"/>
                </a:solidFill>
                <a:latin typeface="Arial"/>
                <a:cs typeface="Arial"/>
              </a:rPr>
              <a:t>of others,</a:t>
            </a:r>
            <a:r>
              <a:rPr sz="1000" spc="-5" dirty="0">
                <a:solidFill>
                  <a:srgbClr val="231F20"/>
                </a:solidFill>
                <a:latin typeface="Arial"/>
                <a:cs typeface="Arial"/>
              </a:rPr>
              <a:t> </a:t>
            </a:r>
            <a:r>
              <a:rPr sz="1000" spc="-25" dirty="0">
                <a:solidFill>
                  <a:srgbClr val="231F20"/>
                </a:solidFill>
                <a:latin typeface="Arial"/>
                <a:cs typeface="Arial"/>
              </a:rPr>
              <a:t>but </a:t>
            </a:r>
            <a:r>
              <a:rPr sz="1000" dirty="0">
                <a:solidFill>
                  <a:srgbClr val="231F20"/>
                </a:solidFill>
                <a:latin typeface="Arial"/>
                <a:cs typeface="Arial"/>
              </a:rPr>
              <a:t>participants</a:t>
            </a:r>
            <a:r>
              <a:rPr sz="1000" spc="5"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earned</a:t>
            </a:r>
            <a:r>
              <a:rPr sz="1000" spc="5" dirty="0">
                <a:solidFill>
                  <a:srgbClr val="231F20"/>
                </a:solidFill>
                <a:latin typeface="Arial"/>
                <a:cs typeface="Arial"/>
              </a:rPr>
              <a:t> </a:t>
            </a:r>
            <a:r>
              <a:rPr sz="1000" spc="-65" dirty="0">
                <a:solidFill>
                  <a:srgbClr val="231F20"/>
                </a:solidFill>
                <a:latin typeface="Arial"/>
                <a:cs typeface="Arial"/>
              </a:rPr>
              <a:t>SSL</a:t>
            </a:r>
            <a:r>
              <a:rPr sz="1000" spc="10" dirty="0">
                <a:solidFill>
                  <a:srgbClr val="231F20"/>
                </a:solidFill>
                <a:latin typeface="Arial"/>
                <a:cs typeface="Arial"/>
              </a:rPr>
              <a:t> </a:t>
            </a:r>
            <a:r>
              <a:rPr sz="1000" dirty="0">
                <a:solidFill>
                  <a:srgbClr val="231F20"/>
                </a:solidFill>
                <a:latin typeface="Arial"/>
                <a:cs typeface="Arial"/>
              </a:rPr>
              <a:t>credits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spc="-10" dirty="0">
                <a:solidFill>
                  <a:srgbClr val="231F20"/>
                </a:solidFill>
                <a:latin typeface="Arial"/>
                <a:cs typeface="Arial"/>
              </a:rPr>
              <a:t>dedication. </a:t>
            </a:r>
            <a:r>
              <a:rPr sz="1000" dirty="0">
                <a:solidFill>
                  <a:srgbClr val="231F20"/>
                </a:solidFill>
                <a:latin typeface="Arial"/>
                <a:cs typeface="Arial"/>
              </a:rPr>
              <a:t>Indoor</a:t>
            </a:r>
            <a:r>
              <a:rPr sz="1000" spc="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physical</a:t>
            </a:r>
            <a:r>
              <a:rPr sz="1000" spc="10"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agenda</a:t>
            </a:r>
            <a:r>
              <a:rPr sz="1000" spc="10"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 gathered at Urban </a:t>
            </a:r>
            <a:r>
              <a:rPr sz="1000" spc="-20" dirty="0">
                <a:solidFill>
                  <a:srgbClr val="231F20"/>
                </a:solidFill>
                <a:latin typeface="Arial"/>
                <a:cs typeface="Arial"/>
              </a:rPr>
              <a:t>Air.</a:t>
            </a:r>
            <a:r>
              <a:rPr sz="1000" dirty="0">
                <a:solidFill>
                  <a:srgbClr val="231F20"/>
                </a:solidFill>
                <a:latin typeface="Arial"/>
                <a:cs typeface="Arial"/>
              </a:rPr>
              <a:t> Dodgeball, climbing </a:t>
            </a:r>
            <a:r>
              <a:rPr sz="1000" spc="-10" dirty="0">
                <a:solidFill>
                  <a:srgbClr val="231F20"/>
                </a:solidFill>
                <a:latin typeface="Arial"/>
                <a:cs typeface="Arial"/>
              </a:rPr>
              <a:t>walls, </a:t>
            </a:r>
            <a:r>
              <a:rPr sz="1000" dirty="0">
                <a:solidFill>
                  <a:srgbClr val="231F20"/>
                </a:solidFill>
                <a:latin typeface="Arial"/>
                <a:cs typeface="Arial"/>
              </a:rPr>
              <a:t>ball</a:t>
            </a:r>
            <a:r>
              <a:rPr sz="1000" spc="25" dirty="0">
                <a:solidFill>
                  <a:srgbClr val="231F20"/>
                </a:solidFill>
                <a:latin typeface="Arial"/>
                <a:cs typeface="Arial"/>
              </a:rPr>
              <a:t> </a:t>
            </a:r>
            <a:r>
              <a:rPr sz="1000" dirty="0">
                <a:solidFill>
                  <a:srgbClr val="231F20"/>
                </a:solidFill>
                <a:latin typeface="Arial"/>
                <a:cs typeface="Arial"/>
              </a:rPr>
              <a:t>pits,</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trampolines</a:t>
            </a:r>
            <a:r>
              <a:rPr sz="1000" spc="25" dirty="0">
                <a:solidFill>
                  <a:srgbClr val="231F20"/>
                </a:solidFill>
                <a:latin typeface="Arial"/>
                <a:cs typeface="Arial"/>
              </a:rPr>
              <a:t> </a:t>
            </a:r>
            <a:r>
              <a:rPr sz="1000" dirty="0">
                <a:solidFill>
                  <a:srgbClr val="231F20"/>
                </a:solidFill>
                <a:latin typeface="Arial"/>
                <a:cs typeface="Arial"/>
              </a:rPr>
              <a:t>offered</a:t>
            </a:r>
            <a:r>
              <a:rPr sz="1000" spc="25" dirty="0">
                <a:solidFill>
                  <a:srgbClr val="231F20"/>
                </a:solidFill>
                <a:latin typeface="Arial"/>
                <a:cs typeface="Arial"/>
              </a:rPr>
              <a:t> </a:t>
            </a:r>
            <a:r>
              <a:rPr sz="1000" dirty="0">
                <a:solidFill>
                  <a:srgbClr val="231F20"/>
                </a:solidFill>
                <a:latin typeface="Arial"/>
                <a:cs typeface="Arial"/>
              </a:rPr>
              <a:t>opportunities</a:t>
            </a:r>
            <a:r>
              <a:rPr sz="1000" spc="3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spc="-20" dirty="0">
                <a:solidFill>
                  <a:srgbClr val="231F20"/>
                </a:solidFill>
                <a:latin typeface="Arial"/>
                <a:cs typeface="Arial"/>
              </a:rPr>
              <a:t>good </a:t>
            </a:r>
            <a:r>
              <a:rPr sz="1000" dirty="0">
                <a:solidFill>
                  <a:srgbClr val="231F20"/>
                </a:solidFill>
                <a:latin typeface="Arial"/>
                <a:cs typeface="Arial"/>
              </a:rPr>
              <a:t>physical</a:t>
            </a:r>
            <a:r>
              <a:rPr sz="1000" spc="-25" dirty="0">
                <a:solidFill>
                  <a:srgbClr val="231F20"/>
                </a:solidFill>
                <a:latin typeface="Arial"/>
                <a:cs typeface="Arial"/>
              </a:rPr>
              <a:t> </a:t>
            </a:r>
            <a:r>
              <a:rPr sz="1000" dirty="0">
                <a:solidFill>
                  <a:srgbClr val="231F20"/>
                </a:solidFill>
                <a:latin typeface="Arial"/>
                <a:cs typeface="Arial"/>
              </a:rPr>
              <a:t>health,</a:t>
            </a:r>
            <a:r>
              <a:rPr sz="1000" spc="-20" dirty="0">
                <a:solidFill>
                  <a:srgbClr val="231F20"/>
                </a:solidFill>
                <a:latin typeface="Arial"/>
                <a:cs typeface="Arial"/>
              </a:rPr>
              <a:t> </a:t>
            </a:r>
            <a:r>
              <a:rPr sz="1000" dirty="0">
                <a:solidFill>
                  <a:srgbClr val="231F20"/>
                </a:solidFill>
                <a:latin typeface="Arial"/>
                <a:cs typeface="Arial"/>
              </a:rPr>
              <a:t>endurance,</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socializing.</a:t>
            </a:r>
            <a:r>
              <a:rPr sz="1000" spc="-20" dirty="0">
                <a:solidFill>
                  <a:srgbClr val="231F20"/>
                </a:solidFill>
                <a:latin typeface="Arial"/>
                <a:cs typeface="Arial"/>
              </a:rPr>
              <a:t> </a:t>
            </a:r>
            <a:r>
              <a:rPr sz="1000" spc="-10" dirty="0">
                <a:solidFill>
                  <a:srgbClr val="231F20"/>
                </a:solidFill>
                <a:latin typeface="Arial"/>
                <a:cs typeface="Arial"/>
              </a:rPr>
              <a:t>Laughter</a:t>
            </a:r>
            <a:endParaRPr sz="1000">
              <a:latin typeface="Arial"/>
              <a:cs typeface="Arial"/>
            </a:endParaRPr>
          </a:p>
          <a:p>
            <a:pPr marL="12700" marR="5080">
              <a:lnSpc>
                <a:spcPct val="100000"/>
              </a:lnSpc>
            </a:pP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excitement</a:t>
            </a:r>
            <a:r>
              <a:rPr sz="1000" spc="15" dirty="0">
                <a:solidFill>
                  <a:srgbClr val="231F20"/>
                </a:solidFill>
                <a:latin typeface="Arial"/>
                <a:cs typeface="Arial"/>
              </a:rPr>
              <a:t> </a:t>
            </a:r>
            <a:r>
              <a:rPr sz="1000" dirty="0">
                <a:solidFill>
                  <a:srgbClr val="231F20"/>
                </a:solidFill>
                <a:latin typeface="Arial"/>
                <a:cs typeface="Arial"/>
              </a:rPr>
              <a:t>filled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large</a:t>
            </a:r>
            <a:r>
              <a:rPr sz="1000" spc="15" dirty="0">
                <a:solidFill>
                  <a:srgbClr val="231F20"/>
                </a:solidFill>
                <a:latin typeface="Arial"/>
                <a:cs typeface="Arial"/>
              </a:rPr>
              <a:t> </a:t>
            </a:r>
            <a:r>
              <a:rPr sz="1000" dirty="0">
                <a:solidFill>
                  <a:srgbClr val="231F20"/>
                </a:solidFill>
                <a:latin typeface="Arial"/>
                <a:cs typeface="Arial"/>
              </a:rPr>
              <a:t>indoor</a:t>
            </a:r>
            <a:r>
              <a:rPr sz="1000" spc="10" dirty="0">
                <a:solidFill>
                  <a:srgbClr val="231F20"/>
                </a:solidFill>
                <a:latin typeface="Arial"/>
                <a:cs typeface="Arial"/>
              </a:rPr>
              <a:t> </a:t>
            </a:r>
            <a:r>
              <a:rPr sz="1000" spc="-10" dirty="0">
                <a:solidFill>
                  <a:srgbClr val="231F20"/>
                </a:solidFill>
                <a:latin typeface="Arial"/>
                <a:cs typeface="Arial"/>
              </a:rPr>
              <a:t>arena</a:t>
            </a:r>
            <a:r>
              <a:rPr sz="1000" spc="1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memorable</a:t>
            </a:r>
            <a:r>
              <a:rPr sz="1000" spc="5" dirty="0">
                <a:solidFill>
                  <a:srgbClr val="231F20"/>
                </a:solidFill>
                <a:latin typeface="Arial"/>
                <a:cs typeface="Arial"/>
              </a:rPr>
              <a:t> </a:t>
            </a:r>
            <a:r>
              <a:rPr sz="1000" dirty="0">
                <a:solidFill>
                  <a:srgbClr val="231F20"/>
                </a:solidFill>
                <a:latin typeface="Arial"/>
                <a:cs typeface="Arial"/>
              </a:rPr>
              <a:t>event.</a:t>
            </a:r>
            <a:r>
              <a:rPr sz="1000" spc="5" dirty="0">
                <a:solidFill>
                  <a:srgbClr val="231F20"/>
                </a:solidFill>
                <a:latin typeface="Arial"/>
                <a:cs typeface="Arial"/>
              </a:rPr>
              <a:t> </a:t>
            </a:r>
            <a:r>
              <a:rPr sz="1000" spc="-45" dirty="0">
                <a:solidFill>
                  <a:srgbClr val="231F20"/>
                </a:solidFill>
                <a:latin typeface="Arial"/>
                <a:cs typeface="Arial"/>
              </a:rPr>
              <a:t>MLK</a:t>
            </a:r>
            <a:r>
              <a:rPr sz="1000" spc="5" dirty="0">
                <a:solidFill>
                  <a:srgbClr val="231F20"/>
                </a:solidFill>
                <a:latin typeface="Arial"/>
                <a:cs typeface="Arial"/>
              </a:rPr>
              <a:t> </a:t>
            </a:r>
            <a:r>
              <a:rPr sz="1000" dirty="0">
                <a:solidFill>
                  <a:srgbClr val="231F20"/>
                </a:solidFill>
                <a:latin typeface="Arial"/>
                <a:cs typeface="Arial"/>
              </a:rPr>
              <a:t>weekend</a:t>
            </a:r>
            <a:r>
              <a:rPr sz="1000" spc="10" dirty="0">
                <a:solidFill>
                  <a:srgbClr val="231F20"/>
                </a:solidFill>
                <a:latin typeface="Arial"/>
                <a:cs typeface="Arial"/>
              </a:rPr>
              <a:t> </a:t>
            </a:r>
            <a:r>
              <a:rPr sz="1000" dirty="0">
                <a:solidFill>
                  <a:srgbClr val="231F20"/>
                </a:solidFill>
                <a:latin typeface="Arial"/>
                <a:cs typeface="Arial"/>
              </a:rPr>
              <a:t>brought</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transformative </a:t>
            </a:r>
            <a:r>
              <a:rPr sz="1000" dirty="0">
                <a:solidFill>
                  <a:srgbClr val="231F20"/>
                </a:solidFill>
                <a:latin typeface="Arial"/>
                <a:cs typeface="Arial"/>
              </a:rPr>
              <a:t>journey</a:t>
            </a:r>
            <a:r>
              <a:rPr sz="1000" spc="-2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New</a:t>
            </a:r>
            <a:r>
              <a:rPr sz="1000" spc="-20" dirty="0">
                <a:solidFill>
                  <a:srgbClr val="231F20"/>
                </a:solidFill>
                <a:latin typeface="Arial"/>
                <a:cs typeface="Arial"/>
              </a:rPr>
              <a:t> </a:t>
            </a:r>
            <a:r>
              <a:rPr sz="1000" spc="-10" dirty="0">
                <a:solidFill>
                  <a:srgbClr val="231F20"/>
                </a:solidFill>
                <a:latin typeface="Arial"/>
                <a:cs typeface="Arial"/>
              </a:rPr>
              <a:t>Orleans,</a:t>
            </a:r>
            <a:r>
              <a:rPr sz="1000" spc="-20" dirty="0">
                <a:solidFill>
                  <a:srgbClr val="231F20"/>
                </a:solidFill>
                <a:latin typeface="Arial"/>
                <a:cs typeface="Arial"/>
              </a:rPr>
              <a:t> </a:t>
            </a:r>
            <a:r>
              <a:rPr sz="1000" spc="-10" dirty="0">
                <a:solidFill>
                  <a:srgbClr val="231F20"/>
                </a:solidFill>
                <a:latin typeface="Arial"/>
                <a:cs typeface="Arial"/>
              </a:rPr>
              <a:t>Louisiana.</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Junior</a:t>
            </a:r>
            <a:r>
              <a:rPr sz="1000" spc="-20" dirty="0">
                <a:solidFill>
                  <a:srgbClr val="231F20"/>
                </a:solidFill>
                <a:latin typeface="Arial"/>
                <a:cs typeface="Arial"/>
              </a:rPr>
              <a:t> Teens </a:t>
            </a:r>
            <a:r>
              <a:rPr sz="1000" spc="-25" dirty="0">
                <a:solidFill>
                  <a:srgbClr val="231F20"/>
                </a:solidFill>
                <a:latin typeface="Arial"/>
                <a:cs typeface="Arial"/>
              </a:rPr>
              <a:t>and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parents/guardians explored historical sights,</a:t>
            </a:r>
            <a:r>
              <a:rPr sz="1000" spc="-5" dirty="0">
                <a:solidFill>
                  <a:srgbClr val="231F20"/>
                </a:solidFill>
                <a:latin typeface="Arial"/>
                <a:cs typeface="Arial"/>
              </a:rPr>
              <a:t> </a:t>
            </a:r>
            <a:r>
              <a:rPr sz="1000" spc="-10" dirty="0">
                <a:solidFill>
                  <a:srgbClr val="231F20"/>
                </a:solidFill>
                <a:latin typeface="Arial"/>
                <a:cs typeface="Arial"/>
              </a:rPr>
              <a:t>toured </a:t>
            </a:r>
            <a:r>
              <a:rPr sz="1000" dirty="0">
                <a:solidFill>
                  <a:srgbClr val="231F20"/>
                </a:solidFill>
                <a:latin typeface="Arial"/>
                <a:cs typeface="Arial"/>
              </a:rPr>
              <a:t>universities,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dined</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spc="-10" dirty="0">
                <a:solidFill>
                  <a:srgbClr val="231F20"/>
                </a:solidFill>
                <a:latin typeface="Arial"/>
                <a:cs typeface="Arial"/>
              </a:rPr>
              <a:t>black-</a:t>
            </a:r>
            <a:r>
              <a:rPr sz="1000" dirty="0">
                <a:solidFill>
                  <a:srgbClr val="231F20"/>
                </a:solidFill>
                <a:latin typeface="Arial"/>
                <a:cs typeface="Arial"/>
              </a:rPr>
              <a:t>owned</a:t>
            </a:r>
            <a:r>
              <a:rPr sz="1000" spc="15" dirty="0">
                <a:solidFill>
                  <a:srgbClr val="231F20"/>
                </a:solidFill>
                <a:latin typeface="Arial"/>
                <a:cs typeface="Arial"/>
              </a:rPr>
              <a:t> </a:t>
            </a:r>
            <a:r>
              <a:rPr sz="1000" spc="-10" dirty="0">
                <a:solidFill>
                  <a:srgbClr val="231F20"/>
                </a:solidFill>
                <a:latin typeface="Arial"/>
                <a:cs typeface="Arial"/>
              </a:rPr>
              <a:t>businesses.</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experience</a:t>
            </a:r>
            <a:r>
              <a:rPr sz="1000" spc="-5" dirty="0">
                <a:solidFill>
                  <a:srgbClr val="231F20"/>
                </a:solidFill>
                <a:latin typeface="Arial"/>
                <a:cs typeface="Arial"/>
              </a:rPr>
              <a:t> </a:t>
            </a:r>
            <a:r>
              <a:rPr sz="1000" dirty="0">
                <a:solidFill>
                  <a:srgbClr val="231F20"/>
                </a:solidFill>
                <a:latin typeface="Arial"/>
                <a:cs typeface="Arial"/>
              </a:rPr>
              <a:t>included visits to Whitney</a:t>
            </a:r>
            <a:r>
              <a:rPr sz="1000" spc="-5" dirty="0">
                <a:solidFill>
                  <a:srgbClr val="231F20"/>
                </a:solidFill>
                <a:latin typeface="Arial"/>
                <a:cs typeface="Arial"/>
              </a:rPr>
              <a:t> </a:t>
            </a:r>
            <a:r>
              <a:rPr sz="1000" dirty="0">
                <a:solidFill>
                  <a:srgbClr val="231F20"/>
                </a:solidFill>
                <a:latin typeface="Arial"/>
                <a:cs typeface="Arial"/>
              </a:rPr>
              <a:t>Plantation </a:t>
            </a:r>
            <a:r>
              <a:rPr sz="1000" spc="-25" dirty="0">
                <a:solidFill>
                  <a:srgbClr val="231F20"/>
                </a:solidFill>
                <a:latin typeface="Arial"/>
                <a:cs typeface="Arial"/>
              </a:rPr>
              <a:t>and </a:t>
            </a:r>
            <a:r>
              <a:rPr sz="1000" dirty="0">
                <a:solidFill>
                  <a:srgbClr val="231F20"/>
                </a:solidFill>
                <a:latin typeface="Arial"/>
                <a:cs typeface="Arial"/>
              </a:rPr>
              <a:t>significant</a:t>
            </a:r>
            <a:r>
              <a:rPr sz="1000" spc="5" dirty="0">
                <a:solidFill>
                  <a:srgbClr val="231F20"/>
                </a:solidFill>
                <a:latin typeface="Arial"/>
                <a:cs typeface="Arial"/>
              </a:rPr>
              <a:t> </a:t>
            </a:r>
            <a:r>
              <a:rPr sz="1000" spc="-10" dirty="0">
                <a:solidFill>
                  <a:srgbClr val="231F20"/>
                </a:solidFill>
                <a:latin typeface="Arial"/>
                <a:cs typeface="Arial"/>
              </a:rPr>
              <a:t>landmarks</a:t>
            </a:r>
            <a:r>
              <a:rPr sz="1000" spc="5" dirty="0">
                <a:solidFill>
                  <a:srgbClr val="231F20"/>
                </a:solidFill>
                <a:latin typeface="Arial"/>
                <a:cs typeface="Arial"/>
              </a:rPr>
              <a:t>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shed</a:t>
            </a:r>
            <a:r>
              <a:rPr sz="1000" spc="5" dirty="0">
                <a:solidFill>
                  <a:srgbClr val="231F20"/>
                </a:solidFill>
                <a:latin typeface="Arial"/>
                <a:cs typeface="Arial"/>
              </a:rPr>
              <a:t> </a:t>
            </a:r>
            <a:r>
              <a:rPr sz="1000" dirty="0">
                <a:solidFill>
                  <a:srgbClr val="231F20"/>
                </a:solidFill>
                <a:latin typeface="Arial"/>
                <a:cs typeface="Arial"/>
              </a:rPr>
              <a:t>light</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spc="-10" dirty="0">
                <a:solidFill>
                  <a:srgbClr val="231F20"/>
                </a:solidFill>
                <a:latin typeface="Arial"/>
                <a:cs typeface="Arial"/>
              </a:rPr>
              <a:t>American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5</a:t>
            </a:r>
            <a:r>
              <a:rPr sz="1000" spc="10" dirty="0">
                <a:solidFill>
                  <a:srgbClr val="231F20"/>
                </a:solidFill>
                <a:latin typeface="Arial"/>
                <a:cs typeface="Arial"/>
              </a:rPr>
              <a:t> </a:t>
            </a:r>
            <a:r>
              <a:rPr sz="1000" dirty="0">
                <a:solidFill>
                  <a:srgbClr val="231F20"/>
                </a:solidFill>
                <a:latin typeface="Arial"/>
                <a:cs typeface="Arial"/>
              </a:rPr>
              <a:t>had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privilege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attending</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10" dirty="0">
                <a:solidFill>
                  <a:srgbClr val="231F20"/>
                </a:solidFill>
                <a:latin typeface="Arial"/>
                <a:cs typeface="Arial"/>
              </a:rPr>
              <a:t>Sunday </a:t>
            </a:r>
            <a:r>
              <a:rPr sz="1000" dirty="0">
                <a:solidFill>
                  <a:srgbClr val="231F20"/>
                </a:solidFill>
                <a:latin typeface="Arial"/>
                <a:cs typeface="Arial"/>
              </a:rPr>
              <a:t>matinee</a:t>
            </a:r>
            <a:r>
              <a:rPr sz="1000" spc="15" dirty="0">
                <a:solidFill>
                  <a:srgbClr val="231F20"/>
                </a:solidFill>
                <a:latin typeface="Arial"/>
                <a:cs typeface="Arial"/>
              </a:rPr>
              <a:t> </a:t>
            </a:r>
            <a:r>
              <a:rPr sz="1000" dirty="0">
                <a:solidFill>
                  <a:srgbClr val="231F20"/>
                </a:solidFill>
                <a:latin typeface="Arial"/>
                <a:cs typeface="Arial"/>
              </a:rPr>
              <a:t>performance</a:t>
            </a:r>
            <a:r>
              <a:rPr sz="1000" spc="15"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renowned</a:t>
            </a:r>
            <a:r>
              <a:rPr sz="1000" spc="20" dirty="0">
                <a:solidFill>
                  <a:srgbClr val="231F20"/>
                </a:solidFill>
                <a:latin typeface="Arial"/>
                <a:cs typeface="Arial"/>
              </a:rPr>
              <a:t> </a:t>
            </a:r>
            <a:r>
              <a:rPr sz="1000" dirty="0">
                <a:solidFill>
                  <a:srgbClr val="231F20"/>
                </a:solidFill>
                <a:latin typeface="Arial"/>
                <a:cs typeface="Arial"/>
              </a:rPr>
              <a:t>Alvin</a:t>
            </a:r>
            <a:r>
              <a:rPr sz="1000" spc="15" dirty="0">
                <a:solidFill>
                  <a:srgbClr val="231F20"/>
                </a:solidFill>
                <a:latin typeface="Arial"/>
                <a:cs typeface="Arial"/>
              </a:rPr>
              <a:t> </a:t>
            </a:r>
            <a:r>
              <a:rPr sz="1000" dirty="0">
                <a:solidFill>
                  <a:srgbClr val="231F20"/>
                </a:solidFill>
                <a:latin typeface="Arial"/>
                <a:cs typeface="Arial"/>
              </a:rPr>
              <a:t>Ailey</a:t>
            </a:r>
            <a:r>
              <a:rPr sz="1000" spc="15" dirty="0">
                <a:solidFill>
                  <a:srgbClr val="231F20"/>
                </a:solidFill>
                <a:latin typeface="Arial"/>
                <a:cs typeface="Arial"/>
              </a:rPr>
              <a:t> </a:t>
            </a:r>
            <a:r>
              <a:rPr sz="1000" spc="-20" dirty="0">
                <a:solidFill>
                  <a:srgbClr val="231F20"/>
                </a:solidFill>
                <a:latin typeface="Arial"/>
                <a:cs typeface="Arial"/>
              </a:rPr>
              <a:t>dance </a:t>
            </a:r>
            <a:r>
              <a:rPr sz="1000" dirty="0">
                <a:solidFill>
                  <a:srgbClr val="231F20"/>
                </a:solidFill>
                <a:latin typeface="Arial"/>
                <a:cs typeface="Arial"/>
              </a:rPr>
              <a:t>company</a:t>
            </a:r>
            <a:r>
              <a:rPr sz="1000" spc="-30" dirty="0">
                <a:solidFill>
                  <a:srgbClr val="231F20"/>
                </a:solidFill>
                <a:latin typeface="Arial"/>
                <a:cs typeface="Arial"/>
              </a:rPr>
              <a:t> </a:t>
            </a:r>
            <a:r>
              <a:rPr sz="1000" dirty="0">
                <a:solidFill>
                  <a:srgbClr val="231F20"/>
                </a:solidFill>
                <a:latin typeface="Arial"/>
                <a:cs typeface="Arial"/>
              </a:rPr>
              <a:t>at</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Kennedy</a:t>
            </a:r>
            <a:r>
              <a:rPr sz="1000" spc="-30" dirty="0">
                <a:solidFill>
                  <a:srgbClr val="231F20"/>
                </a:solidFill>
                <a:latin typeface="Arial"/>
                <a:cs typeface="Arial"/>
              </a:rPr>
              <a:t> </a:t>
            </a:r>
            <a:r>
              <a:rPr sz="1000" spc="-10" dirty="0">
                <a:solidFill>
                  <a:srgbClr val="231F20"/>
                </a:solidFill>
                <a:latin typeface="Arial"/>
                <a:cs typeface="Arial"/>
              </a:rPr>
              <a:t>Center.</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day</a:t>
            </a:r>
            <a:r>
              <a:rPr sz="1000" spc="-30" dirty="0">
                <a:solidFill>
                  <a:srgbClr val="231F20"/>
                </a:solidFill>
                <a:latin typeface="Arial"/>
                <a:cs typeface="Arial"/>
              </a:rPr>
              <a:t>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not</a:t>
            </a:r>
            <a:r>
              <a:rPr sz="1000" spc="-30" dirty="0">
                <a:solidFill>
                  <a:srgbClr val="231F20"/>
                </a:solidFill>
                <a:latin typeface="Arial"/>
                <a:cs typeface="Arial"/>
              </a:rPr>
              <a:t> </a:t>
            </a:r>
            <a:r>
              <a:rPr sz="1000" spc="-20" dirty="0">
                <a:solidFill>
                  <a:srgbClr val="231F20"/>
                </a:solidFill>
                <a:latin typeface="Arial"/>
                <a:cs typeface="Arial"/>
              </a:rPr>
              <a:t>only </a:t>
            </a:r>
            <a:r>
              <a:rPr sz="1000" dirty="0">
                <a:solidFill>
                  <a:srgbClr val="231F20"/>
                </a:solidFill>
                <a:latin typeface="Arial"/>
                <a:cs typeface="Arial"/>
              </a:rPr>
              <a:t>about enjoying</a:t>
            </a:r>
            <a:r>
              <a:rPr sz="1000" spc="5"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but</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featured</a:t>
            </a:r>
            <a:r>
              <a:rPr sz="1000" spc="5" dirty="0">
                <a:solidFill>
                  <a:srgbClr val="231F20"/>
                </a:solidFill>
                <a:latin typeface="Arial"/>
                <a:cs typeface="Arial"/>
              </a:rPr>
              <a:t> </a:t>
            </a:r>
            <a:r>
              <a:rPr sz="1000" dirty="0">
                <a:solidFill>
                  <a:srgbClr val="231F20"/>
                </a:solidFill>
                <a:latin typeface="Arial"/>
                <a:cs typeface="Arial"/>
              </a:rPr>
              <a:t>a talk</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10" dirty="0">
                <a:solidFill>
                  <a:srgbClr val="231F20"/>
                </a:solidFill>
                <a:latin typeface="Arial"/>
                <a:cs typeface="Arial"/>
              </a:rPr>
              <a:t>Matthew </a:t>
            </a:r>
            <a:r>
              <a:rPr sz="1000" spc="-20" dirty="0">
                <a:solidFill>
                  <a:srgbClr val="231F20"/>
                </a:solidFill>
                <a:latin typeface="Arial"/>
                <a:cs typeface="Arial"/>
              </a:rPr>
              <a:t>Rushing,</a:t>
            </a:r>
            <a:r>
              <a:rPr sz="1000" spc="-5" dirty="0">
                <a:solidFill>
                  <a:srgbClr val="231F20"/>
                </a:solidFill>
                <a:latin typeface="Arial"/>
                <a:cs typeface="Arial"/>
              </a:rPr>
              <a:t> </a:t>
            </a:r>
            <a:r>
              <a:rPr sz="1000" dirty="0">
                <a:solidFill>
                  <a:srgbClr val="231F20"/>
                </a:solidFill>
                <a:latin typeface="Arial"/>
                <a:cs typeface="Arial"/>
              </a:rPr>
              <a:t>Associate</a:t>
            </a:r>
            <a:r>
              <a:rPr sz="1000" spc="-5" dirty="0">
                <a:solidFill>
                  <a:srgbClr val="231F20"/>
                </a:solidFill>
                <a:latin typeface="Arial"/>
                <a:cs typeface="Arial"/>
              </a:rPr>
              <a:t> </a:t>
            </a:r>
            <a:r>
              <a:rPr sz="1000" dirty="0">
                <a:solidFill>
                  <a:srgbClr val="231F20"/>
                </a:solidFill>
                <a:latin typeface="Arial"/>
                <a:cs typeface="Arial"/>
              </a:rPr>
              <a:t>Artistic Director</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former </a:t>
            </a:r>
            <a:r>
              <a:rPr sz="1000" spc="-10" dirty="0">
                <a:solidFill>
                  <a:srgbClr val="231F20"/>
                </a:solidFill>
                <a:latin typeface="Arial"/>
                <a:cs typeface="Arial"/>
              </a:rPr>
              <a:t>principal dancer.</a:t>
            </a:r>
            <a:r>
              <a:rPr sz="1000" spc="-5" dirty="0">
                <a:solidFill>
                  <a:srgbClr val="231F20"/>
                </a:solidFill>
                <a:latin typeface="Arial"/>
                <a:cs typeface="Arial"/>
              </a:rPr>
              <a:t> </a:t>
            </a:r>
            <a:r>
              <a:rPr sz="1000" dirty="0">
                <a:solidFill>
                  <a:srgbClr val="231F20"/>
                </a:solidFill>
                <a:latin typeface="Arial"/>
                <a:cs typeface="Arial"/>
              </a:rPr>
              <a:t>It</a:t>
            </a:r>
            <a:r>
              <a:rPr sz="1000" spc="-5" dirty="0">
                <a:solidFill>
                  <a:srgbClr val="231F20"/>
                </a:solidFill>
                <a:latin typeface="Arial"/>
                <a:cs typeface="Arial"/>
              </a:rPr>
              <a:t> </a:t>
            </a:r>
            <a:r>
              <a:rPr sz="1000" dirty="0">
                <a:solidFill>
                  <a:srgbClr val="231F20"/>
                </a:solidFill>
                <a:latin typeface="Arial"/>
                <a:cs typeface="Arial"/>
              </a:rPr>
              <a:t>was an</a:t>
            </a:r>
            <a:r>
              <a:rPr sz="1000" spc="-5" dirty="0">
                <a:solidFill>
                  <a:srgbClr val="231F20"/>
                </a:solidFill>
                <a:latin typeface="Arial"/>
                <a:cs typeface="Arial"/>
              </a:rPr>
              <a:t> </a:t>
            </a:r>
            <a:r>
              <a:rPr sz="1000" dirty="0">
                <a:solidFill>
                  <a:srgbClr val="231F20"/>
                </a:solidFill>
                <a:latin typeface="Arial"/>
                <a:cs typeface="Arial"/>
              </a:rPr>
              <a:t>opportunity</a:t>
            </a:r>
            <a:r>
              <a:rPr sz="1000" spc="-5" dirty="0">
                <a:solidFill>
                  <a:srgbClr val="231F20"/>
                </a:solidFill>
                <a:latin typeface="Arial"/>
                <a:cs typeface="Arial"/>
              </a:rPr>
              <a:t> </a:t>
            </a:r>
            <a:r>
              <a:rPr sz="1000" dirty="0">
                <a:solidFill>
                  <a:srgbClr val="231F20"/>
                </a:solidFill>
                <a:latin typeface="Arial"/>
                <a:cs typeface="Arial"/>
              </a:rPr>
              <a:t>to witness</a:t>
            </a:r>
            <a:r>
              <a:rPr sz="1000" spc="-5" dirty="0">
                <a:solidFill>
                  <a:srgbClr val="231F20"/>
                </a:solidFill>
                <a:latin typeface="Arial"/>
                <a:cs typeface="Arial"/>
              </a:rPr>
              <a:t> </a:t>
            </a:r>
            <a:r>
              <a:rPr sz="1000" dirty="0">
                <a:solidFill>
                  <a:srgbClr val="231F20"/>
                </a:solidFill>
                <a:latin typeface="Arial"/>
                <a:cs typeface="Arial"/>
              </a:rPr>
              <a:t>Black </a:t>
            </a:r>
            <a:r>
              <a:rPr sz="1000" spc="-10" dirty="0">
                <a:solidFill>
                  <a:srgbClr val="231F20"/>
                </a:solidFill>
                <a:latin typeface="Arial"/>
                <a:cs typeface="Arial"/>
              </a:rPr>
              <a:t>History</a:t>
            </a:r>
            <a:endParaRPr sz="1000">
              <a:latin typeface="Arial"/>
              <a:cs typeface="Arial"/>
            </a:endParaRPr>
          </a:p>
          <a:p>
            <a:pPr marL="12700" marR="69215">
              <a:lnSpc>
                <a:spcPct val="100000"/>
              </a:lnSpc>
            </a:pP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motion.</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embarked</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self-guided </a:t>
            </a:r>
            <a:r>
              <a:rPr sz="1000" dirty="0">
                <a:solidFill>
                  <a:srgbClr val="231F20"/>
                </a:solidFill>
                <a:latin typeface="Arial"/>
                <a:cs typeface="Arial"/>
              </a:rPr>
              <a:t>Secret</a:t>
            </a:r>
            <a:r>
              <a:rPr sz="1000" spc="-30" dirty="0">
                <a:solidFill>
                  <a:srgbClr val="231F20"/>
                </a:solidFill>
                <a:latin typeface="Arial"/>
                <a:cs typeface="Arial"/>
              </a:rPr>
              <a:t> </a:t>
            </a:r>
            <a:r>
              <a:rPr sz="1000" dirty="0">
                <a:solidFill>
                  <a:srgbClr val="231F20"/>
                </a:solidFill>
                <a:latin typeface="Arial"/>
                <a:cs typeface="Arial"/>
              </a:rPr>
              <a:t>Door</a:t>
            </a:r>
            <a:r>
              <a:rPr sz="1000" spc="-25" dirty="0">
                <a:solidFill>
                  <a:srgbClr val="231F20"/>
                </a:solidFill>
                <a:latin typeface="Arial"/>
                <a:cs typeface="Arial"/>
              </a:rPr>
              <a:t> </a:t>
            </a:r>
            <a:r>
              <a:rPr sz="1000" dirty="0">
                <a:solidFill>
                  <a:srgbClr val="231F20"/>
                </a:solidFill>
                <a:latin typeface="Arial"/>
                <a:cs typeface="Arial"/>
              </a:rPr>
              <a:t>Experience</a:t>
            </a:r>
            <a:r>
              <a:rPr sz="1000" spc="-25" dirty="0">
                <a:solidFill>
                  <a:srgbClr val="231F20"/>
                </a:solidFill>
                <a:latin typeface="Arial"/>
                <a:cs typeface="Arial"/>
              </a:rPr>
              <a:t> </a:t>
            </a:r>
            <a:r>
              <a:rPr sz="1000" dirty="0">
                <a:solidFill>
                  <a:srgbClr val="231F20"/>
                </a:solidFill>
                <a:latin typeface="Arial"/>
                <a:cs typeface="Arial"/>
              </a:rPr>
              <a:t>tour</a:t>
            </a:r>
            <a:r>
              <a:rPr sz="1000" spc="-30" dirty="0">
                <a:solidFill>
                  <a:srgbClr val="231F20"/>
                </a:solidFill>
                <a:latin typeface="Arial"/>
                <a:cs typeface="Arial"/>
              </a:rPr>
              <a:t> </a:t>
            </a:r>
            <a:r>
              <a:rPr sz="1000" dirty="0">
                <a:solidFill>
                  <a:srgbClr val="231F20"/>
                </a:solidFill>
                <a:latin typeface="Arial"/>
                <a:cs typeface="Arial"/>
              </a:rPr>
              <a:t>at</a:t>
            </a:r>
            <a:r>
              <a:rPr sz="1000" spc="-25" dirty="0">
                <a:solidFill>
                  <a:srgbClr val="231F20"/>
                </a:solidFill>
                <a:latin typeface="Arial"/>
                <a:cs typeface="Arial"/>
              </a:rPr>
              <a:t> </a:t>
            </a:r>
            <a:r>
              <a:rPr sz="1000" spc="-10" dirty="0">
                <a:solidFill>
                  <a:srgbClr val="231F20"/>
                </a:solidFill>
                <a:latin typeface="Arial"/>
                <a:cs typeface="Arial"/>
              </a:rPr>
              <a:t>Washington,</a:t>
            </a:r>
            <a:r>
              <a:rPr sz="1000" spc="-25" dirty="0">
                <a:solidFill>
                  <a:srgbClr val="231F20"/>
                </a:solidFill>
                <a:latin typeface="Arial"/>
                <a:cs typeface="Arial"/>
              </a:rPr>
              <a:t> </a:t>
            </a:r>
            <a:r>
              <a:rPr sz="1000" spc="-10" dirty="0">
                <a:solidFill>
                  <a:srgbClr val="231F20"/>
                </a:solidFill>
                <a:latin typeface="Arial"/>
                <a:cs typeface="Arial"/>
              </a:rPr>
              <a:t>DC's</a:t>
            </a:r>
            <a:r>
              <a:rPr sz="1000" spc="-30" dirty="0">
                <a:solidFill>
                  <a:srgbClr val="231F20"/>
                </a:solidFill>
                <a:latin typeface="Arial"/>
                <a:cs typeface="Arial"/>
              </a:rPr>
              <a:t> </a:t>
            </a:r>
            <a:r>
              <a:rPr sz="1000" spc="-10" dirty="0">
                <a:solidFill>
                  <a:srgbClr val="231F20"/>
                </a:solidFill>
                <a:latin typeface="Arial"/>
                <a:cs typeface="Arial"/>
              </a:rPr>
              <a:t>historic </a:t>
            </a:r>
            <a:r>
              <a:rPr sz="1000" dirty="0">
                <a:solidFill>
                  <a:srgbClr val="231F20"/>
                </a:solidFill>
                <a:latin typeface="Arial"/>
                <a:cs typeface="Arial"/>
              </a:rPr>
              <a:t>O</a:t>
            </a:r>
            <a:r>
              <a:rPr sz="1000" spc="-25" dirty="0">
                <a:solidFill>
                  <a:srgbClr val="231F20"/>
                </a:solidFill>
                <a:latin typeface="Arial"/>
                <a:cs typeface="Arial"/>
              </a:rPr>
              <a:t> </a:t>
            </a:r>
            <a:r>
              <a:rPr sz="1000" dirty="0">
                <a:solidFill>
                  <a:srgbClr val="231F20"/>
                </a:solidFill>
                <a:latin typeface="Arial"/>
                <a:cs typeface="Arial"/>
              </a:rPr>
              <a:t>Street</a:t>
            </a:r>
            <a:r>
              <a:rPr sz="1000" spc="-20" dirty="0">
                <a:solidFill>
                  <a:srgbClr val="231F20"/>
                </a:solidFill>
                <a:latin typeface="Arial"/>
                <a:cs typeface="Arial"/>
              </a:rPr>
              <a:t> </a:t>
            </a:r>
            <a:r>
              <a:rPr sz="1000" spc="-10" dirty="0">
                <a:solidFill>
                  <a:srgbClr val="231F20"/>
                </a:solidFill>
                <a:latin typeface="Arial"/>
                <a:cs typeface="Arial"/>
              </a:rPr>
              <a:t>Mansion.</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its</a:t>
            </a:r>
            <a:r>
              <a:rPr sz="1000" spc="-20" dirty="0">
                <a:solidFill>
                  <a:srgbClr val="231F20"/>
                </a:solidFill>
                <a:latin typeface="Arial"/>
                <a:cs typeface="Arial"/>
              </a:rPr>
              <a:t> </a:t>
            </a:r>
            <a:r>
              <a:rPr sz="1000" dirty="0">
                <a:solidFill>
                  <a:srgbClr val="231F20"/>
                </a:solidFill>
                <a:latin typeface="Arial"/>
                <a:cs typeface="Arial"/>
              </a:rPr>
              <a:t>themed</a:t>
            </a:r>
            <a:r>
              <a:rPr sz="1000" spc="-20" dirty="0">
                <a:solidFill>
                  <a:srgbClr val="231F20"/>
                </a:solidFill>
                <a:latin typeface="Arial"/>
                <a:cs typeface="Arial"/>
              </a:rPr>
              <a:t> </a:t>
            </a:r>
            <a:r>
              <a:rPr sz="1000" dirty="0">
                <a:solidFill>
                  <a:srgbClr val="231F20"/>
                </a:solidFill>
                <a:latin typeface="Arial"/>
                <a:cs typeface="Arial"/>
              </a:rPr>
              <a:t>rooms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secret </a:t>
            </a:r>
            <a:r>
              <a:rPr sz="1000" dirty="0">
                <a:solidFill>
                  <a:srgbClr val="231F20"/>
                </a:solidFill>
                <a:latin typeface="Arial"/>
                <a:cs typeface="Arial"/>
              </a:rPr>
              <a:t>doors,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mansion</a:t>
            </a:r>
            <a:r>
              <a:rPr sz="1000" spc="5" dirty="0">
                <a:solidFill>
                  <a:srgbClr val="231F20"/>
                </a:solidFill>
                <a:latin typeface="Arial"/>
                <a:cs typeface="Arial"/>
              </a:rPr>
              <a:t> </a:t>
            </a:r>
            <a:r>
              <a:rPr sz="1000" dirty="0">
                <a:solidFill>
                  <a:srgbClr val="231F20"/>
                </a:solidFill>
                <a:latin typeface="Arial"/>
                <a:cs typeface="Arial"/>
              </a:rPr>
              <a:t>provided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unique</a:t>
            </a:r>
            <a:r>
              <a:rPr sz="1000" spc="10" dirty="0">
                <a:solidFill>
                  <a:srgbClr val="231F20"/>
                </a:solidFill>
                <a:latin typeface="Arial"/>
                <a:cs typeface="Arial"/>
              </a:rPr>
              <a:t> </a:t>
            </a:r>
            <a:r>
              <a:rPr sz="1000" dirty="0">
                <a:solidFill>
                  <a:srgbClr val="231F20"/>
                </a:solidFill>
                <a:latin typeface="Arial"/>
                <a:cs typeface="Arial"/>
              </a:rPr>
              <a:t>journey</a:t>
            </a:r>
            <a:r>
              <a:rPr sz="1000" spc="5" dirty="0">
                <a:solidFill>
                  <a:srgbClr val="231F20"/>
                </a:solidFill>
                <a:latin typeface="Arial"/>
                <a:cs typeface="Arial"/>
              </a:rPr>
              <a:t> </a:t>
            </a:r>
            <a:r>
              <a:rPr sz="1000" spc="-10" dirty="0">
                <a:solidFill>
                  <a:srgbClr val="231F20"/>
                </a:solidFill>
                <a:latin typeface="Arial"/>
                <a:cs typeface="Arial"/>
              </a:rPr>
              <a:t>through </a:t>
            </a:r>
            <a:r>
              <a:rPr sz="1000" dirty="0">
                <a:solidFill>
                  <a:srgbClr val="231F20"/>
                </a:solidFill>
                <a:latin typeface="Arial"/>
                <a:cs typeface="Arial"/>
              </a:rPr>
              <a:t>architecture,</a:t>
            </a:r>
            <a:r>
              <a:rPr sz="1000" spc="-5" dirty="0">
                <a:solidFill>
                  <a:srgbClr val="231F20"/>
                </a:solidFill>
                <a:latin typeface="Arial"/>
                <a:cs typeface="Arial"/>
              </a:rPr>
              <a:t> </a:t>
            </a:r>
            <a:r>
              <a:rPr sz="1000" dirty="0">
                <a:solidFill>
                  <a:srgbClr val="231F20"/>
                </a:solidFill>
                <a:latin typeface="Arial"/>
                <a:cs typeface="Arial"/>
              </a:rPr>
              <a:t>history exhibits,</a:t>
            </a:r>
            <a:r>
              <a:rPr sz="1000" spc="-5" dirty="0">
                <a:solidFill>
                  <a:srgbClr val="231F20"/>
                </a:solidFill>
                <a:latin typeface="Arial"/>
                <a:cs typeface="Arial"/>
              </a:rPr>
              <a:t> </a:t>
            </a:r>
            <a:r>
              <a:rPr sz="1000" spc="-10" dirty="0">
                <a:solidFill>
                  <a:srgbClr val="231F20"/>
                </a:solidFill>
                <a:latin typeface="Arial"/>
                <a:cs typeface="Arial"/>
              </a:rPr>
              <a:t>music</a:t>
            </a:r>
            <a:r>
              <a:rPr sz="1000" dirty="0">
                <a:solidFill>
                  <a:srgbClr val="231F20"/>
                </a:solidFill>
                <a:latin typeface="Arial"/>
                <a:cs typeface="Arial"/>
              </a:rPr>
              <a:t> </a:t>
            </a:r>
            <a:r>
              <a:rPr sz="1000" spc="-10" dirty="0">
                <a:solidFill>
                  <a:srgbClr val="231F20"/>
                </a:solidFill>
                <a:latin typeface="Arial"/>
                <a:cs typeface="Arial"/>
              </a:rPr>
              <a:t>memorabilia,</a:t>
            </a:r>
            <a:r>
              <a:rPr sz="1000" spc="-5"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more.</a:t>
            </a:r>
            <a:r>
              <a:rPr sz="1000" spc="-5" dirty="0">
                <a:solidFill>
                  <a:srgbClr val="231F20"/>
                </a:solidFill>
                <a:latin typeface="Arial"/>
                <a:cs typeface="Arial"/>
              </a:rPr>
              <a:t> </a:t>
            </a:r>
            <a:r>
              <a:rPr sz="1000" dirty="0">
                <a:solidFill>
                  <a:srgbClr val="231F20"/>
                </a:solidFill>
                <a:latin typeface="Arial"/>
                <a:cs typeface="Arial"/>
              </a:rPr>
              <a:t>The day</a:t>
            </a:r>
            <a:r>
              <a:rPr sz="1000" spc="-5" dirty="0">
                <a:solidFill>
                  <a:srgbClr val="231F20"/>
                </a:solidFill>
                <a:latin typeface="Arial"/>
                <a:cs typeface="Arial"/>
              </a:rPr>
              <a:t> </a:t>
            </a:r>
            <a:r>
              <a:rPr sz="1000" dirty="0">
                <a:solidFill>
                  <a:srgbClr val="231F20"/>
                </a:solidFill>
                <a:latin typeface="Arial"/>
                <a:cs typeface="Arial"/>
              </a:rPr>
              <a:t>ended with a</a:t>
            </a:r>
            <a:r>
              <a:rPr sz="1000" spc="-5" dirty="0">
                <a:solidFill>
                  <a:srgbClr val="231F20"/>
                </a:solidFill>
                <a:latin typeface="Arial"/>
                <a:cs typeface="Arial"/>
              </a:rPr>
              <a:t> </a:t>
            </a:r>
            <a:r>
              <a:rPr sz="1000" dirty="0">
                <a:solidFill>
                  <a:srgbClr val="231F20"/>
                </a:solidFill>
                <a:latin typeface="Arial"/>
                <a:cs typeface="Arial"/>
              </a:rPr>
              <a:t>delightful meal at</a:t>
            </a:r>
            <a:r>
              <a:rPr sz="1000" spc="-5" dirty="0">
                <a:solidFill>
                  <a:srgbClr val="231F20"/>
                </a:solidFill>
                <a:latin typeface="Arial"/>
                <a:cs typeface="Arial"/>
              </a:rPr>
              <a:t> </a:t>
            </a:r>
            <a:r>
              <a:rPr sz="1000" spc="-10" dirty="0">
                <a:solidFill>
                  <a:srgbClr val="231F20"/>
                </a:solidFill>
                <a:latin typeface="Arial"/>
                <a:cs typeface="Arial"/>
              </a:rPr>
              <a:t>Pizzeria </a:t>
            </a:r>
            <a:r>
              <a:rPr sz="1000" spc="-25" dirty="0">
                <a:solidFill>
                  <a:srgbClr val="231F20"/>
                </a:solidFill>
                <a:latin typeface="Arial"/>
                <a:cs typeface="Arial"/>
              </a:rPr>
              <a:t>Paradiso.The</a:t>
            </a:r>
            <a:r>
              <a:rPr sz="1000" dirty="0">
                <a:solidFill>
                  <a:srgbClr val="231F20"/>
                </a:solidFill>
                <a:latin typeface="Arial"/>
                <a:cs typeface="Arial"/>
              </a:rPr>
              <a:t> program</a:t>
            </a:r>
            <a:r>
              <a:rPr sz="1000" spc="5"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concluded</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bang</a:t>
            </a:r>
            <a:r>
              <a:rPr sz="1000" spc="5" dirty="0">
                <a:solidFill>
                  <a:srgbClr val="231F20"/>
                </a:solidFill>
                <a:latin typeface="Arial"/>
                <a:cs typeface="Arial"/>
              </a:rPr>
              <a:t> </a:t>
            </a:r>
            <a:r>
              <a:rPr sz="1000" spc="-25" dirty="0">
                <a:solidFill>
                  <a:srgbClr val="231F20"/>
                </a:solidFill>
                <a:latin typeface="Arial"/>
                <a:cs typeface="Arial"/>
              </a:rPr>
              <a:t>as </a:t>
            </a:r>
            <a:r>
              <a:rPr sz="1000" dirty="0">
                <a:solidFill>
                  <a:srgbClr val="231F20"/>
                </a:solidFill>
                <a:latin typeface="Arial"/>
                <a:cs typeface="Arial"/>
              </a:rPr>
              <a:t>Group 5</a:t>
            </a:r>
            <a:r>
              <a:rPr sz="1000" spc="5" dirty="0">
                <a:solidFill>
                  <a:srgbClr val="231F20"/>
                </a:solidFill>
                <a:latin typeface="Arial"/>
                <a:cs typeface="Arial"/>
              </a:rPr>
              <a:t> </a:t>
            </a:r>
            <a:r>
              <a:rPr sz="1000" dirty="0">
                <a:solidFill>
                  <a:srgbClr val="231F20"/>
                </a:solidFill>
                <a:latin typeface="Arial"/>
                <a:cs typeface="Arial"/>
              </a:rPr>
              <a:t>gathered</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Neon</a:t>
            </a:r>
            <a:r>
              <a:rPr sz="1000" spc="5" dirty="0">
                <a:solidFill>
                  <a:srgbClr val="231F20"/>
                </a:solidFill>
                <a:latin typeface="Arial"/>
                <a:cs typeface="Arial"/>
              </a:rPr>
              <a:t> </a:t>
            </a:r>
            <a:r>
              <a:rPr sz="1000" dirty="0">
                <a:solidFill>
                  <a:srgbClr val="231F20"/>
                </a:solidFill>
                <a:latin typeface="Arial"/>
                <a:cs typeface="Arial"/>
              </a:rPr>
              <a:t>Lights</a:t>
            </a:r>
            <a:r>
              <a:rPr sz="1000" spc="5" dirty="0">
                <a:solidFill>
                  <a:srgbClr val="231F20"/>
                </a:solidFill>
                <a:latin typeface="Arial"/>
                <a:cs typeface="Arial"/>
              </a:rPr>
              <a:t> </a:t>
            </a:r>
            <a:r>
              <a:rPr sz="1000" spc="-20" dirty="0">
                <a:solidFill>
                  <a:srgbClr val="231F20"/>
                </a:solidFill>
                <a:latin typeface="Arial"/>
                <a:cs typeface="Arial"/>
              </a:rPr>
              <a:t>Party.</a:t>
            </a:r>
            <a:r>
              <a:rPr sz="1000" spc="5" dirty="0">
                <a:solidFill>
                  <a:srgbClr val="231F20"/>
                </a:solidFill>
                <a:latin typeface="Arial"/>
                <a:cs typeface="Arial"/>
              </a:rPr>
              <a:t> </a:t>
            </a:r>
            <a:r>
              <a:rPr sz="1000" spc="-10" dirty="0">
                <a:solidFill>
                  <a:srgbClr val="231F20"/>
                </a:solidFill>
                <a:latin typeface="Arial"/>
                <a:cs typeface="Arial"/>
              </a:rPr>
              <a:t>Featuring</a:t>
            </a:r>
            <a:endParaRPr sz="1000">
              <a:latin typeface="Arial"/>
              <a:cs typeface="Arial"/>
            </a:endParaRPr>
          </a:p>
          <a:p>
            <a:pPr marL="12700" marR="104139">
              <a:lnSpc>
                <a:spcPct val="100000"/>
              </a:lnSpc>
            </a:pP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professional</a:t>
            </a:r>
            <a:r>
              <a:rPr sz="1000" spc="-10" dirty="0">
                <a:solidFill>
                  <a:srgbClr val="231F20"/>
                </a:solidFill>
                <a:latin typeface="Arial"/>
                <a:cs typeface="Arial"/>
              </a:rPr>
              <a:t> </a:t>
            </a:r>
            <a:r>
              <a:rPr sz="1000" spc="-45" dirty="0">
                <a:solidFill>
                  <a:srgbClr val="231F20"/>
                </a:solidFill>
                <a:latin typeface="Arial"/>
                <a:cs typeface="Arial"/>
              </a:rPr>
              <a:t>DJ,</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photo</a:t>
            </a:r>
            <a:r>
              <a:rPr sz="1000" spc="-10" dirty="0">
                <a:solidFill>
                  <a:srgbClr val="231F20"/>
                </a:solidFill>
                <a:latin typeface="Arial"/>
                <a:cs typeface="Arial"/>
              </a:rPr>
              <a:t> </a:t>
            </a:r>
            <a:r>
              <a:rPr sz="1000" dirty="0">
                <a:solidFill>
                  <a:srgbClr val="231F20"/>
                </a:solidFill>
                <a:latin typeface="Arial"/>
                <a:cs typeface="Arial"/>
              </a:rPr>
              <a:t>booth,</a:t>
            </a:r>
            <a:r>
              <a:rPr sz="1000" spc="-10" dirty="0">
                <a:solidFill>
                  <a:srgbClr val="231F20"/>
                </a:solidFill>
                <a:latin typeface="Arial"/>
                <a:cs typeface="Arial"/>
              </a:rPr>
              <a:t> </a:t>
            </a:r>
            <a:r>
              <a:rPr sz="1000" dirty="0">
                <a:solidFill>
                  <a:srgbClr val="231F20"/>
                </a:solidFill>
                <a:latin typeface="Arial"/>
                <a:cs typeface="Arial"/>
              </a:rPr>
              <a:t>savory</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20" dirty="0">
                <a:solidFill>
                  <a:srgbClr val="231F20"/>
                </a:solidFill>
                <a:latin typeface="Arial"/>
                <a:cs typeface="Arial"/>
              </a:rPr>
              <a:t>sweet </a:t>
            </a:r>
            <a:r>
              <a:rPr sz="1000" spc="-10" dirty="0">
                <a:solidFill>
                  <a:srgbClr val="231F20"/>
                </a:solidFill>
                <a:latin typeface="Arial"/>
                <a:cs typeface="Arial"/>
              </a:rPr>
              <a:t>refreshments,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plenty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it</a:t>
            </a:r>
            <a:r>
              <a:rPr sz="1000" spc="-5" dirty="0">
                <a:solidFill>
                  <a:srgbClr val="231F20"/>
                </a:solidFill>
                <a:latin typeface="Arial"/>
                <a:cs typeface="Arial"/>
              </a:rPr>
              <a:t>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memorable</a:t>
            </a:r>
            <a:r>
              <a:rPr sz="1000" spc="-5" dirty="0">
                <a:solidFill>
                  <a:srgbClr val="231F20"/>
                </a:solidFill>
                <a:latin typeface="Arial"/>
                <a:cs typeface="Arial"/>
              </a:rPr>
              <a:t> </a:t>
            </a:r>
            <a:r>
              <a:rPr sz="1000" spc="-25" dirty="0">
                <a:solidFill>
                  <a:srgbClr val="231F20"/>
                </a:solidFill>
                <a:latin typeface="Arial"/>
                <a:cs typeface="Arial"/>
              </a:rPr>
              <a:t>way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celebrate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end</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spc="-10" dirty="0">
                <a:solidFill>
                  <a:srgbClr val="231F20"/>
                </a:solidFill>
                <a:latin typeface="Arial"/>
                <a:cs typeface="Arial"/>
              </a:rPr>
              <a:t>successful</a:t>
            </a:r>
            <a:r>
              <a:rPr sz="1000" spc="5" dirty="0">
                <a:solidFill>
                  <a:srgbClr val="231F20"/>
                </a:solidFill>
                <a:latin typeface="Arial"/>
                <a:cs typeface="Arial"/>
              </a:rPr>
              <a:t> </a:t>
            </a:r>
            <a:r>
              <a:rPr sz="1000" spc="-20" dirty="0">
                <a:solidFill>
                  <a:srgbClr val="231F20"/>
                </a:solidFill>
                <a:latin typeface="Arial"/>
                <a:cs typeface="Arial"/>
              </a:rPr>
              <a:t>year.</a:t>
            </a:r>
            <a:endParaRPr sz="1000">
              <a:latin typeface="Arial"/>
              <a:cs typeface="Arial"/>
            </a:endParaRPr>
          </a:p>
          <a:p>
            <a:pPr marL="12700" marR="8890">
              <a:lnSpc>
                <a:spcPct val="100000"/>
              </a:lnSpc>
              <a:spcBef>
                <a:spcPts val="900"/>
              </a:spcBef>
            </a:pP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6,</a:t>
            </a:r>
            <a:r>
              <a:rPr sz="1000" spc="-15"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dirty="0">
                <a:solidFill>
                  <a:srgbClr val="231F20"/>
                </a:solidFill>
                <a:latin typeface="Arial"/>
                <a:cs typeface="Arial"/>
              </a:rPr>
              <a:t>Senior</a:t>
            </a:r>
            <a:r>
              <a:rPr sz="1000" spc="-15" dirty="0">
                <a:solidFill>
                  <a:srgbClr val="231F20"/>
                </a:solidFill>
                <a:latin typeface="Arial"/>
                <a:cs typeface="Arial"/>
              </a:rPr>
              <a:t> </a:t>
            </a:r>
            <a:r>
              <a:rPr sz="1000" spc="-25"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embraced</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2022–2023 </a:t>
            </a:r>
            <a:r>
              <a:rPr sz="1000" dirty="0">
                <a:solidFill>
                  <a:srgbClr val="231F20"/>
                </a:solidFill>
                <a:latin typeface="Arial"/>
                <a:cs typeface="Arial"/>
              </a:rPr>
              <a:t>program</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enthusiasm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creativity.</a:t>
            </a:r>
            <a:r>
              <a:rPr sz="1000" spc="-1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calendar</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engaging</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interactive</a:t>
            </a:r>
            <a:r>
              <a:rPr sz="1000" spc="25" dirty="0">
                <a:solidFill>
                  <a:srgbClr val="231F20"/>
                </a:solidFill>
                <a:latin typeface="Arial"/>
                <a:cs typeface="Arial"/>
              </a:rPr>
              <a:t> </a:t>
            </a:r>
            <a:r>
              <a:rPr sz="1000" dirty="0">
                <a:solidFill>
                  <a:srgbClr val="231F20"/>
                </a:solidFill>
                <a:latin typeface="Arial"/>
                <a:cs typeface="Arial"/>
              </a:rPr>
              <a:t>activities</a:t>
            </a:r>
            <a:r>
              <a:rPr sz="1000" spc="20" dirty="0">
                <a:solidFill>
                  <a:srgbClr val="231F20"/>
                </a:solidFill>
                <a:latin typeface="Arial"/>
                <a:cs typeface="Arial"/>
              </a:rPr>
              <a:t> </a:t>
            </a:r>
            <a:r>
              <a:rPr sz="1000" spc="-10" dirty="0">
                <a:solidFill>
                  <a:srgbClr val="231F20"/>
                </a:solidFill>
                <a:latin typeface="Arial"/>
                <a:cs typeface="Arial"/>
              </a:rPr>
              <a:t>showcased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camaraderie,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commitment</a:t>
            </a:r>
            <a:r>
              <a:rPr sz="1000" spc="-10" dirty="0">
                <a:solidFill>
                  <a:srgbClr val="231F20"/>
                </a:solidFill>
                <a:latin typeface="Arial"/>
                <a:cs typeface="Arial"/>
              </a:rPr>
              <a:t> </a:t>
            </a:r>
            <a:r>
              <a:rPr sz="1000" spc="-25" dirty="0">
                <a:solidFill>
                  <a:srgbClr val="231F20"/>
                </a:solidFill>
                <a:latin typeface="Arial"/>
                <a:cs typeface="Arial"/>
              </a:rPr>
              <a:t>to</a:t>
            </a:r>
            <a:endParaRPr sz="1000">
              <a:latin typeface="Arial"/>
              <a:cs typeface="Arial"/>
            </a:endParaRPr>
          </a:p>
          <a:p>
            <a:pPr marL="12700" marR="150495">
              <a:lnSpc>
                <a:spcPct val="100000"/>
              </a:lnSpc>
            </a:pPr>
            <a:r>
              <a:rPr sz="1000" dirty="0">
                <a:solidFill>
                  <a:srgbClr val="231F20"/>
                </a:solidFill>
                <a:latin typeface="Arial"/>
                <a:cs typeface="Arial"/>
              </a:rPr>
              <a:t>making</a:t>
            </a:r>
            <a:r>
              <a:rPr sz="1000" spc="-5" dirty="0">
                <a:solidFill>
                  <a:srgbClr val="231F20"/>
                </a:solidFill>
                <a:latin typeface="Arial"/>
                <a:cs typeface="Arial"/>
              </a:rPr>
              <a:t> </a:t>
            </a:r>
            <a:r>
              <a:rPr sz="1000" dirty="0">
                <a:solidFill>
                  <a:srgbClr val="231F20"/>
                </a:solidFill>
                <a:latin typeface="Arial"/>
                <a:cs typeface="Arial"/>
              </a:rPr>
              <a:t>a difference</a:t>
            </a:r>
            <a:r>
              <a:rPr sz="1000" spc="-5" dirty="0">
                <a:solidFill>
                  <a:srgbClr val="231F20"/>
                </a:solidFill>
                <a:latin typeface="Arial"/>
                <a:cs typeface="Arial"/>
              </a:rPr>
              <a:t> </a:t>
            </a:r>
            <a:r>
              <a:rPr sz="1000" dirty="0">
                <a:solidFill>
                  <a:srgbClr val="231F20"/>
                </a:solidFill>
                <a:latin typeface="Arial"/>
                <a:cs typeface="Arial"/>
              </a:rPr>
              <a:t>in their </a:t>
            </a:r>
            <a:r>
              <a:rPr sz="1000" spc="-1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Let's dive</a:t>
            </a:r>
            <a:r>
              <a:rPr sz="1000" spc="-5" dirty="0">
                <a:solidFill>
                  <a:srgbClr val="231F20"/>
                </a:solidFill>
                <a:latin typeface="Arial"/>
                <a:cs typeface="Arial"/>
              </a:rPr>
              <a:t> </a:t>
            </a:r>
            <a:r>
              <a:rPr sz="1000" spc="-20" dirty="0">
                <a:solidFill>
                  <a:srgbClr val="231F20"/>
                </a:solidFill>
                <a:latin typeface="Arial"/>
                <a:cs typeface="Arial"/>
              </a:rPr>
              <a:t>into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chapters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remarkable</a:t>
            </a:r>
            <a:r>
              <a:rPr sz="1000" spc="-15" dirty="0">
                <a:solidFill>
                  <a:srgbClr val="231F20"/>
                </a:solidFill>
                <a:latin typeface="Arial"/>
                <a:cs typeface="Arial"/>
              </a:rPr>
              <a:t> </a:t>
            </a:r>
            <a:r>
              <a:rPr sz="1000" spc="-20" dirty="0">
                <a:solidFill>
                  <a:srgbClr val="231F20"/>
                </a:solidFill>
                <a:latin typeface="Arial"/>
                <a:cs typeface="Arial"/>
              </a:rPr>
              <a:t>year.</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program</a:t>
            </a:r>
            <a:r>
              <a:rPr sz="1000" spc="50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began</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Senior</a:t>
            </a:r>
            <a:r>
              <a:rPr sz="1000" spc="-5" dirty="0">
                <a:solidFill>
                  <a:srgbClr val="231F20"/>
                </a:solidFill>
                <a:latin typeface="Arial"/>
                <a:cs typeface="Arial"/>
              </a:rPr>
              <a:t> </a:t>
            </a:r>
            <a:r>
              <a:rPr sz="1000" spc="-20" dirty="0">
                <a:solidFill>
                  <a:srgbClr val="231F20"/>
                </a:solidFill>
                <a:latin typeface="Arial"/>
                <a:cs typeface="Arial"/>
              </a:rPr>
              <a:t>Teen</a:t>
            </a:r>
            <a:r>
              <a:rPr sz="1000" spc="-5" dirty="0">
                <a:solidFill>
                  <a:srgbClr val="231F20"/>
                </a:solidFill>
                <a:latin typeface="Arial"/>
                <a:cs typeface="Arial"/>
              </a:rPr>
              <a:t> </a:t>
            </a:r>
            <a:r>
              <a:rPr sz="1000" spc="-20" dirty="0">
                <a:solidFill>
                  <a:srgbClr val="231F20"/>
                </a:solidFill>
                <a:latin typeface="Arial"/>
                <a:cs typeface="Arial"/>
              </a:rPr>
              <a:t>Retreat,</a:t>
            </a:r>
            <a:r>
              <a:rPr sz="1000" spc="-5" dirty="0">
                <a:solidFill>
                  <a:srgbClr val="231F20"/>
                </a:solidFill>
                <a:latin typeface="Arial"/>
                <a:cs typeface="Arial"/>
              </a:rPr>
              <a:t> </a:t>
            </a:r>
            <a:r>
              <a:rPr sz="1000" spc="-20" dirty="0">
                <a:solidFill>
                  <a:srgbClr val="231F20"/>
                </a:solidFill>
                <a:latin typeface="Arial"/>
                <a:cs typeface="Arial"/>
              </a:rPr>
              <a:t>where </a:t>
            </a:r>
            <a:r>
              <a:rPr sz="1000" dirty="0">
                <a:solidFill>
                  <a:srgbClr val="231F20"/>
                </a:solidFill>
                <a:latin typeface="Arial"/>
                <a:cs typeface="Arial"/>
              </a:rPr>
              <a:t>Senior</a:t>
            </a:r>
            <a:r>
              <a:rPr sz="1000" spc="-10" dirty="0">
                <a:solidFill>
                  <a:srgbClr val="231F20"/>
                </a:solidFill>
                <a:latin typeface="Arial"/>
                <a:cs typeface="Arial"/>
              </a:rPr>
              <a:t> </a:t>
            </a: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took</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reins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planning</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strategizing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 2023 </a:t>
            </a:r>
            <a:r>
              <a:rPr sz="1000" spc="-20" dirty="0">
                <a:solidFill>
                  <a:srgbClr val="231F20"/>
                </a:solidFill>
                <a:latin typeface="Arial"/>
                <a:cs typeface="Arial"/>
              </a:rPr>
              <a:t>Eastern</a:t>
            </a:r>
            <a:r>
              <a:rPr sz="1000" dirty="0">
                <a:solidFill>
                  <a:srgbClr val="231F20"/>
                </a:solidFill>
                <a:latin typeface="Arial"/>
                <a:cs typeface="Arial"/>
              </a:rPr>
              <a:t> </a:t>
            </a:r>
            <a:r>
              <a:rPr sz="1000" spc="-10" dirty="0">
                <a:solidFill>
                  <a:srgbClr val="231F20"/>
                </a:solidFill>
                <a:latin typeface="Arial"/>
                <a:cs typeface="Arial"/>
              </a:rPr>
              <a:t>Regional</a:t>
            </a:r>
            <a:r>
              <a:rPr sz="1000" dirty="0">
                <a:solidFill>
                  <a:srgbClr val="231F20"/>
                </a:solidFill>
                <a:latin typeface="Arial"/>
                <a:cs typeface="Arial"/>
              </a:rPr>
              <a:t> </a:t>
            </a:r>
            <a:r>
              <a:rPr sz="1000" spc="-20" dirty="0">
                <a:solidFill>
                  <a:srgbClr val="231F20"/>
                </a:solidFill>
                <a:latin typeface="Arial"/>
                <a:cs typeface="Arial"/>
              </a:rPr>
              <a:t>Teen</a:t>
            </a:r>
            <a:r>
              <a:rPr sz="1000" spc="-5" dirty="0">
                <a:solidFill>
                  <a:srgbClr val="231F20"/>
                </a:solidFill>
                <a:latin typeface="Arial"/>
                <a:cs typeface="Arial"/>
              </a:rPr>
              <a:t> </a:t>
            </a:r>
            <a:r>
              <a:rPr sz="1000" dirty="0">
                <a:solidFill>
                  <a:srgbClr val="231F20"/>
                </a:solidFill>
                <a:latin typeface="Arial"/>
                <a:cs typeface="Arial"/>
              </a:rPr>
              <a:t>Conference. </a:t>
            </a:r>
            <a:r>
              <a:rPr sz="1000" spc="-20" dirty="0">
                <a:solidFill>
                  <a:srgbClr val="231F20"/>
                </a:solidFill>
                <a:latin typeface="Arial"/>
                <a:cs typeface="Arial"/>
              </a:rPr>
              <a:t>Their </a:t>
            </a:r>
            <a:r>
              <a:rPr sz="1000" dirty="0">
                <a:solidFill>
                  <a:srgbClr val="231F20"/>
                </a:solidFill>
                <a:latin typeface="Arial"/>
                <a:cs typeface="Arial"/>
              </a:rPr>
              <a:t>creative minds</a:t>
            </a:r>
            <a:r>
              <a:rPr sz="1000" spc="5" dirty="0">
                <a:solidFill>
                  <a:srgbClr val="231F20"/>
                </a:solidFill>
                <a:latin typeface="Arial"/>
                <a:cs typeface="Arial"/>
              </a:rPr>
              <a:t> </a:t>
            </a:r>
            <a:r>
              <a:rPr sz="1000" dirty="0">
                <a:solidFill>
                  <a:srgbClr val="231F20"/>
                </a:solidFill>
                <a:latin typeface="Arial"/>
                <a:cs typeface="Arial"/>
              </a:rPr>
              <a:t>came</a:t>
            </a:r>
            <a:r>
              <a:rPr sz="1000" spc="5" dirty="0">
                <a:solidFill>
                  <a:srgbClr val="231F20"/>
                </a:solidFill>
                <a:latin typeface="Arial"/>
                <a:cs typeface="Arial"/>
              </a:rPr>
              <a:t> </a:t>
            </a:r>
            <a:r>
              <a:rPr sz="1000" dirty="0">
                <a:solidFill>
                  <a:srgbClr val="231F20"/>
                </a:solidFill>
                <a:latin typeface="Arial"/>
                <a:cs typeface="Arial"/>
              </a:rPr>
              <a:t>together</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develop a</a:t>
            </a:r>
            <a:r>
              <a:rPr sz="1000" spc="5" dirty="0">
                <a:solidFill>
                  <a:srgbClr val="231F20"/>
                </a:solidFill>
                <a:latin typeface="Arial"/>
                <a:cs typeface="Arial"/>
              </a:rPr>
              <a:t> </a:t>
            </a:r>
            <a:r>
              <a:rPr sz="1000" spc="-20" dirty="0">
                <a:solidFill>
                  <a:srgbClr val="231F20"/>
                </a:solidFill>
                <a:latin typeface="Arial"/>
                <a:cs typeface="Arial"/>
              </a:rPr>
              <a:t>theme</a:t>
            </a:r>
            <a:endParaRPr sz="1000">
              <a:latin typeface="Arial"/>
              <a:cs typeface="Arial"/>
            </a:endParaRPr>
          </a:p>
          <a:p>
            <a:pPr marL="12700">
              <a:lnSpc>
                <a:spcPct val="100000"/>
              </a:lnSpc>
            </a:pP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craft</a:t>
            </a:r>
            <a:r>
              <a:rPr sz="1000" spc="-15" dirty="0">
                <a:solidFill>
                  <a:srgbClr val="231F20"/>
                </a:solidFill>
                <a:latin typeface="Arial"/>
                <a:cs typeface="Arial"/>
              </a:rPr>
              <a:t> </a:t>
            </a:r>
            <a:r>
              <a:rPr sz="1000" dirty="0">
                <a:solidFill>
                  <a:srgbClr val="231F20"/>
                </a:solidFill>
                <a:latin typeface="Arial"/>
                <a:cs typeface="Arial"/>
              </a:rPr>
              <a:t>ideas</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banners,</a:t>
            </a:r>
            <a:r>
              <a:rPr sz="1000" spc="-15" dirty="0">
                <a:solidFill>
                  <a:srgbClr val="231F20"/>
                </a:solidFill>
                <a:latin typeface="Arial"/>
                <a:cs typeface="Arial"/>
              </a:rPr>
              <a:t> </a:t>
            </a:r>
            <a:r>
              <a:rPr sz="1000" spc="-10" dirty="0">
                <a:solidFill>
                  <a:srgbClr val="231F20"/>
                </a:solidFill>
                <a:latin typeface="Arial"/>
                <a:cs typeface="Arial"/>
              </a:rPr>
              <a:t>displays,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apparel.</a:t>
            </a:r>
            <a:endParaRPr sz="100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569973"/>
            <a:ext cx="3301365" cy="5054600"/>
          </a:xfrm>
          <a:prstGeom prst="rect">
            <a:avLst/>
          </a:prstGeom>
        </p:spPr>
        <p:txBody>
          <a:bodyPr vert="horz" wrap="square" lIns="0" tIns="12700" rIns="0" bIns="0" rtlCol="0">
            <a:spAutoFit/>
          </a:bodyPr>
          <a:lstStyle/>
          <a:p>
            <a:pPr marL="12700" marR="161290">
              <a:lnSpc>
                <a:spcPct val="100000"/>
              </a:lnSpc>
              <a:spcBef>
                <a:spcPts val="100"/>
              </a:spcBef>
            </a:pPr>
            <a:r>
              <a:rPr sz="1000" dirty="0">
                <a:solidFill>
                  <a:srgbClr val="231F20"/>
                </a:solidFill>
                <a:latin typeface="Arial"/>
                <a:cs typeface="Arial"/>
              </a:rPr>
              <a:t>Alongside</a:t>
            </a:r>
            <a:r>
              <a:rPr sz="1000" spc="10" dirty="0">
                <a:solidFill>
                  <a:srgbClr val="231F20"/>
                </a:solidFill>
                <a:latin typeface="Arial"/>
                <a:cs typeface="Arial"/>
              </a:rPr>
              <a:t> </a:t>
            </a:r>
            <a:r>
              <a:rPr sz="1000" dirty="0">
                <a:solidFill>
                  <a:srgbClr val="231F20"/>
                </a:solidFill>
                <a:latin typeface="Arial"/>
                <a:cs typeface="Arial"/>
              </a:rPr>
              <a:t>this,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engaged</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meaningful</a:t>
            </a:r>
            <a:r>
              <a:rPr sz="1000" spc="10" dirty="0">
                <a:solidFill>
                  <a:srgbClr val="231F20"/>
                </a:solidFill>
                <a:latin typeface="Arial"/>
                <a:cs typeface="Arial"/>
              </a:rPr>
              <a:t> </a:t>
            </a:r>
            <a:r>
              <a:rPr sz="1000" spc="-10" dirty="0">
                <a:solidFill>
                  <a:srgbClr val="231F20"/>
                </a:solidFill>
                <a:latin typeface="Arial"/>
                <a:cs typeface="Arial"/>
              </a:rPr>
              <a:t>discussions </a:t>
            </a:r>
            <a:r>
              <a:rPr sz="1000" dirty="0">
                <a:solidFill>
                  <a:srgbClr val="231F20"/>
                </a:solidFill>
                <a:latin typeface="Arial"/>
                <a:cs typeface="Arial"/>
              </a:rPr>
              <a:t>about</a:t>
            </a:r>
            <a:r>
              <a:rPr sz="1000" spc="35" dirty="0">
                <a:solidFill>
                  <a:srgbClr val="231F20"/>
                </a:solidFill>
                <a:latin typeface="Arial"/>
                <a:cs typeface="Arial"/>
              </a:rPr>
              <a:t> </a:t>
            </a:r>
            <a:r>
              <a:rPr sz="1000" dirty="0">
                <a:solidFill>
                  <a:srgbClr val="231F20"/>
                </a:solidFill>
                <a:latin typeface="Arial"/>
                <a:cs typeface="Arial"/>
              </a:rPr>
              <a:t>effective</a:t>
            </a:r>
            <a:r>
              <a:rPr sz="1000" spc="40" dirty="0">
                <a:solidFill>
                  <a:srgbClr val="231F20"/>
                </a:solidFill>
                <a:latin typeface="Arial"/>
                <a:cs typeface="Arial"/>
              </a:rPr>
              <a:t> </a:t>
            </a:r>
            <a:r>
              <a:rPr sz="1000" dirty="0">
                <a:solidFill>
                  <a:srgbClr val="231F20"/>
                </a:solidFill>
                <a:latin typeface="Arial"/>
                <a:cs typeface="Arial"/>
              </a:rPr>
              <a:t>leadership</a:t>
            </a:r>
            <a:r>
              <a:rPr sz="1000" spc="40" dirty="0">
                <a:solidFill>
                  <a:srgbClr val="231F20"/>
                </a:solidFill>
                <a:latin typeface="Arial"/>
                <a:cs typeface="Arial"/>
              </a:rPr>
              <a:t>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philanthropic</a:t>
            </a:r>
            <a:r>
              <a:rPr sz="1000" spc="40" dirty="0">
                <a:solidFill>
                  <a:srgbClr val="231F20"/>
                </a:solidFill>
                <a:latin typeface="Arial"/>
                <a:cs typeface="Arial"/>
              </a:rPr>
              <a:t> </a:t>
            </a:r>
            <a:r>
              <a:rPr sz="1000" spc="-20" dirty="0">
                <a:solidFill>
                  <a:srgbClr val="231F20"/>
                </a:solidFill>
                <a:latin typeface="Arial"/>
                <a:cs typeface="Arial"/>
              </a:rPr>
              <a:t>role</a:t>
            </a:r>
            <a:endParaRPr sz="1000">
              <a:latin typeface="Arial"/>
              <a:cs typeface="Arial"/>
            </a:endParaRPr>
          </a:p>
          <a:p>
            <a:pPr marL="12700" marR="118745">
              <a:lnSpc>
                <a:spcPct val="100000"/>
              </a:lnSpc>
            </a:pP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Jack</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Jill.</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retreat</a:t>
            </a:r>
            <a:r>
              <a:rPr sz="1000" spc="-20" dirty="0">
                <a:solidFill>
                  <a:srgbClr val="231F20"/>
                </a:solidFill>
                <a:latin typeface="Arial"/>
                <a:cs typeface="Arial"/>
              </a:rPr>
              <a:t> </a:t>
            </a:r>
            <a:r>
              <a:rPr sz="1000" dirty="0">
                <a:solidFill>
                  <a:srgbClr val="231F20"/>
                </a:solidFill>
                <a:latin typeface="Arial"/>
                <a:cs typeface="Arial"/>
              </a:rPr>
              <a:t>set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stage</a:t>
            </a:r>
            <a:r>
              <a:rPr sz="1000" spc="-2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inspiration</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innovation.</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October,</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6</a:t>
            </a:r>
            <a:r>
              <a:rPr sz="1000" spc="-15" dirty="0">
                <a:solidFill>
                  <a:srgbClr val="231F20"/>
                </a:solidFill>
                <a:latin typeface="Arial"/>
                <a:cs typeface="Arial"/>
              </a:rPr>
              <a:t> </a:t>
            </a:r>
            <a:r>
              <a:rPr sz="1000" spc="-10" dirty="0">
                <a:solidFill>
                  <a:srgbClr val="231F20"/>
                </a:solidFill>
                <a:latin typeface="Arial"/>
                <a:cs typeface="Arial"/>
              </a:rPr>
              <a:t>Senior </a:t>
            </a:r>
            <a:r>
              <a:rPr sz="1000" spc="-20" dirty="0">
                <a:solidFill>
                  <a:srgbClr val="231F20"/>
                </a:solidFill>
                <a:latin typeface="Arial"/>
                <a:cs typeface="Arial"/>
              </a:rPr>
              <a:t>Teens </a:t>
            </a:r>
            <a:r>
              <a:rPr sz="1000" dirty="0">
                <a:solidFill>
                  <a:srgbClr val="231F20"/>
                </a:solidFill>
                <a:latin typeface="Arial"/>
                <a:cs typeface="Arial"/>
              </a:rPr>
              <a:t>headed</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Six</a:t>
            </a:r>
            <a:r>
              <a:rPr sz="1000" spc="-15" dirty="0">
                <a:solidFill>
                  <a:srgbClr val="231F20"/>
                </a:solidFill>
                <a:latin typeface="Arial"/>
                <a:cs typeface="Arial"/>
              </a:rPr>
              <a:t> </a:t>
            </a:r>
            <a:r>
              <a:rPr sz="1000" spc="-20" dirty="0">
                <a:solidFill>
                  <a:srgbClr val="231F20"/>
                </a:solidFill>
                <a:latin typeface="Arial"/>
                <a:cs typeface="Arial"/>
              </a:rPr>
              <a:t>Flags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Fright</a:t>
            </a:r>
            <a:r>
              <a:rPr sz="1000" spc="-20" dirty="0">
                <a:solidFill>
                  <a:srgbClr val="231F20"/>
                </a:solidFill>
                <a:latin typeface="Arial"/>
                <a:cs typeface="Arial"/>
              </a:rPr>
              <a:t> </a:t>
            </a:r>
            <a:r>
              <a:rPr sz="1000" spc="-10" dirty="0">
                <a:solidFill>
                  <a:srgbClr val="231F20"/>
                </a:solidFill>
                <a:latin typeface="Arial"/>
                <a:cs typeface="Arial"/>
              </a:rPr>
              <a:t>Fest.</a:t>
            </a:r>
            <a:r>
              <a:rPr sz="1000" spc="-15" dirty="0">
                <a:solidFill>
                  <a:srgbClr val="231F20"/>
                </a:solidFill>
                <a:latin typeface="Arial"/>
                <a:cs typeface="Arial"/>
              </a:rPr>
              <a:t> </a:t>
            </a:r>
            <a:r>
              <a:rPr sz="1000" spc="-10" dirty="0">
                <a:solidFill>
                  <a:srgbClr val="231F20"/>
                </a:solidFill>
                <a:latin typeface="Arial"/>
                <a:cs typeface="Arial"/>
              </a:rPr>
              <a:t>This</a:t>
            </a:r>
            <a:r>
              <a:rPr sz="1000" spc="-20" dirty="0">
                <a:solidFill>
                  <a:srgbClr val="231F20"/>
                </a:solidFill>
                <a:latin typeface="Arial"/>
                <a:cs typeface="Arial"/>
              </a:rPr>
              <a:t> </a:t>
            </a:r>
            <a:r>
              <a:rPr sz="1000" spc="-10" dirty="0">
                <a:solidFill>
                  <a:srgbClr val="231F20"/>
                </a:solidFill>
                <a:latin typeface="Arial"/>
                <a:cs typeface="Arial"/>
              </a:rPr>
              <a:t>thrilling amusement</a:t>
            </a:r>
            <a:r>
              <a:rPr sz="1000" spc="10" dirty="0">
                <a:solidFill>
                  <a:srgbClr val="231F20"/>
                </a:solidFill>
                <a:latin typeface="Arial"/>
                <a:cs typeface="Arial"/>
              </a:rPr>
              <a:t> </a:t>
            </a:r>
            <a:r>
              <a:rPr sz="1000" dirty="0">
                <a:solidFill>
                  <a:srgbClr val="231F20"/>
                </a:solidFill>
                <a:latin typeface="Arial"/>
                <a:cs typeface="Arial"/>
              </a:rPr>
              <a:t>park</a:t>
            </a:r>
            <a:r>
              <a:rPr sz="1000" spc="10" dirty="0">
                <a:solidFill>
                  <a:srgbClr val="231F20"/>
                </a:solidFill>
                <a:latin typeface="Arial"/>
                <a:cs typeface="Arial"/>
              </a:rPr>
              <a:t> </a:t>
            </a:r>
            <a:r>
              <a:rPr sz="1000" dirty="0">
                <a:solidFill>
                  <a:srgbClr val="231F20"/>
                </a:solidFill>
                <a:latin typeface="Arial"/>
                <a:cs typeface="Arial"/>
              </a:rPr>
              <a:t>adventure</a:t>
            </a:r>
            <a:r>
              <a:rPr sz="1000" spc="10" dirty="0">
                <a:solidFill>
                  <a:srgbClr val="231F20"/>
                </a:solidFill>
                <a:latin typeface="Arial"/>
                <a:cs typeface="Arial"/>
              </a:rPr>
              <a:t> </a:t>
            </a:r>
            <a:r>
              <a:rPr sz="1000" dirty="0">
                <a:solidFill>
                  <a:srgbClr val="231F20"/>
                </a:solidFill>
                <a:latin typeface="Arial"/>
                <a:cs typeface="Arial"/>
              </a:rPr>
              <a:t>allowed</a:t>
            </a:r>
            <a:r>
              <a:rPr sz="1000" spc="10" dirty="0">
                <a:solidFill>
                  <a:srgbClr val="231F20"/>
                </a:solidFill>
                <a:latin typeface="Arial"/>
                <a:cs typeface="Arial"/>
              </a:rPr>
              <a:t> </a:t>
            </a:r>
            <a:r>
              <a:rPr sz="1000" dirty="0">
                <a:solidFill>
                  <a:srgbClr val="231F20"/>
                </a:solidFill>
                <a:latin typeface="Arial"/>
                <a:cs typeface="Arial"/>
              </a:rPr>
              <a:t>them</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unwind</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strengthen</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bonds</a:t>
            </a:r>
            <a:r>
              <a:rPr sz="1000" spc="30" dirty="0">
                <a:solidFill>
                  <a:srgbClr val="231F20"/>
                </a:solidFill>
                <a:latin typeface="Arial"/>
                <a:cs typeface="Arial"/>
              </a:rPr>
              <a:t> </a:t>
            </a:r>
            <a:r>
              <a:rPr sz="1000" dirty="0">
                <a:solidFill>
                  <a:srgbClr val="231F20"/>
                </a:solidFill>
                <a:latin typeface="Arial"/>
                <a:cs typeface="Arial"/>
              </a:rPr>
              <a:t>formed</a:t>
            </a:r>
            <a:r>
              <a:rPr sz="1000" spc="35" dirty="0">
                <a:solidFill>
                  <a:srgbClr val="231F20"/>
                </a:solidFill>
                <a:latin typeface="Arial"/>
                <a:cs typeface="Arial"/>
              </a:rPr>
              <a:t> </a:t>
            </a:r>
            <a:r>
              <a:rPr sz="1000" dirty="0">
                <a:solidFill>
                  <a:srgbClr val="231F20"/>
                </a:solidFill>
                <a:latin typeface="Arial"/>
                <a:cs typeface="Arial"/>
              </a:rPr>
              <a:t>during</a:t>
            </a:r>
            <a:r>
              <a:rPr sz="1000" spc="35" dirty="0">
                <a:solidFill>
                  <a:srgbClr val="231F20"/>
                </a:solidFill>
                <a:latin typeface="Arial"/>
                <a:cs typeface="Arial"/>
              </a:rPr>
              <a:t> </a:t>
            </a:r>
            <a:r>
              <a:rPr sz="1000" dirty="0">
                <a:solidFill>
                  <a:srgbClr val="231F20"/>
                </a:solidFill>
                <a:latin typeface="Arial"/>
                <a:cs typeface="Arial"/>
              </a:rPr>
              <a:t>their</a:t>
            </a:r>
            <a:r>
              <a:rPr sz="1000" spc="30" dirty="0">
                <a:solidFill>
                  <a:srgbClr val="231F20"/>
                </a:solidFill>
                <a:latin typeface="Arial"/>
                <a:cs typeface="Arial"/>
              </a:rPr>
              <a:t> </a:t>
            </a:r>
            <a:r>
              <a:rPr sz="1000" spc="-10" dirty="0">
                <a:solidFill>
                  <a:srgbClr val="231F20"/>
                </a:solidFill>
                <a:latin typeface="Arial"/>
                <a:cs typeface="Arial"/>
              </a:rPr>
              <a:t>September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Chaperoned into groups, they embraced </a:t>
            </a:r>
            <a:r>
              <a:rPr sz="1000" spc="-25" dirty="0">
                <a:solidFill>
                  <a:srgbClr val="231F20"/>
                </a:solidFill>
                <a:latin typeface="Arial"/>
                <a:cs typeface="Arial"/>
              </a:rPr>
              <a:t>new </a:t>
            </a:r>
            <a:r>
              <a:rPr sz="1000" dirty="0">
                <a:solidFill>
                  <a:srgbClr val="231F20"/>
                </a:solidFill>
                <a:latin typeface="Arial"/>
                <a:cs typeface="Arial"/>
              </a:rPr>
              <a:t>experiences,</a:t>
            </a:r>
            <a:r>
              <a:rPr sz="1000" spc="-20" dirty="0">
                <a:solidFill>
                  <a:srgbClr val="231F20"/>
                </a:solidFill>
                <a:latin typeface="Arial"/>
                <a:cs typeface="Arial"/>
              </a:rPr>
              <a:t> </a:t>
            </a:r>
            <a:r>
              <a:rPr sz="1000" dirty="0">
                <a:solidFill>
                  <a:srgbClr val="231F20"/>
                </a:solidFill>
                <a:latin typeface="Arial"/>
                <a:cs typeface="Arial"/>
              </a:rPr>
              <a:t>from</a:t>
            </a:r>
            <a:r>
              <a:rPr sz="1000" spc="-20" dirty="0">
                <a:solidFill>
                  <a:srgbClr val="231F20"/>
                </a:solidFill>
                <a:latin typeface="Arial"/>
                <a:cs typeface="Arial"/>
              </a:rPr>
              <a:t> </a:t>
            </a:r>
            <a:r>
              <a:rPr sz="1000" dirty="0">
                <a:solidFill>
                  <a:srgbClr val="231F20"/>
                </a:solidFill>
                <a:latin typeface="Arial"/>
                <a:cs typeface="Arial"/>
              </a:rPr>
              <a:t>daring</a:t>
            </a:r>
            <a:r>
              <a:rPr sz="1000" spc="-15" dirty="0">
                <a:solidFill>
                  <a:srgbClr val="231F20"/>
                </a:solidFill>
                <a:latin typeface="Arial"/>
                <a:cs typeface="Arial"/>
              </a:rPr>
              <a:t> </a:t>
            </a:r>
            <a:r>
              <a:rPr sz="1000" dirty="0">
                <a:solidFill>
                  <a:srgbClr val="231F20"/>
                </a:solidFill>
                <a:latin typeface="Arial"/>
                <a:cs typeface="Arial"/>
              </a:rPr>
              <a:t>rides</a:t>
            </a:r>
            <a:r>
              <a:rPr sz="1000" spc="-2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games</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tantalizing </a:t>
            </a:r>
            <a:r>
              <a:rPr sz="1000" dirty="0">
                <a:solidFill>
                  <a:srgbClr val="231F20"/>
                </a:solidFill>
                <a:latin typeface="Arial"/>
                <a:cs typeface="Arial"/>
              </a:rPr>
              <a:t>foods.</a:t>
            </a:r>
            <a:r>
              <a:rPr sz="1000" spc="5" dirty="0">
                <a:solidFill>
                  <a:srgbClr val="231F20"/>
                </a:solidFill>
                <a:latin typeface="Arial"/>
                <a:cs typeface="Arial"/>
              </a:rPr>
              <a:t> </a:t>
            </a:r>
            <a:r>
              <a:rPr sz="1000" dirty="0">
                <a:solidFill>
                  <a:srgbClr val="231F20"/>
                </a:solidFill>
                <a:latin typeface="Arial"/>
                <a:cs typeface="Arial"/>
              </a:rPr>
              <a:t>Laughter</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excitement</a:t>
            </a:r>
            <a:r>
              <a:rPr sz="1000" spc="5" dirty="0">
                <a:solidFill>
                  <a:srgbClr val="231F20"/>
                </a:solidFill>
                <a:latin typeface="Arial"/>
                <a:cs typeface="Arial"/>
              </a:rPr>
              <a:t> </a:t>
            </a:r>
            <a:r>
              <a:rPr sz="1000" dirty="0">
                <a:solidFill>
                  <a:srgbClr val="231F20"/>
                </a:solidFill>
                <a:latin typeface="Arial"/>
                <a:cs typeface="Arial"/>
              </a:rPr>
              <a:t>echoed</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park,</a:t>
            </a:r>
            <a:r>
              <a:rPr sz="1000" spc="-20" dirty="0">
                <a:solidFill>
                  <a:srgbClr val="231F20"/>
                </a:solidFill>
                <a:latin typeface="Arial"/>
                <a:cs typeface="Arial"/>
              </a:rPr>
              <a:t> </a:t>
            </a:r>
            <a:r>
              <a:rPr sz="1000" dirty="0">
                <a:solidFill>
                  <a:srgbClr val="231F20"/>
                </a:solidFill>
                <a:latin typeface="Arial"/>
                <a:cs typeface="Arial"/>
              </a:rPr>
              <a:t>making</a:t>
            </a:r>
            <a:r>
              <a:rPr sz="1000" spc="-20" dirty="0">
                <a:solidFill>
                  <a:srgbClr val="231F20"/>
                </a:solidFill>
                <a:latin typeface="Arial"/>
                <a:cs typeface="Arial"/>
              </a:rPr>
              <a:t> </a:t>
            </a:r>
            <a:r>
              <a:rPr sz="1000" dirty="0">
                <a:solidFill>
                  <a:srgbClr val="231F20"/>
                </a:solidFill>
                <a:latin typeface="Arial"/>
                <a:cs typeface="Arial"/>
              </a:rPr>
              <a:t>it</a:t>
            </a:r>
            <a:r>
              <a:rPr sz="1000" spc="-2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memorable</a:t>
            </a:r>
            <a:r>
              <a:rPr sz="1000" spc="-20" dirty="0">
                <a:solidFill>
                  <a:srgbClr val="231F20"/>
                </a:solidFill>
                <a:latin typeface="Arial"/>
                <a:cs typeface="Arial"/>
              </a:rPr>
              <a:t> day.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unique</a:t>
            </a:r>
            <a:r>
              <a:rPr sz="1000" spc="-20" dirty="0">
                <a:solidFill>
                  <a:srgbClr val="231F20"/>
                </a:solidFill>
                <a:latin typeface="Arial"/>
                <a:cs typeface="Arial"/>
              </a:rPr>
              <a:t> </a:t>
            </a:r>
            <a:r>
              <a:rPr sz="1000" spc="-10" dirty="0">
                <a:solidFill>
                  <a:srgbClr val="231F20"/>
                </a:solidFill>
                <a:latin typeface="Arial"/>
                <a:cs typeface="Arial"/>
              </a:rPr>
              <a:t>opportunity </a:t>
            </a:r>
            <a:r>
              <a:rPr sz="1000" dirty="0">
                <a:solidFill>
                  <a:srgbClr val="231F20"/>
                </a:solidFill>
                <a:latin typeface="Arial"/>
                <a:cs typeface="Arial"/>
              </a:rPr>
              <a:t>unfolded</a:t>
            </a:r>
            <a:r>
              <a:rPr sz="1000" spc="-5" dirty="0">
                <a:solidFill>
                  <a:srgbClr val="231F20"/>
                </a:solidFill>
                <a:latin typeface="Arial"/>
                <a:cs typeface="Arial"/>
              </a:rPr>
              <a:t> </a:t>
            </a:r>
            <a:r>
              <a:rPr sz="1000" spc="-10" dirty="0">
                <a:solidFill>
                  <a:srgbClr val="231F20"/>
                </a:solidFill>
                <a:latin typeface="Arial"/>
                <a:cs typeface="Arial"/>
              </a:rPr>
              <a:t>as</a:t>
            </a:r>
            <a:r>
              <a:rPr sz="1000" spc="-5" dirty="0">
                <a:solidFill>
                  <a:srgbClr val="231F20"/>
                </a:solidFill>
                <a:latin typeface="Arial"/>
                <a:cs typeface="Arial"/>
              </a:rPr>
              <a:t> </a:t>
            </a:r>
            <a:r>
              <a:rPr sz="1000" dirty="0">
                <a:solidFill>
                  <a:srgbClr val="231F20"/>
                </a:solidFill>
                <a:latin typeface="Arial"/>
                <a:cs typeface="Arial"/>
              </a:rPr>
              <a:t>Senior </a:t>
            </a: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embarked on</a:t>
            </a:r>
            <a:r>
              <a:rPr sz="1000" spc="-5" dirty="0">
                <a:solidFill>
                  <a:srgbClr val="231F20"/>
                </a:solidFill>
                <a:latin typeface="Arial"/>
                <a:cs typeface="Arial"/>
              </a:rPr>
              <a:t> </a:t>
            </a:r>
            <a:r>
              <a:rPr sz="1000" dirty="0">
                <a:solidFill>
                  <a:srgbClr val="231F20"/>
                </a:solidFill>
                <a:latin typeface="Arial"/>
                <a:cs typeface="Arial"/>
              </a:rPr>
              <a:t>a behind-</a:t>
            </a:r>
            <a:r>
              <a:rPr sz="1000" spc="-20" dirty="0">
                <a:solidFill>
                  <a:srgbClr val="231F20"/>
                </a:solidFill>
                <a:latin typeface="Arial"/>
                <a:cs typeface="Arial"/>
              </a:rPr>
              <a:t>the- </a:t>
            </a:r>
            <a:r>
              <a:rPr sz="1000" dirty="0">
                <a:solidFill>
                  <a:srgbClr val="231F20"/>
                </a:solidFill>
                <a:latin typeface="Arial"/>
                <a:cs typeface="Arial"/>
              </a:rPr>
              <a:t>scenes</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50" dirty="0">
                <a:solidFill>
                  <a:srgbClr val="231F20"/>
                </a:solidFill>
                <a:latin typeface="Arial"/>
                <a:cs typeface="Arial"/>
              </a:rPr>
              <a:t>U.S.</a:t>
            </a:r>
            <a:r>
              <a:rPr sz="1000" spc="-5" dirty="0">
                <a:solidFill>
                  <a:srgbClr val="231F20"/>
                </a:solidFill>
                <a:latin typeface="Arial"/>
                <a:cs typeface="Arial"/>
              </a:rPr>
              <a:t> </a:t>
            </a:r>
            <a:r>
              <a:rPr sz="1000" dirty="0">
                <a:solidFill>
                  <a:srgbClr val="231F20"/>
                </a:solidFill>
                <a:latin typeface="Arial"/>
                <a:cs typeface="Arial"/>
              </a:rPr>
              <a:t>Capitol.</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Speaker</a:t>
            </a:r>
            <a:r>
              <a:rPr sz="1000" spc="50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House</a:t>
            </a:r>
            <a:r>
              <a:rPr sz="1000" spc="15" dirty="0">
                <a:solidFill>
                  <a:srgbClr val="231F20"/>
                </a:solidFill>
                <a:latin typeface="Arial"/>
                <a:cs typeface="Arial"/>
              </a:rPr>
              <a:t> </a:t>
            </a:r>
            <a:r>
              <a:rPr sz="1000" dirty="0">
                <a:solidFill>
                  <a:srgbClr val="231F20"/>
                </a:solidFill>
                <a:latin typeface="Arial"/>
                <a:cs typeface="Arial"/>
              </a:rPr>
              <a:t>meeting</a:t>
            </a:r>
            <a:r>
              <a:rPr sz="1000" spc="10" dirty="0">
                <a:solidFill>
                  <a:srgbClr val="231F20"/>
                </a:solidFill>
                <a:latin typeface="Arial"/>
                <a:cs typeface="Arial"/>
              </a:rPr>
              <a:t> </a:t>
            </a:r>
            <a:r>
              <a:rPr sz="1000" spc="-10" dirty="0">
                <a:solidFill>
                  <a:srgbClr val="231F20"/>
                </a:solidFill>
                <a:latin typeface="Arial"/>
                <a:cs typeface="Arial"/>
              </a:rPr>
              <a:t>spaces,</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history </a:t>
            </a:r>
            <a:r>
              <a:rPr sz="1000" dirty="0">
                <a:solidFill>
                  <a:srgbClr val="231F20"/>
                </a:solidFill>
                <a:latin typeface="Arial"/>
                <a:cs typeface="Arial"/>
              </a:rPr>
              <a:t>of Black Congresspeople, and posed questions </a:t>
            </a:r>
            <a:r>
              <a:rPr sz="1000" spc="-25" dirty="0">
                <a:solidFill>
                  <a:srgbClr val="231F20"/>
                </a:solidFill>
                <a:latin typeface="Arial"/>
                <a:cs typeface="Arial"/>
              </a:rPr>
              <a:t>to</a:t>
            </a:r>
            <a:endParaRPr sz="1000">
              <a:latin typeface="Arial"/>
              <a:cs typeface="Arial"/>
            </a:endParaRPr>
          </a:p>
          <a:p>
            <a:pPr marL="12700" marR="5080">
              <a:lnSpc>
                <a:spcPct val="100000"/>
              </a:lnSpc>
            </a:pPr>
            <a:r>
              <a:rPr sz="1000" dirty="0">
                <a:solidFill>
                  <a:srgbClr val="231F20"/>
                </a:solidFill>
                <a:latin typeface="Arial"/>
                <a:cs typeface="Arial"/>
              </a:rPr>
              <a:t>congressional</a:t>
            </a:r>
            <a:r>
              <a:rPr sz="1000" spc="-15" dirty="0">
                <a:solidFill>
                  <a:srgbClr val="231F20"/>
                </a:solidFill>
                <a:latin typeface="Arial"/>
                <a:cs typeface="Arial"/>
              </a:rPr>
              <a:t> </a:t>
            </a:r>
            <a:r>
              <a:rPr sz="1000" spc="-10" dirty="0">
                <a:solidFill>
                  <a:srgbClr val="231F20"/>
                </a:solidFill>
                <a:latin typeface="Arial"/>
                <a:cs typeface="Arial"/>
              </a:rPr>
              <a:t>staff.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tour</a:t>
            </a:r>
            <a:r>
              <a:rPr sz="1000" spc="-10" dirty="0">
                <a:solidFill>
                  <a:srgbClr val="231F20"/>
                </a:solidFill>
                <a:latin typeface="Arial"/>
                <a:cs typeface="Arial"/>
              </a:rPr>
              <a:t> </a:t>
            </a:r>
            <a:r>
              <a:rPr sz="1000" dirty="0">
                <a:solidFill>
                  <a:srgbClr val="231F20"/>
                </a:solidFill>
                <a:latin typeface="Arial"/>
                <a:cs typeface="Arial"/>
              </a:rPr>
              <a:t>also</a:t>
            </a:r>
            <a:r>
              <a:rPr sz="1000" spc="-10" dirty="0">
                <a:solidFill>
                  <a:srgbClr val="231F20"/>
                </a:solidFill>
                <a:latin typeface="Arial"/>
                <a:cs typeface="Arial"/>
              </a:rPr>
              <a:t> </a:t>
            </a:r>
            <a:r>
              <a:rPr sz="1000" dirty="0">
                <a:solidFill>
                  <a:srgbClr val="231F20"/>
                </a:solidFill>
                <a:latin typeface="Arial"/>
                <a:cs typeface="Arial"/>
              </a:rPr>
              <a:t>unveiled</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significance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Rotunda</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showcased</a:t>
            </a:r>
            <a:r>
              <a:rPr sz="1000" spc="-20" dirty="0">
                <a:solidFill>
                  <a:srgbClr val="231F20"/>
                </a:solidFill>
                <a:latin typeface="Arial"/>
                <a:cs typeface="Arial"/>
              </a:rPr>
              <a:t> </a:t>
            </a:r>
            <a:r>
              <a:rPr sz="1000" dirty="0">
                <a:solidFill>
                  <a:srgbClr val="231F20"/>
                </a:solidFill>
                <a:latin typeface="Arial"/>
                <a:cs typeface="Arial"/>
              </a:rPr>
              <a:t>statues</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spc="-10" dirty="0">
                <a:solidFill>
                  <a:srgbClr val="231F20"/>
                </a:solidFill>
                <a:latin typeface="Arial"/>
                <a:cs typeface="Arial"/>
              </a:rPr>
              <a:t>former Presidents,</a:t>
            </a:r>
            <a:r>
              <a:rPr sz="1000" dirty="0">
                <a:solidFill>
                  <a:srgbClr val="231F20"/>
                </a:solidFill>
                <a:latin typeface="Arial"/>
                <a:cs typeface="Arial"/>
              </a:rPr>
              <a:t> </a:t>
            </a:r>
            <a:r>
              <a:rPr sz="1000" spc="-10" dirty="0">
                <a:solidFill>
                  <a:srgbClr val="231F20"/>
                </a:solidFill>
                <a:latin typeface="Arial"/>
                <a:cs typeface="Arial"/>
              </a:rPr>
              <a:t>as</a:t>
            </a:r>
            <a:r>
              <a:rPr sz="1000" dirty="0">
                <a:solidFill>
                  <a:srgbClr val="231F20"/>
                </a:solidFill>
                <a:latin typeface="Arial"/>
                <a:cs typeface="Arial"/>
              </a:rPr>
              <a:t> well </a:t>
            </a:r>
            <a:r>
              <a:rPr sz="1000" spc="-10" dirty="0">
                <a:solidFill>
                  <a:srgbClr val="231F20"/>
                </a:solidFill>
                <a:latin typeface="Arial"/>
                <a:cs typeface="Arial"/>
              </a:rPr>
              <a:t>as</a:t>
            </a:r>
            <a:r>
              <a:rPr sz="1000" dirty="0">
                <a:solidFill>
                  <a:srgbClr val="231F20"/>
                </a:solidFill>
                <a:latin typeface="Arial"/>
                <a:cs typeface="Arial"/>
              </a:rPr>
              <a:t> new additions honoring </a:t>
            </a:r>
            <a:r>
              <a:rPr sz="1000" spc="-10" dirty="0">
                <a:solidFill>
                  <a:srgbClr val="231F20"/>
                </a:solidFill>
                <a:latin typeface="Arial"/>
                <a:cs typeface="Arial"/>
              </a:rPr>
              <a:t>Harriet </a:t>
            </a:r>
            <a:r>
              <a:rPr sz="1000" spc="-20" dirty="0">
                <a:solidFill>
                  <a:srgbClr val="231F20"/>
                </a:solidFill>
                <a:latin typeface="Arial"/>
                <a:cs typeface="Arial"/>
              </a:rPr>
              <a:t>Tubman </a:t>
            </a:r>
            <a:r>
              <a:rPr sz="1000" dirty="0">
                <a:solidFill>
                  <a:srgbClr val="231F20"/>
                </a:solidFill>
                <a:latin typeface="Arial"/>
                <a:cs typeface="Arial"/>
              </a:rPr>
              <a:t>and</a:t>
            </a:r>
            <a:r>
              <a:rPr sz="1000" spc="-20" dirty="0">
                <a:solidFill>
                  <a:srgbClr val="231F20"/>
                </a:solidFill>
                <a:latin typeface="Arial"/>
                <a:cs typeface="Arial"/>
              </a:rPr>
              <a:t> </a:t>
            </a:r>
            <a:r>
              <a:rPr sz="1000" spc="-45" dirty="0">
                <a:solidFill>
                  <a:srgbClr val="231F20"/>
                </a:solidFill>
                <a:latin typeface="Arial"/>
                <a:cs typeface="Arial"/>
              </a:rPr>
              <a:t>Rosa</a:t>
            </a:r>
            <a:r>
              <a:rPr sz="1000" spc="-15" dirty="0">
                <a:solidFill>
                  <a:srgbClr val="231F20"/>
                </a:solidFill>
                <a:latin typeface="Arial"/>
                <a:cs typeface="Arial"/>
              </a:rPr>
              <a:t> </a:t>
            </a:r>
            <a:r>
              <a:rPr sz="1000" spc="-25" dirty="0">
                <a:solidFill>
                  <a:srgbClr val="231F20"/>
                </a:solidFill>
                <a:latin typeface="Arial"/>
                <a:cs typeface="Arial"/>
              </a:rPr>
              <a:t>Parks.</a:t>
            </a:r>
            <a:r>
              <a:rPr sz="1000" spc="-20" dirty="0">
                <a:solidFill>
                  <a:srgbClr val="231F20"/>
                </a:solidFill>
                <a:latin typeface="Arial"/>
                <a:cs typeface="Arial"/>
              </a:rPr>
              <a:t> </a:t>
            </a:r>
            <a:r>
              <a:rPr sz="1000" dirty="0">
                <a:solidFill>
                  <a:srgbClr val="231F20"/>
                </a:solidFill>
                <a:latin typeface="Arial"/>
                <a:cs typeface="Arial"/>
              </a:rPr>
              <a:t>A</a:t>
            </a:r>
            <a:r>
              <a:rPr sz="1000" spc="240" dirty="0">
                <a:solidFill>
                  <a:srgbClr val="231F20"/>
                </a:solidFill>
                <a:latin typeface="Arial"/>
                <a:cs typeface="Arial"/>
              </a:rPr>
              <a:t> </a:t>
            </a:r>
            <a:r>
              <a:rPr sz="1000" dirty="0">
                <a:solidFill>
                  <a:srgbClr val="231F20"/>
                </a:solidFill>
                <a:latin typeface="Arial"/>
                <a:cs typeface="Arial"/>
              </a:rPr>
              <a:t>journey</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spc="-10" dirty="0">
                <a:solidFill>
                  <a:srgbClr val="231F20"/>
                </a:solidFill>
                <a:latin typeface="Arial"/>
                <a:cs typeface="Arial"/>
              </a:rPr>
              <a:t>York</a:t>
            </a:r>
            <a:r>
              <a:rPr sz="1000" spc="-20" dirty="0">
                <a:solidFill>
                  <a:srgbClr val="231F20"/>
                </a:solidFill>
                <a:latin typeface="Arial"/>
                <a:cs typeface="Arial"/>
              </a:rPr>
              <a:t> City </a:t>
            </a:r>
            <a:r>
              <a:rPr sz="1000" dirty="0">
                <a:solidFill>
                  <a:srgbClr val="231F20"/>
                </a:solidFill>
                <a:latin typeface="Arial"/>
                <a:cs typeface="Arial"/>
              </a:rPr>
              <a:t>marked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significant</a:t>
            </a:r>
            <a:r>
              <a:rPr sz="1000" spc="-25" dirty="0">
                <a:solidFill>
                  <a:srgbClr val="231F20"/>
                </a:solidFill>
                <a:latin typeface="Arial"/>
                <a:cs typeface="Arial"/>
              </a:rPr>
              <a:t> </a:t>
            </a:r>
            <a:r>
              <a:rPr sz="1000" spc="-10" dirty="0">
                <a:solidFill>
                  <a:srgbClr val="231F20"/>
                </a:solidFill>
                <a:latin typeface="Arial"/>
                <a:cs typeface="Arial"/>
              </a:rPr>
              <a:t>chapter.</a:t>
            </a:r>
            <a:r>
              <a:rPr sz="1000" spc="-20" dirty="0">
                <a:solidFill>
                  <a:srgbClr val="231F20"/>
                </a:solidFill>
                <a:latin typeface="Arial"/>
                <a:cs typeface="Arial"/>
              </a:rPr>
              <a:t> </a:t>
            </a:r>
            <a:r>
              <a:rPr sz="1000" dirty="0">
                <a:solidFill>
                  <a:srgbClr val="231F20"/>
                </a:solidFill>
                <a:latin typeface="Arial"/>
                <a:cs typeface="Arial"/>
              </a:rPr>
              <a:t>Chartered</a:t>
            </a:r>
            <a:r>
              <a:rPr sz="1000" spc="-20" dirty="0">
                <a:solidFill>
                  <a:srgbClr val="231F20"/>
                </a:solidFill>
                <a:latin typeface="Arial"/>
                <a:cs typeface="Arial"/>
              </a:rPr>
              <a:t> </a:t>
            </a:r>
            <a:r>
              <a:rPr sz="1000" dirty="0">
                <a:solidFill>
                  <a:srgbClr val="231F20"/>
                </a:solidFill>
                <a:latin typeface="Arial"/>
                <a:cs typeface="Arial"/>
              </a:rPr>
              <a:t>buses</a:t>
            </a:r>
            <a:r>
              <a:rPr sz="1000" spc="-25" dirty="0">
                <a:solidFill>
                  <a:srgbClr val="231F20"/>
                </a:solidFill>
                <a:latin typeface="Arial"/>
                <a:cs typeface="Arial"/>
              </a:rPr>
              <a:t> </a:t>
            </a:r>
            <a:r>
              <a:rPr sz="1000" spc="-10" dirty="0">
                <a:solidFill>
                  <a:srgbClr val="231F20"/>
                </a:solidFill>
                <a:latin typeface="Arial"/>
                <a:cs typeface="Arial"/>
              </a:rPr>
              <a:t>carried</a:t>
            </a:r>
            <a:endParaRPr sz="1000">
              <a:latin typeface="Arial"/>
              <a:cs typeface="Arial"/>
            </a:endParaRPr>
          </a:p>
          <a:p>
            <a:pPr marL="12700" marR="85090">
              <a:lnSpc>
                <a:spcPct val="100000"/>
              </a:lnSpc>
            </a:pPr>
            <a:r>
              <a:rPr sz="1000" dirty="0">
                <a:solidFill>
                  <a:srgbClr val="231F20"/>
                </a:solidFill>
                <a:latin typeface="Arial"/>
                <a:cs typeface="Arial"/>
              </a:rPr>
              <a:t>39</a:t>
            </a:r>
            <a:r>
              <a:rPr sz="1000" spc="10" dirty="0">
                <a:solidFill>
                  <a:srgbClr val="231F20"/>
                </a:solidFill>
                <a:latin typeface="Arial"/>
                <a:cs typeface="Arial"/>
              </a:rPr>
              <a:t>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bustling</a:t>
            </a:r>
            <a:r>
              <a:rPr sz="1000" spc="15" dirty="0">
                <a:solidFill>
                  <a:srgbClr val="231F20"/>
                </a:solidFill>
                <a:latin typeface="Arial"/>
                <a:cs typeface="Arial"/>
              </a:rPr>
              <a:t> </a:t>
            </a:r>
            <a:r>
              <a:rPr sz="1000" dirty="0">
                <a:solidFill>
                  <a:srgbClr val="231F20"/>
                </a:solidFill>
                <a:latin typeface="Arial"/>
                <a:cs typeface="Arial"/>
              </a:rPr>
              <a:t>city,</a:t>
            </a:r>
            <a:r>
              <a:rPr sz="1000" spc="15" dirty="0">
                <a:solidFill>
                  <a:srgbClr val="231F20"/>
                </a:solidFill>
                <a:latin typeface="Arial"/>
                <a:cs typeface="Arial"/>
              </a:rPr>
              <a:t> </a:t>
            </a:r>
            <a:r>
              <a:rPr sz="1000" dirty="0">
                <a:solidFill>
                  <a:srgbClr val="231F20"/>
                </a:solidFill>
                <a:latin typeface="Arial"/>
                <a:cs typeface="Arial"/>
              </a:rPr>
              <a:t>where</a:t>
            </a:r>
            <a:r>
              <a:rPr sz="1000" spc="15"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explored</a:t>
            </a:r>
            <a:r>
              <a:rPr sz="1000" spc="15" dirty="0">
                <a:solidFill>
                  <a:srgbClr val="231F20"/>
                </a:solidFill>
                <a:latin typeface="Arial"/>
                <a:cs typeface="Arial"/>
              </a:rPr>
              <a:t> </a:t>
            </a:r>
            <a:r>
              <a:rPr sz="1000" spc="-10" dirty="0">
                <a:solidFill>
                  <a:srgbClr val="231F20"/>
                </a:solidFill>
                <a:latin typeface="Arial"/>
                <a:cs typeface="Arial"/>
              </a:rPr>
              <a:t>iconic </a:t>
            </a:r>
            <a:r>
              <a:rPr sz="1000" dirty="0">
                <a:solidFill>
                  <a:srgbClr val="231F20"/>
                </a:solidFill>
                <a:latin typeface="Arial"/>
                <a:cs typeface="Arial"/>
              </a:rPr>
              <a:t>Macy's</a:t>
            </a:r>
            <a:r>
              <a:rPr sz="1000" spc="-25" dirty="0">
                <a:solidFill>
                  <a:srgbClr val="231F20"/>
                </a:solidFill>
                <a:latin typeface="Arial"/>
                <a:cs typeface="Arial"/>
              </a:rPr>
              <a:t> </a:t>
            </a:r>
            <a:r>
              <a:rPr sz="1000" dirty="0">
                <a:solidFill>
                  <a:srgbClr val="231F20"/>
                </a:solidFill>
                <a:latin typeface="Arial"/>
                <a:cs typeface="Arial"/>
              </a:rPr>
              <a:t>store</a:t>
            </a:r>
            <a:r>
              <a:rPr sz="1000" spc="-20" dirty="0">
                <a:solidFill>
                  <a:srgbClr val="231F20"/>
                </a:solidFill>
                <a:latin typeface="Arial"/>
                <a:cs typeface="Arial"/>
              </a:rPr>
              <a:t> </a:t>
            </a:r>
            <a:r>
              <a:rPr sz="1000" dirty="0">
                <a:solidFill>
                  <a:srgbClr val="231F20"/>
                </a:solidFill>
                <a:latin typeface="Arial"/>
                <a:cs typeface="Arial"/>
              </a:rPr>
              <a:t>displays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dined</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spc="-10" dirty="0">
                <a:solidFill>
                  <a:srgbClr val="231F20"/>
                </a:solidFill>
                <a:latin typeface="Arial"/>
                <a:cs typeface="Arial"/>
              </a:rPr>
              <a:t>Times</a:t>
            </a:r>
            <a:r>
              <a:rPr sz="1000" spc="-25" dirty="0">
                <a:solidFill>
                  <a:srgbClr val="231F20"/>
                </a:solidFill>
                <a:latin typeface="Arial"/>
                <a:cs typeface="Arial"/>
              </a:rPr>
              <a:t> </a:t>
            </a:r>
            <a:r>
              <a:rPr sz="1000" spc="-10" dirty="0">
                <a:solidFill>
                  <a:srgbClr val="231F20"/>
                </a:solidFill>
                <a:latin typeface="Arial"/>
                <a:cs typeface="Arial"/>
              </a:rPr>
              <a:t>Square's</a:t>
            </a:r>
            <a:r>
              <a:rPr sz="1000" spc="-20" dirty="0">
                <a:solidFill>
                  <a:srgbClr val="231F20"/>
                </a:solidFill>
                <a:latin typeface="Arial"/>
                <a:cs typeface="Arial"/>
              </a:rPr>
              <a:t> </a:t>
            </a:r>
            <a:r>
              <a:rPr sz="1000" spc="-10" dirty="0">
                <a:solidFill>
                  <a:srgbClr val="231F20"/>
                </a:solidFill>
                <a:latin typeface="Arial"/>
                <a:cs typeface="Arial"/>
              </a:rPr>
              <a:t>Dallas </a:t>
            </a:r>
            <a:r>
              <a:rPr sz="1000" spc="-25" dirty="0">
                <a:solidFill>
                  <a:srgbClr val="231F20"/>
                </a:solidFill>
                <a:latin typeface="Arial"/>
                <a:cs typeface="Arial"/>
              </a:rPr>
              <a:t>BBQ.</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evening</a:t>
            </a:r>
            <a:r>
              <a:rPr sz="1000" spc="-20"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reserved</a:t>
            </a:r>
            <a:r>
              <a:rPr sz="1000" spc="-1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annual</a:t>
            </a:r>
            <a:r>
              <a:rPr sz="1000" spc="-20" dirty="0">
                <a:solidFill>
                  <a:srgbClr val="231F20"/>
                </a:solidFill>
                <a:latin typeface="Arial"/>
                <a:cs typeface="Arial"/>
              </a:rPr>
              <a:t> Jack</a:t>
            </a:r>
            <a:endParaRPr sz="1000">
              <a:latin typeface="Arial"/>
              <a:cs typeface="Arial"/>
            </a:endParaRPr>
          </a:p>
          <a:p>
            <a:pPr marL="12700" marR="52069">
              <a:lnSpc>
                <a:spcPct val="100000"/>
              </a:lnSpc>
            </a:pP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Jill</a:t>
            </a:r>
            <a:r>
              <a:rPr sz="1000" spc="15" dirty="0">
                <a:solidFill>
                  <a:srgbClr val="231F20"/>
                </a:solidFill>
                <a:latin typeface="Arial"/>
                <a:cs typeface="Arial"/>
              </a:rPr>
              <a:t> </a:t>
            </a:r>
            <a:r>
              <a:rPr sz="1000" dirty="0">
                <a:solidFill>
                  <a:srgbClr val="231F20"/>
                </a:solidFill>
                <a:latin typeface="Arial"/>
                <a:cs typeface="Arial"/>
              </a:rPr>
              <a:t>Metropolitan</a:t>
            </a:r>
            <a:r>
              <a:rPr sz="1000" spc="15" dirty="0">
                <a:solidFill>
                  <a:srgbClr val="231F20"/>
                </a:solidFill>
                <a:latin typeface="Arial"/>
                <a:cs typeface="Arial"/>
              </a:rPr>
              <a:t> </a:t>
            </a:r>
            <a:r>
              <a:rPr sz="1000" spc="-20" dirty="0">
                <a:solidFill>
                  <a:srgbClr val="231F20"/>
                </a:solidFill>
                <a:latin typeface="Arial"/>
                <a:cs typeface="Arial"/>
              </a:rPr>
              <a:t>Teen</a:t>
            </a:r>
            <a:r>
              <a:rPr sz="1000" spc="10" dirty="0">
                <a:solidFill>
                  <a:srgbClr val="231F20"/>
                </a:solidFill>
                <a:latin typeface="Arial"/>
                <a:cs typeface="Arial"/>
              </a:rPr>
              <a:t> </a:t>
            </a:r>
            <a:r>
              <a:rPr sz="1000" dirty="0">
                <a:solidFill>
                  <a:srgbClr val="231F20"/>
                </a:solidFill>
                <a:latin typeface="Arial"/>
                <a:cs typeface="Arial"/>
              </a:rPr>
              <a:t>party</a:t>
            </a:r>
            <a:r>
              <a:rPr sz="1000" spc="15" dirty="0">
                <a:solidFill>
                  <a:srgbClr val="231F20"/>
                </a:solidFill>
                <a:latin typeface="Arial"/>
                <a:cs typeface="Arial"/>
              </a:rPr>
              <a:t> </a:t>
            </a:r>
            <a:r>
              <a:rPr sz="1000" spc="-10" dirty="0">
                <a:solidFill>
                  <a:srgbClr val="231F20"/>
                </a:solidFill>
                <a:latin typeface="Arial"/>
                <a:cs typeface="Arial"/>
              </a:rPr>
              <a:t>fundraiser.</a:t>
            </a:r>
            <a:r>
              <a:rPr sz="1000" spc="15" dirty="0">
                <a:solidFill>
                  <a:srgbClr val="231F20"/>
                </a:solidFill>
                <a:latin typeface="Arial"/>
                <a:cs typeface="Arial"/>
              </a:rPr>
              <a:t> </a:t>
            </a:r>
            <a:r>
              <a:rPr sz="1000" dirty="0">
                <a:solidFill>
                  <a:srgbClr val="231F20"/>
                </a:solidFill>
                <a:latin typeface="Arial"/>
                <a:cs typeface="Arial"/>
              </a:rPr>
              <a:t>After</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festivities,</a:t>
            </a:r>
            <a:r>
              <a:rPr sz="1000" spc="-15" dirty="0">
                <a:solidFill>
                  <a:srgbClr val="231F20"/>
                </a:solidFill>
                <a:latin typeface="Arial"/>
                <a:cs typeface="Arial"/>
              </a:rPr>
              <a:t> </a:t>
            </a:r>
            <a:r>
              <a:rPr sz="100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pizza</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shared</a:t>
            </a:r>
            <a:r>
              <a:rPr sz="1000" spc="-15" dirty="0">
                <a:solidFill>
                  <a:srgbClr val="231F20"/>
                </a:solidFill>
                <a:latin typeface="Arial"/>
                <a:cs typeface="Arial"/>
              </a:rPr>
              <a:t> </a:t>
            </a:r>
            <a:r>
              <a:rPr sz="1000" dirty="0">
                <a:solidFill>
                  <a:srgbClr val="231F20"/>
                </a:solidFill>
                <a:latin typeface="Arial"/>
                <a:cs typeface="Arial"/>
              </a:rPr>
              <a:t>stories</a:t>
            </a:r>
            <a:r>
              <a:rPr sz="1000" spc="-10" dirty="0">
                <a:solidFill>
                  <a:srgbClr val="231F20"/>
                </a:solidFill>
                <a:latin typeface="Arial"/>
                <a:cs typeface="Arial"/>
              </a:rPr>
              <a:t> before </a:t>
            </a:r>
            <a:r>
              <a:rPr sz="1000" dirty="0">
                <a:solidFill>
                  <a:srgbClr val="231F20"/>
                </a:solidFill>
                <a:latin typeface="Arial"/>
                <a:cs typeface="Arial"/>
              </a:rPr>
              <a:t>returning</a:t>
            </a:r>
            <a:r>
              <a:rPr sz="1000" spc="-15" dirty="0">
                <a:solidFill>
                  <a:srgbClr val="231F20"/>
                </a:solidFill>
                <a:latin typeface="Arial"/>
                <a:cs typeface="Arial"/>
              </a:rPr>
              <a:t> </a:t>
            </a:r>
            <a:r>
              <a:rPr sz="1000" dirty="0">
                <a:solidFill>
                  <a:srgbClr val="231F20"/>
                </a:solidFill>
                <a:latin typeface="Arial"/>
                <a:cs typeface="Arial"/>
              </a:rPr>
              <a:t>home,</a:t>
            </a:r>
            <a:r>
              <a:rPr sz="1000" spc="-10" dirty="0">
                <a:solidFill>
                  <a:srgbClr val="231F20"/>
                </a:solidFill>
                <a:latin typeface="Arial"/>
                <a:cs typeface="Arial"/>
              </a:rPr>
              <a:t> </a:t>
            </a:r>
            <a:r>
              <a:rPr sz="1000" dirty="0">
                <a:solidFill>
                  <a:srgbClr val="231F20"/>
                </a:solidFill>
                <a:latin typeface="Arial"/>
                <a:cs typeface="Arial"/>
              </a:rPr>
              <a:t>creating</a:t>
            </a:r>
            <a:r>
              <a:rPr sz="1000" spc="-10" dirty="0">
                <a:solidFill>
                  <a:srgbClr val="231F20"/>
                </a:solidFill>
                <a:latin typeface="Arial"/>
                <a:cs typeface="Arial"/>
              </a:rPr>
              <a:t> </a:t>
            </a:r>
            <a:r>
              <a:rPr sz="1000" dirty="0">
                <a:solidFill>
                  <a:srgbClr val="231F20"/>
                </a:solidFill>
                <a:latin typeface="Arial"/>
                <a:cs typeface="Arial"/>
              </a:rPr>
              <a:t>lasting</a:t>
            </a:r>
            <a:r>
              <a:rPr sz="1000" spc="-10" dirty="0">
                <a:solidFill>
                  <a:srgbClr val="231F20"/>
                </a:solidFill>
                <a:latin typeface="Arial"/>
                <a:cs typeface="Arial"/>
              </a:rPr>
              <a:t> memories. </a:t>
            </a:r>
            <a:r>
              <a:rPr sz="1000" dirty="0">
                <a:solidFill>
                  <a:srgbClr val="231F20"/>
                </a:solidFill>
                <a:latin typeface="Arial"/>
                <a:cs typeface="Arial"/>
              </a:rPr>
              <a:t>The</a:t>
            </a:r>
            <a:r>
              <a:rPr sz="1000" spc="-10" dirty="0">
                <a:solidFill>
                  <a:srgbClr val="231F20"/>
                </a:solidFill>
                <a:latin typeface="Arial"/>
                <a:cs typeface="Arial"/>
              </a:rPr>
              <a:t> Senior </a:t>
            </a: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demonstrated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commitment</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service</a:t>
            </a:r>
            <a:r>
              <a:rPr sz="1000" spc="15"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partnering</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Kingdom</a:t>
            </a:r>
            <a:r>
              <a:rPr sz="1000" spc="20" dirty="0">
                <a:solidFill>
                  <a:srgbClr val="231F20"/>
                </a:solidFill>
                <a:latin typeface="Arial"/>
                <a:cs typeface="Arial"/>
              </a:rPr>
              <a:t> </a:t>
            </a:r>
            <a:r>
              <a:rPr sz="1000" spc="-70" dirty="0">
                <a:solidFill>
                  <a:srgbClr val="231F20"/>
                </a:solidFill>
                <a:latin typeface="Arial"/>
                <a:cs typeface="Arial"/>
              </a:rPr>
              <a:t>CARES</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spc="-10" dirty="0">
                <a:solidFill>
                  <a:srgbClr val="231F20"/>
                </a:solidFill>
                <a:latin typeface="Arial"/>
                <a:cs typeface="Arial"/>
              </a:rPr>
              <a:t>address </a:t>
            </a:r>
            <a:r>
              <a:rPr sz="1000" dirty="0">
                <a:solidFill>
                  <a:srgbClr val="231F20"/>
                </a:solidFill>
                <a:latin typeface="Arial"/>
                <a:cs typeface="Arial"/>
              </a:rPr>
              <a:t>food</a:t>
            </a:r>
            <a:r>
              <a:rPr sz="1000" spc="15" dirty="0">
                <a:solidFill>
                  <a:srgbClr val="231F20"/>
                </a:solidFill>
                <a:latin typeface="Arial"/>
                <a:cs typeface="Arial"/>
              </a:rPr>
              <a:t> </a:t>
            </a:r>
            <a:r>
              <a:rPr sz="1000" spc="-10" dirty="0">
                <a:solidFill>
                  <a:srgbClr val="231F20"/>
                </a:solidFill>
                <a:latin typeface="Arial"/>
                <a:cs typeface="Arial"/>
              </a:rPr>
              <a:t>insecurity.</a:t>
            </a:r>
            <a:r>
              <a:rPr sz="1000" spc="20" dirty="0">
                <a:solidFill>
                  <a:srgbClr val="231F20"/>
                </a:solidFill>
                <a:latin typeface="Arial"/>
                <a:cs typeface="Arial"/>
              </a:rPr>
              <a:t> </a:t>
            </a:r>
            <a:r>
              <a:rPr sz="1000" spc="-10" dirty="0">
                <a:solidFill>
                  <a:srgbClr val="231F20"/>
                </a:solidFill>
                <a:latin typeface="Arial"/>
                <a:cs typeface="Arial"/>
              </a:rPr>
              <a:t>Together,</a:t>
            </a:r>
            <a:r>
              <a:rPr sz="1000" spc="2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sorted</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packed</a:t>
            </a:r>
            <a:r>
              <a:rPr sz="1000" spc="20" dirty="0">
                <a:solidFill>
                  <a:srgbClr val="231F20"/>
                </a:solidFill>
                <a:latin typeface="Arial"/>
                <a:cs typeface="Arial"/>
              </a:rPr>
              <a:t> </a:t>
            </a:r>
            <a:r>
              <a:rPr sz="1000" spc="-20" dirty="0">
                <a:solidFill>
                  <a:srgbClr val="231F20"/>
                </a:solidFill>
                <a:latin typeface="Arial"/>
                <a:cs typeface="Arial"/>
              </a:rPr>
              <a:t>over </a:t>
            </a:r>
            <a:r>
              <a:rPr sz="1000" spc="50" dirty="0">
                <a:solidFill>
                  <a:srgbClr val="231F20"/>
                </a:solidFill>
                <a:latin typeface="Arial"/>
                <a:cs typeface="Arial"/>
              </a:rPr>
              <a:t>300</a:t>
            </a:r>
            <a:r>
              <a:rPr sz="1000" spc="-10" dirty="0">
                <a:solidFill>
                  <a:srgbClr val="231F20"/>
                </a:solidFill>
                <a:latin typeface="Arial"/>
                <a:cs typeface="Arial"/>
              </a:rPr>
              <a:t> </a:t>
            </a:r>
            <a:r>
              <a:rPr sz="1000" dirty="0">
                <a:solidFill>
                  <a:srgbClr val="231F20"/>
                </a:solidFill>
                <a:latin typeface="Arial"/>
                <a:cs typeface="Arial"/>
              </a:rPr>
              <a:t>bags</a:t>
            </a:r>
            <a:r>
              <a:rPr sz="1000" spc="-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making</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meaningful</a:t>
            </a:r>
            <a:r>
              <a:rPr sz="1000" spc="-5" dirty="0">
                <a:solidFill>
                  <a:srgbClr val="231F20"/>
                </a:solidFill>
                <a:latin typeface="Arial"/>
                <a:cs typeface="Arial"/>
              </a:rPr>
              <a:t> </a:t>
            </a:r>
            <a:r>
              <a:rPr sz="1000" dirty="0">
                <a:solidFill>
                  <a:srgbClr val="231F20"/>
                </a:solidFill>
                <a:latin typeface="Arial"/>
                <a:cs typeface="Arial"/>
              </a:rPr>
              <a:t>impact</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neighbors'</a:t>
            </a:r>
            <a:r>
              <a:rPr sz="1000" spc="10" dirty="0">
                <a:solidFill>
                  <a:srgbClr val="231F20"/>
                </a:solidFill>
                <a:latin typeface="Arial"/>
                <a:cs typeface="Arial"/>
              </a:rPr>
              <a:t> </a:t>
            </a:r>
            <a:r>
              <a:rPr sz="1000" spc="-10" dirty="0">
                <a:solidFill>
                  <a:srgbClr val="231F20"/>
                </a:solidFill>
                <a:latin typeface="Arial"/>
                <a:cs typeface="Arial"/>
              </a:rPr>
              <a:t>lives.</a:t>
            </a:r>
            <a:r>
              <a:rPr sz="1000" spc="15" dirty="0">
                <a:solidFill>
                  <a:srgbClr val="231F20"/>
                </a:solidFill>
                <a:latin typeface="Arial"/>
                <a:cs typeface="Arial"/>
              </a:rPr>
              <a:t> </a:t>
            </a:r>
            <a:r>
              <a:rPr sz="1000" spc="-10" dirty="0">
                <a:solidFill>
                  <a:srgbClr val="231F20"/>
                </a:solidFill>
                <a:latin typeface="Arial"/>
                <a:cs typeface="Arial"/>
              </a:rPr>
              <a:t>This</a:t>
            </a:r>
            <a:r>
              <a:rPr sz="1000" spc="15"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fostered</a:t>
            </a:r>
            <a:r>
              <a:rPr sz="1000" spc="15" dirty="0">
                <a:solidFill>
                  <a:srgbClr val="231F20"/>
                </a:solidFill>
                <a:latin typeface="Arial"/>
                <a:cs typeface="Arial"/>
              </a:rPr>
              <a:t> </a:t>
            </a:r>
            <a:r>
              <a:rPr sz="1000" dirty="0">
                <a:solidFill>
                  <a:srgbClr val="231F20"/>
                </a:solidFill>
                <a:latin typeface="Arial"/>
                <a:cs typeface="Arial"/>
              </a:rPr>
              <a:t>teamwork,</a:t>
            </a:r>
            <a:r>
              <a:rPr sz="1000" spc="15" dirty="0">
                <a:solidFill>
                  <a:srgbClr val="231F20"/>
                </a:solidFill>
                <a:latin typeface="Arial"/>
                <a:cs typeface="Arial"/>
              </a:rPr>
              <a:t> </a:t>
            </a:r>
            <a:r>
              <a:rPr sz="1000" spc="-10" dirty="0">
                <a:solidFill>
                  <a:srgbClr val="231F20"/>
                </a:solidFill>
                <a:latin typeface="Arial"/>
                <a:cs typeface="Arial"/>
              </a:rPr>
              <a:t>boosted </a:t>
            </a:r>
            <a:r>
              <a:rPr sz="1000" dirty="0">
                <a:solidFill>
                  <a:srgbClr val="231F20"/>
                </a:solidFill>
                <a:latin typeface="Arial"/>
                <a:cs typeface="Arial"/>
              </a:rPr>
              <a:t>confidence,</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highlighted</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importance</a:t>
            </a:r>
            <a:r>
              <a:rPr sz="1000" spc="30" dirty="0">
                <a:solidFill>
                  <a:srgbClr val="231F20"/>
                </a:solidFill>
                <a:latin typeface="Arial"/>
                <a:cs typeface="Arial"/>
              </a:rPr>
              <a:t> </a:t>
            </a:r>
            <a:r>
              <a:rPr sz="1000" dirty="0">
                <a:solidFill>
                  <a:srgbClr val="231F20"/>
                </a:solidFill>
                <a:latin typeface="Arial"/>
                <a:cs typeface="Arial"/>
              </a:rPr>
              <a:t>of</a:t>
            </a:r>
            <a:r>
              <a:rPr sz="1000" spc="30" dirty="0">
                <a:solidFill>
                  <a:srgbClr val="231F20"/>
                </a:solidFill>
                <a:latin typeface="Arial"/>
                <a:cs typeface="Arial"/>
              </a:rPr>
              <a:t> </a:t>
            </a:r>
            <a:r>
              <a:rPr sz="1000" spc="-10" dirty="0">
                <a:solidFill>
                  <a:srgbClr val="231F20"/>
                </a:solidFill>
                <a:latin typeface="Arial"/>
                <a:cs typeface="Arial"/>
              </a:rPr>
              <a:t>giving </a:t>
            </a:r>
            <a:r>
              <a:rPr sz="1000" dirty="0">
                <a:solidFill>
                  <a:srgbClr val="231F20"/>
                </a:solidFill>
                <a:latin typeface="Arial"/>
                <a:cs typeface="Arial"/>
              </a:rPr>
              <a:t>back.</a:t>
            </a:r>
            <a:r>
              <a:rPr sz="1000" spc="-15" dirty="0">
                <a:solidFill>
                  <a:srgbClr val="231F20"/>
                </a:solidFill>
                <a:latin typeface="Arial"/>
                <a:cs typeface="Arial"/>
              </a:rPr>
              <a:t> </a:t>
            </a:r>
            <a:r>
              <a:rPr sz="1000" dirty="0">
                <a:solidFill>
                  <a:srgbClr val="231F20"/>
                </a:solidFill>
                <a:latin typeface="Arial"/>
                <a:cs typeface="Arial"/>
              </a:rPr>
              <a:t>Marvel's</a:t>
            </a:r>
            <a:r>
              <a:rPr sz="1000" spc="-15"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spc="-10" dirty="0">
                <a:solidFill>
                  <a:srgbClr val="231F20"/>
                </a:solidFill>
                <a:latin typeface="Arial"/>
                <a:cs typeface="Arial"/>
              </a:rPr>
              <a:t>Panther</a:t>
            </a:r>
            <a:r>
              <a:rPr sz="1000" spc="-15" dirty="0">
                <a:solidFill>
                  <a:srgbClr val="231F20"/>
                </a:solidFill>
                <a:latin typeface="Arial"/>
                <a:cs typeface="Arial"/>
              </a:rPr>
              <a:t> </a:t>
            </a:r>
            <a:r>
              <a:rPr sz="1000" dirty="0">
                <a:solidFill>
                  <a:srgbClr val="231F20"/>
                </a:solidFill>
                <a:latin typeface="Arial"/>
                <a:cs typeface="Arial"/>
              </a:rPr>
              <a:t>Live</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Concert"</a:t>
            </a:r>
            <a:r>
              <a:rPr sz="1000" spc="-15" dirty="0">
                <a:solidFill>
                  <a:srgbClr val="231F20"/>
                </a:solidFill>
                <a:latin typeface="Arial"/>
                <a:cs typeface="Arial"/>
              </a:rPr>
              <a:t> </a:t>
            </a:r>
            <a:r>
              <a:rPr sz="1000" dirty="0">
                <a:solidFill>
                  <a:srgbClr val="231F20"/>
                </a:solidFill>
                <a:latin typeface="Arial"/>
                <a:cs typeface="Arial"/>
              </a:rPr>
              <a:t>provided</a:t>
            </a:r>
            <a:r>
              <a:rPr sz="1000" spc="-15" dirty="0">
                <a:solidFill>
                  <a:srgbClr val="231F20"/>
                </a:solidFill>
                <a:latin typeface="Arial"/>
                <a:cs typeface="Arial"/>
              </a:rPr>
              <a:t> </a:t>
            </a:r>
            <a:r>
              <a:rPr sz="1000" spc="-50" dirty="0">
                <a:solidFill>
                  <a:srgbClr val="231F20"/>
                </a:solidFill>
                <a:latin typeface="Arial"/>
                <a:cs typeface="Arial"/>
              </a:rPr>
              <a:t>a</a:t>
            </a:r>
            <a:endParaRPr sz="1000">
              <a:latin typeface="Arial"/>
              <a:cs typeface="Arial"/>
            </a:endParaRPr>
          </a:p>
        </p:txBody>
      </p:sp>
      <p:sp>
        <p:nvSpPr>
          <p:cNvPr id="4" name="object 4"/>
          <p:cNvSpPr txBox="1">
            <a:spLocks noGrp="1"/>
          </p:cNvSpPr>
          <p:nvPr>
            <p:ph type="sldNum" sz="quarter" idx="7"/>
          </p:nvPr>
        </p:nvSpPr>
        <p:spPr>
          <a:xfrm>
            <a:off x="7067294" y="9529590"/>
            <a:ext cx="231395"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1</a:t>
            </a:r>
            <a:endParaRPr spc="-25" dirty="0"/>
          </a:p>
        </p:txBody>
      </p:sp>
      <p:sp>
        <p:nvSpPr>
          <p:cNvPr id="3" name="object 3"/>
          <p:cNvSpPr txBox="1"/>
          <p:nvPr/>
        </p:nvSpPr>
        <p:spPr>
          <a:xfrm>
            <a:off x="4016375" y="1569973"/>
            <a:ext cx="3282315" cy="27305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231F20"/>
                </a:solidFill>
                <a:latin typeface="Arial"/>
                <a:cs typeface="Arial"/>
              </a:rPr>
              <a:t>cinematic</a:t>
            </a:r>
            <a:r>
              <a:rPr sz="1000" spc="-15" dirty="0">
                <a:solidFill>
                  <a:srgbClr val="231F20"/>
                </a:solidFill>
                <a:latin typeface="Arial"/>
                <a:cs typeface="Arial"/>
              </a:rPr>
              <a:t> </a:t>
            </a:r>
            <a:r>
              <a:rPr sz="1000" dirty="0">
                <a:solidFill>
                  <a:srgbClr val="231F20"/>
                </a:solidFill>
                <a:latin typeface="Arial"/>
                <a:cs typeface="Arial"/>
              </a:rPr>
              <a:t>treat</a:t>
            </a:r>
            <a:r>
              <a:rPr sz="1000" spc="-10"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6.</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relived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excitement</a:t>
            </a:r>
            <a:r>
              <a:rPr sz="1000" spc="500" dirty="0">
                <a:solidFill>
                  <a:srgbClr val="231F20"/>
                </a:solidFill>
                <a:latin typeface="Arial"/>
                <a:cs typeface="Arial"/>
              </a:rPr>
              <a:t> </a:t>
            </a:r>
            <a:r>
              <a:rPr sz="1000" dirty="0">
                <a:solidFill>
                  <a:srgbClr val="231F20"/>
                </a:solidFill>
                <a:latin typeface="Arial"/>
                <a:cs typeface="Arial"/>
              </a:rPr>
              <a:t>of the film while the Baltimore </a:t>
            </a:r>
            <a:r>
              <a:rPr sz="1000" spc="-10" dirty="0">
                <a:solidFill>
                  <a:srgbClr val="231F20"/>
                </a:solidFill>
                <a:latin typeface="Arial"/>
                <a:cs typeface="Arial"/>
              </a:rPr>
              <a:t>Symphony</a:t>
            </a:r>
            <a:r>
              <a:rPr sz="1000" dirty="0">
                <a:solidFill>
                  <a:srgbClr val="231F20"/>
                </a:solidFill>
                <a:latin typeface="Arial"/>
                <a:cs typeface="Arial"/>
              </a:rPr>
              <a:t> </a:t>
            </a:r>
            <a:r>
              <a:rPr sz="1000" spc="-10" dirty="0">
                <a:solidFill>
                  <a:srgbClr val="231F20"/>
                </a:solidFill>
                <a:latin typeface="Arial"/>
                <a:cs typeface="Arial"/>
              </a:rPr>
              <a:t>Orchestra </a:t>
            </a:r>
            <a:r>
              <a:rPr sz="1000" dirty="0">
                <a:solidFill>
                  <a:srgbClr val="231F20"/>
                </a:solidFill>
                <a:latin typeface="Arial"/>
                <a:cs typeface="Arial"/>
              </a:rPr>
              <a:t>performed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Oscar</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30" dirty="0">
                <a:solidFill>
                  <a:srgbClr val="231F20"/>
                </a:solidFill>
                <a:latin typeface="Arial"/>
                <a:cs typeface="Arial"/>
              </a:rPr>
              <a:t>Grammy-</a:t>
            </a:r>
            <a:r>
              <a:rPr sz="1000" dirty="0">
                <a:solidFill>
                  <a:srgbClr val="231F20"/>
                </a:solidFill>
                <a:latin typeface="Arial"/>
                <a:cs typeface="Arial"/>
              </a:rPr>
              <a:t>winning</a:t>
            </a:r>
            <a:r>
              <a:rPr sz="1000" spc="20" dirty="0">
                <a:solidFill>
                  <a:srgbClr val="231F20"/>
                </a:solidFill>
                <a:latin typeface="Arial"/>
                <a:cs typeface="Arial"/>
              </a:rPr>
              <a:t> </a:t>
            </a:r>
            <a:r>
              <a:rPr sz="1000" dirty="0">
                <a:solidFill>
                  <a:srgbClr val="231F20"/>
                </a:solidFill>
                <a:latin typeface="Arial"/>
                <a:cs typeface="Arial"/>
              </a:rPr>
              <a:t>score</a:t>
            </a:r>
            <a:r>
              <a:rPr sz="1000" spc="15" dirty="0">
                <a:solidFill>
                  <a:srgbClr val="231F20"/>
                </a:solidFill>
                <a:latin typeface="Arial"/>
                <a:cs typeface="Arial"/>
              </a:rPr>
              <a:t> </a:t>
            </a:r>
            <a:r>
              <a:rPr sz="1000" spc="-20" dirty="0">
                <a:solidFill>
                  <a:srgbClr val="231F20"/>
                </a:solidFill>
                <a:latin typeface="Arial"/>
                <a:cs typeface="Arial"/>
              </a:rPr>
              <a:t>live. </a:t>
            </a:r>
            <a:r>
              <a:rPr sz="1000" dirty="0">
                <a:solidFill>
                  <a:srgbClr val="231F20"/>
                </a:solidFill>
                <a:latin typeface="Arial"/>
                <a:cs typeface="Arial"/>
              </a:rPr>
              <a:t>Goodie</a:t>
            </a:r>
            <a:r>
              <a:rPr sz="1000" spc="-5" dirty="0">
                <a:solidFill>
                  <a:srgbClr val="231F20"/>
                </a:solidFill>
                <a:latin typeface="Arial"/>
                <a:cs typeface="Arial"/>
              </a:rPr>
              <a:t> </a:t>
            </a:r>
            <a:r>
              <a:rPr sz="1000" dirty="0">
                <a:solidFill>
                  <a:srgbClr val="231F20"/>
                </a:solidFill>
                <a:latin typeface="Arial"/>
                <a:cs typeface="Arial"/>
              </a:rPr>
              <a:t>bags awaited</a:t>
            </a:r>
            <a:r>
              <a:rPr sz="1000" spc="-5" dirty="0">
                <a:solidFill>
                  <a:srgbClr val="231F20"/>
                </a:solidFill>
                <a:latin typeface="Arial"/>
                <a:cs typeface="Arial"/>
              </a:rPr>
              <a:t> </a:t>
            </a:r>
            <a:r>
              <a:rPr sz="1000" dirty="0">
                <a:solidFill>
                  <a:srgbClr val="231F20"/>
                </a:solidFill>
                <a:latin typeface="Arial"/>
                <a:cs typeface="Arial"/>
              </a:rPr>
              <a:t>them after the</a:t>
            </a:r>
            <a:r>
              <a:rPr sz="1000" spc="-5" dirty="0">
                <a:solidFill>
                  <a:srgbClr val="231F20"/>
                </a:solidFill>
                <a:latin typeface="Arial"/>
                <a:cs typeface="Arial"/>
              </a:rPr>
              <a:t> </a:t>
            </a:r>
            <a:r>
              <a:rPr sz="1000" spc="-10" dirty="0">
                <a:solidFill>
                  <a:srgbClr val="231F20"/>
                </a:solidFill>
                <a:latin typeface="Arial"/>
                <a:cs typeface="Arial"/>
              </a:rPr>
              <a:t>show,</a:t>
            </a:r>
            <a:r>
              <a:rPr sz="1000" dirty="0">
                <a:solidFill>
                  <a:srgbClr val="231F20"/>
                </a:solidFill>
                <a:latin typeface="Arial"/>
                <a:cs typeface="Arial"/>
              </a:rPr>
              <a:t> </a:t>
            </a:r>
            <a:r>
              <a:rPr sz="1000" spc="-10" dirty="0">
                <a:solidFill>
                  <a:srgbClr val="231F20"/>
                </a:solidFill>
                <a:latin typeface="Arial"/>
                <a:cs typeface="Arial"/>
              </a:rPr>
              <a:t>enhancing</a:t>
            </a:r>
            <a:r>
              <a:rPr sz="1000" spc="50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experience.A</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thrilling</a:t>
            </a:r>
            <a:r>
              <a:rPr sz="1000" spc="10" dirty="0">
                <a:solidFill>
                  <a:srgbClr val="231F20"/>
                </a:solidFill>
                <a:latin typeface="Arial"/>
                <a:cs typeface="Arial"/>
              </a:rPr>
              <a:t> </a:t>
            </a:r>
            <a:r>
              <a:rPr sz="1000" dirty="0">
                <a:solidFill>
                  <a:srgbClr val="231F20"/>
                </a:solidFill>
                <a:latin typeface="Arial"/>
                <a:cs typeface="Arial"/>
              </a:rPr>
              <a:t>indoor</a:t>
            </a:r>
            <a:r>
              <a:rPr sz="1000" spc="5" dirty="0">
                <a:solidFill>
                  <a:srgbClr val="231F20"/>
                </a:solidFill>
                <a:latin typeface="Arial"/>
                <a:cs typeface="Arial"/>
              </a:rPr>
              <a:t> </a:t>
            </a:r>
            <a:r>
              <a:rPr sz="1000" dirty="0">
                <a:solidFill>
                  <a:srgbClr val="231F20"/>
                </a:solidFill>
                <a:latin typeface="Arial"/>
                <a:cs typeface="Arial"/>
              </a:rPr>
              <a:t>track</a:t>
            </a:r>
            <a:r>
              <a:rPr sz="1000" spc="10" dirty="0">
                <a:solidFill>
                  <a:srgbClr val="231F20"/>
                </a:solidFill>
                <a:latin typeface="Arial"/>
                <a:cs typeface="Arial"/>
              </a:rPr>
              <a:t> </a:t>
            </a:r>
            <a:r>
              <a:rPr sz="1000" dirty="0">
                <a:solidFill>
                  <a:srgbClr val="231F20"/>
                </a:solidFill>
                <a:latin typeface="Arial"/>
                <a:cs typeface="Arial"/>
              </a:rPr>
              <a:t>race</a:t>
            </a:r>
            <a:r>
              <a:rPr sz="1000" spc="10" dirty="0">
                <a:solidFill>
                  <a:srgbClr val="231F20"/>
                </a:solidFill>
                <a:latin typeface="Arial"/>
                <a:cs typeface="Arial"/>
              </a:rPr>
              <a:t> </a:t>
            </a:r>
            <a:r>
              <a:rPr sz="1000" dirty="0">
                <a:solidFill>
                  <a:srgbClr val="231F20"/>
                </a:solidFill>
                <a:latin typeface="Arial"/>
                <a:cs typeface="Arial"/>
              </a:rPr>
              <a:t>served</a:t>
            </a:r>
            <a:r>
              <a:rPr sz="1000" spc="10" dirty="0">
                <a:solidFill>
                  <a:srgbClr val="231F20"/>
                </a:solidFill>
                <a:latin typeface="Arial"/>
                <a:cs typeface="Arial"/>
              </a:rPr>
              <a:t> </a:t>
            </a:r>
            <a:r>
              <a:rPr sz="1000" spc="-25" dirty="0">
                <a:solidFill>
                  <a:srgbClr val="231F20"/>
                </a:solidFill>
                <a:latin typeface="Arial"/>
                <a:cs typeface="Arial"/>
              </a:rPr>
              <a:t>as</a:t>
            </a:r>
            <a:r>
              <a:rPr sz="1000" spc="50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opportunity.</a:t>
            </a:r>
            <a:r>
              <a:rPr sz="1000" spc="10" dirty="0">
                <a:solidFill>
                  <a:srgbClr val="231F20"/>
                </a:solidFill>
                <a:latin typeface="Arial"/>
                <a:cs typeface="Arial"/>
              </a:rPr>
              <a:t> </a:t>
            </a:r>
            <a:r>
              <a:rPr sz="1000" dirty="0">
                <a:solidFill>
                  <a:srgbClr val="231F20"/>
                </a:solidFill>
                <a:latin typeface="Arial"/>
                <a:cs typeface="Arial"/>
              </a:rPr>
              <a:t>Senior</a:t>
            </a:r>
            <a:r>
              <a:rPr sz="1000" spc="10"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delved</a:t>
            </a:r>
            <a:r>
              <a:rPr sz="1000" spc="10"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world </a:t>
            </a:r>
            <a:r>
              <a:rPr sz="1000" dirty="0">
                <a:solidFill>
                  <a:srgbClr val="231F20"/>
                </a:solidFill>
                <a:latin typeface="Arial"/>
                <a:cs typeface="Arial"/>
              </a:rPr>
              <a:t>of</a:t>
            </a:r>
            <a:r>
              <a:rPr sz="1000" spc="-10" dirty="0">
                <a:solidFill>
                  <a:srgbClr val="231F20"/>
                </a:solidFill>
                <a:latin typeface="Arial"/>
                <a:cs typeface="Arial"/>
              </a:rPr>
              <a:t> Blacks</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racing</a:t>
            </a:r>
            <a:r>
              <a:rPr sz="1000" spc="-5" dirty="0">
                <a:solidFill>
                  <a:srgbClr val="231F20"/>
                </a:solidFill>
                <a:latin typeface="Arial"/>
                <a:cs typeface="Arial"/>
              </a:rPr>
              <a:t> </a:t>
            </a:r>
            <a:r>
              <a:rPr sz="1000" dirty="0">
                <a:solidFill>
                  <a:srgbClr val="231F20"/>
                </a:solidFill>
                <a:latin typeface="Arial"/>
                <a:cs typeface="Arial"/>
              </a:rPr>
              <a:t>industry,</a:t>
            </a:r>
            <a:r>
              <a:rPr sz="1000" spc="-10" dirty="0">
                <a:solidFill>
                  <a:srgbClr val="231F20"/>
                </a:solidFill>
                <a:latin typeface="Arial"/>
                <a:cs typeface="Arial"/>
              </a:rPr>
              <a:t> </a:t>
            </a:r>
            <a:r>
              <a:rPr sz="1000" dirty="0">
                <a:solidFill>
                  <a:srgbClr val="231F20"/>
                </a:solidFill>
                <a:latin typeface="Arial"/>
                <a:cs typeface="Arial"/>
              </a:rPr>
              <a:t>gaining</a:t>
            </a:r>
            <a:r>
              <a:rPr sz="1000" spc="-5" dirty="0">
                <a:solidFill>
                  <a:srgbClr val="231F20"/>
                </a:solidFill>
                <a:latin typeface="Arial"/>
                <a:cs typeface="Arial"/>
              </a:rPr>
              <a:t> </a:t>
            </a:r>
            <a:r>
              <a:rPr sz="1000" dirty="0">
                <a:solidFill>
                  <a:srgbClr val="231F20"/>
                </a:solidFill>
                <a:latin typeface="Arial"/>
                <a:cs typeface="Arial"/>
              </a:rPr>
              <a:t>valuable</a:t>
            </a:r>
            <a:r>
              <a:rPr sz="1000" spc="-5" dirty="0">
                <a:solidFill>
                  <a:srgbClr val="231F20"/>
                </a:solidFill>
                <a:latin typeface="Arial"/>
                <a:cs typeface="Arial"/>
              </a:rPr>
              <a:t> </a:t>
            </a:r>
            <a:r>
              <a:rPr sz="1000" spc="-10" dirty="0">
                <a:solidFill>
                  <a:srgbClr val="231F20"/>
                </a:solidFill>
                <a:latin typeface="Arial"/>
                <a:cs typeface="Arial"/>
              </a:rPr>
              <a:t>insights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broadening</a:t>
            </a:r>
            <a:r>
              <a:rPr sz="1000" spc="25" dirty="0">
                <a:solidFill>
                  <a:srgbClr val="231F20"/>
                </a:solidFill>
                <a:latin typeface="Arial"/>
                <a:cs typeface="Arial"/>
              </a:rPr>
              <a:t> </a:t>
            </a:r>
            <a:r>
              <a:rPr sz="1000" dirty="0">
                <a:solidFill>
                  <a:srgbClr val="231F20"/>
                </a:solidFill>
                <a:latin typeface="Arial"/>
                <a:cs typeface="Arial"/>
              </a:rPr>
              <a:t>their</a:t>
            </a:r>
            <a:r>
              <a:rPr sz="1000" spc="25" dirty="0">
                <a:solidFill>
                  <a:srgbClr val="231F20"/>
                </a:solidFill>
                <a:latin typeface="Arial"/>
                <a:cs typeface="Arial"/>
              </a:rPr>
              <a:t> </a:t>
            </a:r>
            <a:r>
              <a:rPr sz="1000" spc="-10" dirty="0">
                <a:solidFill>
                  <a:srgbClr val="231F20"/>
                </a:solidFill>
                <a:latin typeface="Arial"/>
                <a:cs typeface="Arial"/>
              </a:rPr>
              <a:t>horizons.</a:t>
            </a:r>
            <a:endParaRPr sz="1000">
              <a:latin typeface="Arial"/>
              <a:cs typeface="Arial"/>
            </a:endParaRPr>
          </a:p>
          <a:p>
            <a:pPr marL="12700" marR="59055">
              <a:lnSpc>
                <a:spcPct val="100000"/>
              </a:lnSpc>
              <a:spcBef>
                <a:spcPts val="900"/>
              </a:spcBef>
            </a:pP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program</a:t>
            </a:r>
            <a:r>
              <a:rPr sz="1000" spc="-15"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culminated</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celebration</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recognizing</a:t>
            </a:r>
            <a:r>
              <a:rPr sz="1000" spc="-15" dirty="0">
                <a:solidFill>
                  <a:srgbClr val="231F20"/>
                </a:solidFill>
                <a:latin typeface="Arial"/>
                <a:cs typeface="Arial"/>
              </a:rPr>
              <a:t> </a:t>
            </a:r>
            <a:r>
              <a:rPr sz="1000" dirty="0">
                <a:solidFill>
                  <a:srgbClr val="231F20"/>
                </a:solidFill>
                <a:latin typeface="Arial"/>
                <a:cs typeface="Arial"/>
              </a:rPr>
              <a:t>National</a:t>
            </a:r>
            <a:r>
              <a:rPr sz="1000" spc="-15"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spc="-20" dirty="0">
                <a:solidFill>
                  <a:srgbClr val="231F20"/>
                </a:solidFill>
                <a:latin typeface="Arial"/>
                <a:cs typeface="Arial"/>
              </a:rPr>
              <a:t>Family</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our</a:t>
            </a:r>
            <a:r>
              <a:rPr sz="1000" spc="-15" dirty="0">
                <a:solidFill>
                  <a:srgbClr val="231F20"/>
                </a:solidFill>
                <a:latin typeface="Arial"/>
                <a:cs typeface="Arial"/>
              </a:rPr>
              <a:t> </a:t>
            </a:r>
            <a:r>
              <a:rPr sz="1000" spc="-10" dirty="0">
                <a:solidFill>
                  <a:srgbClr val="231F20"/>
                </a:solidFill>
                <a:latin typeface="Arial"/>
                <a:cs typeface="Arial"/>
              </a:rPr>
              <a:t>JJMCMC </a:t>
            </a:r>
            <a:r>
              <a:rPr sz="1000" spc="-20" dirty="0">
                <a:solidFill>
                  <a:srgbClr val="231F20"/>
                </a:solidFill>
                <a:latin typeface="Arial"/>
                <a:cs typeface="Arial"/>
              </a:rPr>
              <a:t>Families.</a:t>
            </a:r>
            <a:r>
              <a:rPr sz="1000" spc="-5" dirty="0">
                <a:solidFill>
                  <a:srgbClr val="231F20"/>
                </a:solidFill>
                <a:latin typeface="Arial"/>
                <a:cs typeface="Arial"/>
              </a:rPr>
              <a:t> </a:t>
            </a:r>
            <a:r>
              <a:rPr sz="1000" spc="-45" dirty="0">
                <a:solidFill>
                  <a:srgbClr val="231F20"/>
                </a:solidFill>
                <a:latin typeface="Arial"/>
                <a:cs typeface="Arial"/>
              </a:rPr>
              <a:t>We</a:t>
            </a:r>
            <a:r>
              <a:rPr sz="1000" spc="-5" dirty="0">
                <a:solidFill>
                  <a:srgbClr val="231F20"/>
                </a:solidFill>
                <a:latin typeface="Arial"/>
                <a:cs typeface="Arial"/>
              </a:rPr>
              <a:t> </a:t>
            </a:r>
            <a:r>
              <a:rPr sz="1000" dirty="0">
                <a:solidFill>
                  <a:srgbClr val="231F20"/>
                </a:solidFill>
                <a:latin typeface="Arial"/>
                <a:cs typeface="Arial"/>
              </a:rPr>
              <a:t>gathered</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Mountainside</a:t>
            </a:r>
            <a:r>
              <a:rPr sz="1000" spc="-5" dirty="0">
                <a:solidFill>
                  <a:srgbClr val="231F20"/>
                </a:solidFill>
                <a:latin typeface="Arial"/>
                <a:cs typeface="Arial"/>
              </a:rPr>
              <a:t> </a:t>
            </a:r>
            <a:r>
              <a:rPr sz="1000" dirty="0">
                <a:solidFill>
                  <a:srgbClr val="231F20"/>
                </a:solidFill>
                <a:latin typeface="Arial"/>
                <a:cs typeface="Arial"/>
              </a:rPr>
              <a:t>Education</a:t>
            </a:r>
            <a:r>
              <a:rPr sz="1000" spc="-5" dirty="0">
                <a:solidFill>
                  <a:srgbClr val="231F20"/>
                </a:solidFill>
                <a:latin typeface="Arial"/>
                <a:cs typeface="Arial"/>
              </a:rPr>
              <a:t> </a:t>
            </a:r>
            <a:r>
              <a:rPr sz="1000" spc="-50" dirty="0">
                <a:solidFill>
                  <a:srgbClr val="231F20"/>
                </a:solidFill>
                <a:latin typeface="Arial"/>
                <a:cs typeface="Arial"/>
              </a:rPr>
              <a:t>&amp; </a:t>
            </a:r>
            <a:r>
              <a:rPr sz="1000" spc="-10" dirty="0">
                <a:solidFill>
                  <a:srgbClr val="231F20"/>
                </a:solidFill>
                <a:latin typeface="Arial"/>
                <a:cs typeface="Arial"/>
              </a:rPr>
              <a:t>Enrichment</a:t>
            </a:r>
            <a:r>
              <a:rPr sz="1000" spc="-5" dirty="0">
                <a:solidFill>
                  <a:srgbClr val="231F20"/>
                </a:solidFill>
                <a:latin typeface="Arial"/>
                <a:cs typeface="Arial"/>
              </a:rPr>
              <a:t> </a:t>
            </a:r>
            <a:r>
              <a:rPr sz="100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Frederick,</a:t>
            </a:r>
            <a:r>
              <a:rPr sz="1000" spc="-5" dirty="0">
                <a:solidFill>
                  <a:srgbClr val="231F20"/>
                </a:solidFill>
                <a:latin typeface="Arial"/>
                <a:cs typeface="Arial"/>
              </a:rPr>
              <a:t> </a:t>
            </a:r>
            <a:r>
              <a:rPr sz="1000" spc="-40" dirty="0">
                <a:solidFill>
                  <a:srgbClr val="231F20"/>
                </a:solidFill>
                <a:latin typeface="Arial"/>
                <a:cs typeface="Arial"/>
              </a:rPr>
              <a:t>MD.</a:t>
            </a:r>
            <a:r>
              <a:rPr sz="1000" spc="-5" dirty="0">
                <a:solidFill>
                  <a:srgbClr val="231F20"/>
                </a:solidFill>
                <a:latin typeface="Arial"/>
                <a:cs typeface="Arial"/>
              </a:rPr>
              <a:t> </a:t>
            </a:r>
            <a:r>
              <a:rPr sz="1000" spc="-20" dirty="0">
                <a:solidFill>
                  <a:srgbClr val="231F20"/>
                </a:solidFill>
                <a:latin typeface="Arial"/>
                <a:cs typeface="Arial"/>
              </a:rPr>
              <a:t>Families</a:t>
            </a:r>
            <a:r>
              <a:rPr sz="1000" spc="-5" dirty="0">
                <a:solidFill>
                  <a:srgbClr val="231F20"/>
                </a:solidFill>
                <a:latin typeface="Arial"/>
                <a:cs typeface="Arial"/>
              </a:rPr>
              <a:t> </a:t>
            </a:r>
            <a:r>
              <a:rPr sz="1000" spc="-10" dirty="0">
                <a:solidFill>
                  <a:srgbClr val="231F20"/>
                </a:solidFill>
                <a:latin typeface="Arial"/>
                <a:cs typeface="Arial"/>
              </a:rPr>
              <a:t>contributed </a:t>
            </a:r>
            <a:r>
              <a:rPr sz="1000" dirty="0">
                <a:solidFill>
                  <a:srgbClr val="231F20"/>
                </a:solidFill>
                <a:latin typeface="Arial"/>
                <a:cs typeface="Arial"/>
              </a:rPr>
              <a:t>items to create kits for</a:t>
            </a:r>
            <a:r>
              <a:rPr sz="1000" spc="5" dirty="0">
                <a:solidFill>
                  <a:srgbClr val="231F20"/>
                </a:solidFill>
                <a:latin typeface="Arial"/>
                <a:cs typeface="Arial"/>
              </a:rPr>
              <a:t> </a:t>
            </a:r>
            <a:r>
              <a:rPr sz="1000" dirty="0">
                <a:solidFill>
                  <a:srgbClr val="231F20"/>
                </a:solidFill>
                <a:latin typeface="Arial"/>
                <a:cs typeface="Arial"/>
              </a:rPr>
              <a:t>those rising out of </a:t>
            </a:r>
            <a:r>
              <a:rPr sz="1000" spc="-10" dirty="0">
                <a:solidFill>
                  <a:srgbClr val="231F20"/>
                </a:solidFill>
                <a:latin typeface="Arial"/>
                <a:cs typeface="Arial"/>
              </a:rPr>
              <a:t>homelessness, </a:t>
            </a:r>
            <a:r>
              <a:rPr sz="1000" dirty="0">
                <a:solidFill>
                  <a:srgbClr val="231F20"/>
                </a:solidFill>
                <a:latin typeface="Arial"/>
                <a:cs typeface="Arial"/>
              </a:rPr>
              <a:t>partnering</a:t>
            </a:r>
            <a:r>
              <a:rPr sz="1000" spc="30" dirty="0">
                <a:solidFill>
                  <a:srgbClr val="231F20"/>
                </a:solidFill>
                <a:latin typeface="Arial"/>
                <a:cs typeface="Arial"/>
              </a:rPr>
              <a:t> </a:t>
            </a:r>
            <a:r>
              <a:rPr sz="1000" dirty="0">
                <a:solidFill>
                  <a:srgbClr val="231F20"/>
                </a:solidFill>
                <a:latin typeface="Arial"/>
                <a:cs typeface="Arial"/>
              </a:rPr>
              <a:t>with</a:t>
            </a:r>
            <a:r>
              <a:rPr sz="1000" spc="3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Montgomery</a:t>
            </a:r>
            <a:r>
              <a:rPr sz="1000" spc="35" dirty="0">
                <a:solidFill>
                  <a:srgbClr val="231F20"/>
                </a:solidFill>
                <a:latin typeface="Arial"/>
                <a:cs typeface="Arial"/>
              </a:rPr>
              <a:t> </a:t>
            </a:r>
            <a:r>
              <a:rPr sz="1000" dirty="0">
                <a:solidFill>
                  <a:srgbClr val="231F20"/>
                </a:solidFill>
                <a:latin typeface="Arial"/>
                <a:cs typeface="Arial"/>
              </a:rPr>
              <a:t>County</a:t>
            </a:r>
            <a:r>
              <a:rPr sz="1000" spc="35" dirty="0">
                <a:solidFill>
                  <a:srgbClr val="231F20"/>
                </a:solidFill>
                <a:latin typeface="Arial"/>
                <a:cs typeface="Arial"/>
              </a:rPr>
              <a:t> </a:t>
            </a:r>
            <a:r>
              <a:rPr sz="1000" dirty="0">
                <a:solidFill>
                  <a:srgbClr val="231F20"/>
                </a:solidFill>
                <a:latin typeface="Arial"/>
                <a:cs typeface="Arial"/>
              </a:rPr>
              <a:t>Coalition</a:t>
            </a:r>
            <a:r>
              <a:rPr sz="1000" spc="30" dirty="0">
                <a:solidFill>
                  <a:srgbClr val="231F20"/>
                </a:solidFill>
                <a:latin typeface="Arial"/>
                <a:cs typeface="Arial"/>
              </a:rPr>
              <a:t> </a:t>
            </a:r>
            <a:r>
              <a:rPr sz="1000" dirty="0">
                <a:solidFill>
                  <a:srgbClr val="231F20"/>
                </a:solidFill>
                <a:latin typeface="Arial"/>
                <a:cs typeface="Arial"/>
              </a:rPr>
              <a:t>for</a:t>
            </a:r>
            <a:r>
              <a:rPr sz="1000" spc="3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Homeless to</a:t>
            </a:r>
            <a:r>
              <a:rPr sz="1000" spc="5" dirty="0">
                <a:solidFill>
                  <a:srgbClr val="231F20"/>
                </a:solidFill>
                <a:latin typeface="Arial"/>
                <a:cs typeface="Arial"/>
              </a:rPr>
              <a:t> </a:t>
            </a:r>
            <a:r>
              <a:rPr sz="1000" dirty="0">
                <a:solidFill>
                  <a:srgbClr val="231F20"/>
                </a:solidFill>
                <a:latin typeface="Arial"/>
                <a:cs typeface="Arial"/>
              </a:rPr>
              <a:t>support</a:t>
            </a:r>
            <a:r>
              <a:rPr sz="1000" spc="5" dirty="0">
                <a:solidFill>
                  <a:srgbClr val="231F20"/>
                </a:solidFill>
                <a:latin typeface="Arial"/>
                <a:cs typeface="Arial"/>
              </a:rPr>
              <a:t> </a:t>
            </a:r>
            <a:r>
              <a:rPr sz="1000" dirty="0">
                <a:solidFill>
                  <a:srgbClr val="231F20"/>
                </a:solidFill>
                <a:latin typeface="Arial"/>
                <a:cs typeface="Arial"/>
              </a:rPr>
              <a:t>our</a:t>
            </a:r>
            <a:r>
              <a:rPr sz="1000" spc="5"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service</a:t>
            </a:r>
            <a:r>
              <a:rPr sz="1000" spc="5" dirty="0">
                <a:solidFill>
                  <a:srgbClr val="231F20"/>
                </a:solidFill>
                <a:latin typeface="Arial"/>
                <a:cs typeface="Arial"/>
              </a:rPr>
              <a:t> </a:t>
            </a:r>
            <a:r>
              <a:rPr sz="1000" spc="-10" dirty="0">
                <a:solidFill>
                  <a:srgbClr val="231F20"/>
                </a:solidFill>
                <a:latin typeface="Arial"/>
                <a:cs typeface="Arial"/>
              </a:rPr>
              <a:t>initiatives. </a:t>
            </a:r>
            <a:r>
              <a:rPr sz="1000" dirty="0">
                <a:solidFill>
                  <a:srgbClr val="231F20"/>
                </a:solidFill>
                <a:latin typeface="Arial"/>
                <a:cs typeface="Arial"/>
              </a:rPr>
              <a:t>Activities</a:t>
            </a:r>
            <a:r>
              <a:rPr sz="1000" spc="20" dirty="0">
                <a:solidFill>
                  <a:srgbClr val="231F20"/>
                </a:solidFill>
                <a:latin typeface="Arial"/>
                <a:cs typeface="Arial"/>
              </a:rPr>
              <a:t> </a:t>
            </a:r>
            <a:r>
              <a:rPr sz="1000" dirty="0">
                <a:solidFill>
                  <a:srgbClr val="231F20"/>
                </a:solidFill>
                <a:latin typeface="Arial"/>
                <a:cs typeface="Arial"/>
              </a:rPr>
              <a:t>included</a:t>
            </a:r>
            <a:r>
              <a:rPr sz="1000" spc="25" dirty="0">
                <a:solidFill>
                  <a:srgbClr val="231F20"/>
                </a:solidFill>
                <a:latin typeface="Arial"/>
                <a:cs typeface="Arial"/>
              </a:rPr>
              <a:t> </a:t>
            </a:r>
            <a:r>
              <a:rPr sz="1000" dirty="0">
                <a:solidFill>
                  <a:srgbClr val="231F20"/>
                </a:solidFill>
                <a:latin typeface="Arial"/>
                <a:cs typeface="Arial"/>
              </a:rPr>
              <a:t>rope</a:t>
            </a:r>
            <a:r>
              <a:rPr sz="1000" spc="25" dirty="0">
                <a:solidFill>
                  <a:srgbClr val="231F20"/>
                </a:solidFill>
                <a:latin typeface="Arial"/>
                <a:cs typeface="Arial"/>
              </a:rPr>
              <a:t> </a:t>
            </a:r>
            <a:r>
              <a:rPr sz="1000" dirty="0">
                <a:solidFill>
                  <a:srgbClr val="231F20"/>
                </a:solidFill>
                <a:latin typeface="Arial"/>
                <a:cs typeface="Arial"/>
              </a:rPr>
              <a:t>climbing,</a:t>
            </a:r>
            <a:r>
              <a:rPr sz="1000" spc="25" dirty="0">
                <a:solidFill>
                  <a:srgbClr val="231F20"/>
                </a:solidFill>
                <a:latin typeface="Arial"/>
                <a:cs typeface="Arial"/>
              </a:rPr>
              <a:t> </a:t>
            </a:r>
            <a:r>
              <a:rPr sz="1000" dirty="0">
                <a:solidFill>
                  <a:srgbClr val="231F20"/>
                </a:solidFill>
                <a:latin typeface="Arial"/>
                <a:cs typeface="Arial"/>
              </a:rPr>
              <a:t>zip-lining,</a:t>
            </a:r>
            <a:r>
              <a:rPr sz="1000" spc="25" dirty="0">
                <a:solidFill>
                  <a:srgbClr val="231F20"/>
                </a:solidFill>
                <a:latin typeface="Arial"/>
                <a:cs typeface="Arial"/>
              </a:rPr>
              <a:t> </a:t>
            </a:r>
            <a:r>
              <a:rPr sz="1000" spc="-10" dirty="0">
                <a:solidFill>
                  <a:srgbClr val="231F20"/>
                </a:solidFill>
                <a:latin typeface="Arial"/>
                <a:cs typeface="Arial"/>
              </a:rPr>
              <a:t>playground </a:t>
            </a:r>
            <a:r>
              <a:rPr sz="1000" dirty="0">
                <a:solidFill>
                  <a:srgbClr val="231F20"/>
                </a:solidFill>
                <a:latin typeface="Arial"/>
                <a:cs typeface="Arial"/>
              </a:rPr>
              <a:t>fun,</a:t>
            </a:r>
            <a:r>
              <a:rPr sz="1000" spc="-25" dirty="0">
                <a:solidFill>
                  <a:srgbClr val="231F20"/>
                </a:solidFill>
                <a:latin typeface="Arial"/>
                <a:cs typeface="Arial"/>
              </a:rPr>
              <a:t> </a:t>
            </a:r>
            <a:r>
              <a:rPr sz="1000" dirty="0">
                <a:solidFill>
                  <a:srgbClr val="231F20"/>
                </a:solidFill>
                <a:latin typeface="Arial"/>
                <a:cs typeface="Arial"/>
              </a:rPr>
              <a:t>sports,</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fellowship.</a:t>
            </a:r>
            <a:endParaRPr sz="1000">
              <a:latin typeface="Arial"/>
              <a:cs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6" y="1529418"/>
            <a:ext cx="3068955" cy="6794500"/>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2023–2024</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62280" marR="454659" indent="-635" algn="ctr">
              <a:lnSpc>
                <a:spcPts val="1680"/>
              </a:lnSpc>
              <a:spcBef>
                <a:spcPts val="100"/>
              </a:spcBef>
            </a:pP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Sherri</a:t>
            </a:r>
            <a:r>
              <a:rPr sz="1100" spc="20"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3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0"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30"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Program</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Erica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Pollard</a:t>
            </a:r>
            <a:endParaRPr sz="1100">
              <a:latin typeface="Lucida Sans Unicode"/>
              <a:cs typeface="Lucida Sans Unicode"/>
            </a:endParaRPr>
          </a:p>
          <a:p>
            <a:pPr marL="76835" marR="69215" algn="ctr">
              <a:lnSpc>
                <a:spcPts val="1680"/>
              </a:lnSpc>
            </a:pPr>
            <a:r>
              <a:rPr sz="1100" spc="10" dirty="0">
                <a:solidFill>
                  <a:srgbClr val="1D5495"/>
                </a:solidFill>
                <a:latin typeface="Lucida Sans Unicode"/>
                <a:cs typeface="Lucida Sans Unicode"/>
              </a:rPr>
              <a:t>Recording</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85" dirty="0">
                <a:solidFill>
                  <a:srgbClr val="1D5495"/>
                </a:solidFill>
                <a:latin typeface="Lucida Sans Unicode"/>
                <a:cs typeface="Lucida Sans Unicode"/>
              </a:rPr>
              <a:t> </a:t>
            </a:r>
            <a:r>
              <a:rPr sz="1100" spc="65" dirty="0">
                <a:solidFill>
                  <a:srgbClr val="1D5495"/>
                </a:solidFill>
                <a:latin typeface="Lucida Sans Unicode"/>
                <a:cs typeface="Lucida Sans Unicode"/>
              </a:rPr>
              <a:t>KaShauna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Rohlehr </a:t>
            </a:r>
            <a:r>
              <a:rPr sz="1100" spc="10" dirty="0">
                <a:solidFill>
                  <a:srgbClr val="1D5495"/>
                </a:solidFill>
                <a:latin typeface="Lucida Sans Unicode"/>
                <a:cs typeface="Lucida Sans Unicode"/>
              </a:rPr>
              <a:t>Corresponding</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Meredith</a:t>
            </a:r>
            <a:r>
              <a:rPr sz="1100" spc="110" dirty="0">
                <a:solidFill>
                  <a:srgbClr val="1D5495"/>
                </a:solidFill>
                <a:latin typeface="Lucida Sans Unicode"/>
                <a:cs typeface="Lucida Sans Unicode"/>
              </a:rPr>
              <a:t> </a:t>
            </a:r>
            <a:r>
              <a:rPr sz="1100" spc="60" dirty="0">
                <a:solidFill>
                  <a:srgbClr val="1D5495"/>
                </a:solidFill>
                <a:latin typeface="Lucida Sans Unicode"/>
                <a:cs typeface="Lucida Sans Unicode"/>
              </a:rPr>
              <a:t>Webb </a:t>
            </a:r>
            <a:r>
              <a:rPr sz="1100" dirty="0">
                <a:solidFill>
                  <a:srgbClr val="1D5495"/>
                </a:solidFill>
                <a:latin typeface="Lucida Sans Unicode"/>
                <a:cs typeface="Lucida Sans Unicode"/>
              </a:rPr>
              <a:t>Treasurer:</a:t>
            </a:r>
            <a:r>
              <a:rPr sz="1100" spc="8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80"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endParaRPr sz="1100">
              <a:latin typeface="Lucida Sans Unicode"/>
              <a:cs typeface="Lucida Sans Unicode"/>
            </a:endParaRPr>
          </a:p>
          <a:p>
            <a:pPr marL="12700" marR="5080" algn="ctr">
              <a:lnSpc>
                <a:spcPts val="1680"/>
              </a:lnSpc>
            </a:pPr>
            <a:r>
              <a:rPr sz="1100" spc="10" dirty="0">
                <a:solidFill>
                  <a:srgbClr val="1D5495"/>
                </a:solidFill>
                <a:latin typeface="Lucida Sans Unicode"/>
                <a:cs typeface="Lucida Sans Unicode"/>
              </a:rPr>
              <a:t>Financial</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Kimberly</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Mosby-</a:t>
            </a:r>
            <a:r>
              <a:rPr sz="1100" spc="-10" dirty="0">
                <a:solidFill>
                  <a:srgbClr val="1D5495"/>
                </a:solidFill>
                <a:latin typeface="Lucida Sans Unicode"/>
                <a:cs typeface="Lucida Sans Unicode"/>
              </a:rPr>
              <a:t>Griffin </a:t>
            </a:r>
            <a:r>
              <a:rPr sz="1100" spc="-20" dirty="0">
                <a:solidFill>
                  <a:srgbClr val="1D5495"/>
                </a:solidFill>
                <a:latin typeface="Lucida Sans Unicode"/>
                <a:cs typeface="Lucida Sans Unicode"/>
              </a:rPr>
              <a:t>Editor:</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Lia</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Fordjour</a:t>
            </a:r>
            <a:endParaRPr sz="1100">
              <a:latin typeface="Lucida Sans Unicode"/>
              <a:cs typeface="Lucida Sans Unicode"/>
            </a:endParaRPr>
          </a:p>
          <a:p>
            <a:pPr marL="47625" marR="40005" algn="ctr">
              <a:lnSpc>
                <a:spcPts val="1680"/>
              </a:lnSpc>
            </a:pPr>
            <a:r>
              <a:rPr sz="1100" spc="20" dirty="0">
                <a:solidFill>
                  <a:srgbClr val="1D5495"/>
                </a:solidFill>
                <a:latin typeface="Lucida Sans Unicode"/>
                <a:cs typeface="Lucida Sans Unicode"/>
              </a:rPr>
              <a:t>Parliamentarian: Mignon McLemore </a:t>
            </a:r>
            <a:r>
              <a:rPr sz="1100" spc="-10" dirty="0">
                <a:solidFill>
                  <a:srgbClr val="1D5495"/>
                </a:solidFill>
                <a:latin typeface="Lucida Sans Unicode"/>
                <a:cs typeface="Lucida Sans Unicode"/>
              </a:rPr>
              <a:t>Pierce </a:t>
            </a:r>
            <a:r>
              <a:rPr sz="1100" dirty="0">
                <a:solidFill>
                  <a:srgbClr val="1D5495"/>
                </a:solidFill>
                <a:latin typeface="Lucida Sans Unicode"/>
                <a:cs typeface="Lucida Sans Unicode"/>
              </a:rPr>
              <a:t>Foundation</a:t>
            </a:r>
            <a:r>
              <a:rPr sz="1100" spc="13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35" dirty="0">
                <a:solidFill>
                  <a:srgbClr val="1D5495"/>
                </a:solidFill>
                <a:latin typeface="Lucida Sans Unicode"/>
                <a:cs typeface="Lucida Sans Unicode"/>
              </a:rPr>
              <a:t> </a:t>
            </a:r>
            <a:r>
              <a:rPr sz="1100" dirty="0">
                <a:solidFill>
                  <a:srgbClr val="1D5495"/>
                </a:solidFill>
                <a:latin typeface="Lucida Sans Unicode"/>
                <a:cs typeface="Lucida Sans Unicode"/>
              </a:rPr>
              <a:t>Angela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Riemer</a:t>
            </a:r>
            <a:r>
              <a:rPr sz="1100" spc="500" dirty="0">
                <a:solidFill>
                  <a:srgbClr val="1D5495"/>
                </a:solidFill>
                <a:latin typeface="Lucida Sans Unicode"/>
                <a:cs typeface="Lucida Sans Unicode"/>
              </a:rPr>
              <a:t> </a:t>
            </a:r>
            <a:r>
              <a:rPr sz="1100" spc="10" dirty="0">
                <a:solidFill>
                  <a:srgbClr val="1D5495"/>
                </a:solidFill>
                <a:latin typeface="Lucida Sans Unicode"/>
                <a:cs typeface="Lucida Sans Unicode"/>
              </a:rPr>
              <a:t>Chaplain:</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Christine</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Langford-</a:t>
            </a:r>
            <a:r>
              <a:rPr sz="1100" spc="-10" dirty="0">
                <a:solidFill>
                  <a:srgbClr val="1D5495"/>
                </a:solidFill>
                <a:latin typeface="Lucida Sans Unicode"/>
                <a:cs typeface="Lucida Sans Unicode"/>
              </a:rPr>
              <a:t>Dixon </a:t>
            </a:r>
            <a:r>
              <a:rPr sz="1100" dirty="0">
                <a:solidFill>
                  <a:srgbClr val="1D5495"/>
                </a:solidFill>
                <a:latin typeface="Lucida Sans Unicode"/>
                <a:cs typeface="Lucida Sans Unicode"/>
              </a:rPr>
              <a:t>Historian: </a:t>
            </a:r>
            <a:r>
              <a:rPr sz="1100" spc="55" dirty="0">
                <a:solidFill>
                  <a:srgbClr val="1D5495"/>
                </a:solidFill>
                <a:latin typeface="Lucida Sans Unicode"/>
                <a:cs typeface="Lucida Sans Unicode"/>
              </a:rPr>
              <a:t>Tameka</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Bennett</a:t>
            </a:r>
            <a:r>
              <a:rPr sz="1100" spc="5" dirty="0">
                <a:solidFill>
                  <a:srgbClr val="1D5495"/>
                </a:solidFill>
                <a:latin typeface="Lucida Sans Unicode"/>
                <a:cs typeface="Lucida Sans Unicode"/>
              </a:rPr>
              <a:t> </a:t>
            </a:r>
            <a:r>
              <a:rPr sz="1100" spc="50" dirty="0">
                <a:solidFill>
                  <a:srgbClr val="1D5495"/>
                </a:solidFill>
                <a:latin typeface="Lucida Sans Unicode"/>
                <a:cs typeface="Lucida Sans Unicode"/>
              </a:rPr>
              <a:t>Watt</a:t>
            </a:r>
            <a:endParaRPr sz="1100">
              <a:latin typeface="Lucida Sans Unicode"/>
              <a:cs typeface="Lucida Sans Unicode"/>
            </a:endParaRPr>
          </a:p>
          <a:p>
            <a:pPr marL="320675" marR="313055" algn="ctr">
              <a:lnSpc>
                <a:spcPts val="1680"/>
              </a:lnSpc>
            </a:pPr>
            <a:r>
              <a:rPr sz="1100" dirty="0">
                <a:solidFill>
                  <a:srgbClr val="1D5495"/>
                </a:solidFill>
                <a:latin typeface="Lucida Sans Unicode"/>
                <a:cs typeface="Lucida Sans Unicode"/>
              </a:rPr>
              <a:t>Sergeant-At-Arms:</a:t>
            </a:r>
            <a:r>
              <a:rPr sz="1100" spc="170" dirty="0">
                <a:solidFill>
                  <a:srgbClr val="1D5495"/>
                </a:solidFill>
                <a:latin typeface="Lucida Sans Unicode"/>
                <a:cs typeface="Lucida Sans Unicode"/>
              </a:rPr>
              <a:t> </a:t>
            </a:r>
            <a:r>
              <a:rPr sz="1100" dirty="0">
                <a:solidFill>
                  <a:srgbClr val="1D5495"/>
                </a:solidFill>
                <a:latin typeface="Lucida Sans Unicode"/>
                <a:cs typeface="Lucida Sans Unicode"/>
              </a:rPr>
              <a:t>Tonia</a:t>
            </a:r>
            <a:r>
              <a:rPr sz="1100" spc="170"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 </a:t>
            </a:r>
            <a:r>
              <a:rPr sz="1100" dirty="0">
                <a:solidFill>
                  <a:srgbClr val="1D5495"/>
                </a:solidFill>
                <a:latin typeface="Lucida Sans Unicode"/>
                <a:cs typeface="Lucida Sans Unicode"/>
              </a:rPr>
              <a:t>Father’s</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Erwin</a:t>
            </a:r>
            <a:r>
              <a:rPr sz="1100" spc="-40" dirty="0">
                <a:solidFill>
                  <a:srgbClr val="1D5495"/>
                </a:solidFill>
                <a:latin typeface="Lucida Sans Unicode"/>
                <a:cs typeface="Lucida Sans Unicode"/>
              </a:rPr>
              <a:t> </a:t>
            </a:r>
            <a:r>
              <a:rPr sz="1100" spc="50" dirty="0">
                <a:solidFill>
                  <a:srgbClr val="1D5495"/>
                </a:solidFill>
                <a:latin typeface="Lucida Sans Unicode"/>
                <a:cs typeface="Lucida Sans Unicode"/>
              </a:rPr>
              <a:t>Sampson</a:t>
            </a:r>
            <a:endParaRPr sz="1100">
              <a:latin typeface="Lucida Sans Unicode"/>
              <a:cs typeface="Lucida Sans Unicode"/>
            </a:endParaRPr>
          </a:p>
          <a:p>
            <a:pPr algn="ctr">
              <a:lnSpc>
                <a:spcPct val="100000"/>
              </a:lnSpc>
              <a:spcBef>
                <a:spcPts val="116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210185" marR="202565" indent="-635" algn="ctr">
              <a:lnSpc>
                <a:spcPct val="127299"/>
              </a:lnSpc>
              <a:spcBef>
                <a:spcPts val="70"/>
              </a:spcBef>
            </a:pPr>
            <a:r>
              <a:rPr sz="1100" dirty="0">
                <a:solidFill>
                  <a:srgbClr val="1D5495"/>
                </a:solidFill>
                <a:latin typeface="Lucida Sans Unicode"/>
                <a:cs typeface="Lucida Sans Unicode"/>
              </a:rPr>
              <a:t>Teen</a:t>
            </a:r>
            <a:r>
              <a:rPr sz="1100" spc="-5" dirty="0">
                <a:solidFill>
                  <a:srgbClr val="1D5495"/>
                </a:solidFill>
                <a:latin typeface="Lucida Sans Unicode"/>
                <a:cs typeface="Lucida Sans Unicode"/>
              </a:rPr>
              <a:t> </a:t>
            </a:r>
            <a:r>
              <a:rPr sz="1100" dirty="0">
                <a:solidFill>
                  <a:srgbClr val="1D5495"/>
                </a:solidFill>
                <a:latin typeface="Lucida Sans Unicode"/>
                <a:cs typeface="Lucida Sans Unicode"/>
              </a:rPr>
              <a:t>President: </a:t>
            </a:r>
            <a:r>
              <a:rPr sz="1100" spc="75" dirty="0">
                <a:solidFill>
                  <a:srgbClr val="1D5495"/>
                </a:solidFill>
                <a:latin typeface="Lucida Sans Unicode"/>
                <a:cs typeface="Lucida Sans Unicode"/>
              </a:rPr>
              <a:t>Namara</a:t>
            </a:r>
            <a:r>
              <a:rPr sz="1100" spc="-5" dirty="0">
                <a:solidFill>
                  <a:srgbClr val="1D5495"/>
                </a:solidFill>
                <a:latin typeface="Lucida Sans Unicode"/>
                <a:cs typeface="Lucida Sans Unicode"/>
              </a:rPr>
              <a:t> </a:t>
            </a:r>
            <a:r>
              <a:rPr sz="1100" spc="65" dirty="0">
                <a:solidFill>
                  <a:srgbClr val="1D5495"/>
                </a:solidFill>
                <a:latin typeface="Lucida Sans Unicode"/>
                <a:cs typeface="Lucida Sans Unicode"/>
              </a:rPr>
              <a:t>Mugamba </a:t>
            </a:r>
            <a:r>
              <a:rPr sz="1100" dirty="0">
                <a:solidFill>
                  <a:srgbClr val="1D5495"/>
                </a:solidFill>
                <a:latin typeface="Lucida Sans Unicode"/>
                <a:cs typeface="Lucida Sans Unicode"/>
              </a:rPr>
              <a:t>Vice</a:t>
            </a:r>
            <a:r>
              <a:rPr sz="1100" spc="9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Kendall</a:t>
            </a:r>
            <a:r>
              <a:rPr sz="1100" spc="9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 </a:t>
            </a:r>
            <a:r>
              <a:rPr sz="1100" spc="10" dirty="0">
                <a:solidFill>
                  <a:srgbClr val="1D5495"/>
                </a:solidFill>
                <a:latin typeface="Lucida Sans Unicode"/>
                <a:cs typeface="Lucida Sans Unicode"/>
              </a:rPr>
              <a:t>Recording</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75" dirty="0">
                <a:solidFill>
                  <a:srgbClr val="1D5495"/>
                </a:solidFill>
                <a:latin typeface="Lucida Sans Unicode"/>
                <a:cs typeface="Lucida Sans Unicode"/>
              </a:rPr>
              <a:t>Canady</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Conerly</a:t>
            </a:r>
            <a:endParaRPr sz="1100">
              <a:latin typeface="Lucida Sans Unicode"/>
              <a:cs typeface="Lucida Sans Unicode"/>
            </a:endParaRPr>
          </a:p>
          <a:p>
            <a:pPr marL="61594" marR="53975" algn="ctr">
              <a:lnSpc>
                <a:spcPct val="127299"/>
              </a:lnSpc>
            </a:pPr>
            <a:r>
              <a:rPr sz="1100" spc="10" dirty="0">
                <a:solidFill>
                  <a:srgbClr val="1D5495"/>
                </a:solidFill>
                <a:latin typeface="Lucida Sans Unicode"/>
                <a:cs typeface="Lucida Sans Unicode"/>
              </a:rPr>
              <a:t>Corresponding</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Katelyn</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Stewart </a:t>
            </a:r>
            <a:r>
              <a:rPr sz="1100" dirty="0">
                <a:solidFill>
                  <a:srgbClr val="1D5495"/>
                </a:solidFill>
                <a:latin typeface="Lucida Sans Unicode"/>
                <a:cs typeface="Lucida Sans Unicode"/>
              </a:rPr>
              <a:t>Treasurer:</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Henry</a:t>
            </a:r>
            <a:r>
              <a:rPr sz="1100" spc="-5" dirty="0">
                <a:solidFill>
                  <a:srgbClr val="1D5495"/>
                </a:solidFill>
                <a:latin typeface="Lucida Sans Unicode"/>
                <a:cs typeface="Lucida Sans Unicode"/>
              </a:rPr>
              <a:t> </a:t>
            </a:r>
            <a:r>
              <a:rPr sz="1100" spc="-10" dirty="0">
                <a:solidFill>
                  <a:srgbClr val="1D5495"/>
                </a:solidFill>
                <a:latin typeface="Lucida Sans Unicode"/>
                <a:cs typeface="Lucida Sans Unicode"/>
              </a:rPr>
              <a:t>Riemer</a:t>
            </a:r>
            <a:endParaRPr sz="1100">
              <a:latin typeface="Lucida Sans Unicode"/>
              <a:cs typeface="Lucida Sans Unicode"/>
            </a:endParaRPr>
          </a:p>
          <a:p>
            <a:pPr marL="303530" marR="295910" algn="ctr">
              <a:lnSpc>
                <a:spcPct val="127299"/>
              </a:lnSpc>
            </a:pPr>
            <a:r>
              <a:rPr sz="1100" spc="10" dirty="0">
                <a:solidFill>
                  <a:srgbClr val="1D5495"/>
                </a:solidFill>
                <a:latin typeface="Lucida Sans Unicode"/>
                <a:cs typeface="Lucida Sans Unicode"/>
              </a:rPr>
              <a:t>Financial</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Leila</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McCarthy </a:t>
            </a:r>
            <a:r>
              <a:rPr sz="1100" spc="20" dirty="0">
                <a:solidFill>
                  <a:srgbClr val="1D5495"/>
                </a:solidFill>
                <a:latin typeface="Lucida Sans Unicode"/>
                <a:cs typeface="Lucida Sans Unicode"/>
              </a:rPr>
              <a:t>Parliamentarian:</a:t>
            </a:r>
            <a:r>
              <a:rPr sz="1100" spc="95" dirty="0">
                <a:solidFill>
                  <a:srgbClr val="1D5495"/>
                </a:solidFill>
                <a:latin typeface="Lucida Sans Unicode"/>
                <a:cs typeface="Lucida Sans Unicode"/>
              </a:rPr>
              <a:t> </a:t>
            </a:r>
            <a:r>
              <a:rPr sz="1100" spc="20" dirty="0">
                <a:solidFill>
                  <a:srgbClr val="1D5495"/>
                </a:solidFill>
                <a:latin typeface="Lucida Sans Unicode"/>
                <a:cs typeface="Lucida Sans Unicode"/>
              </a:rPr>
              <a:t>Isaiah</a:t>
            </a:r>
            <a:r>
              <a:rPr sz="1100" spc="100" dirty="0">
                <a:solidFill>
                  <a:srgbClr val="1D5495"/>
                </a:solidFill>
                <a:latin typeface="Lucida Sans Unicode"/>
                <a:cs typeface="Lucida Sans Unicode"/>
              </a:rPr>
              <a:t> </a:t>
            </a:r>
            <a:r>
              <a:rPr sz="1100" spc="-10" dirty="0">
                <a:solidFill>
                  <a:srgbClr val="1D5495"/>
                </a:solidFill>
                <a:latin typeface="Lucida Sans Unicode"/>
                <a:cs typeface="Lucida Sans Unicode"/>
              </a:rPr>
              <a:t>Daniel </a:t>
            </a:r>
            <a:r>
              <a:rPr sz="1100" dirty="0">
                <a:solidFill>
                  <a:srgbClr val="1D5495"/>
                </a:solidFill>
                <a:latin typeface="Lucida Sans Unicode"/>
                <a:cs typeface="Lucida Sans Unicode"/>
              </a:rPr>
              <a:t>Foundation</a:t>
            </a:r>
            <a:r>
              <a:rPr sz="1100" spc="5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55" dirty="0">
                <a:solidFill>
                  <a:srgbClr val="1D5495"/>
                </a:solidFill>
                <a:latin typeface="Lucida Sans Unicode"/>
                <a:cs typeface="Lucida Sans Unicode"/>
              </a:rPr>
              <a:t> </a:t>
            </a:r>
            <a:r>
              <a:rPr sz="1100" spc="65" dirty="0">
                <a:solidFill>
                  <a:srgbClr val="1D5495"/>
                </a:solidFill>
                <a:latin typeface="Lucida Sans Unicode"/>
                <a:cs typeface="Lucida Sans Unicode"/>
              </a:rPr>
              <a:t>Isaac</a:t>
            </a:r>
            <a:r>
              <a:rPr sz="1100" spc="55" dirty="0">
                <a:solidFill>
                  <a:srgbClr val="1D5495"/>
                </a:solidFill>
                <a:latin typeface="Lucida Sans Unicode"/>
                <a:cs typeface="Lucida Sans Unicode"/>
              </a:rPr>
              <a:t> </a:t>
            </a:r>
            <a:r>
              <a:rPr sz="1100" spc="-10" dirty="0">
                <a:solidFill>
                  <a:srgbClr val="1D5495"/>
                </a:solidFill>
                <a:latin typeface="Lucida Sans Unicode"/>
                <a:cs typeface="Lucida Sans Unicode"/>
              </a:rPr>
              <a:t>Fordjour </a:t>
            </a:r>
            <a:r>
              <a:rPr sz="1100" spc="10" dirty="0">
                <a:solidFill>
                  <a:srgbClr val="1D5495"/>
                </a:solidFill>
                <a:latin typeface="Lucida Sans Unicode"/>
                <a:cs typeface="Lucida Sans Unicode"/>
              </a:rPr>
              <a:t>Chaplain:</a:t>
            </a:r>
            <a:r>
              <a:rPr sz="1100" spc="50" dirty="0">
                <a:solidFill>
                  <a:srgbClr val="1D5495"/>
                </a:solidFill>
                <a:latin typeface="Lucida Sans Unicode"/>
                <a:cs typeface="Lucida Sans Unicode"/>
              </a:rPr>
              <a:t> </a:t>
            </a:r>
            <a:r>
              <a:rPr sz="1100" spc="80" dirty="0">
                <a:solidFill>
                  <a:srgbClr val="1D5495"/>
                </a:solidFill>
                <a:latin typeface="Lucida Sans Unicode"/>
                <a:cs typeface="Lucida Sans Unicode"/>
              </a:rPr>
              <a:t>Joshua</a:t>
            </a:r>
            <a:r>
              <a:rPr sz="1100" spc="50" dirty="0">
                <a:solidFill>
                  <a:srgbClr val="1D5495"/>
                </a:solidFill>
                <a:latin typeface="Lucida Sans Unicode"/>
                <a:cs typeface="Lucida Sans Unicode"/>
              </a:rPr>
              <a:t> </a:t>
            </a:r>
            <a:r>
              <a:rPr sz="1100" spc="110" dirty="0">
                <a:solidFill>
                  <a:srgbClr val="1D5495"/>
                </a:solidFill>
                <a:latin typeface="Lucida Sans Unicode"/>
                <a:cs typeface="Lucida Sans Unicode"/>
              </a:rPr>
              <a:t>Jacas</a:t>
            </a:r>
            <a:endParaRPr sz="1100">
              <a:latin typeface="Lucida Sans Unicode"/>
              <a:cs typeface="Lucida Sans Unicode"/>
            </a:endParaRPr>
          </a:p>
          <a:p>
            <a:pPr marL="395605" marR="387985" algn="ctr">
              <a:lnSpc>
                <a:spcPct val="127299"/>
              </a:lnSpc>
            </a:pPr>
            <a:r>
              <a:rPr sz="1100" dirty="0">
                <a:solidFill>
                  <a:srgbClr val="1D5495"/>
                </a:solidFill>
                <a:latin typeface="Lucida Sans Unicode"/>
                <a:cs typeface="Lucida Sans Unicode"/>
              </a:rPr>
              <a:t>Historian:</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Alexander</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Allamby </a:t>
            </a:r>
            <a:r>
              <a:rPr sz="1100" dirty="0">
                <a:solidFill>
                  <a:srgbClr val="1D5495"/>
                </a:solidFill>
                <a:latin typeface="Lucida Sans Unicode"/>
                <a:cs typeface="Lucida Sans Unicode"/>
              </a:rPr>
              <a:t>Sergeant-at-Arms:</a:t>
            </a:r>
            <a:r>
              <a:rPr sz="1100" spc="260" dirty="0">
                <a:solidFill>
                  <a:srgbClr val="1D5495"/>
                </a:solidFill>
                <a:latin typeface="Lucida Sans Unicode"/>
                <a:cs typeface="Lucida Sans Unicode"/>
              </a:rPr>
              <a:t> </a:t>
            </a:r>
            <a:r>
              <a:rPr sz="1100" dirty="0">
                <a:solidFill>
                  <a:srgbClr val="1D5495"/>
                </a:solidFill>
                <a:latin typeface="Lucida Sans Unicode"/>
                <a:cs typeface="Lucida Sans Unicode"/>
              </a:rPr>
              <a:t>Avery</a:t>
            </a:r>
            <a:r>
              <a:rPr sz="1100" spc="260" dirty="0">
                <a:solidFill>
                  <a:srgbClr val="1D5495"/>
                </a:solidFill>
                <a:latin typeface="Lucida Sans Unicode"/>
                <a:cs typeface="Lucida Sans Unicode"/>
              </a:rPr>
              <a:t> </a:t>
            </a:r>
            <a:r>
              <a:rPr sz="1100" spc="-10" dirty="0">
                <a:solidFill>
                  <a:srgbClr val="1D5495"/>
                </a:solidFill>
                <a:latin typeface="Lucida Sans Unicode"/>
                <a:cs typeface="Lucida Sans Unicode"/>
              </a:rPr>
              <a:t>Grain </a:t>
            </a:r>
            <a:r>
              <a:rPr sz="1100" dirty="0">
                <a:solidFill>
                  <a:srgbClr val="1D5495"/>
                </a:solidFill>
                <a:latin typeface="Lucida Sans Unicode"/>
                <a:cs typeface="Lucida Sans Unicode"/>
              </a:rPr>
              <a:t>Co-Editors:</a:t>
            </a:r>
            <a:r>
              <a:rPr sz="1100" spc="-40" dirty="0">
                <a:solidFill>
                  <a:srgbClr val="1D5495"/>
                </a:solidFill>
                <a:latin typeface="Lucida Sans Unicode"/>
                <a:cs typeface="Lucida Sans Unicode"/>
              </a:rPr>
              <a:t> </a:t>
            </a:r>
            <a:r>
              <a:rPr sz="1100" spc="60" dirty="0">
                <a:solidFill>
                  <a:srgbClr val="1D5495"/>
                </a:solidFill>
                <a:latin typeface="Lucida Sans Unicode"/>
                <a:cs typeface="Lucida Sans Unicode"/>
              </a:rPr>
              <a:t>Grace</a:t>
            </a:r>
            <a:r>
              <a:rPr sz="1100" spc="-40" dirty="0">
                <a:solidFill>
                  <a:srgbClr val="1D5495"/>
                </a:solidFill>
                <a:latin typeface="Lucida Sans Unicode"/>
                <a:cs typeface="Lucida Sans Unicode"/>
              </a:rPr>
              <a:t> </a:t>
            </a:r>
            <a:r>
              <a:rPr sz="1100" spc="60" dirty="0">
                <a:solidFill>
                  <a:srgbClr val="1D5495"/>
                </a:solidFill>
                <a:latin typeface="Lucida Sans Unicode"/>
                <a:cs typeface="Lucida Sans Unicode"/>
              </a:rPr>
              <a:t>Sampson</a:t>
            </a:r>
            <a:r>
              <a:rPr sz="1100" spc="-35" dirty="0">
                <a:solidFill>
                  <a:srgbClr val="1D5495"/>
                </a:solidFill>
                <a:latin typeface="Lucida Sans Unicode"/>
                <a:cs typeface="Lucida Sans Unicode"/>
              </a:rPr>
              <a:t> </a:t>
            </a:r>
            <a:r>
              <a:rPr sz="1100" spc="40" dirty="0">
                <a:solidFill>
                  <a:srgbClr val="1D5495"/>
                </a:solidFill>
                <a:latin typeface="Lucida Sans Unicode"/>
                <a:cs typeface="Lucida Sans Unicode"/>
              </a:rPr>
              <a:t>and </a:t>
            </a:r>
            <a:r>
              <a:rPr sz="1100" spc="10" dirty="0">
                <a:solidFill>
                  <a:srgbClr val="1D5495"/>
                </a:solidFill>
                <a:latin typeface="Lucida Sans Unicode"/>
                <a:cs typeface="Lucida Sans Unicode"/>
              </a:rPr>
              <a:t>Gabriella</a:t>
            </a:r>
            <a:r>
              <a:rPr sz="1100" spc="170" dirty="0">
                <a:solidFill>
                  <a:srgbClr val="1D5495"/>
                </a:solidFill>
                <a:latin typeface="Lucida Sans Unicode"/>
                <a:cs typeface="Lucida Sans Unicode"/>
              </a:rPr>
              <a:t> </a:t>
            </a:r>
            <a:r>
              <a:rPr sz="1100" spc="-10" dirty="0">
                <a:solidFill>
                  <a:srgbClr val="1D5495"/>
                </a:solidFill>
                <a:latin typeface="Lucida Sans Unicode"/>
                <a:cs typeface="Lucida Sans Unicode"/>
              </a:rPr>
              <a:t>Young</a:t>
            </a:r>
            <a:endParaRPr sz="1100">
              <a:latin typeface="Lucida Sans Unicode"/>
              <a:cs typeface="Lucida Sans Unicode"/>
            </a:endParaRPr>
          </a:p>
          <a:p>
            <a:pPr algn="ctr">
              <a:lnSpc>
                <a:spcPct val="100000"/>
              </a:lnSpc>
              <a:spcBef>
                <a:spcPts val="360"/>
              </a:spcBef>
            </a:pPr>
            <a:r>
              <a:rPr sz="1100" dirty="0">
                <a:solidFill>
                  <a:srgbClr val="1D5495"/>
                </a:solidFill>
                <a:latin typeface="Lucida Sans Unicode"/>
                <a:cs typeface="Lucida Sans Unicode"/>
              </a:rPr>
              <a:t>Legislative</a:t>
            </a:r>
            <a:r>
              <a:rPr sz="1100" spc="4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45" dirty="0">
                <a:solidFill>
                  <a:srgbClr val="1D5495"/>
                </a:solidFill>
                <a:latin typeface="Lucida Sans Unicode"/>
                <a:cs typeface="Lucida Sans Unicode"/>
              </a:rPr>
              <a:t> </a:t>
            </a:r>
            <a:r>
              <a:rPr sz="1100" spc="55" dirty="0">
                <a:solidFill>
                  <a:srgbClr val="1D5495"/>
                </a:solidFill>
                <a:latin typeface="Lucida Sans Unicode"/>
                <a:cs typeface="Lucida Sans Unicode"/>
              </a:rPr>
              <a:t>Sydney</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Mitchell</a:t>
            </a:r>
            <a:endParaRPr sz="1100">
              <a:latin typeface="Lucida Sans Unicode"/>
              <a:cs typeface="Lucida Sans Unicode"/>
            </a:endParaRPr>
          </a:p>
        </p:txBody>
      </p:sp>
      <p:sp>
        <p:nvSpPr>
          <p:cNvPr id="3" name="object 3"/>
          <p:cNvSpPr/>
          <p:nvPr/>
        </p:nvSpPr>
        <p:spPr>
          <a:xfrm>
            <a:off x="457200" y="1359661"/>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4" name="object 4"/>
          <p:cNvSpPr/>
          <p:nvPr/>
        </p:nvSpPr>
        <p:spPr>
          <a:xfrm>
            <a:off x="457200" y="8583421"/>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5" name="object 5"/>
          <p:cNvSpPr txBox="1"/>
          <p:nvPr/>
        </p:nvSpPr>
        <p:spPr>
          <a:xfrm>
            <a:off x="4022471" y="1313942"/>
            <a:ext cx="3309620" cy="7569200"/>
          </a:xfrm>
          <a:prstGeom prst="rect">
            <a:avLst/>
          </a:prstGeom>
        </p:spPr>
        <p:txBody>
          <a:bodyPr vert="horz" wrap="square" lIns="0" tIns="12700" rIns="0" bIns="0" rtlCol="0">
            <a:spAutoFit/>
          </a:bodyPr>
          <a:lstStyle/>
          <a:p>
            <a:pPr marL="12700" marR="167640">
              <a:lnSpc>
                <a:spcPct val="100000"/>
              </a:lnSpc>
              <a:spcBef>
                <a:spcPts val="100"/>
              </a:spcBef>
            </a:pPr>
            <a:r>
              <a:rPr sz="1000" dirty="0">
                <a:solidFill>
                  <a:srgbClr val="231F20"/>
                </a:solidFill>
                <a:latin typeface="Arial"/>
                <a:cs typeface="Arial"/>
              </a:rPr>
              <a:t>Group</a:t>
            </a:r>
            <a:r>
              <a:rPr sz="1000" spc="-10" dirty="0">
                <a:solidFill>
                  <a:srgbClr val="231F20"/>
                </a:solidFill>
                <a:latin typeface="Arial"/>
                <a:cs typeface="Arial"/>
              </a:rPr>
              <a:t> </a:t>
            </a:r>
            <a:r>
              <a:rPr sz="1000" spc="-220" dirty="0">
                <a:solidFill>
                  <a:srgbClr val="231F20"/>
                </a:solidFill>
                <a:latin typeface="Arial"/>
                <a:cs typeface="Arial"/>
              </a:rPr>
              <a:t>1</a:t>
            </a:r>
            <a:r>
              <a:rPr sz="1000" spc="-5" dirty="0">
                <a:solidFill>
                  <a:srgbClr val="231F20"/>
                </a:solidFill>
                <a:latin typeface="Arial"/>
                <a:cs typeface="Arial"/>
              </a:rPr>
              <a:t> </a:t>
            </a:r>
            <a:r>
              <a:rPr sz="1000" spc="-2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Poohs </a:t>
            </a:r>
            <a:r>
              <a:rPr sz="1000" dirty="0">
                <a:solidFill>
                  <a:srgbClr val="231F20"/>
                </a:solidFill>
                <a:latin typeface="Arial"/>
                <a:cs typeface="Arial"/>
              </a:rPr>
              <a:t>ages</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dirty="0">
                <a:solidFill>
                  <a:srgbClr val="231F20"/>
                </a:solidFill>
                <a:latin typeface="Arial"/>
                <a:cs typeface="Arial"/>
              </a:rPr>
              <a:t>–</a:t>
            </a:r>
            <a:r>
              <a:rPr sz="1000" spc="-5" dirty="0">
                <a:solidFill>
                  <a:srgbClr val="231F20"/>
                </a:solidFill>
                <a:latin typeface="Arial"/>
                <a:cs typeface="Arial"/>
              </a:rPr>
              <a:t> </a:t>
            </a:r>
            <a:r>
              <a:rPr sz="1000" spc="-20" dirty="0">
                <a:solidFill>
                  <a:srgbClr val="231F20"/>
                </a:solidFill>
                <a:latin typeface="Arial"/>
                <a:cs typeface="Arial"/>
              </a:rPr>
              <a:t>Pre-</a:t>
            </a:r>
            <a:r>
              <a:rPr sz="1000" spc="-70" dirty="0">
                <a:solidFill>
                  <a:srgbClr val="231F20"/>
                </a:solidFill>
                <a:latin typeface="Arial"/>
                <a:cs typeface="Arial"/>
              </a:rPr>
              <a:t>K</a:t>
            </a:r>
            <a:r>
              <a:rPr sz="1000" spc="-10" dirty="0">
                <a:solidFill>
                  <a:srgbClr val="231F20"/>
                </a:solidFill>
                <a:latin typeface="Arial"/>
                <a:cs typeface="Arial"/>
              </a:rPr>
              <a:t> </a:t>
            </a:r>
            <a:r>
              <a:rPr sz="1000" spc="-5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on September </a:t>
            </a:r>
            <a:r>
              <a:rPr sz="1000" spc="-25" dirty="0">
                <a:solidFill>
                  <a:srgbClr val="231F20"/>
                </a:solidFill>
                <a:latin typeface="Arial"/>
                <a:cs typeface="Arial"/>
              </a:rPr>
              <a:t>10th,</a:t>
            </a:r>
            <a:r>
              <a:rPr sz="1000" dirty="0">
                <a:solidFill>
                  <a:srgbClr val="231F20"/>
                </a:solidFill>
                <a:latin typeface="Arial"/>
                <a:cs typeface="Arial"/>
              </a:rPr>
              <a:t> 2023 with a fun-filled day </a:t>
            </a:r>
            <a:r>
              <a:rPr sz="1000" spc="-25" dirty="0">
                <a:solidFill>
                  <a:srgbClr val="231F20"/>
                </a:solidFill>
                <a:latin typeface="Arial"/>
                <a:cs typeface="Arial"/>
              </a:rPr>
              <a:t>at </a:t>
            </a:r>
            <a:r>
              <a:rPr sz="1000" dirty="0">
                <a:solidFill>
                  <a:srgbClr val="231F20"/>
                </a:solidFill>
                <a:latin typeface="Arial"/>
                <a:cs typeface="Arial"/>
              </a:rPr>
              <a:t>Wheaton</a:t>
            </a:r>
            <a:r>
              <a:rPr sz="1000" spc="-10" dirty="0">
                <a:solidFill>
                  <a:srgbClr val="231F20"/>
                </a:solidFill>
                <a:latin typeface="Arial"/>
                <a:cs typeface="Arial"/>
              </a:rPr>
              <a:t> Regional</a:t>
            </a:r>
            <a:r>
              <a:rPr sz="1000" spc="-5" dirty="0">
                <a:solidFill>
                  <a:srgbClr val="231F20"/>
                </a:solidFill>
                <a:latin typeface="Arial"/>
                <a:cs typeface="Arial"/>
              </a:rPr>
              <a:t> </a:t>
            </a:r>
            <a:r>
              <a:rPr sz="1000" spc="-25" dirty="0">
                <a:solidFill>
                  <a:srgbClr val="231F20"/>
                </a:solidFill>
                <a:latin typeface="Arial"/>
                <a:cs typeface="Arial"/>
              </a:rPr>
              <a:t>Park,</a:t>
            </a:r>
            <a:r>
              <a:rPr sz="1000" spc="-5"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spc="-10" dirty="0">
                <a:solidFill>
                  <a:srgbClr val="231F20"/>
                </a:solidFill>
                <a:latin typeface="Arial"/>
                <a:cs typeface="Arial"/>
              </a:rPr>
              <a:t>became </a:t>
            </a:r>
            <a:r>
              <a:rPr sz="1000" dirty="0">
                <a:solidFill>
                  <a:srgbClr val="231F20"/>
                </a:solidFill>
                <a:latin typeface="Arial"/>
                <a:cs typeface="Arial"/>
              </a:rPr>
              <a:t>"train conductors for a </a:t>
            </a:r>
            <a:r>
              <a:rPr sz="1000" spc="-30" dirty="0">
                <a:solidFill>
                  <a:srgbClr val="231F20"/>
                </a:solidFill>
                <a:latin typeface="Arial"/>
                <a:cs typeface="Arial"/>
              </a:rPr>
              <a:t>day."</a:t>
            </a:r>
            <a:r>
              <a:rPr sz="1000" dirty="0">
                <a:solidFill>
                  <a:srgbClr val="231F20"/>
                </a:solidFill>
                <a:latin typeface="Arial"/>
                <a:cs typeface="Arial"/>
              </a:rPr>
              <a:t> They rode the </a:t>
            </a:r>
            <a:r>
              <a:rPr sz="1000" spc="-10" dirty="0">
                <a:solidFill>
                  <a:srgbClr val="231F20"/>
                </a:solidFill>
                <a:latin typeface="Arial"/>
                <a:cs typeface="Arial"/>
              </a:rPr>
              <a:t>Wheaton </a:t>
            </a:r>
            <a:r>
              <a:rPr sz="1000" dirty="0">
                <a:solidFill>
                  <a:srgbClr val="231F20"/>
                </a:solidFill>
                <a:latin typeface="Arial"/>
                <a:cs typeface="Arial"/>
              </a:rPr>
              <a:t>Miniature</a:t>
            </a:r>
            <a:r>
              <a:rPr sz="1000" spc="-20" dirty="0">
                <a:solidFill>
                  <a:srgbClr val="231F20"/>
                </a:solidFill>
                <a:latin typeface="Arial"/>
                <a:cs typeface="Arial"/>
              </a:rPr>
              <a:t> </a:t>
            </a:r>
            <a:r>
              <a:rPr sz="1000" spc="-25" dirty="0">
                <a:solidFill>
                  <a:srgbClr val="231F20"/>
                </a:solidFill>
                <a:latin typeface="Arial"/>
                <a:cs typeface="Arial"/>
              </a:rPr>
              <a:t>Train</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Carousel,</a:t>
            </a:r>
            <a:r>
              <a:rPr sz="1000" spc="-20" dirty="0">
                <a:solidFill>
                  <a:srgbClr val="231F20"/>
                </a:solidFill>
                <a:latin typeface="Arial"/>
                <a:cs typeface="Arial"/>
              </a:rPr>
              <a:t> </a:t>
            </a:r>
            <a:r>
              <a:rPr sz="1000" dirty="0">
                <a:solidFill>
                  <a:srgbClr val="231F20"/>
                </a:solidFill>
                <a:latin typeface="Arial"/>
                <a:cs typeface="Arial"/>
              </a:rPr>
              <a:t>while</a:t>
            </a:r>
            <a:r>
              <a:rPr sz="1000" spc="-20"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about </a:t>
            </a:r>
            <a:r>
              <a:rPr sz="1000" dirty="0">
                <a:solidFill>
                  <a:srgbClr val="231F20"/>
                </a:solidFill>
                <a:latin typeface="Arial"/>
                <a:cs typeface="Arial"/>
              </a:rPr>
              <a:t>the contributions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Black inventors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leaders like</a:t>
            </a:r>
            <a:r>
              <a:rPr sz="1000" spc="5" dirty="0">
                <a:solidFill>
                  <a:srgbClr val="231F20"/>
                </a:solidFill>
                <a:latin typeface="Arial"/>
                <a:cs typeface="Arial"/>
              </a:rPr>
              <a:t> </a:t>
            </a:r>
            <a:r>
              <a:rPr sz="1000" spc="-25" dirty="0">
                <a:solidFill>
                  <a:srgbClr val="231F20"/>
                </a:solidFill>
                <a:latin typeface="Arial"/>
                <a:cs typeface="Arial"/>
              </a:rPr>
              <a:t>A. </a:t>
            </a:r>
            <a:r>
              <a:rPr sz="1000" dirty="0">
                <a:solidFill>
                  <a:srgbClr val="231F20"/>
                </a:solidFill>
                <a:latin typeface="Arial"/>
                <a:cs typeface="Arial"/>
              </a:rPr>
              <a:t>Phillip</a:t>
            </a:r>
            <a:r>
              <a:rPr sz="1000" spc="-10" dirty="0">
                <a:solidFill>
                  <a:srgbClr val="231F20"/>
                </a:solidFill>
                <a:latin typeface="Arial"/>
                <a:cs typeface="Arial"/>
              </a:rPr>
              <a:t> Randolph</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Pullman</a:t>
            </a:r>
            <a:r>
              <a:rPr sz="1000" spc="-5" dirty="0">
                <a:solidFill>
                  <a:srgbClr val="231F20"/>
                </a:solidFill>
                <a:latin typeface="Arial"/>
                <a:cs typeface="Arial"/>
              </a:rPr>
              <a:t> </a:t>
            </a:r>
            <a:r>
              <a:rPr sz="1000" dirty="0">
                <a:solidFill>
                  <a:srgbClr val="231F20"/>
                </a:solidFill>
                <a:latin typeface="Arial"/>
                <a:cs typeface="Arial"/>
              </a:rPr>
              <a:t>Porters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railroad </a:t>
            </a:r>
            <a:r>
              <a:rPr sz="1000" dirty="0">
                <a:solidFill>
                  <a:srgbClr val="231F20"/>
                </a:solidFill>
                <a:latin typeface="Arial"/>
                <a:cs typeface="Arial"/>
              </a:rPr>
              <a:t>industry.</a:t>
            </a:r>
            <a:r>
              <a:rPr sz="1000" spc="-5" dirty="0">
                <a:solidFill>
                  <a:srgbClr val="231F20"/>
                </a:solidFill>
                <a:latin typeface="Arial"/>
                <a:cs typeface="Arial"/>
              </a:rPr>
              <a:t> </a:t>
            </a:r>
            <a:r>
              <a:rPr sz="1000" spc="-25" dirty="0">
                <a:solidFill>
                  <a:srgbClr val="231F20"/>
                </a:solidFill>
                <a:latin typeface="Arial"/>
                <a:cs typeface="Arial"/>
              </a:rPr>
              <a:t>Train</a:t>
            </a:r>
            <a:r>
              <a:rPr sz="1000" spc="-5" dirty="0">
                <a:solidFill>
                  <a:srgbClr val="231F20"/>
                </a:solidFill>
                <a:latin typeface="Arial"/>
                <a:cs typeface="Arial"/>
              </a:rPr>
              <a:t> </a:t>
            </a:r>
            <a:r>
              <a:rPr sz="1000" dirty="0">
                <a:solidFill>
                  <a:srgbClr val="231F20"/>
                </a:solidFill>
                <a:latin typeface="Arial"/>
                <a:cs typeface="Arial"/>
              </a:rPr>
              <a:t>conductor</a:t>
            </a:r>
            <a:r>
              <a:rPr sz="1000" spc="-5" dirty="0">
                <a:solidFill>
                  <a:srgbClr val="231F20"/>
                </a:solidFill>
                <a:latin typeface="Arial"/>
                <a:cs typeface="Arial"/>
              </a:rPr>
              <a:t> </a:t>
            </a:r>
            <a:r>
              <a:rPr sz="1000" dirty="0">
                <a:solidFill>
                  <a:srgbClr val="231F20"/>
                </a:solidFill>
                <a:latin typeface="Arial"/>
                <a:cs typeface="Arial"/>
              </a:rPr>
              <a:t>costumes and</a:t>
            </a:r>
            <a:r>
              <a:rPr sz="1000" spc="-5" dirty="0">
                <a:solidFill>
                  <a:srgbClr val="231F20"/>
                </a:solidFill>
                <a:latin typeface="Arial"/>
                <a:cs typeface="Arial"/>
              </a:rPr>
              <a:t> </a:t>
            </a:r>
            <a:r>
              <a:rPr sz="1000" dirty="0">
                <a:solidFill>
                  <a:srgbClr val="231F20"/>
                </a:solidFill>
                <a:latin typeface="Arial"/>
                <a:cs typeface="Arial"/>
              </a:rPr>
              <a:t>books</a:t>
            </a:r>
            <a:r>
              <a:rPr sz="1000" spc="-5" dirty="0">
                <a:solidFill>
                  <a:srgbClr val="231F20"/>
                </a:solidFill>
                <a:latin typeface="Arial"/>
                <a:cs typeface="Arial"/>
              </a:rPr>
              <a:t> </a:t>
            </a:r>
            <a:r>
              <a:rPr sz="1000" spc="-20" dirty="0">
                <a:solidFill>
                  <a:srgbClr val="231F20"/>
                </a:solidFill>
                <a:latin typeface="Arial"/>
                <a:cs typeface="Arial"/>
              </a:rPr>
              <a:t>were </a:t>
            </a:r>
            <a:r>
              <a:rPr sz="1000" dirty="0">
                <a:solidFill>
                  <a:srgbClr val="231F20"/>
                </a:solidFill>
                <a:latin typeface="Arial"/>
                <a:cs typeface="Arial"/>
              </a:rPr>
              <a:t>provided</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enhance</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even</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opportunity</a:t>
            </a:r>
            <a:r>
              <a:rPr sz="1000" spc="20"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ask</a:t>
            </a:r>
            <a:r>
              <a:rPr sz="1000" spc="20" dirty="0">
                <a:solidFill>
                  <a:srgbClr val="231F20"/>
                </a:solidFill>
                <a:latin typeface="Arial"/>
                <a:cs typeface="Arial"/>
              </a:rPr>
              <a:t> </a:t>
            </a:r>
            <a:r>
              <a:rPr sz="1000" dirty="0">
                <a:solidFill>
                  <a:srgbClr val="231F20"/>
                </a:solidFill>
                <a:latin typeface="Arial"/>
                <a:cs typeface="Arial"/>
              </a:rPr>
              <a:t>questions</a:t>
            </a:r>
            <a:r>
              <a:rPr sz="1000" spc="2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one</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train</a:t>
            </a:r>
            <a:r>
              <a:rPr sz="1000" spc="-20" dirty="0">
                <a:solidFill>
                  <a:srgbClr val="231F20"/>
                </a:solidFill>
                <a:latin typeface="Arial"/>
                <a:cs typeface="Arial"/>
              </a:rPr>
              <a:t> </a:t>
            </a:r>
            <a:r>
              <a:rPr sz="1000" spc="-10" dirty="0">
                <a:solidFill>
                  <a:srgbClr val="231F20"/>
                </a:solidFill>
                <a:latin typeface="Arial"/>
                <a:cs typeface="Arial"/>
              </a:rPr>
              <a:t>conductors.</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fall</a:t>
            </a:r>
            <a:r>
              <a:rPr sz="1000" spc="-5" dirty="0">
                <a:solidFill>
                  <a:srgbClr val="231F20"/>
                </a:solidFill>
                <a:latin typeface="Arial"/>
                <a:cs typeface="Arial"/>
              </a:rPr>
              <a:t> </a:t>
            </a:r>
            <a:r>
              <a:rPr sz="1000" spc="-10" dirty="0">
                <a:solidFill>
                  <a:srgbClr val="231F20"/>
                </a:solidFill>
                <a:latin typeface="Arial"/>
                <a:cs typeface="Arial"/>
              </a:rPr>
              <a:t>season</a:t>
            </a:r>
            <a:r>
              <a:rPr sz="1000" spc="-5" dirty="0">
                <a:solidFill>
                  <a:srgbClr val="231F20"/>
                </a:solidFill>
                <a:latin typeface="Arial"/>
                <a:cs typeface="Arial"/>
              </a:rPr>
              <a:t> </a:t>
            </a:r>
            <a:r>
              <a:rPr sz="1000" dirty="0">
                <a:solidFill>
                  <a:srgbClr val="231F20"/>
                </a:solidFill>
                <a:latin typeface="Arial"/>
                <a:cs typeface="Arial"/>
              </a:rPr>
              <a:t>continued,</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220" dirty="0">
                <a:solidFill>
                  <a:srgbClr val="231F20"/>
                </a:solidFill>
                <a:latin typeface="Arial"/>
                <a:cs typeface="Arial"/>
              </a:rPr>
              <a:t>1</a:t>
            </a:r>
            <a:r>
              <a:rPr sz="1000" spc="-5"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special </a:t>
            </a:r>
            <a:r>
              <a:rPr sz="1000" dirty="0">
                <a:solidFill>
                  <a:srgbClr val="231F20"/>
                </a:solidFill>
                <a:latin typeface="Arial"/>
                <a:cs typeface="Arial"/>
              </a:rPr>
              <a:t>outing 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Kennedy</a:t>
            </a:r>
            <a:r>
              <a:rPr sz="1000" spc="5" dirty="0">
                <a:solidFill>
                  <a:srgbClr val="231F20"/>
                </a:solidFill>
                <a:latin typeface="Arial"/>
                <a:cs typeface="Arial"/>
              </a:rPr>
              <a:t> </a:t>
            </a:r>
            <a:r>
              <a:rPr sz="1000" dirty="0">
                <a:solidFill>
                  <a:srgbClr val="231F20"/>
                </a:solidFill>
                <a:latin typeface="Arial"/>
                <a:cs typeface="Arial"/>
              </a:rPr>
              <a:t>Center</a:t>
            </a:r>
            <a:r>
              <a:rPr sz="1000" spc="5" dirty="0">
                <a:solidFill>
                  <a:srgbClr val="231F20"/>
                </a:solidFill>
                <a:latin typeface="Arial"/>
                <a:cs typeface="Arial"/>
              </a:rPr>
              <a:t> </a:t>
            </a:r>
            <a:r>
              <a:rPr sz="1000" dirty="0">
                <a:solidFill>
                  <a:srgbClr val="231F20"/>
                </a:solidFill>
                <a:latin typeface="Arial"/>
                <a:cs typeface="Arial"/>
              </a:rPr>
              <a:t>for a</a:t>
            </a:r>
            <a:r>
              <a:rPr sz="1000" spc="5" dirty="0">
                <a:solidFill>
                  <a:srgbClr val="231F20"/>
                </a:solidFill>
                <a:latin typeface="Arial"/>
                <a:cs typeface="Arial"/>
              </a:rPr>
              <a:t> </a:t>
            </a:r>
            <a:r>
              <a:rPr sz="1000" dirty="0">
                <a:solidFill>
                  <a:srgbClr val="231F20"/>
                </a:solidFill>
                <a:latin typeface="Arial"/>
                <a:cs typeface="Arial"/>
              </a:rPr>
              <a:t>live</a:t>
            </a:r>
            <a:r>
              <a:rPr sz="1000" spc="5" dirty="0">
                <a:solidFill>
                  <a:srgbClr val="231F20"/>
                </a:solidFill>
                <a:latin typeface="Arial"/>
                <a:cs typeface="Arial"/>
              </a:rPr>
              <a:t> </a:t>
            </a:r>
            <a:r>
              <a:rPr sz="1000" dirty="0">
                <a:solidFill>
                  <a:srgbClr val="231F20"/>
                </a:solidFill>
                <a:latin typeface="Arial"/>
                <a:cs typeface="Arial"/>
              </a:rPr>
              <a:t>performance</a:t>
            </a:r>
            <a:r>
              <a:rPr sz="1000" spc="5" dirty="0">
                <a:solidFill>
                  <a:srgbClr val="231F20"/>
                </a:solidFill>
                <a:latin typeface="Arial"/>
                <a:cs typeface="Arial"/>
              </a:rPr>
              <a:t> </a:t>
            </a:r>
            <a:r>
              <a:rPr sz="1000" spc="-25" dirty="0">
                <a:solidFill>
                  <a:srgbClr val="231F20"/>
                </a:solidFill>
                <a:latin typeface="Arial"/>
                <a:cs typeface="Arial"/>
              </a:rPr>
              <a:t>of </a:t>
            </a:r>
            <a:r>
              <a:rPr sz="1000" spc="-10" dirty="0">
                <a:solidFill>
                  <a:srgbClr val="231F20"/>
                </a:solidFill>
                <a:latin typeface="Arial"/>
                <a:cs typeface="Arial"/>
              </a:rPr>
              <a:t>Bluey’s</a:t>
            </a:r>
            <a:r>
              <a:rPr sz="1000" spc="-5" dirty="0">
                <a:solidFill>
                  <a:srgbClr val="231F20"/>
                </a:solidFill>
                <a:latin typeface="Arial"/>
                <a:cs typeface="Arial"/>
              </a:rPr>
              <a:t> </a:t>
            </a:r>
            <a:r>
              <a:rPr sz="1000" dirty="0">
                <a:solidFill>
                  <a:srgbClr val="231F20"/>
                </a:solidFill>
                <a:latin typeface="Arial"/>
                <a:cs typeface="Arial"/>
              </a:rPr>
              <a:t>Big</a:t>
            </a:r>
            <a:r>
              <a:rPr sz="1000" spc="-5" dirty="0">
                <a:solidFill>
                  <a:srgbClr val="231F20"/>
                </a:solidFill>
                <a:latin typeface="Arial"/>
                <a:cs typeface="Arial"/>
              </a:rPr>
              <a:t> </a:t>
            </a:r>
            <a:r>
              <a:rPr sz="1000" spc="-40" dirty="0">
                <a:solidFill>
                  <a:srgbClr val="231F20"/>
                </a:solidFill>
                <a:latin typeface="Arial"/>
                <a:cs typeface="Arial"/>
              </a:rPr>
              <a:t>Play,</a:t>
            </a:r>
            <a:r>
              <a:rPr sz="1000" spc="-5" dirty="0">
                <a:solidFill>
                  <a:srgbClr val="231F20"/>
                </a:solidFill>
                <a:latin typeface="Arial"/>
                <a:cs typeface="Arial"/>
              </a:rPr>
              <a:t> </a:t>
            </a:r>
            <a:r>
              <a:rPr sz="1000" dirty="0">
                <a:solidFill>
                  <a:srgbClr val="231F20"/>
                </a:solidFill>
                <a:latin typeface="Arial"/>
                <a:cs typeface="Arial"/>
              </a:rPr>
              <a:t>based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popular</a:t>
            </a:r>
            <a:r>
              <a:rPr sz="1000" spc="-5" dirty="0">
                <a:solidFill>
                  <a:srgbClr val="231F20"/>
                </a:solidFill>
                <a:latin typeface="Arial"/>
                <a:cs typeface="Arial"/>
              </a:rPr>
              <a:t> </a:t>
            </a:r>
            <a:r>
              <a:rPr sz="1000" dirty="0">
                <a:solidFill>
                  <a:srgbClr val="231F20"/>
                </a:solidFill>
                <a:latin typeface="Arial"/>
                <a:cs typeface="Arial"/>
              </a:rPr>
              <a:t>children’s</a:t>
            </a:r>
            <a:r>
              <a:rPr sz="1000" spc="-5" dirty="0">
                <a:solidFill>
                  <a:srgbClr val="231F20"/>
                </a:solidFill>
                <a:latin typeface="Arial"/>
                <a:cs typeface="Arial"/>
              </a:rPr>
              <a:t> </a:t>
            </a:r>
            <a:r>
              <a:rPr sz="1000" spc="-10" dirty="0">
                <a:solidFill>
                  <a:srgbClr val="231F20"/>
                </a:solidFill>
                <a:latin typeface="Arial"/>
                <a:cs typeface="Arial"/>
              </a:rPr>
              <a:t>television series.</a:t>
            </a:r>
            <a:r>
              <a:rPr sz="1000" dirty="0">
                <a:solidFill>
                  <a:srgbClr val="231F20"/>
                </a:solidFill>
                <a:latin typeface="Arial"/>
                <a:cs typeface="Arial"/>
              </a:rPr>
              <a:t> The experience offered</a:t>
            </a:r>
            <a:r>
              <a:rPr sz="1000" spc="5" dirty="0">
                <a:solidFill>
                  <a:srgbClr val="231F20"/>
                </a:solidFill>
                <a:latin typeface="Arial"/>
                <a:cs typeface="Arial"/>
              </a:rPr>
              <a:t> </a:t>
            </a:r>
            <a:r>
              <a:rPr sz="1000" dirty="0">
                <a:solidFill>
                  <a:srgbClr val="231F20"/>
                </a:solidFill>
                <a:latin typeface="Arial"/>
                <a:cs typeface="Arial"/>
              </a:rPr>
              <a:t>creative </a:t>
            </a:r>
            <a:r>
              <a:rPr sz="1000" spc="-10" dirty="0">
                <a:solidFill>
                  <a:srgbClr val="231F20"/>
                </a:solidFill>
                <a:latin typeface="Arial"/>
                <a:cs typeface="Arial"/>
              </a:rPr>
              <a:t>interactions</a:t>
            </a:r>
            <a:endParaRPr sz="1000">
              <a:latin typeface="Arial"/>
              <a:cs typeface="Arial"/>
            </a:endParaRPr>
          </a:p>
          <a:p>
            <a:pPr marL="12700" marR="240029">
              <a:lnSpc>
                <a:spcPct val="100000"/>
              </a:lnSpc>
            </a:pP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talented artists and</a:t>
            </a:r>
            <a:r>
              <a:rPr sz="1000" spc="-5" dirty="0">
                <a:solidFill>
                  <a:srgbClr val="231F20"/>
                </a:solidFill>
                <a:latin typeface="Arial"/>
                <a:cs typeface="Arial"/>
              </a:rPr>
              <a:t> </a:t>
            </a:r>
            <a:r>
              <a:rPr sz="1000" spc="-10" dirty="0">
                <a:solidFill>
                  <a:srgbClr val="231F20"/>
                </a:solidFill>
                <a:latin typeface="Arial"/>
                <a:cs typeface="Arial"/>
              </a:rPr>
              <a:t>musical</a:t>
            </a:r>
            <a:r>
              <a:rPr sz="1000" dirty="0">
                <a:solidFill>
                  <a:srgbClr val="231F20"/>
                </a:solidFill>
                <a:latin typeface="Arial"/>
                <a:cs typeface="Arial"/>
              </a:rPr>
              <a:t> play </a:t>
            </a:r>
            <a:r>
              <a:rPr sz="1000" spc="-10" dirty="0">
                <a:solidFill>
                  <a:srgbClr val="231F20"/>
                </a:solidFill>
                <a:latin typeface="Arial"/>
                <a:cs typeface="Arial"/>
              </a:rPr>
              <a:t>spaces,</a:t>
            </a:r>
            <a:r>
              <a:rPr sz="1000" dirty="0">
                <a:solidFill>
                  <a:srgbClr val="231F20"/>
                </a:solidFill>
                <a:latin typeface="Arial"/>
                <a:cs typeface="Arial"/>
              </a:rPr>
              <a:t> </a:t>
            </a:r>
            <a:r>
              <a:rPr sz="1000" spc="-10" dirty="0">
                <a:solidFill>
                  <a:srgbClr val="231F20"/>
                </a:solidFill>
                <a:latin typeface="Arial"/>
                <a:cs typeface="Arial"/>
              </a:rPr>
              <a:t>sparking </a:t>
            </a:r>
            <a:r>
              <a:rPr sz="1000" dirty="0">
                <a:solidFill>
                  <a:srgbClr val="231F20"/>
                </a:solidFill>
                <a:latin typeface="Arial"/>
                <a:cs typeface="Arial"/>
              </a:rPr>
              <a:t>imaginative</a:t>
            </a:r>
            <a:r>
              <a:rPr sz="1000" spc="-15" dirty="0">
                <a:solidFill>
                  <a:srgbClr val="231F20"/>
                </a:solidFill>
                <a:latin typeface="Arial"/>
                <a:cs typeface="Arial"/>
              </a:rPr>
              <a:t> </a:t>
            </a:r>
            <a:r>
              <a:rPr sz="1000" spc="-10" dirty="0">
                <a:solidFill>
                  <a:srgbClr val="231F20"/>
                </a:solidFill>
                <a:latin typeface="Arial"/>
                <a:cs typeface="Arial"/>
              </a:rPr>
              <a:t>conversations.</a:t>
            </a:r>
            <a:endParaRPr sz="1000">
              <a:latin typeface="Arial"/>
              <a:cs typeface="Arial"/>
            </a:endParaRPr>
          </a:p>
          <a:p>
            <a:pPr marL="12700" marR="84455">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December,</a:t>
            </a:r>
            <a:r>
              <a:rPr sz="1000" dirty="0">
                <a:solidFill>
                  <a:srgbClr val="231F20"/>
                </a:solidFill>
                <a:latin typeface="Arial"/>
                <a:cs typeface="Arial"/>
              </a:rPr>
              <a:t> the</a:t>
            </a:r>
            <a:r>
              <a:rPr sz="1000" spc="-5" dirty="0">
                <a:solidFill>
                  <a:srgbClr val="231F20"/>
                </a:solidFill>
                <a:latin typeface="Arial"/>
                <a:cs typeface="Arial"/>
              </a:rPr>
              <a:t> </a:t>
            </a:r>
            <a:r>
              <a:rPr sz="1000" dirty="0">
                <a:solidFill>
                  <a:srgbClr val="231F20"/>
                </a:solidFill>
                <a:latin typeface="Arial"/>
                <a:cs typeface="Arial"/>
              </a:rPr>
              <a:t>group visited the</a:t>
            </a:r>
            <a:r>
              <a:rPr sz="1000" spc="-5" dirty="0">
                <a:solidFill>
                  <a:srgbClr val="231F20"/>
                </a:solidFill>
                <a:latin typeface="Arial"/>
                <a:cs typeface="Arial"/>
              </a:rPr>
              <a:t> </a:t>
            </a:r>
            <a:r>
              <a:rPr sz="1000" spc="-25" dirty="0">
                <a:solidFill>
                  <a:srgbClr val="231F20"/>
                </a:solidFill>
                <a:latin typeface="Arial"/>
                <a:cs typeface="Arial"/>
              </a:rPr>
              <a:t>Red</a:t>
            </a:r>
            <a:r>
              <a:rPr sz="1000" dirty="0">
                <a:solidFill>
                  <a:srgbClr val="231F20"/>
                </a:solidFill>
                <a:latin typeface="Arial"/>
                <a:cs typeface="Arial"/>
              </a:rPr>
              <a:t> </a:t>
            </a:r>
            <a:r>
              <a:rPr sz="1000" spc="-20" dirty="0">
                <a:solidFill>
                  <a:srgbClr val="231F20"/>
                </a:solidFill>
                <a:latin typeface="Arial"/>
                <a:cs typeface="Arial"/>
              </a:rPr>
              <a:t>Panda</a:t>
            </a:r>
            <a:r>
              <a:rPr sz="1000" spc="-5" dirty="0">
                <a:solidFill>
                  <a:srgbClr val="231F20"/>
                </a:solidFill>
                <a:latin typeface="Arial"/>
                <a:cs typeface="Arial"/>
              </a:rPr>
              <a:t> </a:t>
            </a:r>
            <a:r>
              <a:rPr sz="1000" spc="-25" dirty="0">
                <a:solidFill>
                  <a:srgbClr val="231F20"/>
                </a:solidFill>
                <a:latin typeface="Arial"/>
                <a:cs typeface="Arial"/>
              </a:rPr>
              <a:t>Art</a:t>
            </a:r>
            <a:r>
              <a:rPr sz="1000" spc="500" dirty="0">
                <a:solidFill>
                  <a:srgbClr val="231F20"/>
                </a:solidFill>
                <a:latin typeface="Arial"/>
                <a:cs typeface="Arial"/>
              </a:rPr>
              <a:t>  </a:t>
            </a:r>
            <a:r>
              <a:rPr sz="1000" spc="-10" dirty="0">
                <a:solidFill>
                  <a:srgbClr val="231F20"/>
                </a:solidFill>
                <a:latin typeface="Arial"/>
                <a:cs typeface="Arial"/>
              </a:rPr>
              <a:t>Studio,</a:t>
            </a:r>
            <a:r>
              <a:rPr sz="1000" spc="10" dirty="0">
                <a:solidFill>
                  <a:srgbClr val="231F20"/>
                </a:solidFill>
                <a:latin typeface="Arial"/>
                <a:cs typeface="Arial"/>
              </a:rPr>
              <a:t>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polar</a:t>
            </a:r>
            <a:r>
              <a:rPr sz="1000" spc="10" dirty="0">
                <a:solidFill>
                  <a:srgbClr val="231F20"/>
                </a:solidFill>
                <a:latin typeface="Arial"/>
                <a:cs typeface="Arial"/>
              </a:rPr>
              <a:t> </a:t>
            </a:r>
            <a:r>
              <a:rPr sz="1000" dirty="0">
                <a:solidFill>
                  <a:srgbClr val="231F20"/>
                </a:solidFill>
                <a:latin typeface="Arial"/>
                <a:cs typeface="Arial"/>
              </a:rPr>
              <a:t>bears</a:t>
            </a:r>
            <a:r>
              <a:rPr sz="1000" spc="10" dirty="0">
                <a:solidFill>
                  <a:srgbClr val="231F20"/>
                </a:solidFill>
                <a:latin typeface="Arial"/>
                <a:cs typeface="Arial"/>
              </a:rPr>
              <a:t> </a:t>
            </a:r>
            <a:r>
              <a:rPr sz="1000" spc="-25" dirty="0">
                <a:solidFill>
                  <a:srgbClr val="231F20"/>
                </a:solidFill>
                <a:latin typeface="Arial"/>
                <a:cs typeface="Arial"/>
              </a:rPr>
              <a:t>and</a:t>
            </a:r>
            <a:endParaRPr sz="1000">
              <a:latin typeface="Arial"/>
              <a:cs typeface="Arial"/>
            </a:endParaRPr>
          </a:p>
          <a:p>
            <a:pPr marL="12700" marR="12065">
              <a:lnSpc>
                <a:spcPct val="100000"/>
              </a:lnSpc>
            </a:pPr>
            <a:r>
              <a:rPr sz="1000" spc="-10" dirty="0">
                <a:solidFill>
                  <a:srgbClr val="231F20"/>
                </a:solidFill>
                <a:latin typeface="Arial"/>
                <a:cs typeface="Arial"/>
              </a:rPr>
              <a:t>sustainability. </a:t>
            </a:r>
            <a:r>
              <a:rPr sz="1000" dirty="0">
                <a:solidFill>
                  <a:srgbClr val="231F20"/>
                </a:solidFill>
                <a:latin typeface="Arial"/>
                <a:cs typeface="Arial"/>
              </a:rPr>
              <a:t>Using</a:t>
            </a:r>
            <a:r>
              <a:rPr sz="1000" spc="-5" dirty="0">
                <a:solidFill>
                  <a:srgbClr val="231F20"/>
                </a:solidFill>
                <a:latin typeface="Arial"/>
                <a:cs typeface="Arial"/>
              </a:rPr>
              <a:t> </a:t>
            </a:r>
            <a:r>
              <a:rPr sz="1000" spc="-10" dirty="0">
                <a:solidFill>
                  <a:srgbClr val="231F20"/>
                </a:solidFill>
                <a:latin typeface="Arial"/>
                <a:cs typeface="Arial"/>
              </a:rPr>
              <a:t>materials</a:t>
            </a:r>
            <a:r>
              <a:rPr sz="1000" spc="-5" dirty="0">
                <a:solidFill>
                  <a:srgbClr val="231F20"/>
                </a:solidFill>
                <a:latin typeface="Arial"/>
                <a:cs typeface="Arial"/>
              </a:rPr>
              <a:t> </a:t>
            </a:r>
            <a:r>
              <a:rPr sz="1000" dirty="0">
                <a:solidFill>
                  <a:srgbClr val="231F20"/>
                </a:solidFill>
                <a:latin typeface="Arial"/>
                <a:cs typeface="Arial"/>
              </a:rPr>
              <a:t>like</a:t>
            </a:r>
            <a:r>
              <a:rPr sz="1000" spc="-5" dirty="0">
                <a:solidFill>
                  <a:srgbClr val="231F20"/>
                </a:solidFill>
                <a:latin typeface="Arial"/>
                <a:cs typeface="Arial"/>
              </a:rPr>
              <a:t> </a:t>
            </a:r>
            <a:r>
              <a:rPr sz="1000" dirty="0">
                <a:solidFill>
                  <a:srgbClr val="231F20"/>
                </a:solidFill>
                <a:latin typeface="Arial"/>
                <a:cs typeface="Arial"/>
              </a:rPr>
              <a:t>organic</a:t>
            </a:r>
            <a:r>
              <a:rPr sz="1000" spc="-10" dirty="0">
                <a:solidFill>
                  <a:srgbClr val="231F20"/>
                </a:solidFill>
                <a:latin typeface="Arial"/>
                <a:cs typeface="Arial"/>
              </a:rPr>
              <a:t> </a:t>
            </a:r>
            <a:r>
              <a:rPr sz="1000" spc="-25" dirty="0">
                <a:solidFill>
                  <a:srgbClr val="231F20"/>
                </a:solidFill>
                <a:latin typeface="Arial"/>
                <a:cs typeface="Arial"/>
              </a:rPr>
              <a:t>clay,</a:t>
            </a:r>
            <a:r>
              <a:rPr sz="1000" spc="-5" dirty="0">
                <a:solidFill>
                  <a:srgbClr val="231F20"/>
                </a:solidFill>
                <a:latin typeface="Arial"/>
                <a:cs typeface="Arial"/>
              </a:rPr>
              <a:t> </a:t>
            </a:r>
            <a:r>
              <a:rPr sz="1000" spc="-20" dirty="0">
                <a:solidFill>
                  <a:srgbClr val="231F20"/>
                </a:solidFill>
                <a:latin typeface="Arial"/>
                <a:cs typeface="Arial"/>
              </a:rPr>
              <a:t>moss,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wood</a:t>
            </a:r>
            <a:r>
              <a:rPr sz="1000" spc="10" dirty="0">
                <a:solidFill>
                  <a:srgbClr val="231F20"/>
                </a:solidFill>
                <a:latin typeface="Arial"/>
                <a:cs typeface="Arial"/>
              </a:rPr>
              <a:t> </a:t>
            </a:r>
            <a:r>
              <a:rPr sz="1000" spc="-10" dirty="0">
                <a:solidFill>
                  <a:srgbClr val="231F20"/>
                </a:solidFill>
                <a:latin typeface="Arial"/>
                <a:cs typeface="Arial"/>
              </a:rPr>
              <a:t>disks,</a:t>
            </a:r>
            <a:r>
              <a:rPr sz="1000" spc="15"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crafted</a:t>
            </a:r>
            <a:r>
              <a:rPr sz="1000" spc="15" dirty="0">
                <a:solidFill>
                  <a:srgbClr val="231F20"/>
                </a:solidFill>
                <a:latin typeface="Arial"/>
                <a:cs typeface="Arial"/>
              </a:rPr>
              <a:t> </a:t>
            </a:r>
            <a:r>
              <a:rPr sz="1000" dirty="0">
                <a:solidFill>
                  <a:srgbClr val="231F20"/>
                </a:solidFill>
                <a:latin typeface="Arial"/>
                <a:cs typeface="Arial"/>
              </a:rPr>
              <a:t>polar</a:t>
            </a:r>
            <a:r>
              <a:rPr sz="1000" spc="15" dirty="0">
                <a:solidFill>
                  <a:srgbClr val="231F20"/>
                </a:solidFill>
                <a:latin typeface="Arial"/>
                <a:cs typeface="Arial"/>
              </a:rPr>
              <a:t> </a:t>
            </a:r>
            <a:r>
              <a:rPr sz="1000" dirty="0">
                <a:solidFill>
                  <a:srgbClr val="231F20"/>
                </a:solidFill>
                <a:latin typeface="Arial"/>
                <a:cs typeface="Arial"/>
              </a:rPr>
              <a:t>bear</a:t>
            </a:r>
            <a:r>
              <a:rPr sz="1000" spc="10" dirty="0">
                <a:solidFill>
                  <a:srgbClr val="231F20"/>
                </a:solidFill>
                <a:latin typeface="Arial"/>
                <a:cs typeface="Arial"/>
              </a:rPr>
              <a:t> </a:t>
            </a:r>
            <a:r>
              <a:rPr sz="1000" dirty="0">
                <a:solidFill>
                  <a:srgbClr val="231F20"/>
                </a:solidFill>
                <a:latin typeface="Arial"/>
                <a:cs typeface="Arial"/>
              </a:rPr>
              <a:t>habitats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observed </a:t>
            </a:r>
            <a:r>
              <a:rPr sz="1000" dirty="0">
                <a:solidFill>
                  <a:srgbClr val="231F20"/>
                </a:solidFill>
                <a:latin typeface="Arial"/>
                <a:cs typeface="Arial"/>
              </a:rPr>
              <a:t>chemical</a:t>
            </a:r>
            <a:r>
              <a:rPr sz="1000" spc="20" dirty="0">
                <a:solidFill>
                  <a:srgbClr val="231F20"/>
                </a:solidFill>
                <a:latin typeface="Arial"/>
                <a:cs typeface="Arial"/>
              </a:rPr>
              <a:t> </a:t>
            </a:r>
            <a:r>
              <a:rPr sz="1000" dirty="0">
                <a:solidFill>
                  <a:srgbClr val="231F20"/>
                </a:solidFill>
                <a:latin typeface="Arial"/>
                <a:cs typeface="Arial"/>
              </a:rPr>
              <a:t>reactions</a:t>
            </a:r>
            <a:r>
              <a:rPr sz="1000" spc="25" dirty="0">
                <a:solidFill>
                  <a:srgbClr val="231F20"/>
                </a:solidFill>
                <a:latin typeface="Arial"/>
                <a:cs typeface="Arial"/>
              </a:rPr>
              <a:t> </a:t>
            </a:r>
            <a:r>
              <a:rPr sz="1000" dirty="0">
                <a:solidFill>
                  <a:srgbClr val="231F20"/>
                </a:solidFill>
                <a:latin typeface="Arial"/>
                <a:cs typeface="Arial"/>
              </a:rPr>
              <a:t>while</a:t>
            </a:r>
            <a:r>
              <a:rPr sz="1000" spc="20" dirty="0">
                <a:solidFill>
                  <a:srgbClr val="231F20"/>
                </a:solidFill>
                <a:latin typeface="Arial"/>
                <a:cs typeface="Arial"/>
              </a:rPr>
              <a:t> </a:t>
            </a:r>
            <a:r>
              <a:rPr sz="1000" dirty="0">
                <a:solidFill>
                  <a:srgbClr val="231F20"/>
                </a:solidFill>
                <a:latin typeface="Arial"/>
                <a:cs typeface="Arial"/>
              </a:rPr>
              <a:t>creating</a:t>
            </a:r>
            <a:r>
              <a:rPr sz="1000" spc="25" dirty="0">
                <a:solidFill>
                  <a:srgbClr val="231F20"/>
                </a:solidFill>
                <a:latin typeface="Arial"/>
                <a:cs typeface="Arial"/>
              </a:rPr>
              <a:t> </a:t>
            </a:r>
            <a:r>
              <a:rPr sz="1000" dirty="0">
                <a:solidFill>
                  <a:srgbClr val="231F20"/>
                </a:solidFill>
                <a:latin typeface="Arial"/>
                <a:cs typeface="Arial"/>
              </a:rPr>
              <a:t>“snow”</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spc="-10" dirty="0">
                <a:solidFill>
                  <a:srgbClr val="231F20"/>
                </a:solidFill>
                <a:latin typeface="Arial"/>
                <a:cs typeface="Arial"/>
              </a:rPr>
              <a:t>baking</a:t>
            </a:r>
            <a:r>
              <a:rPr sz="1000" spc="500" dirty="0">
                <a:solidFill>
                  <a:srgbClr val="231F20"/>
                </a:solidFill>
                <a:latin typeface="Arial"/>
                <a:cs typeface="Arial"/>
              </a:rPr>
              <a:t> </a:t>
            </a:r>
            <a:r>
              <a:rPr sz="1000" dirty="0">
                <a:solidFill>
                  <a:srgbClr val="231F20"/>
                </a:solidFill>
                <a:latin typeface="Arial"/>
                <a:cs typeface="Arial"/>
              </a:rPr>
              <a:t>soda</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vinegar.</a:t>
            </a:r>
            <a:endParaRPr sz="1000">
              <a:latin typeface="Arial"/>
              <a:cs typeface="Arial"/>
            </a:endParaRPr>
          </a:p>
          <a:p>
            <a:pPr marL="12700" marR="318770">
              <a:lnSpc>
                <a:spcPct val="100000"/>
              </a:lnSpc>
              <a:spcBef>
                <a:spcPts val="900"/>
              </a:spcBef>
            </a:pP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Month,</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220" dirty="0">
                <a:solidFill>
                  <a:srgbClr val="231F20"/>
                </a:solidFill>
                <a:latin typeface="Arial"/>
                <a:cs typeface="Arial"/>
              </a:rPr>
              <a:t>1</a:t>
            </a:r>
            <a:r>
              <a:rPr sz="1000" spc="-10" dirty="0">
                <a:solidFill>
                  <a:srgbClr val="231F20"/>
                </a:solidFill>
                <a:latin typeface="Arial"/>
                <a:cs typeface="Arial"/>
              </a:rPr>
              <a:t> </a:t>
            </a:r>
            <a:r>
              <a:rPr sz="1000" dirty="0">
                <a:solidFill>
                  <a:srgbClr val="231F20"/>
                </a:solidFill>
                <a:latin typeface="Arial"/>
                <a:cs typeface="Arial"/>
              </a:rPr>
              <a:t>participated</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interactive</a:t>
            </a:r>
            <a:r>
              <a:rPr sz="1000" spc="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workshop</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home</a:t>
            </a:r>
            <a:r>
              <a:rPr sz="1000" spc="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Brooklyn</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Mason</a:t>
            </a:r>
            <a:r>
              <a:rPr sz="1000" spc="-5" dirty="0">
                <a:solidFill>
                  <a:srgbClr val="231F20"/>
                </a:solidFill>
                <a:latin typeface="Arial"/>
                <a:cs typeface="Arial"/>
              </a:rPr>
              <a:t> </a:t>
            </a:r>
            <a:r>
              <a:rPr sz="1000" spc="-10" dirty="0">
                <a:solidFill>
                  <a:srgbClr val="231F20"/>
                </a:solidFill>
                <a:latin typeface="Arial"/>
                <a:cs typeface="Arial"/>
              </a:rPr>
              <a:t>Barnhardt.</a:t>
            </a:r>
            <a:r>
              <a:rPr sz="1000" dirty="0">
                <a:solidFill>
                  <a:srgbClr val="231F20"/>
                </a:solidFill>
                <a:latin typeface="Arial"/>
                <a:cs typeface="Arial"/>
              </a:rPr>
              <a:t> The children</a:t>
            </a:r>
            <a:r>
              <a:rPr sz="1000" spc="-5" dirty="0">
                <a:solidFill>
                  <a:srgbClr val="231F20"/>
                </a:solidFill>
                <a:latin typeface="Arial"/>
                <a:cs typeface="Arial"/>
              </a:rPr>
              <a:t> </a:t>
            </a:r>
            <a:r>
              <a:rPr sz="1000" spc="-10" dirty="0">
                <a:solidFill>
                  <a:srgbClr val="231F20"/>
                </a:solidFill>
                <a:latin typeface="Arial"/>
                <a:cs typeface="Arial"/>
              </a:rPr>
              <a:t>learned </a:t>
            </a:r>
            <a:r>
              <a:rPr sz="1000" dirty="0">
                <a:solidFill>
                  <a:srgbClr val="231F20"/>
                </a:solidFill>
                <a:latin typeface="Arial"/>
                <a:cs typeface="Arial"/>
              </a:rPr>
              <a:t>African</a:t>
            </a:r>
            <a:r>
              <a:rPr sz="1000" spc="-15" dirty="0">
                <a:solidFill>
                  <a:srgbClr val="231F20"/>
                </a:solidFill>
                <a:latin typeface="Arial"/>
                <a:cs typeface="Arial"/>
              </a:rPr>
              <a:t> </a:t>
            </a:r>
            <a:r>
              <a:rPr sz="1000" dirty="0">
                <a:solidFill>
                  <a:srgbClr val="231F20"/>
                </a:solidFill>
                <a:latin typeface="Arial"/>
                <a:cs typeface="Arial"/>
              </a:rPr>
              <a:t>dance</a:t>
            </a:r>
            <a:r>
              <a:rPr sz="1000" spc="-10" dirty="0">
                <a:solidFill>
                  <a:srgbClr val="231F20"/>
                </a:solidFill>
                <a:latin typeface="Arial"/>
                <a:cs typeface="Arial"/>
              </a:rPr>
              <a:t> moves, </a:t>
            </a:r>
            <a:r>
              <a:rPr sz="1000" dirty="0">
                <a:solidFill>
                  <a:srgbClr val="231F20"/>
                </a:solidFill>
                <a:latin typeface="Arial"/>
                <a:cs typeface="Arial"/>
              </a:rPr>
              <a:t>fostering</a:t>
            </a:r>
            <a:r>
              <a:rPr sz="1000" spc="-15"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appreciation </a:t>
            </a:r>
            <a:r>
              <a:rPr sz="1000" dirty="0">
                <a:solidFill>
                  <a:srgbClr val="231F20"/>
                </a:solidFill>
                <a:latin typeface="Arial"/>
                <a:cs typeface="Arial"/>
              </a:rPr>
              <a:t>through movement and </a:t>
            </a:r>
            <a:r>
              <a:rPr sz="1000" spc="-10" dirty="0">
                <a:solidFill>
                  <a:srgbClr val="231F20"/>
                </a:solidFill>
                <a:latin typeface="Arial"/>
                <a:cs typeface="Arial"/>
              </a:rPr>
              <a:t>celebration.</a:t>
            </a:r>
            <a:endParaRPr sz="1000">
              <a:latin typeface="Arial"/>
              <a:cs typeface="Arial"/>
            </a:endParaRPr>
          </a:p>
          <a:p>
            <a:pPr marL="12700" marR="247650" algn="just">
              <a:lnSpc>
                <a:spcPct val="100000"/>
              </a:lnSpc>
              <a:spcBef>
                <a:spcPts val="900"/>
              </a:spcBef>
            </a:pPr>
            <a:r>
              <a:rPr sz="1000" spc="-15" dirty="0">
                <a:solidFill>
                  <a:srgbClr val="231F20"/>
                </a:solidFill>
                <a:latin typeface="Arial"/>
                <a:cs typeface="Arial"/>
              </a:rPr>
              <a:t>In</a:t>
            </a:r>
            <a:r>
              <a:rPr sz="1000" spc="-20" dirty="0">
                <a:solidFill>
                  <a:srgbClr val="231F20"/>
                </a:solidFill>
                <a:latin typeface="Arial"/>
                <a:cs typeface="Arial"/>
              </a:rPr>
              <a:t> </a:t>
            </a:r>
            <a:r>
              <a:rPr sz="1000" spc="-5" dirty="0">
                <a:solidFill>
                  <a:srgbClr val="231F20"/>
                </a:solidFill>
                <a:latin typeface="Arial"/>
                <a:cs typeface="Arial"/>
              </a:rPr>
              <a:t>January</a:t>
            </a:r>
            <a:r>
              <a:rPr sz="1000" spc="-20" dirty="0">
                <a:solidFill>
                  <a:srgbClr val="231F20"/>
                </a:solidFill>
                <a:latin typeface="Arial"/>
                <a:cs typeface="Arial"/>
              </a:rPr>
              <a:t> </a:t>
            </a:r>
            <a:r>
              <a:rPr sz="1000" dirty="0">
                <a:solidFill>
                  <a:srgbClr val="231F20"/>
                </a:solidFill>
                <a:latin typeface="Arial"/>
                <a:cs typeface="Arial"/>
              </a:rPr>
              <a:t>2024,</a:t>
            </a:r>
            <a:r>
              <a:rPr sz="1000" spc="-20" dirty="0">
                <a:solidFill>
                  <a:srgbClr val="231F20"/>
                </a:solidFill>
                <a:latin typeface="Arial"/>
                <a:cs typeface="Arial"/>
              </a:rPr>
              <a:t> </a:t>
            </a:r>
            <a:r>
              <a:rPr sz="1000" spc="-5" dirty="0">
                <a:solidFill>
                  <a:srgbClr val="231F20"/>
                </a:solidFill>
                <a:latin typeface="Arial"/>
                <a:cs typeface="Arial"/>
              </a:rPr>
              <a:t>Group</a:t>
            </a:r>
            <a:r>
              <a:rPr sz="1000" spc="-20" dirty="0">
                <a:solidFill>
                  <a:srgbClr val="231F20"/>
                </a:solidFill>
                <a:latin typeface="Arial"/>
                <a:cs typeface="Arial"/>
              </a:rPr>
              <a:t> </a:t>
            </a:r>
            <a:r>
              <a:rPr sz="1000" spc="-215" dirty="0">
                <a:solidFill>
                  <a:srgbClr val="231F20"/>
                </a:solidFill>
                <a:latin typeface="Arial"/>
                <a:cs typeface="Arial"/>
              </a:rPr>
              <a:t>1</a:t>
            </a:r>
            <a:r>
              <a:rPr sz="1000" spc="-20" dirty="0">
                <a:solidFill>
                  <a:srgbClr val="231F20"/>
                </a:solidFill>
                <a:latin typeface="Arial"/>
                <a:cs typeface="Arial"/>
              </a:rPr>
              <a:t> </a:t>
            </a:r>
            <a:r>
              <a:rPr sz="1000" spc="5"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spc="-15"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exciting</a:t>
            </a:r>
            <a:r>
              <a:rPr sz="1000" spc="-20" dirty="0">
                <a:solidFill>
                  <a:srgbClr val="231F20"/>
                </a:solidFill>
                <a:latin typeface="Arial"/>
                <a:cs typeface="Arial"/>
              </a:rPr>
              <a:t> </a:t>
            </a:r>
            <a:r>
              <a:rPr sz="1000" dirty="0">
                <a:solidFill>
                  <a:srgbClr val="231F20"/>
                </a:solidFill>
                <a:latin typeface="Arial"/>
                <a:cs typeface="Arial"/>
              </a:rPr>
              <a:t>time</a:t>
            </a:r>
            <a:r>
              <a:rPr sz="1000" spc="5" dirty="0">
                <a:solidFill>
                  <a:srgbClr val="231F20"/>
                </a:solidFill>
                <a:latin typeface="Arial"/>
                <a:cs typeface="Arial"/>
              </a:rPr>
              <a:t> </a:t>
            </a:r>
            <a:r>
              <a:rPr sz="1000" spc="-5" dirty="0">
                <a:solidFill>
                  <a:srgbClr val="231F20"/>
                </a:solidFill>
                <a:latin typeface="Arial"/>
                <a:cs typeface="Arial"/>
              </a:rPr>
              <a:t>at</a:t>
            </a:r>
            <a:r>
              <a:rPr sz="1000" spc="-20" dirty="0">
                <a:solidFill>
                  <a:srgbClr val="231F20"/>
                </a:solidFill>
                <a:latin typeface="Arial"/>
                <a:cs typeface="Arial"/>
              </a:rPr>
              <a:t> </a:t>
            </a:r>
            <a:r>
              <a:rPr sz="1000" spc="10" dirty="0">
                <a:solidFill>
                  <a:srgbClr val="231F20"/>
                </a:solidFill>
                <a:latin typeface="Arial"/>
                <a:cs typeface="Arial"/>
              </a:rPr>
              <a:t>the</a:t>
            </a:r>
            <a:r>
              <a:rPr sz="1000" spc="-20" dirty="0">
                <a:solidFill>
                  <a:srgbClr val="231F20"/>
                </a:solidFill>
                <a:latin typeface="Arial"/>
                <a:cs typeface="Arial"/>
              </a:rPr>
              <a:t> </a:t>
            </a:r>
            <a:r>
              <a:rPr sz="1000" spc="-15" dirty="0">
                <a:solidFill>
                  <a:srgbClr val="231F20"/>
                </a:solidFill>
                <a:latin typeface="Arial"/>
                <a:cs typeface="Arial"/>
              </a:rPr>
              <a:t>Silver</a:t>
            </a:r>
            <a:r>
              <a:rPr sz="1000" spc="-20" dirty="0">
                <a:solidFill>
                  <a:srgbClr val="231F20"/>
                </a:solidFill>
                <a:latin typeface="Arial"/>
                <a:cs typeface="Arial"/>
              </a:rPr>
              <a:t> </a:t>
            </a:r>
            <a:r>
              <a:rPr sz="1000" spc="-5" dirty="0">
                <a:solidFill>
                  <a:srgbClr val="231F20"/>
                </a:solidFill>
                <a:latin typeface="Arial"/>
                <a:cs typeface="Arial"/>
              </a:rPr>
              <a:t>Spring</a:t>
            </a:r>
            <a:r>
              <a:rPr sz="1000" spc="-20" dirty="0">
                <a:solidFill>
                  <a:srgbClr val="231F20"/>
                </a:solidFill>
                <a:latin typeface="Arial"/>
                <a:cs typeface="Arial"/>
              </a:rPr>
              <a:t> </a:t>
            </a:r>
            <a:r>
              <a:rPr sz="1000" spc="-10" dirty="0">
                <a:solidFill>
                  <a:srgbClr val="231F20"/>
                </a:solidFill>
                <a:latin typeface="Arial"/>
                <a:cs typeface="Arial"/>
              </a:rPr>
              <a:t>Civic</a:t>
            </a:r>
            <a:r>
              <a:rPr sz="1000" spc="-20" dirty="0">
                <a:solidFill>
                  <a:srgbClr val="231F20"/>
                </a:solidFill>
                <a:latin typeface="Arial"/>
                <a:cs typeface="Arial"/>
              </a:rPr>
              <a:t> </a:t>
            </a:r>
            <a:r>
              <a:rPr sz="1000" spc="5" dirty="0">
                <a:solidFill>
                  <a:srgbClr val="231F20"/>
                </a:solidFill>
                <a:latin typeface="Arial"/>
                <a:cs typeface="Arial"/>
              </a:rPr>
              <a:t>Building</a:t>
            </a:r>
            <a:r>
              <a:rPr sz="1000" spc="-20" dirty="0">
                <a:solidFill>
                  <a:srgbClr val="231F20"/>
                </a:solidFill>
                <a:latin typeface="Arial"/>
                <a:cs typeface="Arial"/>
              </a:rPr>
              <a:t> </a:t>
            </a:r>
            <a:r>
              <a:rPr sz="1000" spc="10" dirty="0">
                <a:solidFill>
                  <a:srgbClr val="231F20"/>
                </a:solidFill>
                <a:latin typeface="Arial"/>
                <a:cs typeface="Arial"/>
              </a:rPr>
              <a:t>with</a:t>
            </a:r>
            <a:r>
              <a:rPr sz="1000" spc="-20" dirty="0">
                <a:solidFill>
                  <a:srgbClr val="231F20"/>
                </a:solidFill>
                <a:latin typeface="Arial"/>
                <a:cs typeface="Arial"/>
              </a:rPr>
              <a:t> </a:t>
            </a:r>
            <a:r>
              <a:rPr sz="1000" spc="-30" dirty="0">
                <a:solidFill>
                  <a:srgbClr val="231F20"/>
                </a:solidFill>
                <a:latin typeface="Arial"/>
                <a:cs typeface="Arial"/>
              </a:rPr>
              <a:t>a</a:t>
            </a:r>
            <a:r>
              <a:rPr sz="1000" spc="-20" dirty="0">
                <a:solidFill>
                  <a:srgbClr val="231F20"/>
                </a:solidFill>
                <a:latin typeface="Arial"/>
                <a:cs typeface="Arial"/>
              </a:rPr>
              <a:t> </a:t>
            </a:r>
            <a:r>
              <a:rPr sz="1000" spc="-5" dirty="0">
                <a:solidFill>
                  <a:srgbClr val="231F20"/>
                </a:solidFill>
                <a:latin typeface="Arial"/>
                <a:cs typeface="Arial"/>
              </a:rPr>
              <a:t>special</a:t>
            </a:r>
            <a:r>
              <a:rPr sz="1000" spc="-20" dirty="0">
                <a:solidFill>
                  <a:srgbClr val="231F20"/>
                </a:solidFill>
                <a:latin typeface="Arial"/>
                <a:cs typeface="Arial"/>
              </a:rPr>
              <a:t> </a:t>
            </a:r>
            <a:r>
              <a:rPr sz="1000" dirty="0">
                <a:solidFill>
                  <a:srgbClr val="231F20"/>
                </a:solidFill>
                <a:latin typeface="Arial"/>
                <a:cs typeface="Arial"/>
              </a:rPr>
              <a:t>guest,</a:t>
            </a:r>
            <a:r>
              <a:rPr sz="1000" spc="-50" dirty="0">
                <a:solidFill>
                  <a:srgbClr val="231F20"/>
                </a:solidFill>
                <a:latin typeface="Arial"/>
                <a:cs typeface="Arial"/>
              </a:rPr>
              <a:t> </a:t>
            </a:r>
            <a:r>
              <a:rPr sz="1000" spc="10" dirty="0">
                <a:solidFill>
                  <a:srgbClr val="231F20"/>
                </a:solidFill>
                <a:latin typeface="Arial"/>
                <a:cs typeface="Arial"/>
              </a:rPr>
              <a:t>public</a:t>
            </a:r>
            <a:r>
              <a:rPr sz="1000" spc="-20" dirty="0">
                <a:solidFill>
                  <a:srgbClr val="231F20"/>
                </a:solidFill>
                <a:latin typeface="Arial"/>
                <a:cs typeface="Arial"/>
              </a:rPr>
              <a:t> </a:t>
            </a:r>
            <a:r>
              <a:rPr sz="1000" spc="-5" dirty="0">
                <a:solidFill>
                  <a:srgbClr val="231F20"/>
                </a:solidFill>
                <a:latin typeface="Arial"/>
                <a:cs typeface="Arial"/>
              </a:rPr>
              <a:t>servant</a:t>
            </a:r>
            <a:r>
              <a:rPr sz="1000" spc="-20" dirty="0">
                <a:solidFill>
                  <a:srgbClr val="231F20"/>
                </a:solidFill>
                <a:latin typeface="Arial"/>
                <a:cs typeface="Arial"/>
              </a:rPr>
              <a:t> </a:t>
            </a:r>
            <a:r>
              <a:rPr sz="1000" spc="-15" dirty="0">
                <a:solidFill>
                  <a:srgbClr val="231F20"/>
                </a:solidFill>
                <a:latin typeface="Arial"/>
                <a:cs typeface="Arial"/>
              </a:rPr>
              <a:t>Will</a:t>
            </a:r>
            <a:r>
              <a:rPr sz="1000" spc="-20" dirty="0">
                <a:solidFill>
                  <a:srgbClr val="231F20"/>
                </a:solidFill>
                <a:latin typeface="Arial"/>
                <a:cs typeface="Arial"/>
              </a:rPr>
              <a:t> </a:t>
            </a:r>
            <a:r>
              <a:rPr sz="1000" spc="-10" dirty="0">
                <a:solidFill>
                  <a:srgbClr val="231F20"/>
                </a:solidFill>
                <a:latin typeface="Arial"/>
                <a:cs typeface="Arial"/>
              </a:rPr>
              <a:t>Jawando.</a:t>
            </a:r>
            <a:r>
              <a:rPr sz="1000" spc="-20" dirty="0">
                <a:solidFill>
                  <a:srgbClr val="231F20"/>
                </a:solidFill>
                <a:latin typeface="Arial"/>
                <a:cs typeface="Arial"/>
              </a:rPr>
              <a:t> </a:t>
            </a:r>
            <a:r>
              <a:rPr sz="1000" spc="-10" dirty="0">
                <a:solidFill>
                  <a:srgbClr val="231F20"/>
                </a:solidFill>
                <a:latin typeface="Arial"/>
                <a:cs typeface="Arial"/>
              </a:rPr>
              <a:t>The</a:t>
            </a:r>
            <a:r>
              <a:rPr sz="1000" spc="-20" dirty="0">
                <a:solidFill>
                  <a:srgbClr val="231F20"/>
                </a:solidFill>
                <a:latin typeface="Arial"/>
                <a:cs typeface="Arial"/>
              </a:rPr>
              <a:t> </a:t>
            </a:r>
            <a:r>
              <a:rPr sz="1000" spc="5" dirty="0">
                <a:solidFill>
                  <a:srgbClr val="231F20"/>
                </a:solidFill>
                <a:latin typeface="Arial"/>
                <a:cs typeface="Arial"/>
              </a:rPr>
              <a:t>children</a:t>
            </a:r>
            <a:r>
              <a:rPr sz="1000" spc="-20" dirty="0">
                <a:solidFill>
                  <a:srgbClr val="231F20"/>
                </a:solidFill>
                <a:latin typeface="Arial"/>
                <a:cs typeface="Arial"/>
              </a:rPr>
              <a:t> </a:t>
            </a:r>
            <a:r>
              <a:rPr sz="1000" spc="10" dirty="0">
                <a:solidFill>
                  <a:srgbClr val="231F20"/>
                </a:solidFill>
                <a:latin typeface="Arial"/>
                <a:cs typeface="Arial"/>
              </a:rPr>
              <a:t>explored</a:t>
            </a:r>
            <a:endParaRPr sz="1000">
              <a:latin typeface="Arial"/>
              <a:cs typeface="Arial"/>
            </a:endParaRPr>
          </a:p>
          <a:p>
            <a:pPr marL="12700" marR="20320">
              <a:lnSpc>
                <a:spcPct val="100000"/>
              </a:lnSpc>
            </a:pPr>
            <a:r>
              <a:rPr sz="1000" dirty="0">
                <a:solidFill>
                  <a:srgbClr val="231F20"/>
                </a:solidFill>
                <a:latin typeface="Arial"/>
                <a:cs typeface="Arial"/>
              </a:rPr>
              <a:t>various</a:t>
            </a:r>
            <a:r>
              <a:rPr sz="1000" spc="-10" dirty="0">
                <a:solidFill>
                  <a:srgbClr val="231F20"/>
                </a:solidFill>
                <a:latin typeface="Arial"/>
                <a:cs typeface="Arial"/>
              </a:rPr>
              <a:t> </a:t>
            </a:r>
            <a:r>
              <a:rPr sz="1000" dirty="0">
                <a:solidFill>
                  <a:srgbClr val="231F20"/>
                </a:solidFill>
                <a:latin typeface="Arial"/>
                <a:cs typeface="Arial"/>
              </a:rPr>
              <a:t>themed</a:t>
            </a:r>
            <a:r>
              <a:rPr sz="1000" spc="-5" dirty="0">
                <a:solidFill>
                  <a:srgbClr val="231F20"/>
                </a:solidFill>
                <a:latin typeface="Arial"/>
                <a:cs typeface="Arial"/>
              </a:rPr>
              <a:t> </a:t>
            </a:r>
            <a:r>
              <a:rPr sz="1000" dirty="0">
                <a:solidFill>
                  <a:srgbClr val="231F20"/>
                </a:solidFill>
                <a:latin typeface="Arial"/>
                <a:cs typeface="Arial"/>
              </a:rPr>
              <a:t>play</a:t>
            </a:r>
            <a:r>
              <a:rPr sz="1000" spc="-5" dirty="0">
                <a:solidFill>
                  <a:srgbClr val="231F20"/>
                </a:solidFill>
                <a:latin typeface="Arial"/>
                <a:cs typeface="Arial"/>
              </a:rPr>
              <a:t> </a:t>
            </a:r>
            <a:r>
              <a:rPr sz="1000" dirty="0">
                <a:solidFill>
                  <a:srgbClr val="231F20"/>
                </a:solidFill>
                <a:latin typeface="Arial"/>
                <a:cs typeface="Arial"/>
              </a:rPr>
              <a:t>stations,</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pet</a:t>
            </a:r>
            <a:r>
              <a:rPr sz="1000" spc="-5" dirty="0">
                <a:solidFill>
                  <a:srgbClr val="231F20"/>
                </a:solidFill>
                <a:latin typeface="Arial"/>
                <a:cs typeface="Arial"/>
              </a:rPr>
              <a:t> </a:t>
            </a:r>
            <a:r>
              <a:rPr sz="1000" spc="-10" dirty="0">
                <a:solidFill>
                  <a:srgbClr val="231F20"/>
                </a:solidFill>
                <a:latin typeface="Arial"/>
                <a:cs typeface="Arial"/>
              </a:rPr>
              <a:t>care,</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discussed</a:t>
            </a:r>
            <a:r>
              <a:rPr sz="1000" spc="-35" dirty="0">
                <a:solidFill>
                  <a:srgbClr val="231F20"/>
                </a:solidFill>
                <a:latin typeface="Arial"/>
                <a:cs typeface="Arial"/>
              </a:rPr>
              <a:t> </a:t>
            </a:r>
            <a:r>
              <a:rPr sz="1000" spc="-10" dirty="0">
                <a:solidFill>
                  <a:srgbClr val="231F20"/>
                </a:solidFill>
                <a:latin typeface="Arial"/>
                <a:cs typeface="Arial"/>
              </a:rPr>
              <a:t>laws,</a:t>
            </a:r>
            <a:r>
              <a:rPr sz="1000" spc="-30" dirty="0">
                <a:solidFill>
                  <a:srgbClr val="231F20"/>
                </a:solidFill>
                <a:latin typeface="Arial"/>
                <a:cs typeface="Arial"/>
              </a:rPr>
              <a:t> </a:t>
            </a:r>
            <a:r>
              <a:rPr sz="1000" dirty="0">
                <a:solidFill>
                  <a:srgbClr val="231F20"/>
                </a:solidFill>
                <a:latin typeface="Arial"/>
                <a:cs typeface="Arial"/>
              </a:rPr>
              <a:t>voting,</a:t>
            </a:r>
            <a:r>
              <a:rPr sz="1000" spc="-30" dirty="0">
                <a:solidFill>
                  <a:srgbClr val="231F20"/>
                </a:solidFill>
                <a:latin typeface="Arial"/>
                <a:cs typeface="Arial"/>
              </a:rPr>
              <a:t> </a:t>
            </a:r>
            <a:r>
              <a:rPr sz="1000" dirty="0">
                <a:solidFill>
                  <a:srgbClr val="231F20"/>
                </a:solidFill>
                <a:latin typeface="Arial"/>
                <a:cs typeface="Arial"/>
              </a:rPr>
              <a:t>and</a:t>
            </a:r>
            <a:r>
              <a:rPr sz="1000" spc="-35" dirty="0">
                <a:solidFill>
                  <a:srgbClr val="231F20"/>
                </a:solidFill>
                <a:latin typeface="Arial"/>
                <a:cs typeface="Arial"/>
              </a:rPr>
              <a:t> </a:t>
            </a:r>
            <a:r>
              <a:rPr sz="1000" dirty="0">
                <a:solidFill>
                  <a:srgbClr val="231F20"/>
                </a:solidFill>
                <a:latin typeface="Arial"/>
                <a:cs typeface="Arial"/>
              </a:rPr>
              <a:t>leadership.</a:t>
            </a:r>
            <a:r>
              <a:rPr sz="1000" spc="-30" dirty="0">
                <a:solidFill>
                  <a:srgbClr val="231F20"/>
                </a:solidFill>
                <a:latin typeface="Arial"/>
                <a:cs typeface="Arial"/>
              </a:rPr>
              <a:t> </a:t>
            </a:r>
            <a:r>
              <a:rPr sz="1000" dirty="0">
                <a:solidFill>
                  <a:srgbClr val="231F20"/>
                </a:solidFill>
                <a:latin typeface="Arial"/>
                <a:cs typeface="Arial"/>
              </a:rPr>
              <a:t>They</a:t>
            </a:r>
            <a:r>
              <a:rPr sz="1000" spc="-30" dirty="0">
                <a:solidFill>
                  <a:srgbClr val="231F20"/>
                </a:solidFill>
                <a:latin typeface="Arial"/>
                <a:cs typeface="Arial"/>
              </a:rPr>
              <a:t> </a:t>
            </a:r>
            <a:r>
              <a:rPr sz="1000" spc="-10" dirty="0">
                <a:solidFill>
                  <a:srgbClr val="231F20"/>
                </a:solidFill>
                <a:latin typeface="Arial"/>
                <a:cs typeface="Arial"/>
              </a:rPr>
              <a:t>highlighted </a:t>
            </a:r>
            <a:r>
              <a:rPr sz="1000" dirty="0">
                <a:solidFill>
                  <a:srgbClr val="231F20"/>
                </a:solidFill>
                <a:latin typeface="Arial"/>
                <a:cs typeface="Arial"/>
              </a:rPr>
              <a:t>influential</a:t>
            </a:r>
            <a:r>
              <a:rPr sz="1000" spc="-1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women</a:t>
            </a:r>
            <a:r>
              <a:rPr sz="1000" spc="-10" dirty="0">
                <a:solidFill>
                  <a:srgbClr val="231F20"/>
                </a:solidFill>
                <a:latin typeface="Arial"/>
                <a:cs typeface="Arial"/>
              </a:rPr>
              <a:t> </a:t>
            </a:r>
            <a:r>
              <a:rPr sz="1000" dirty="0">
                <a:solidFill>
                  <a:srgbClr val="231F20"/>
                </a:solidFill>
                <a:latin typeface="Arial"/>
                <a:cs typeface="Arial"/>
              </a:rPr>
              <a:t>like</a:t>
            </a:r>
            <a:r>
              <a:rPr sz="1000" spc="-10" dirty="0">
                <a:solidFill>
                  <a:srgbClr val="231F20"/>
                </a:solidFill>
                <a:latin typeface="Arial"/>
                <a:cs typeface="Arial"/>
              </a:rPr>
              <a:t> </a:t>
            </a:r>
            <a:r>
              <a:rPr sz="1000" dirty="0">
                <a:solidFill>
                  <a:srgbClr val="231F20"/>
                </a:solidFill>
                <a:latin typeface="Arial"/>
                <a:cs typeface="Arial"/>
              </a:rPr>
              <a:t>Vice</a:t>
            </a:r>
            <a:r>
              <a:rPr sz="1000" spc="-10" dirty="0">
                <a:solidFill>
                  <a:srgbClr val="231F20"/>
                </a:solidFill>
                <a:latin typeface="Arial"/>
                <a:cs typeface="Arial"/>
              </a:rPr>
              <a:t> President </a:t>
            </a:r>
            <a:r>
              <a:rPr sz="1000" spc="-25" dirty="0">
                <a:solidFill>
                  <a:srgbClr val="231F20"/>
                </a:solidFill>
                <a:latin typeface="Arial"/>
                <a:cs typeface="Arial"/>
              </a:rPr>
              <a:t>Kamala </a:t>
            </a:r>
            <a:r>
              <a:rPr sz="1000" spc="-10" dirty="0">
                <a:solidFill>
                  <a:srgbClr val="231F20"/>
                </a:solidFill>
                <a:latin typeface="Arial"/>
                <a:cs typeface="Arial"/>
              </a:rPr>
              <a:t>Harris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Justice</a:t>
            </a:r>
            <a:r>
              <a:rPr sz="1000" spc="-25" dirty="0">
                <a:solidFill>
                  <a:srgbClr val="231F20"/>
                </a:solidFill>
                <a:latin typeface="Arial"/>
                <a:cs typeface="Arial"/>
              </a:rPr>
              <a:t> </a:t>
            </a:r>
            <a:r>
              <a:rPr sz="1000" spc="-10" dirty="0">
                <a:solidFill>
                  <a:srgbClr val="231F20"/>
                </a:solidFill>
                <a:latin typeface="Arial"/>
                <a:cs typeface="Arial"/>
              </a:rPr>
              <a:t>Ketanji</a:t>
            </a:r>
            <a:r>
              <a:rPr sz="1000" spc="-25" dirty="0">
                <a:solidFill>
                  <a:srgbClr val="231F20"/>
                </a:solidFill>
                <a:latin typeface="Arial"/>
                <a:cs typeface="Arial"/>
              </a:rPr>
              <a:t> </a:t>
            </a:r>
            <a:r>
              <a:rPr sz="1000" dirty="0">
                <a:solidFill>
                  <a:srgbClr val="231F20"/>
                </a:solidFill>
                <a:latin typeface="Arial"/>
                <a:cs typeface="Arial"/>
              </a:rPr>
              <a:t>Brown</a:t>
            </a:r>
            <a:r>
              <a:rPr sz="1000" spc="-25" dirty="0">
                <a:solidFill>
                  <a:srgbClr val="231F20"/>
                </a:solidFill>
                <a:latin typeface="Arial"/>
                <a:cs typeface="Arial"/>
              </a:rPr>
              <a:t> </a:t>
            </a:r>
            <a:r>
              <a:rPr sz="1000" spc="-10" dirty="0">
                <a:solidFill>
                  <a:srgbClr val="231F20"/>
                </a:solidFill>
                <a:latin typeface="Arial"/>
                <a:cs typeface="Arial"/>
              </a:rPr>
              <a:t>Jackson.</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day </a:t>
            </a:r>
            <a:r>
              <a:rPr sz="1000" dirty="0">
                <a:solidFill>
                  <a:srgbClr val="231F20"/>
                </a:solidFill>
                <a:latin typeface="Arial"/>
                <a:cs typeface="Arial"/>
              </a:rPr>
              <a:t>concluded</a:t>
            </a:r>
            <a:r>
              <a:rPr sz="1000" spc="25"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cupcake</a:t>
            </a:r>
            <a:r>
              <a:rPr sz="1000" spc="30" dirty="0">
                <a:solidFill>
                  <a:srgbClr val="231F20"/>
                </a:solidFill>
                <a:latin typeface="Arial"/>
                <a:cs typeface="Arial"/>
              </a:rPr>
              <a:t> </a:t>
            </a:r>
            <a:r>
              <a:rPr sz="1000" dirty="0">
                <a:solidFill>
                  <a:srgbClr val="231F20"/>
                </a:solidFill>
                <a:latin typeface="Arial"/>
                <a:cs typeface="Arial"/>
              </a:rPr>
              <a:t>decorating</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pretend</a:t>
            </a:r>
            <a:r>
              <a:rPr sz="1000" spc="30" dirty="0">
                <a:solidFill>
                  <a:srgbClr val="231F20"/>
                </a:solidFill>
                <a:latin typeface="Arial"/>
                <a:cs typeface="Arial"/>
              </a:rPr>
              <a:t> </a:t>
            </a:r>
            <a:r>
              <a:rPr sz="1000" dirty="0">
                <a:solidFill>
                  <a:srgbClr val="231F20"/>
                </a:solidFill>
                <a:latin typeface="Arial"/>
                <a:cs typeface="Arial"/>
              </a:rPr>
              <a:t>play</a:t>
            </a:r>
            <a:r>
              <a:rPr sz="1000" spc="2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different</a:t>
            </a:r>
            <a:r>
              <a:rPr sz="1000" spc="60" dirty="0">
                <a:solidFill>
                  <a:srgbClr val="231F20"/>
                </a:solidFill>
                <a:latin typeface="Arial"/>
                <a:cs typeface="Arial"/>
              </a:rPr>
              <a:t> </a:t>
            </a:r>
            <a:r>
              <a:rPr sz="1000" dirty="0">
                <a:solidFill>
                  <a:srgbClr val="231F20"/>
                </a:solidFill>
                <a:latin typeface="Arial"/>
                <a:cs typeface="Arial"/>
              </a:rPr>
              <a:t>city-themed</a:t>
            </a:r>
            <a:r>
              <a:rPr sz="1000" spc="65" dirty="0">
                <a:solidFill>
                  <a:srgbClr val="231F20"/>
                </a:solidFill>
                <a:latin typeface="Arial"/>
                <a:cs typeface="Arial"/>
              </a:rPr>
              <a:t> </a:t>
            </a:r>
            <a:r>
              <a:rPr sz="1000" spc="-10" dirty="0">
                <a:solidFill>
                  <a:srgbClr val="231F20"/>
                </a:solidFill>
                <a:latin typeface="Arial"/>
                <a:cs typeface="Arial"/>
              </a:rPr>
              <a:t>shops.</a:t>
            </a:r>
            <a:endParaRPr sz="1000">
              <a:latin typeface="Arial"/>
              <a:cs typeface="Arial"/>
            </a:endParaRPr>
          </a:p>
          <a:p>
            <a:pPr marL="12700" marR="132080">
              <a:lnSpc>
                <a:spcPct val="100000"/>
              </a:lnSpc>
              <a:spcBef>
                <a:spcPts val="900"/>
              </a:spcBef>
            </a:pPr>
            <a:r>
              <a:rPr sz="100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we</a:t>
            </a:r>
            <a:r>
              <a:rPr sz="1000" spc="-10" dirty="0">
                <a:solidFill>
                  <a:srgbClr val="231F20"/>
                </a:solidFill>
                <a:latin typeface="Arial"/>
                <a:cs typeface="Arial"/>
              </a:rPr>
              <a:t> </a:t>
            </a:r>
            <a:r>
              <a:rPr sz="1000" dirty="0">
                <a:solidFill>
                  <a:srgbClr val="231F20"/>
                </a:solidFill>
                <a:latin typeface="Arial"/>
                <a:cs typeface="Arial"/>
              </a:rPr>
              <a:t>turned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Spring,</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Poohs </a:t>
            </a:r>
            <a:r>
              <a:rPr sz="1000" dirty="0">
                <a:solidFill>
                  <a:srgbClr val="231F20"/>
                </a:solidFill>
                <a:latin typeface="Arial"/>
                <a:cs typeface="Arial"/>
              </a:rPr>
              <a:t>visited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So</a:t>
            </a:r>
            <a:r>
              <a:rPr sz="1000" spc="-10" dirty="0">
                <a:solidFill>
                  <a:srgbClr val="231F20"/>
                </a:solidFill>
                <a:latin typeface="Arial"/>
                <a:cs typeface="Arial"/>
              </a:rPr>
              <a:t> </a:t>
            </a:r>
            <a:r>
              <a:rPr sz="1000" spc="-20" dirty="0">
                <a:solidFill>
                  <a:srgbClr val="231F20"/>
                </a:solidFill>
                <a:latin typeface="Arial"/>
                <a:cs typeface="Arial"/>
              </a:rPr>
              <a:t>What Else</a:t>
            </a:r>
            <a:r>
              <a:rPr sz="1000" dirty="0">
                <a:solidFill>
                  <a:srgbClr val="231F20"/>
                </a:solidFill>
                <a:latin typeface="Arial"/>
                <a:cs typeface="Arial"/>
              </a:rPr>
              <a:t> Food</a:t>
            </a:r>
            <a:r>
              <a:rPr sz="1000" spc="5" dirty="0">
                <a:solidFill>
                  <a:srgbClr val="231F20"/>
                </a:solidFill>
                <a:latin typeface="Arial"/>
                <a:cs typeface="Arial"/>
              </a:rPr>
              <a:t> </a:t>
            </a:r>
            <a:r>
              <a:rPr sz="1000" spc="-10" dirty="0">
                <a:solidFill>
                  <a:srgbClr val="231F20"/>
                </a:solidFill>
                <a:latin typeface="Arial"/>
                <a:cs typeface="Arial"/>
              </a:rPr>
              <a:t>Bank,</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 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insecurity,</a:t>
            </a:r>
            <a:r>
              <a:rPr sz="1000" spc="-5" dirty="0">
                <a:solidFill>
                  <a:srgbClr val="231F20"/>
                </a:solidFill>
                <a:latin typeface="Arial"/>
                <a:cs typeface="Arial"/>
              </a:rPr>
              <a:t> </a:t>
            </a:r>
            <a:r>
              <a:rPr sz="1000" dirty="0">
                <a:solidFill>
                  <a:srgbClr val="231F20"/>
                </a:solidFill>
                <a:latin typeface="Arial"/>
                <a:cs typeface="Arial"/>
              </a:rPr>
              <a:t>toured the warehouse, and packed food </a:t>
            </a:r>
            <a:r>
              <a:rPr sz="1000" spc="-20" dirty="0">
                <a:solidFill>
                  <a:srgbClr val="231F20"/>
                </a:solidFill>
                <a:latin typeface="Arial"/>
                <a:cs typeface="Arial"/>
              </a:rPr>
              <a:t>bags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families in need. </a:t>
            </a:r>
            <a:r>
              <a:rPr sz="1000" spc="-10" dirty="0">
                <a:solidFill>
                  <a:srgbClr val="231F20"/>
                </a:solidFill>
                <a:latin typeface="Arial"/>
                <a:cs typeface="Arial"/>
              </a:rPr>
              <a:t>This</a:t>
            </a:r>
            <a:r>
              <a:rPr sz="1000" dirty="0">
                <a:solidFill>
                  <a:srgbClr val="231F20"/>
                </a:solidFill>
                <a:latin typeface="Arial"/>
                <a:cs typeface="Arial"/>
              </a:rPr>
              <a:t> activity helped</a:t>
            </a:r>
            <a:r>
              <a:rPr sz="1000" spc="-5" dirty="0">
                <a:solidFill>
                  <a:srgbClr val="231F20"/>
                </a:solidFill>
                <a:latin typeface="Arial"/>
                <a:cs typeface="Arial"/>
              </a:rPr>
              <a:t> </a:t>
            </a:r>
            <a:r>
              <a:rPr sz="1000" dirty="0">
                <a:solidFill>
                  <a:srgbClr val="231F20"/>
                </a:solidFill>
                <a:latin typeface="Arial"/>
                <a:cs typeface="Arial"/>
              </a:rPr>
              <a:t>instill a </a:t>
            </a:r>
            <a:r>
              <a:rPr sz="1000" spc="-20" dirty="0">
                <a:solidFill>
                  <a:srgbClr val="231F20"/>
                </a:solidFill>
                <a:latin typeface="Arial"/>
                <a:cs typeface="Arial"/>
              </a:rPr>
              <a:t>sense</a:t>
            </a:r>
            <a:endParaRPr sz="1000">
              <a:latin typeface="Arial"/>
              <a:cs typeface="Arial"/>
            </a:endParaRPr>
          </a:p>
          <a:p>
            <a:pPr marL="12700" marR="157480">
              <a:lnSpc>
                <a:spcPct val="100000"/>
              </a:lnSpc>
            </a:pP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empathy and service in the children, </a:t>
            </a:r>
            <a:r>
              <a:rPr sz="1000" spc="-10" dirty="0">
                <a:solidFill>
                  <a:srgbClr val="231F20"/>
                </a:solidFill>
                <a:latin typeface="Arial"/>
                <a:cs typeface="Arial"/>
              </a:rPr>
              <a:t>emphasizing</a:t>
            </a:r>
            <a:r>
              <a:rPr sz="100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giving</a:t>
            </a:r>
            <a:r>
              <a:rPr sz="1000" spc="25" dirty="0">
                <a:solidFill>
                  <a:srgbClr val="231F20"/>
                </a:solidFill>
                <a:latin typeface="Arial"/>
                <a:cs typeface="Arial"/>
              </a:rPr>
              <a:t> </a:t>
            </a:r>
            <a:r>
              <a:rPr sz="1000" dirty="0">
                <a:solidFill>
                  <a:srgbClr val="231F20"/>
                </a:solidFill>
                <a:latin typeface="Arial"/>
                <a:cs typeface="Arial"/>
              </a:rPr>
              <a:t>back</a:t>
            </a:r>
            <a:r>
              <a:rPr sz="1000" spc="25" dirty="0">
                <a:solidFill>
                  <a:srgbClr val="231F20"/>
                </a:solidFill>
                <a:latin typeface="Arial"/>
                <a:cs typeface="Arial"/>
              </a:rPr>
              <a:t> </a:t>
            </a:r>
            <a:r>
              <a:rPr sz="1000" dirty="0">
                <a:solidFill>
                  <a:srgbClr val="231F20"/>
                </a:solidFill>
                <a:latin typeface="Arial"/>
                <a:cs typeface="Arial"/>
              </a:rPr>
              <a:t>to</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community.</a:t>
            </a:r>
            <a:endParaRPr sz="1000">
              <a:latin typeface="Arial"/>
              <a:cs typeface="Arial"/>
            </a:endParaRPr>
          </a:p>
          <a:p>
            <a:pPr marL="12700" marR="97790">
              <a:lnSpc>
                <a:spcPct val="100000"/>
              </a:lnSpc>
              <a:spcBef>
                <a:spcPts val="900"/>
              </a:spcBef>
            </a:pPr>
            <a:r>
              <a:rPr sz="1000" dirty="0">
                <a:solidFill>
                  <a:srgbClr val="231F20"/>
                </a:solidFill>
                <a:latin typeface="Arial"/>
                <a:cs typeface="Arial"/>
              </a:rPr>
              <a:t>Throughout the </a:t>
            </a:r>
            <a:r>
              <a:rPr sz="1000" spc="-2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Group </a:t>
            </a:r>
            <a:r>
              <a:rPr sz="1000" spc="-220" dirty="0">
                <a:solidFill>
                  <a:srgbClr val="231F20"/>
                </a:solidFill>
                <a:latin typeface="Arial"/>
                <a:cs typeface="Arial"/>
              </a:rPr>
              <a:t>1</a:t>
            </a:r>
            <a:r>
              <a:rPr sz="1000" dirty="0">
                <a:solidFill>
                  <a:srgbClr val="231F20"/>
                </a:solidFill>
                <a:latin typeface="Arial"/>
                <a:cs typeface="Arial"/>
              </a:rPr>
              <a:t> </a:t>
            </a:r>
            <a:r>
              <a:rPr sz="1000" spc="-10" dirty="0">
                <a:solidFill>
                  <a:srgbClr val="231F20"/>
                </a:solidFill>
                <a:latin typeface="Arial"/>
                <a:cs typeface="Arial"/>
              </a:rPr>
              <a:t>has</a:t>
            </a:r>
            <a:r>
              <a:rPr sz="1000" spc="5" dirty="0">
                <a:solidFill>
                  <a:srgbClr val="231F20"/>
                </a:solidFill>
                <a:latin typeface="Arial"/>
                <a:cs typeface="Arial"/>
              </a:rPr>
              <a:t> </a:t>
            </a:r>
            <a:r>
              <a:rPr sz="1000" dirty="0">
                <a:solidFill>
                  <a:srgbClr val="231F20"/>
                </a:solidFill>
                <a:latin typeface="Arial"/>
                <a:cs typeface="Arial"/>
              </a:rPr>
              <a:t>engaged in </a:t>
            </a:r>
            <a:r>
              <a:rPr sz="1000" spc="-10" dirty="0">
                <a:solidFill>
                  <a:srgbClr val="231F20"/>
                </a:solidFill>
                <a:latin typeface="Arial"/>
                <a:cs typeface="Arial"/>
              </a:rPr>
              <a:t>meaningful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experiences,</a:t>
            </a:r>
            <a:r>
              <a:rPr sz="1000" spc="-15" dirty="0">
                <a:solidFill>
                  <a:srgbClr val="231F20"/>
                </a:solidFill>
                <a:latin typeface="Arial"/>
                <a:cs typeface="Arial"/>
              </a:rPr>
              <a:t> </a:t>
            </a:r>
            <a:r>
              <a:rPr sz="1000" dirty="0">
                <a:solidFill>
                  <a:srgbClr val="231F20"/>
                </a:solidFill>
                <a:latin typeface="Arial"/>
                <a:cs typeface="Arial"/>
              </a:rPr>
              <a:t>combining</a:t>
            </a:r>
            <a:r>
              <a:rPr sz="1000" spc="-1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creativity,</a:t>
            </a:r>
            <a:r>
              <a:rPr sz="1000" spc="-15" dirty="0">
                <a:solidFill>
                  <a:srgbClr val="231F20"/>
                </a:solidFill>
                <a:latin typeface="Arial"/>
                <a:cs typeface="Arial"/>
              </a:rPr>
              <a:t> </a:t>
            </a:r>
            <a:r>
              <a:rPr sz="1000" spc="-25" dirty="0">
                <a:solidFill>
                  <a:srgbClr val="231F20"/>
                </a:solidFill>
                <a:latin typeface="Arial"/>
                <a:cs typeface="Arial"/>
              </a:rPr>
              <a:t>and</a:t>
            </a:r>
            <a:endParaRPr sz="1000">
              <a:latin typeface="Arial"/>
              <a:cs typeface="Arial"/>
            </a:endParaRPr>
          </a:p>
        </p:txBody>
      </p:sp>
      <p:sp>
        <p:nvSpPr>
          <p:cNvPr id="6" name="object 6"/>
          <p:cNvSpPr txBox="1">
            <a:spLocks noGrp="1"/>
          </p:cNvSpPr>
          <p:nvPr>
            <p:ph type="sldNum" sz="quarter" idx="7"/>
          </p:nvPr>
        </p:nvSpPr>
        <p:spPr>
          <a:xfrm>
            <a:off x="7067295" y="9529590"/>
            <a:ext cx="264796"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2</a:t>
            </a:r>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204214"/>
            <a:ext cx="3279140" cy="7416800"/>
          </a:xfrm>
          <a:prstGeom prst="rect">
            <a:avLst/>
          </a:prstGeom>
        </p:spPr>
        <p:txBody>
          <a:bodyPr vert="horz" wrap="square" lIns="0" tIns="12700" rIns="0" bIns="0" rtlCol="0">
            <a:spAutoFit/>
          </a:bodyPr>
          <a:lstStyle/>
          <a:p>
            <a:pPr marL="12700" marR="344805">
              <a:lnSpc>
                <a:spcPct val="100000"/>
              </a:lnSpc>
              <a:spcBef>
                <a:spcPts val="100"/>
              </a:spcBef>
            </a:pPr>
            <a:r>
              <a:rPr sz="1000" dirty="0">
                <a:solidFill>
                  <a:srgbClr val="231F20"/>
                </a:solidFill>
                <a:latin typeface="Arial"/>
                <a:cs typeface="Arial"/>
              </a:rPr>
              <a:t>service,</a:t>
            </a:r>
            <a:r>
              <a:rPr sz="1000" spc="-5" dirty="0">
                <a:solidFill>
                  <a:srgbClr val="231F20"/>
                </a:solidFill>
                <a:latin typeface="Arial"/>
                <a:cs typeface="Arial"/>
              </a:rPr>
              <a:t> </a:t>
            </a:r>
            <a:r>
              <a:rPr sz="1000" dirty="0">
                <a:solidFill>
                  <a:srgbClr val="231F20"/>
                </a:solidFill>
                <a:latin typeface="Arial"/>
                <a:cs typeface="Arial"/>
              </a:rPr>
              <a:t>all while celebrating history</a:t>
            </a:r>
            <a:r>
              <a:rPr sz="1000" spc="-5" dirty="0">
                <a:solidFill>
                  <a:srgbClr val="231F20"/>
                </a:solidFill>
                <a:latin typeface="Arial"/>
                <a:cs typeface="Arial"/>
              </a:rPr>
              <a:t> </a:t>
            </a:r>
            <a:r>
              <a:rPr sz="1000" dirty="0">
                <a:solidFill>
                  <a:srgbClr val="231F20"/>
                </a:solidFill>
                <a:latin typeface="Arial"/>
                <a:cs typeface="Arial"/>
              </a:rPr>
              <a:t>and </a:t>
            </a:r>
            <a:r>
              <a:rPr sz="1000" spc="-10" dirty="0">
                <a:solidFill>
                  <a:srgbClr val="231F20"/>
                </a:solidFill>
                <a:latin typeface="Arial"/>
                <a:cs typeface="Arial"/>
              </a:rPr>
              <a:t>developing </a:t>
            </a:r>
            <a:r>
              <a:rPr sz="1000" dirty="0">
                <a:solidFill>
                  <a:srgbClr val="231F20"/>
                </a:solidFill>
                <a:latin typeface="Arial"/>
                <a:cs typeface="Arial"/>
              </a:rPr>
              <a:t>essential</a:t>
            </a:r>
            <a:r>
              <a:rPr sz="1000" spc="-20" dirty="0">
                <a:solidFill>
                  <a:srgbClr val="231F20"/>
                </a:solidFill>
                <a:latin typeface="Arial"/>
                <a:cs typeface="Arial"/>
              </a:rPr>
              <a:t> </a:t>
            </a:r>
            <a:r>
              <a:rPr sz="1000" dirty="0">
                <a:solidFill>
                  <a:srgbClr val="231F20"/>
                </a:solidFill>
                <a:latin typeface="Arial"/>
                <a:cs typeface="Arial"/>
              </a:rPr>
              <a:t>life</a:t>
            </a:r>
            <a:r>
              <a:rPr sz="1000" spc="-20"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85090">
              <a:lnSpc>
                <a:spcPct val="100000"/>
              </a:lnSpc>
              <a:spcBef>
                <a:spcPts val="900"/>
              </a:spcBef>
            </a:pP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2</a:t>
            </a:r>
            <a:r>
              <a:rPr sz="1000" spc="-10" dirty="0">
                <a:solidFill>
                  <a:srgbClr val="231F20"/>
                </a:solidFill>
                <a:latin typeface="Arial"/>
                <a:cs typeface="Arial"/>
              </a:rPr>
              <a:t> </a:t>
            </a:r>
            <a:r>
              <a:rPr sz="1000" dirty="0">
                <a:solidFill>
                  <a:srgbClr val="231F20"/>
                </a:solidFill>
                <a:latin typeface="Arial"/>
                <a:cs typeface="Arial"/>
              </a:rPr>
              <a:t>(Kindergarten</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75" dirty="0">
                <a:solidFill>
                  <a:srgbClr val="231F20"/>
                </a:solidFill>
                <a:latin typeface="Arial"/>
                <a:cs typeface="Arial"/>
              </a:rPr>
              <a:t>1st</a:t>
            </a:r>
            <a:r>
              <a:rPr sz="1000" spc="-5" dirty="0">
                <a:solidFill>
                  <a:srgbClr val="231F20"/>
                </a:solidFill>
                <a:latin typeface="Arial"/>
                <a:cs typeface="Arial"/>
              </a:rPr>
              <a:t> </a:t>
            </a:r>
            <a:r>
              <a:rPr sz="1000" spc="-25" dirty="0">
                <a:solidFill>
                  <a:srgbClr val="231F20"/>
                </a:solidFill>
                <a:latin typeface="Arial"/>
                <a:cs typeface="Arial"/>
              </a:rPr>
              <a:t>Grade)</a:t>
            </a:r>
            <a:r>
              <a:rPr sz="1000" spc="-10" dirty="0">
                <a:solidFill>
                  <a:srgbClr val="231F20"/>
                </a:solidFill>
                <a:latin typeface="Arial"/>
                <a:cs typeface="Arial"/>
              </a:rPr>
              <a:t> </a:t>
            </a:r>
            <a:r>
              <a:rPr sz="1000" dirty="0">
                <a:solidFill>
                  <a:srgbClr val="231F20"/>
                </a:solidFill>
                <a:latin typeface="Arial"/>
                <a:cs typeface="Arial"/>
              </a:rPr>
              <a:t>2023-</a:t>
            </a:r>
            <a:r>
              <a:rPr sz="1000" spc="-20" dirty="0">
                <a:solidFill>
                  <a:srgbClr val="231F20"/>
                </a:solidFill>
                <a:latin typeface="Arial"/>
                <a:cs typeface="Arial"/>
              </a:rPr>
              <a:t>2024 </a:t>
            </a:r>
            <a:r>
              <a:rPr sz="1000" dirty="0">
                <a:solidFill>
                  <a:srgbClr val="231F20"/>
                </a:solidFill>
                <a:latin typeface="Arial"/>
                <a:cs typeface="Arial"/>
              </a:rPr>
              <a:t>programming</a:t>
            </a:r>
            <a:r>
              <a:rPr sz="1000" spc="-5" dirty="0">
                <a:solidFill>
                  <a:srgbClr val="231F20"/>
                </a:solidFill>
                <a:latin typeface="Arial"/>
                <a:cs typeface="Arial"/>
              </a:rPr>
              <a:t> </a:t>
            </a:r>
            <a:r>
              <a:rPr sz="1000" dirty="0">
                <a:solidFill>
                  <a:srgbClr val="231F20"/>
                </a:solidFill>
                <a:latin typeface="Arial"/>
                <a:cs typeface="Arial"/>
              </a:rPr>
              <a:t>year was</a:t>
            </a:r>
            <a:r>
              <a:rPr sz="1000" spc="-5" dirty="0">
                <a:solidFill>
                  <a:srgbClr val="231F20"/>
                </a:solidFill>
                <a:latin typeface="Arial"/>
                <a:cs typeface="Arial"/>
              </a:rPr>
              <a:t> </a:t>
            </a:r>
            <a:r>
              <a:rPr sz="1000" dirty="0">
                <a:solidFill>
                  <a:srgbClr val="231F20"/>
                </a:solidFill>
                <a:latin typeface="Arial"/>
                <a:cs typeface="Arial"/>
              </a:rPr>
              <a:t>filled with</a:t>
            </a:r>
            <a:r>
              <a:rPr sz="1000" spc="-5" dirty="0">
                <a:solidFill>
                  <a:srgbClr val="231F20"/>
                </a:solidFill>
                <a:latin typeface="Arial"/>
                <a:cs typeface="Arial"/>
              </a:rPr>
              <a:t> </a:t>
            </a:r>
            <a:r>
              <a:rPr sz="1000" dirty="0">
                <a:solidFill>
                  <a:srgbClr val="231F20"/>
                </a:solidFill>
                <a:latin typeface="Arial"/>
                <a:cs typeface="Arial"/>
              </a:rPr>
              <a:t>engaging, </a:t>
            </a:r>
            <a:r>
              <a:rPr sz="1000" spc="-10" dirty="0">
                <a:solidFill>
                  <a:srgbClr val="231F20"/>
                </a:solidFill>
                <a:latin typeface="Arial"/>
                <a:cs typeface="Arial"/>
              </a:rPr>
              <a:t>educational, </a:t>
            </a:r>
            <a:r>
              <a:rPr sz="1000" dirty="0">
                <a:solidFill>
                  <a:srgbClr val="231F20"/>
                </a:solidFill>
                <a:latin typeface="Arial"/>
                <a:cs typeface="Arial"/>
              </a:rPr>
              <a:t>and</a:t>
            </a:r>
            <a:r>
              <a:rPr sz="1000" spc="30"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a:t>
            </a:r>
            <a:r>
              <a:rPr sz="1000" spc="30" dirty="0">
                <a:solidFill>
                  <a:srgbClr val="231F20"/>
                </a:solidFill>
                <a:latin typeface="Arial"/>
                <a:cs typeface="Arial"/>
              </a:rPr>
              <a:t> </a:t>
            </a:r>
            <a:r>
              <a:rPr sz="1000" dirty="0">
                <a:solidFill>
                  <a:srgbClr val="231F20"/>
                </a:solidFill>
                <a:latin typeface="Arial"/>
                <a:cs typeface="Arial"/>
              </a:rPr>
              <a:t>experiences</a:t>
            </a:r>
            <a:r>
              <a:rPr sz="1000" spc="35" dirty="0">
                <a:solidFill>
                  <a:srgbClr val="231F20"/>
                </a:solidFill>
                <a:latin typeface="Arial"/>
                <a:cs typeface="Arial"/>
              </a:rPr>
              <a:t> </a:t>
            </a:r>
            <a:r>
              <a:rPr sz="1000" dirty="0">
                <a:solidFill>
                  <a:srgbClr val="231F20"/>
                </a:solidFill>
                <a:latin typeface="Arial"/>
                <a:cs typeface="Arial"/>
              </a:rPr>
              <a:t>designed</a:t>
            </a:r>
            <a:r>
              <a:rPr sz="1000" spc="30"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foster</a:t>
            </a:r>
            <a:r>
              <a:rPr sz="1000" spc="30" dirty="0">
                <a:solidFill>
                  <a:srgbClr val="231F20"/>
                </a:solidFill>
                <a:latin typeface="Arial"/>
                <a:cs typeface="Arial"/>
              </a:rPr>
              <a:t> </a:t>
            </a:r>
            <a:r>
              <a:rPr sz="1000" dirty="0">
                <a:solidFill>
                  <a:srgbClr val="231F20"/>
                </a:solidFill>
                <a:latin typeface="Arial"/>
                <a:cs typeface="Arial"/>
              </a:rPr>
              <a:t>growth</a:t>
            </a:r>
            <a:r>
              <a:rPr sz="1000" spc="3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leadership,</a:t>
            </a:r>
            <a:r>
              <a:rPr sz="1000" spc="-25" dirty="0">
                <a:solidFill>
                  <a:srgbClr val="231F20"/>
                </a:solidFill>
                <a:latin typeface="Arial"/>
                <a:cs typeface="Arial"/>
              </a:rPr>
              <a:t> </a:t>
            </a:r>
            <a:r>
              <a:rPr sz="1000" dirty="0">
                <a:solidFill>
                  <a:srgbClr val="231F20"/>
                </a:solidFill>
                <a:latin typeface="Arial"/>
                <a:cs typeface="Arial"/>
              </a:rPr>
              <a:t>social</a:t>
            </a:r>
            <a:r>
              <a:rPr sz="1000" spc="-25" dirty="0">
                <a:solidFill>
                  <a:srgbClr val="231F20"/>
                </a:solidFill>
                <a:latin typeface="Arial"/>
                <a:cs typeface="Arial"/>
              </a:rPr>
              <a:t> </a:t>
            </a:r>
            <a:r>
              <a:rPr sz="1000" spc="-10" dirty="0">
                <a:solidFill>
                  <a:srgbClr val="231F20"/>
                </a:solidFill>
                <a:latin typeface="Arial"/>
                <a:cs typeface="Arial"/>
              </a:rPr>
              <a:t>skills,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cultural</a:t>
            </a:r>
            <a:r>
              <a:rPr sz="1000" spc="-25" dirty="0">
                <a:solidFill>
                  <a:srgbClr val="231F20"/>
                </a:solidFill>
                <a:latin typeface="Arial"/>
                <a:cs typeface="Arial"/>
              </a:rPr>
              <a:t> </a:t>
            </a:r>
            <a:r>
              <a:rPr sz="1000" spc="-10" dirty="0">
                <a:solidFill>
                  <a:srgbClr val="231F20"/>
                </a:solidFill>
                <a:latin typeface="Arial"/>
                <a:cs typeface="Arial"/>
              </a:rPr>
              <a:t>awareness.</a:t>
            </a:r>
            <a:endParaRPr sz="1000">
              <a:latin typeface="Arial"/>
              <a:cs typeface="Arial"/>
            </a:endParaRPr>
          </a:p>
          <a:p>
            <a:pPr marL="12700" marR="51435">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began</a:t>
            </a:r>
            <a:r>
              <a:rPr sz="1000" spc="-1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September</a:t>
            </a:r>
            <a:r>
              <a:rPr sz="1000" spc="-15" dirty="0">
                <a:solidFill>
                  <a:srgbClr val="231F20"/>
                </a:solidFill>
                <a:latin typeface="Arial"/>
                <a:cs typeface="Arial"/>
              </a:rPr>
              <a:t> </a:t>
            </a:r>
            <a:r>
              <a:rPr sz="1000" dirty="0">
                <a:solidFill>
                  <a:srgbClr val="231F20"/>
                </a:solidFill>
                <a:latin typeface="Arial"/>
                <a:cs typeface="Arial"/>
              </a:rPr>
              <a:t>24,</a:t>
            </a:r>
            <a:r>
              <a:rPr sz="1000" spc="-10"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virtual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focused</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sustainable</a:t>
            </a:r>
            <a:r>
              <a:rPr sz="1000" spc="15" dirty="0">
                <a:solidFill>
                  <a:srgbClr val="231F20"/>
                </a:solidFill>
                <a:latin typeface="Arial"/>
                <a:cs typeface="Arial"/>
              </a:rPr>
              <a:t> </a:t>
            </a:r>
            <a:r>
              <a:rPr sz="1000" dirty="0">
                <a:solidFill>
                  <a:srgbClr val="231F20"/>
                </a:solidFill>
                <a:latin typeface="Arial"/>
                <a:cs typeface="Arial"/>
              </a:rPr>
              <a:t>growing</a:t>
            </a:r>
            <a:r>
              <a:rPr sz="1000" spc="15" dirty="0">
                <a:solidFill>
                  <a:srgbClr val="231F20"/>
                </a:solidFill>
                <a:latin typeface="Arial"/>
                <a:cs typeface="Arial"/>
              </a:rPr>
              <a:t> </a:t>
            </a:r>
            <a:r>
              <a:rPr sz="1000" dirty="0">
                <a:solidFill>
                  <a:srgbClr val="231F20"/>
                </a:solidFill>
                <a:latin typeface="Arial"/>
                <a:cs typeface="Arial"/>
              </a:rPr>
              <a:t>practices.</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learned</a:t>
            </a:r>
            <a:r>
              <a:rPr sz="1000" spc="2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agriculture,</a:t>
            </a:r>
            <a:r>
              <a:rPr sz="1000" spc="20" dirty="0">
                <a:solidFill>
                  <a:srgbClr val="231F20"/>
                </a:solidFill>
                <a:latin typeface="Arial"/>
                <a:cs typeface="Arial"/>
              </a:rPr>
              <a:t> </a:t>
            </a:r>
            <a:r>
              <a:rPr sz="1000" dirty="0">
                <a:solidFill>
                  <a:srgbClr val="231F20"/>
                </a:solidFill>
                <a:latin typeface="Arial"/>
                <a:cs typeface="Arial"/>
              </a:rPr>
              <a:t>planting</a:t>
            </a:r>
            <a:r>
              <a:rPr sz="1000" spc="20" dirty="0">
                <a:solidFill>
                  <a:srgbClr val="231F20"/>
                </a:solidFill>
                <a:latin typeface="Arial"/>
                <a:cs typeface="Arial"/>
              </a:rPr>
              <a:t> </a:t>
            </a:r>
            <a:r>
              <a:rPr sz="1000" spc="-10" dirty="0">
                <a:solidFill>
                  <a:srgbClr val="231F20"/>
                </a:solidFill>
                <a:latin typeface="Arial"/>
                <a:cs typeface="Arial"/>
              </a:rPr>
              <a:t>techniques,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importance</a:t>
            </a:r>
            <a:r>
              <a:rPr sz="1000" spc="15"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nutrition</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sustainable</a:t>
            </a:r>
            <a:r>
              <a:rPr sz="1000" spc="10"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practices,</a:t>
            </a:r>
            <a:r>
              <a:rPr sz="1000" spc="30" dirty="0">
                <a:solidFill>
                  <a:srgbClr val="231F20"/>
                </a:solidFill>
                <a:latin typeface="Arial"/>
                <a:cs typeface="Arial"/>
              </a:rPr>
              <a:t> </a:t>
            </a:r>
            <a:r>
              <a:rPr sz="1000" dirty="0">
                <a:solidFill>
                  <a:srgbClr val="231F20"/>
                </a:solidFill>
                <a:latin typeface="Arial"/>
                <a:cs typeface="Arial"/>
              </a:rPr>
              <a:t>equipping</a:t>
            </a:r>
            <a:r>
              <a:rPr sz="1000" spc="30" dirty="0">
                <a:solidFill>
                  <a:srgbClr val="231F20"/>
                </a:solidFill>
                <a:latin typeface="Arial"/>
                <a:cs typeface="Arial"/>
              </a:rPr>
              <a:t> </a:t>
            </a:r>
            <a:r>
              <a:rPr sz="1000" dirty="0">
                <a:solidFill>
                  <a:srgbClr val="231F20"/>
                </a:solidFill>
                <a:latin typeface="Arial"/>
                <a:cs typeface="Arial"/>
              </a:rPr>
              <a:t>them</a:t>
            </a:r>
            <a:r>
              <a:rPr sz="1000" spc="30"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essential</a:t>
            </a:r>
            <a:r>
              <a:rPr sz="1000" spc="30" dirty="0">
                <a:solidFill>
                  <a:srgbClr val="231F20"/>
                </a:solidFill>
                <a:latin typeface="Arial"/>
                <a:cs typeface="Arial"/>
              </a:rPr>
              <a:t> </a:t>
            </a:r>
            <a:r>
              <a:rPr sz="1000" dirty="0">
                <a:solidFill>
                  <a:srgbClr val="231F20"/>
                </a:solidFill>
                <a:latin typeface="Arial"/>
                <a:cs typeface="Arial"/>
              </a:rPr>
              <a:t>knowledge</a:t>
            </a:r>
            <a:r>
              <a:rPr sz="1000" spc="30" dirty="0">
                <a:solidFill>
                  <a:srgbClr val="231F20"/>
                </a:solidFill>
                <a:latin typeface="Arial"/>
                <a:cs typeface="Arial"/>
              </a:rPr>
              <a:t> </a:t>
            </a:r>
            <a:r>
              <a:rPr sz="1000" dirty="0">
                <a:solidFill>
                  <a:srgbClr val="231F20"/>
                </a:solidFill>
                <a:latin typeface="Arial"/>
                <a:cs typeface="Arial"/>
              </a:rPr>
              <a:t>for</a:t>
            </a:r>
            <a:r>
              <a:rPr sz="1000" spc="3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healthy</a:t>
            </a:r>
            <a:r>
              <a:rPr sz="1000" spc="5" dirty="0">
                <a:solidFill>
                  <a:srgbClr val="231F20"/>
                </a:solidFill>
                <a:latin typeface="Arial"/>
                <a:cs typeface="Arial"/>
              </a:rPr>
              <a:t> </a:t>
            </a:r>
            <a:r>
              <a:rPr sz="1000" spc="-10" dirty="0">
                <a:solidFill>
                  <a:srgbClr val="231F20"/>
                </a:solidFill>
                <a:latin typeface="Arial"/>
                <a:cs typeface="Arial"/>
              </a:rPr>
              <a:t>lifestyle</a:t>
            </a:r>
            <a:endParaRPr sz="1000">
              <a:latin typeface="Arial"/>
              <a:cs typeface="Arial"/>
            </a:endParaRPr>
          </a:p>
          <a:p>
            <a:pPr marL="12700" marR="212725">
              <a:lnSpc>
                <a:spcPct val="100000"/>
              </a:lnSpc>
              <a:spcBef>
                <a:spcPts val="900"/>
              </a:spcBef>
            </a:pP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October</a:t>
            </a:r>
            <a:r>
              <a:rPr sz="1000" spc="20" dirty="0">
                <a:solidFill>
                  <a:srgbClr val="231F20"/>
                </a:solidFill>
                <a:latin typeface="Arial"/>
                <a:cs typeface="Arial"/>
              </a:rPr>
              <a:t> </a:t>
            </a:r>
            <a:r>
              <a:rPr sz="1000" spc="-90" dirty="0">
                <a:solidFill>
                  <a:srgbClr val="231F20"/>
                </a:solidFill>
                <a:latin typeface="Arial"/>
                <a:cs typeface="Arial"/>
              </a:rPr>
              <a:t>7,</a:t>
            </a:r>
            <a:r>
              <a:rPr sz="1000" spc="20" dirty="0">
                <a:solidFill>
                  <a:srgbClr val="231F20"/>
                </a:solidFill>
                <a:latin typeface="Arial"/>
                <a:cs typeface="Arial"/>
              </a:rPr>
              <a:t> </a:t>
            </a:r>
            <a:r>
              <a:rPr sz="1000" dirty="0">
                <a:solidFill>
                  <a:srgbClr val="231F20"/>
                </a:solidFill>
                <a:latin typeface="Arial"/>
                <a:cs typeface="Arial"/>
              </a:rPr>
              <a:t>2023,</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visited</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20" dirty="0">
                <a:solidFill>
                  <a:srgbClr val="231F20"/>
                </a:solidFill>
                <a:latin typeface="Arial"/>
                <a:cs typeface="Arial"/>
              </a:rPr>
              <a:t>NASA </a:t>
            </a:r>
            <a:r>
              <a:rPr sz="1000" dirty="0">
                <a:solidFill>
                  <a:srgbClr val="231F20"/>
                </a:solidFill>
                <a:latin typeface="Arial"/>
                <a:cs typeface="Arial"/>
              </a:rPr>
              <a:t>Goddard </a:t>
            </a:r>
            <a:r>
              <a:rPr sz="1000" spc="-10" dirty="0">
                <a:solidFill>
                  <a:srgbClr val="231F20"/>
                </a:solidFill>
                <a:latin typeface="Arial"/>
                <a:cs typeface="Arial"/>
              </a:rPr>
              <a:t>Space</a:t>
            </a:r>
            <a:r>
              <a:rPr sz="1000" dirty="0">
                <a:solidFill>
                  <a:srgbClr val="231F20"/>
                </a:solidFill>
                <a:latin typeface="Arial"/>
                <a:cs typeface="Arial"/>
              </a:rPr>
              <a:t> Flight Center for a </a:t>
            </a:r>
            <a:r>
              <a:rPr sz="1000" spc="-10" dirty="0">
                <a:solidFill>
                  <a:srgbClr val="231F20"/>
                </a:solidFill>
                <a:latin typeface="Arial"/>
                <a:cs typeface="Arial"/>
              </a:rPr>
              <a:t>self-</a:t>
            </a:r>
            <a:r>
              <a:rPr sz="1000" dirty="0">
                <a:solidFill>
                  <a:srgbClr val="231F20"/>
                </a:solidFill>
                <a:latin typeface="Arial"/>
                <a:cs typeface="Arial"/>
              </a:rPr>
              <a:t>guided </a:t>
            </a:r>
            <a:r>
              <a:rPr sz="1000" spc="-20" dirty="0">
                <a:solidFill>
                  <a:srgbClr val="231F20"/>
                </a:solidFill>
                <a:latin typeface="Arial"/>
                <a:cs typeface="Arial"/>
              </a:rPr>
              <a:t>tour.</a:t>
            </a:r>
            <a:endParaRPr sz="1000">
              <a:latin typeface="Arial"/>
              <a:cs typeface="Arial"/>
            </a:endParaRPr>
          </a:p>
          <a:p>
            <a:pPr marL="12700" marR="16510">
              <a:lnSpc>
                <a:spcPct val="100000"/>
              </a:lnSpc>
            </a:pP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explored topics related to the</a:t>
            </a:r>
            <a:r>
              <a:rPr sz="1000" spc="-5" dirty="0">
                <a:solidFill>
                  <a:srgbClr val="231F20"/>
                </a:solidFill>
                <a:latin typeface="Arial"/>
                <a:cs typeface="Arial"/>
              </a:rPr>
              <a:t> </a:t>
            </a:r>
            <a:r>
              <a:rPr sz="1000" spc="-10" dirty="0">
                <a:solidFill>
                  <a:srgbClr val="231F20"/>
                </a:solidFill>
                <a:latin typeface="Arial"/>
                <a:cs typeface="Arial"/>
              </a:rPr>
              <a:t>sun,</a:t>
            </a:r>
            <a:r>
              <a:rPr sz="1000" dirty="0">
                <a:solidFill>
                  <a:srgbClr val="231F20"/>
                </a:solidFill>
                <a:latin typeface="Arial"/>
                <a:cs typeface="Arial"/>
              </a:rPr>
              <a:t> earth, and </a:t>
            </a:r>
            <a:r>
              <a:rPr sz="1000" spc="-25" dirty="0">
                <a:solidFill>
                  <a:srgbClr val="231F20"/>
                </a:solidFill>
                <a:latin typeface="Arial"/>
                <a:cs typeface="Arial"/>
              </a:rPr>
              <a:t>the </a:t>
            </a:r>
            <a:r>
              <a:rPr sz="1000" dirty="0">
                <a:solidFill>
                  <a:srgbClr val="231F20"/>
                </a:solidFill>
                <a:latin typeface="Arial"/>
                <a:cs typeface="Arial"/>
              </a:rPr>
              <a:t>universe</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opportunity</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meet</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spc="-10" dirty="0">
                <a:solidFill>
                  <a:srgbClr val="231F20"/>
                </a:solidFill>
                <a:latin typeface="Arial"/>
                <a:cs typeface="Arial"/>
              </a:rPr>
              <a:t>African-</a:t>
            </a:r>
            <a:endParaRPr sz="1000">
              <a:latin typeface="Arial"/>
              <a:cs typeface="Arial"/>
            </a:endParaRPr>
          </a:p>
          <a:p>
            <a:pPr marL="12700" marR="211454">
              <a:lnSpc>
                <a:spcPct val="100000"/>
              </a:lnSpc>
            </a:pPr>
            <a:r>
              <a:rPr sz="1000" dirty="0">
                <a:solidFill>
                  <a:srgbClr val="231F20"/>
                </a:solidFill>
                <a:latin typeface="Arial"/>
                <a:cs typeface="Arial"/>
              </a:rPr>
              <a:t>American</a:t>
            </a:r>
            <a:r>
              <a:rPr sz="1000" spc="-5" dirty="0">
                <a:solidFill>
                  <a:srgbClr val="231F20"/>
                </a:solidFill>
                <a:latin typeface="Arial"/>
                <a:cs typeface="Arial"/>
              </a:rPr>
              <a:t> </a:t>
            </a:r>
            <a:r>
              <a:rPr sz="1000" dirty="0">
                <a:solidFill>
                  <a:srgbClr val="231F20"/>
                </a:solidFill>
                <a:latin typeface="Arial"/>
                <a:cs typeface="Arial"/>
              </a:rPr>
              <a:t>meteorologist. The</a:t>
            </a:r>
            <a:r>
              <a:rPr sz="1000" spc="-5" dirty="0">
                <a:solidFill>
                  <a:srgbClr val="231F20"/>
                </a:solidFill>
                <a:latin typeface="Arial"/>
                <a:cs typeface="Arial"/>
              </a:rPr>
              <a:t> </a:t>
            </a:r>
            <a:r>
              <a:rPr sz="1000" dirty="0">
                <a:solidFill>
                  <a:srgbClr val="231F20"/>
                </a:solidFill>
                <a:latin typeface="Arial"/>
                <a:cs typeface="Arial"/>
              </a:rPr>
              <a:t>children were </a:t>
            </a:r>
            <a:r>
              <a:rPr sz="1000" spc="-10" dirty="0">
                <a:solidFill>
                  <a:srgbClr val="231F20"/>
                </a:solidFill>
                <a:latin typeface="Arial"/>
                <a:cs typeface="Arial"/>
              </a:rPr>
              <a:t>captivated </a:t>
            </a:r>
            <a:r>
              <a:rPr sz="1000" dirty="0">
                <a:solidFill>
                  <a:srgbClr val="231F20"/>
                </a:solidFill>
                <a:latin typeface="Arial"/>
                <a:cs typeface="Arial"/>
              </a:rPr>
              <a:t>by </a:t>
            </a:r>
            <a:r>
              <a:rPr sz="1000" spc="-10" dirty="0">
                <a:solidFill>
                  <a:srgbClr val="231F20"/>
                </a:solidFill>
                <a:latin typeface="Arial"/>
                <a:cs typeface="Arial"/>
              </a:rPr>
              <a:t>discussions</a:t>
            </a:r>
            <a:r>
              <a:rPr sz="1000" dirty="0">
                <a:solidFill>
                  <a:srgbClr val="231F20"/>
                </a:solidFill>
                <a:latin typeface="Arial"/>
                <a:cs typeface="Arial"/>
              </a:rPr>
              <a:t> on the weather and the solar </a:t>
            </a:r>
            <a:r>
              <a:rPr sz="1000" spc="-10" dirty="0">
                <a:solidFill>
                  <a:srgbClr val="231F20"/>
                </a:solidFill>
                <a:latin typeface="Arial"/>
                <a:cs typeface="Arial"/>
              </a:rPr>
              <a:t>system, </a:t>
            </a:r>
            <a:r>
              <a:rPr sz="1000" dirty="0">
                <a:solidFill>
                  <a:srgbClr val="231F20"/>
                </a:solidFill>
                <a:latin typeface="Arial"/>
                <a:cs typeface="Arial"/>
              </a:rPr>
              <a:t>engaging</a:t>
            </a:r>
            <a:r>
              <a:rPr sz="1000" spc="55" dirty="0">
                <a:solidFill>
                  <a:srgbClr val="231F20"/>
                </a:solidFill>
                <a:latin typeface="Arial"/>
                <a:cs typeface="Arial"/>
              </a:rPr>
              <a:t> </a:t>
            </a:r>
            <a:r>
              <a:rPr sz="1000" dirty="0">
                <a:solidFill>
                  <a:srgbClr val="231F20"/>
                </a:solidFill>
                <a:latin typeface="Arial"/>
                <a:cs typeface="Arial"/>
              </a:rPr>
              <a:t>in</a:t>
            </a:r>
            <a:r>
              <a:rPr sz="1000" spc="60" dirty="0">
                <a:solidFill>
                  <a:srgbClr val="231F20"/>
                </a:solidFill>
                <a:latin typeface="Arial"/>
                <a:cs typeface="Arial"/>
              </a:rPr>
              <a:t> </a:t>
            </a:r>
            <a:r>
              <a:rPr sz="1000" dirty="0">
                <a:solidFill>
                  <a:srgbClr val="231F20"/>
                </a:solidFill>
                <a:latin typeface="Arial"/>
                <a:cs typeface="Arial"/>
              </a:rPr>
              <a:t>thought-provoking</a:t>
            </a:r>
            <a:r>
              <a:rPr sz="1000" spc="55" dirty="0">
                <a:solidFill>
                  <a:srgbClr val="231F20"/>
                </a:solidFill>
                <a:latin typeface="Arial"/>
                <a:cs typeface="Arial"/>
              </a:rPr>
              <a:t> </a:t>
            </a:r>
            <a:r>
              <a:rPr sz="1000" dirty="0">
                <a:solidFill>
                  <a:srgbClr val="231F20"/>
                </a:solidFill>
                <a:latin typeface="Arial"/>
                <a:cs typeface="Arial"/>
              </a:rPr>
              <a:t>questions</a:t>
            </a:r>
            <a:r>
              <a:rPr sz="1000" spc="60" dirty="0">
                <a:solidFill>
                  <a:srgbClr val="231F20"/>
                </a:solidFill>
                <a:latin typeface="Arial"/>
                <a:cs typeface="Arial"/>
              </a:rPr>
              <a:t> </a:t>
            </a:r>
            <a:r>
              <a:rPr sz="1000" dirty="0">
                <a:solidFill>
                  <a:srgbClr val="231F20"/>
                </a:solidFill>
                <a:latin typeface="Arial"/>
                <a:cs typeface="Arial"/>
              </a:rPr>
              <a:t>during</a:t>
            </a:r>
            <a:r>
              <a:rPr sz="1000" spc="60" dirty="0">
                <a:solidFill>
                  <a:srgbClr val="231F20"/>
                </a:solidFill>
                <a:latin typeface="Arial"/>
                <a:cs typeface="Arial"/>
              </a:rPr>
              <a:t> </a:t>
            </a:r>
            <a:r>
              <a:rPr sz="1000" spc="-25" dirty="0">
                <a:solidFill>
                  <a:srgbClr val="231F20"/>
                </a:solidFill>
                <a:latin typeface="Arial"/>
                <a:cs typeface="Arial"/>
              </a:rPr>
              <a:t>the </a:t>
            </a:r>
            <a:r>
              <a:rPr sz="1000" spc="-10" dirty="0">
                <a:solidFill>
                  <a:srgbClr val="231F20"/>
                </a:solidFill>
                <a:latin typeface="Arial"/>
                <a:cs typeface="Arial"/>
              </a:rPr>
              <a:t>experience.</a:t>
            </a:r>
            <a:endParaRPr sz="1000">
              <a:latin typeface="Arial"/>
              <a:cs typeface="Arial"/>
            </a:endParaRPr>
          </a:p>
          <a:p>
            <a:pPr marL="12700" marR="64135">
              <a:lnSpc>
                <a:spcPct val="100000"/>
              </a:lnSpc>
              <a:spcBef>
                <a:spcPts val="900"/>
              </a:spcBef>
            </a:pP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month</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November</a:t>
            </a:r>
            <a:r>
              <a:rPr sz="1000" spc="5" dirty="0">
                <a:solidFill>
                  <a:srgbClr val="231F20"/>
                </a:solidFill>
                <a:latin typeface="Arial"/>
                <a:cs typeface="Arial"/>
              </a:rPr>
              <a:t> </a:t>
            </a:r>
            <a:r>
              <a:rPr sz="1000" dirty="0">
                <a:solidFill>
                  <a:srgbClr val="231F20"/>
                </a:solidFill>
                <a:latin typeface="Arial"/>
                <a:cs typeface="Arial"/>
              </a:rPr>
              <a:t>2023,</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50" dirty="0">
                <a:solidFill>
                  <a:srgbClr val="231F20"/>
                </a:solidFill>
                <a:latin typeface="Arial"/>
                <a:cs typeface="Arial"/>
              </a:rPr>
              <a:t>2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spc="-10" dirty="0">
                <a:solidFill>
                  <a:srgbClr val="231F20"/>
                </a:solidFill>
                <a:latin typeface="Arial"/>
                <a:cs typeface="Arial"/>
              </a:rPr>
              <a:t>session</a:t>
            </a:r>
            <a:r>
              <a:rPr sz="1000" spc="20"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dirty="0">
                <a:solidFill>
                  <a:srgbClr val="231F20"/>
                </a:solidFill>
                <a:latin typeface="Arial"/>
                <a:cs typeface="Arial"/>
              </a:rPr>
              <a:t>etiquette</a:t>
            </a:r>
            <a:r>
              <a:rPr sz="1000" spc="25" dirty="0">
                <a:solidFill>
                  <a:srgbClr val="231F20"/>
                </a:solidFill>
                <a:latin typeface="Arial"/>
                <a:cs typeface="Arial"/>
              </a:rPr>
              <a:t> </a:t>
            </a:r>
            <a:r>
              <a:rPr sz="1000" dirty="0">
                <a:solidFill>
                  <a:srgbClr val="231F20"/>
                </a:solidFill>
                <a:latin typeface="Arial"/>
                <a:cs typeface="Arial"/>
              </a:rPr>
              <a:t>at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Wheaton Recreation Center.</a:t>
            </a:r>
            <a:r>
              <a:rPr sz="1000" spc="-5" dirty="0">
                <a:solidFill>
                  <a:srgbClr val="231F20"/>
                </a:solidFill>
                <a:latin typeface="Arial"/>
                <a:cs typeface="Arial"/>
              </a:rPr>
              <a:t> </a:t>
            </a: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fun</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interactive</a:t>
            </a:r>
            <a:r>
              <a:rPr sz="1000" spc="-5" dirty="0">
                <a:solidFill>
                  <a:srgbClr val="231F20"/>
                </a:solidFill>
                <a:latin typeface="Arial"/>
                <a:cs typeface="Arial"/>
              </a:rPr>
              <a:t> </a:t>
            </a:r>
            <a:r>
              <a:rPr sz="1000" spc="-10" dirty="0">
                <a:solidFill>
                  <a:srgbClr val="231F20"/>
                </a:solidFill>
                <a:latin typeface="Arial"/>
                <a:cs typeface="Arial"/>
              </a:rPr>
              <a:t>lesson, </a:t>
            </a:r>
            <a:r>
              <a:rPr sz="1000" dirty="0">
                <a:solidFill>
                  <a:srgbClr val="231F20"/>
                </a:solidFill>
                <a:latin typeface="Arial"/>
                <a:cs typeface="Arial"/>
              </a:rPr>
              <a:t>they</a:t>
            </a:r>
            <a:r>
              <a:rPr sz="1000" spc="25" dirty="0">
                <a:solidFill>
                  <a:srgbClr val="231F20"/>
                </a:solidFill>
                <a:latin typeface="Arial"/>
                <a:cs typeface="Arial"/>
              </a:rPr>
              <a:t> </a:t>
            </a:r>
            <a:r>
              <a:rPr sz="1000" dirty="0">
                <a:solidFill>
                  <a:srgbClr val="231F20"/>
                </a:solidFill>
                <a:latin typeface="Arial"/>
                <a:cs typeface="Arial"/>
              </a:rPr>
              <a:t>learned</a:t>
            </a:r>
            <a:r>
              <a:rPr sz="1000" spc="30" dirty="0">
                <a:solidFill>
                  <a:srgbClr val="231F20"/>
                </a:solidFill>
                <a:latin typeface="Arial"/>
                <a:cs typeface="Arial"/>
              </a:rPr>
              <a:t> </a:t>
            </a:r>
            <a:r>
              <a:rPr sz="1000" dirty="0">
                <a:solidFill>
                  <a:srgbClr val="231F20"/>
                </a:solidFill>
                <a:latin typeface="Arial"/>
                <a:cs typeface="Arial"/>
              </a:rPr>
              <a:t>table-setting</a:t>
            </a:r>
            <a:r>
              <a:rPr sz="1000" spc="30" dirty="0">
                <a:solidFill>
                  <a:srgbClr val="231F20"/>
                </a:solidFill>
                <a:latin typeface="Arial"/>
                <a:cs typeface="Arial"/>
              </a:rPr>
              <a:t> </a:t>
            </a:r>
            <a:r>
              <a:rPr sz="1000" dirty="0">
                <a:solidFill>
                  <a:srgbClr val="231F20"/>
                </a:solidFill>
                <a:latin typeface="Arial"/>
                <a:cs typeface="Arial"/>
              </a:rPr>
              <a:t>techniques,</a:t>
            </a:r>
            <a:r>
              <a:rPr sz="1000" spc="30" dirty="0">
                <a:solidFill>
                  <a:srgbClr val="231F20"/>
                </a:solidFill>
                <a:latin typeface="Arial"/>
                <a:cs typeface="Arial"/>
              </a:rPr>
              <a:t> </a:t>
            </a:r>
            <a:r>
              <a:rPr sz="1000" dirty="0">
                <a:solidFill>
                  <a:srgbClr val="231F20"/>
                </a:solidFill>
                <a:latin typeface="Arial"/>
                <a:cs typeface="Arial"/>
              </a:rPr>
              <a:t>how</a:t>
            </a:r>
            <a:r>
              <a:rPr sz="1000" spc="25" dirty="0">
                <a:solidFill>
                  <a:srgbClr val="231F20"/>
                </a:solidFill>
                <a:latin typeface="Arial"/>
                <a:cs typeface="Arial"/>
              </a:rPr>
              <a:t> </a:t>
            </a:r>
            <a:r>
              <a:rPr sz="1000" dirty="0">
                <a:solidFill>
                  <a:srgbClr val="231F20"/>
                </a:solidFill>
                <a:latin typeface="Arial"/>
                <a:cs typeface="Arial"/>
              </a:rPr>
              <a:t>to</a:t>
            </a:r>
            <a:r>
              <a:rPr sz="1000" spc="30" dirty="0">
                <a:solidFill>
                  <a:srgbClr val="231F20"/>
                </a:solidFill>
                <a:latin typeface="Arial"/>
                <a:cs typeface="Arial"/>
              </a:rPr>
              <a:t> </a:t>
            </a:r>
            <a:r>
              <a:rPr sz="1000" spc="-20" dirty="0">
                <a:solidFill>
                  <a:srgbClr val="231F20"/>
                </a:solidFill>
                <a:latin typeface="Arial"/>
                <a:cs typeface="Arial"/>
              </a:rPr>
              <a:t>hold </a:t>
            </a:r>
            <a:r>
              <a:rPr sz="1000" dirty="0">
                <a:solidFill>
                  <a:srgbClr val="231F20"/>
                </a:solidFill>
                <a:latin typeface="Arial"/>
                <a:cs typeface="Arial"/>
              </a:rPr>
              <a:t>utensils</a:t>
            </a:r>
            <a:r>
              <a:rPr sz="1000" spc="-35" dirty="0">
                <a:solidFill>
                  <a:srgbClr val="231F20"/>
                </a:solidFill>
                <a:latin typeface="Arial"/>
                <a:cs typeface="Arial"/>
              </a:rPr>
              <a:t> </a:t>
            </a:r>
            <a:r>
              <a:rPr sz="1000" dirty="0">
                <a:solidFill>
                  <a:srgbClr val="231F20"/>
                </a:solidFill>
                <a:latin typeface="Arial"/>
                <a:cs typeface="Arial"/>
              </a:rPr>
              <a:t>properly,</a:t>
            </a:r>
            <a:r>
              <a:rPr sz="1000" spc="-3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essential</a:t>
            </a:r>
            <a:r>
              <a:rPr sz="1000" spc="-35" dirty="0">
                <a:solidFill>
                  <a:srgbClr val="231F20"/>
                </a:solidFill>
                <a:latin typeface="Arial"/>
                <a:cs typeface="Arial"/>
              </a:rPr>
              <a:t> </a:t>
            </a:r>
            <a:r>
              <a:rPr sz="1000" dirty="0">
                <a:solidFill>
                  <a:srgbClr val="231F20"/>
                </a:solidFill>
                <a:latin typeface="Arial"/>
                <a:cs typeface="Arial"/>
              </a:rPr>
              <a:t>social</a:t>
            </a:r>
            <a:r>
              <a:rPr sz="1000" spc="-30" dirty="0">
                <a:solidFill>
                  <a:srgbClr val="231F20"/>
                </a:solidFill>
                <a:latin typeface="Arial"/>
                <a:cs typeface="Arial"/>
              </a:rPr>
              <a:t> </a:t>
            </a:r>
            <a:r>
              <a:rPr sz="1000" spc="-10" dirty="0">
                <a:solidFill>
                  <a:srgbClr val="231F20"/>
                </a:solidFill>
                <a:latin typeface="Arial"/>
                <a:cs typeface="Arial"/>
              </a:rPr>
              <a:t>manners.</a:t>
            </a:r>
            <a:r>
              <a:rPr sz="1000" spc="-35"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activity</a:t>
            </a:r>
            <a:r>
              <a:rPr sz="1000" spc="40" dirty="0">
                <a:solidFill>
                  <a:srgbClr val="231F20"/>
                </a:solidFill>
                <a:latin typeface="Arial"/>
                <a:cs typeface="Arial"/>
              </a:rPr>
              <a:t> </a:t>
            </a:r>
            <a:r>
              <a:rPr sz="1000" dirty="0">
                <a:solidFill>
                  <a:srgbClr val="231F20"/>
                </a:solidFill>
                <a:latin typeface="Arial"/>
                <a:cs typeface="Arial"/>
              </a:rPr>
              <a:t>helped</a:t>
            </a:r>
            <a:r>
              <a:rPr sz="1000" spc="45" dirty="0">
                <a:solidFill>
                  <a:srgbClr val="231F20"/>
                </a:solidFill>
                <a:latin typeface="Arial"/>
                <a:cs typeface="Arial"/>
              </a:rPr>
              <a:t> </a:t>
            </a:r>
            <a:r>
              <a:rPr sz="1000" dirty="0">
                <a:solidFill>
                  <a:srgbClr val="231F20"/>
                </a:solidFill>
                <a:latin typeface="Arial"/>
                <a:cs typeface="Arial"/>
              </a:rPr>
              <a:t>boost</a:t>
            </a:r>
            <a:r>
              <a:rPr sz="1000" spc="45" dirty="0">
                <a:solidFill>
                  <a:srgbClr val="231F20"/>
                </a:solidFill>
                <a:latin typeface="Arial"/>
                <a:cs typeface="Arial"/>
              </a:rPr>
              <a:t> </a:t>
            </a:r>
            <a:r>
              <a:rPr sz="1000" dirty="0">
                <a:solidFill>
                  <a:srgbClr val="231F20"/>
                </a:solidFill>
                <a:latin typeface="Arial"/>
                <a:cs typeface="Arial"/>
              </a:rPr>
              <a:t>their</a:t>
            </a:r>
            <a:r>
              <a:rPr sz="1000" spc="45" dirty="0">
                <a:solidFill>
                  <a:srgbClr val="231F20"/>
                </a:solidFill>
                <a:latin typeface="Arial"/>
                <a:cs typeface="Arial"/>
              </a:rPr>
              <a:t> </a:t>
            </a:r>
            <a:r>
              <a:rPr sz="1000" dirty="0">
                <a:solidFill>
                  <a:srgbClr val="231F20"/>
                </a:solidFill>
                <a:latin typeface="Arial"/>
                <a:cs typeface="Arial"/>
              </a:rPr>
              <a:t>confidence</a:t>
            </a:r>
            <a:r>
              <a:rPr sz="1000" spc="45" dirty="0">
                <a:solidFill>
                  <a:srgbClr val="231F20"/>
                </a:solidFill>
                <a:latin typeface="Arial"/>
                <a:cs typeface="Arial"/>
              </a:rPr>
              <a:t> </a:t>
            </a:r>
            <a:r>
              <a:rPr sz="1000" dirty="0">
                <a:solidFill>
                  <a:srgbClr val="231F20"/>
                </a:solidFill>
                <a:latin typeface="Arial"/>
                <a:cs typeface="Arial"/>
              </a:rPr>
              <a:t>and</a:t>
            </a:r>
            <a:r>
              <a:rPr sz="1000" spc="45" dirty="0">
                <a:solidFill>
                  <a:srgbClr val="231F20"/>
                </a:solidFill>
                <a:latin typeface="Arial"/>
                <a:cs typeface="Arial"/>
              </a:rPr>
              <a:t> </a:t>
            </a:r>
            <a:r>
              <a:rPr sz="1000" dirty="0">
                <a:solidFill>
                  <a:srgbClr val="231F20"/>
                </a:solidFill>
                <a:latin typeface="Arial"/>
                <a:cs typeface="Arial"/>
              </a:rPr>
              <a:t>reinforced</a:t>
            </a:r>
            <a:r>
              <a:rPr sz="1000" spc="4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20"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respect</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effective</a:t>
            </a:r>
            <a:r>
              <a:rPr sz="1000" spc="25" dirty="0">
                <a:solidFill>
                  <a:srgbClr val="231F20"/>
                </a:solidFill>
                <a:latin typeface="Arial"/>
                <a:cs typeface="Arial"/>
              </a:rPr>
              <a:t> </a:t>
            </a:r>
            <a:r>
              <a:rPr sz="1000" dirty="0">
                <a:solidFill>
                  <a:srgbClr val="231F20"/>
                </a:solidFill>
                <a:latin typeface="Arial"/>
                <a:cs typeface="Arial"/>
              </a:rPr>
              <a:t>communication</a:t>
            </a:r>
            <a:r>
              <a:rPr sz="1000" spc="2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social</a:t>
            </a:r>
            <a:r>
              <a:rPr sz="1000" spc="-55" dirty="0">
                <a:solidFill>
                  <a:srgbClr val="231F20"/>
                </a:solidFill>
                <a:latin typeface="Arial"/>
                <a:cs typeface="Arial"/>
              </a:rPr>
              <a:t> </a:t>
            </a:r>
            <a:r>
              <a:rPr sz="1000" spc="-10" dirty="0">
                <a:solidFill>
                  <a:srgbClr val="231F20"/>
                </a:solidFill>
                <a:latin typeface="Arial"/>
                <a:cs typeface="Arial"/>
              </a:rPr>
              <a:t>settings.</a:t>
            </a:r>
            <a:endParaRPr sz="1000">
              <a:latin typeface="Arial"/>
              <a:cs typeface="Arial"/>
            </a:endParaRPr>
          </a:p>
          <a:p>
            <a:pPr marL="12700" marR="96520">
              <a:lnSpc>
                <a:spcPct val="100000"/>
              </a:lnSpc>
              <a:spcBef>
                <a:spcPts val="900"/>
              </a:spcBef>
            </a:pP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December</a:t>
            </a:r>
            <a:r>
              <a:rPr sz="1000" spc="20" dirty="0">
                <a:solidFill>
                  <a:srgbClr val="231F20"/>
                </a:solidFill>
                <a:latin typeface="Arial"/>
                <a:cs typeface="Arial"/>
              </a:rPr>
              <a:t> </a:t>
            </a:r>
            <a:r>
              <a:rPr sz="1000" spc="-130" dirty="0">
                <a:solidFill>
                  <a:srgbClr val="231F20"/>
                </a:solidFill>
                <a:latin typeface="Arial"/>
                <a:cs typeface="Arial"/>
              </a:rPr>
              <a:t>17,</a:t>
            </a:r>
            <a:r>
              <a:rPr sz="1000" spc="20" dirty="0">
                <a:solidFill>
                  <a:srgbClr val="231F20"/>
                </a:solidFill>
                <a:latin typeface="Arial"/>
                <a:cs typeface="Arial"/>
              </a:rPr>
              <a:t> </a:t>
            </a:r>
            <a:r>
              <a:rPr sz="1000" dirty="0">
                <a:solidFill>
                  <a:srgbClr val="231F20"/>
                </a:solidFill>
                <a:latin typeface="Arial"/>
                <a:cs typeface="Arial"/>
              </a:rPr>
              <a:t>2023,</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attended</a:t>
            </a:r>
            <a:r>
              <a:rPr sz="1000" spc="20" dirty="0">
                <a:solidFill>
                  <a:srgbClr val="231F20"/>
                </a:solidFill>
                <a:latin typeface="Arial"/>
                <a:cs typeface="Arial"/>
              </a:rPr>
              <a:t> </a:t>
            </a:r>
            <a:r>
              <a:rPr sz="1000" spc="-25" dirty="0">
                <a:solidFill>
                  <a:srgbClr val="231F20"/>
                </a:solidFill>
                <a:latin typeface="Arial"/>
                <a:cs typeface="Arial"/>
              </a:rPr>
              <a:t>CROWNS: </a:t>
            </a:r>
            <a:r>
              <a:rPr sz="1000" dirty="0">
                <a:solidFill>
                  <a:srgbClr val="231F20"/>
                </a:solidFill>
                <a:latin typeface="Arial"/>
                <a:cs typeface="Arial"/>
              </a:rPr>
              <a:t>Confidence,</a:t>
            </a:r>
            <a:r>
              <a:rPr sz="1000" spc="-25" dirty="0">
                <a:solidFill>
                  <a:srgbClr val="231F20"/>
                </a:solidFill>
                <a:latin typeface="Arial"/>
                <a:cs typeface="Arial"/>
              </a:rPr>
              <a:t> </a:t>
            </a:r>
            <a:r>
              <a:rPr sz="1000" spc="-10" dirty="0">
                <a:solidFill>
                  <a:srgbClr val="231F20"/>
                </a:solidFill>
                <a:latin typeface="Arial"/>
                <a:cs typeface="Arial"/>
              </a:rPr>
              <a:t>Culture,</a:t>
            </a:r>
            <a:r>
              <a:rPr sz="1000" spc="-25" dirty="0">
                <a:solidFill>
                  <a:srgbClr val="231F20"/>
                </a:solidFill>
                <a:latin typeface="Arial"/>
                <a:cs typeface="Arial"/>
              </a:rPr>
              <a:t> </a:t>
            </a:r>
            <a:r>
              <a:rPr sz="1000" spc="-10" dirty="0">
                <a:solidFill>
                  <a:srgbClr val="231F20"/>
                </a:solidFill>
                <a:latin typeface="Arial"/>
                <a:cs typeface="Arial"/>
              </a:rPr>
              <a:t>Civics,</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Community**,</a:t>
            </a:r>
            <a:r>
              <a:rPr sz="1000" spc="-25" dirty="0">
                <a:solidFill>
                  <a:srgbClr val="231F20"/>
                </a:solidFill>
                <a:latin typeface="Arial"/>
                <a:cs typeface="Arial"/>
              </a:rPr>
              <a:t> an</a:t>
            </a:r>
            <a:r>
              <a:rPr sz="1000" spc="500" dirty="0">
                <a:solidFill>
                  <a:srgbClr val="231F20"/>
                </a:solidFill>
                <a:latin typeface="Arial"/>
                <a:cs typeface="Arial"/>
              </a:rPr>
              <a:t> </a:t>
            </a:r>
            <a:r>
              <a:rPr sz="1000" dirty="0">
                <a:solidFill>
                  <a:srgbClr val="231F20"/>
                </a:solidFill>
                <a:latin typeface="Arial"/>
                <a:cs typeface="Arial"/>
              </a:rPr>
              <a:t>activity</a:t>
            </a:r>
            <a:r>
              <a:rPr sz="1000" spc="-10" dirty="0">
                <a:solidFill>
                  <a:srgbClr val="231F20"/>
                </a:solidFill>
                <a:latin typeface="Arial"/>
                <a:cs typeface="Arial"/>
              </a:rPr>
              <a:t> </a:t>
            </a:r>
            <a:r>
              <a:rPr sz="1000" dirty="0">
                <a:solidFill>
                  <a:srgbClr val="231F20"/>
                </a:solidFill>
                <a:latin typeface="Arial"/>
                <a:cs typeface="Arial"/>
              </a:rPr>
              <a:t>that</a:t>
            </a:r>
            <a:r>
              <a:rPr sz="1000" spc="-10" dirty="0">
                <a:solidFill>
                  <a:srgbClr val="231F20"/>
                </a:solidFill>
                <a:latin typeface="Arial"/>
                <a:cs typeface="Arial"/>
              </a:rPr>
              <a:t> </a:t>
            </a:r>
            <a:r>
              <a:rPr sz="1000" dirty="0">
                <a:solidFill>
                  <a:srgbClr val="231F20"/>
                </a:solidFill>
                <a:latin typeface="Arial"/>
                <a:cs typeface="Arial"/>
              </a:rPr>
              <a:t>focused</a:t>
            </a:r>
            <a:r>
              <a:rPr sz="1000" spc="-5"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dirty="0">
                <a:solidFill>
                  <a:srgbClr val="231F20"/>
                </a:solidFill>
                <a:latin typeface="Arial"/>
                <a:cs typeface="Arial"/>
              </a:rPr>
              <a:t>American</a:t>
            </a:r>
            <a:r>
              <a:rPr sz="1000" spc="-10" dirty="0">
                <a:solidFill>
                  <a:srgbClr val="231F20"/>
                </a:solidFill>
                <a:latin typeface="Arial"/>
                <a:cs typeface="Arial"/>
              </a:rPr>
              <a:t> </a:t>
            </a:r>
            <a:r>
              <a:rPr sz="1000" dirty="0">
                <a:solidFill>
                  <a:srgbClr val="231F20"/>
                </a:solidFill>
                <a:latin typeface="Arial"/>
                <a:cs typeface="Arial"/>
              </a:rPr>
              <a:t>hair</a:t>
            </a:r>
            <a:r>
              <a:rPr sz="1000" spc="-10" dirty="0">
                <a:solidFill>
                  <a:srgbClr val="231F20"/>
                </a:solidFill>
                <a:latin typeface="Arial"/>
                <a:cs typeface="Arial"/>
              </a:rPr>
              <a:t> care.</a:t>
            </a:r>
            <a:r>
              <a:rPr sz="1000" spc="-5" dirty="0">
                <a:solidFill>
                  <a:srgbClr val="231F20"/>
                </a:solidFill>
                <a:latin typeface="Arial"/>
                <a:cs typeface="Arial"/>
              </a:rPr>
              <a:t> </a:t>
            </a:r>
            <a:r>
              <a:rPr sz="1000" spc="-25" dirty="0">
                <a:solidFill>
                  <a:srgbClr val="231F20"/>
                </a:solidFill>
                <a:latin typeface="Arial"/>
                <a:cs typeface="Arial"/>
              </a:rPr>
              <a:t>Led </a:t>
            </a:r>
            <a:r>
              <a:rPr sz="1000" dirty="0">
                <a:solidFill>
                  <a:srgbClr val="231F20"/>
                </a:solidFill>
                <a:latin typeface="Arial"/>
                <a:cs typeface="Arial"/>
              </a:rPr>
              <a:t>by</a:t>
            </a:r>
            <a:r>
              <a:rPr sz="1000" spc="-10" dirty="0">
                <a:solidFill>
                  <a:srgbClr val="231F20"/>
                </a:solidFill>
                <a:latin typeface="Arial"/>
                <a:cs typeface="Arial"/>
              </a:rPr>
              <a:t> haircare</a:t>
            </a:r>
            <a:r>
              <a:rPr sz="1000" spc="-5" dirty="0">
                <a:solidFill>
                  <a:srgbClr val="231F20"/>
                </a:solidFill>
                <a:latin typeface="Arial"/>
                <a:cs typeface="Arial"/>
              </a:rPr>
              <a:t> </a:t>
            </a:r>
            <a:r>
              <a:rPr sz="1000" dirty="0">
                <a:solidFill>
                  <a:srgbClr val="231F20"/>
                </a:solidFill>
                <a:latin typeface="Arial"/>
                <a:cs typeface="Arial"/>
              </a:rPr>
              <a:t>specialist</a:t>
            </a:r>
            <a:r>
              <a:rPr sz="1000" spc="-10" dirty="0">
                <a:solidFill>
                  <a:srgbClr val="231F20"/>
                </a:solidFill>
                <a:latin typeface="Arial"/>
                <a:cs typeface="Arial"/>
              </a:rPr>
              <a:t> </a:t>
            </a:r>
            <a:r>
              <a:rPr sz="1000" spc="-20" dirty="0">
                <a:solidFill>
                  <a:srgbClr val="231F20"/>
                </a:solidFill>
                <a:latin typeface="Arial"/>
                <a:cs typeface="Arial"/>
              </a:rPr>
              <a:t>Keianna</a:t>
            </a:r>
            <a:r>
              <a:rPr sz="1000" spc="-5" dirty="0">
                <a:solidFill>
                  <a:srgbClr val="231F20"/>
                </a:solidFill>
                <a:latin typeface="Arial"/>
                <a:cs typeface="Arial"/>
              </a:rPr>
              <a:t> </a:t>
            </a:r>
            <a:r>
              <a:rPr sz="1000" dirty="0">
                <a:solidFill>
                  <a:srgbClr val="231F20"/>
                </a:solidFill>
                <a:latin typeface="Arial"/>
                <a:cs typeface="Arial"/>
              </a:rPr>
              <a:t>Johnson</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Aspen</a:t>
            </a:r>
            <a:r>
              <a:rPr sz="1000" spc="-10" dirty="0">
                <a:solidFill>
                  <a:srgbClr val="231F20"/>
                </a:solidFill>
                <a:latin typeface="Arial"/>
                <a:cs typeface="Arial"/>
              </a:rPr>
              <a:t> </a:t>
            </a:r>
            <a:r>
              <a:rPr sz="1000" spc="-20" dirty="0">
                <a:solidFill>
                  <a:srgbClr val="231F20"/>
                </a:solidFill>
                <a:latin typeface="Arial"/>
                <a:cs typeface="Arial"/>
              </a:rPr>
              <a:t>Hill </a:t>
            </a:r>
            <a:r>
              <a:rPr sz="1000" spc="-10" dirty="0">
                <a:solidFill>
                  <a:srgbClr val="231F20"/>
                </a:solidFill>
                <a:latin typeface="Arial"/>
                <a:cs typeface="Arial"/>
              </a:rPr>
              <a:t>Library,</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spc="-10" dirty="0">
                <a:solidFill>
                  <a:srgbClr val="231F20"/>
                </a:solidFill>
                <a:latin typeface="Arial"/>
                <a:cs typeface="Arial"/>
              </a:rPr>
              <a:t>relevance, </a:t>
            </a:r>
            <a:r>
              <a:rPr sz="1000" dirty="0">
                <a:solidFill>
                  <a:srgbClr val="231F20"/>
                </a:solidFill>
                <a:latin typeface="Arial"/>
                <a:cs typeface="Arial"/>
              </a:rPr>
              <a:t>civic</a:t>
            </a:r>
            <a:r>
              <a:rPr sz="1000" spc="-10" dirty="0">
                <a:solidFill>
                  <a:srgbClr val="231F20"/>
                </a:solidFill>
                <a:latin typeface="Arial"/>
                <a:cs typeface="Arial"/>
              </a:rPr>
              <a:t> </a:t>
            </a:r>
            <a:r>
              <a:rPr sz="1000" dirty="0">
                <a:solidFill>
                  <a:srgbClr val="231F20"/>
                </a:solidFill>
                <a:latin typeface="Arial"/>
                <a:cs typeface="Arial"/>
              </a:rPr>
              <a:t>advocacy</a:t>
            </a:r>
            <a:r>
              <a:rPr sz="1000" spc="-10" dirty="0">
                <a:solidFill>
                  <a:srgbClr val="231F20"/>
                </a:solidFill>
                <a:latin typeface="Arial"/>
                <a:cs typeface="Arial"/>
              </a:rPr>
              <a:t> </a:t>
            </a:r>
            <a:r>
              <a:rPr sz="1000" spc="-25" dirty="0">
                <a:solidFill>
                  <a:srgbClr val="231F20"/>
                </a:solidFill>
                <a:latin typeface="Arial"/>
                <a:cs typeface="Arial"/>
              </a:rPr>
              <a:t>(such</a:t>
            </a:r>
            <a:r>
              <a:rPr sz="1000" spc="-10" dirty="0">
                <a:solidFill>
                  <a:srgbClr val="231F20"/>
                </a:solidFill>
                <a:latin typeface="Arial"/>
                <a:cs typeface="Arial"/>
              </a:rPr>
              <a:t> as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60" dirty="0">
                <a:solidFill>
                  <a:srgbClr val="231F20"/>
                </a:solidFill>
                <a:latin typeface="Arial"/>
                <a:cs typeface="Arial"/>
              </a:rPr>
              <a:t>CROWN</a:t>
            </a:r>
            <a:r>
              <a:rPr sz="1000" spc="-10" dirty="0">
                <a:solidFill>
                  <a:srgbClr val="231F20"/>
                </a:solidFill>
                <a:latin typeface="Arial"/>
                <a:cs typeface="Arial"/>
              </a:rPr>
              <a:t> </a:t>
            </a:r>
            <a:r>
              <a:rPr sz="1000" spc="-20" dirty="0">
                <a:solidFill>
                  <a:srgbClr val="231F20"/>
                </a:solidFill>
                <a:latin typeface="Arial"/>
                <a:cs typeface="Arial"/>
              </a:rPr>
              <a:t>Act),</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self-</a:t>
            </a:r>
            <a:r>
              <a:rPr sz="1000" spc="-20" dirty="0">
                <a:solidFill>
                  <a:srgbClr val="231F20"/>
                </a:solidFill>
                <a:latin typeface="Arial"/>
                <a:cs typeface="Arial"/>
              </a:rPr>
              <a:t>love.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activity</a:t>
            </a:r>
            <a:r>
              <a:rPr sz="1000" spc="30" dirty="0">
                <a:solidFill>
                  <a:srgbClr val="231F20"/>
                </a:solidFill>
                <a:latin typeface="Arial"/>
                <a:cs typeface="Arial"/>
              </a:rPr>
              <a:t> </a:t>
            </a:r>
            <a:r>
              <a:rPr sz="1000" dirty="0">
                <a:solidFill>
                  <a:srgbClr val="231F20"/>
                </a:solidFill>
                <a:latin typeface="Arial"/>
                <a:cs typeface="Arial"/>
              </a:rPr>
              <a:t>also</a:t>
            </a:r>
            <a:r>
              <a:rPr sz="1000" spc="25" dirty="0">
                <a:solidFill>
                  <a:srgbClr val="231F20"/>
                </a:solidFill>
                <a:latin typeface="Arial"/>
                <a:cs typeface="Arial"/>
              </a:rPr>
              <a:t> </a:t>
            </a:r>
            <a:r>
              <a:rPr sz="1000" dirty="0">
                <a:solidFill>
                  <a:srgbClr val="231F20"/>
                </a:solidFill>
                <a:latin typeface="Arial"/>
                <a:cs typeface="Arial"/>
              </a:rPr>
              <a:t>supported</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nonprofit</a:t>
            </a:r>
            <a:r>
              <a:rPr sz="1000" spc="30" dirty="0">
                <a:solidFill>
                  <a:srgbClr val="231F20"/>
                </a:solidFill>
                <a:latin typeface="Arial"/>
                <a:cs typeface="Arial"/>
              </a:rPr>
              <a:t> </a:t>
            </a:r>
            <a:r>
              <a:rPr sz="1000" spc="-10" dirty="0">
                <a:solidFill>
                  <a:srgbClr val="231F20"/>
                </a:solidFill>
                <a:latin typeface="Arial"/>
                <a:cs typeface="Arial"/>
              </a:rPr>
              <a:t>"Embracing</a:t>
            </a:r>
            <a:r>
              <a:rPr sz="1000" spc="30" dirty="0">
                <a:solidFill>
                  <a:srgbClr val="231F20"/>
                </a:solidFill>
                <a:latin typeface="Arial"/>
                <a:cs typeface="Arial"/>
              </a:rPr>
              <a:t> </a:t>
            </a:r>
            <a:r>
              <a:rPr sz="1000" spc="-25" dirty="0">
                <a:solidFill>
                  <a:srgbClr val="231F20"/>
                </a:solidFill>
                <a:latin typeface="Arial"/>
                <a:cs typeface="Arial"/>
              </a:rPr>
              <a:t>My </a:t>
            </a:r>
            <a:r>
              <a:rPr sz="1000" spc="-20" dirty="0">
                <a:solidFill>
                  <a:srgbClr val="231F20"/>
                </a:solidFill>
                <a:latin typeface="Arial"/>
                <a:cs typeface="Arial"/>
              </a:rPr>
              <a:t>Natural,"</a:t>
            </a:r>
            <a:r>
              <a:rPr sz="1000" spc="-15" dirty="0">
                <a:solidFill>
                  <a:srgbClr val="231F20"/>
                </a:solidFill>
                <a:latin typeface="Arial"/>
                <a:cs typeface="Arial"/>
              </a:rPr>
              <a:t> </a:t>
            </a:r>
            <a:r>
              <a:rPr sz="1000" dirty="0">
                <a:solidFill>
                  <a:srgbClr val="231F20"/>
                </a:solidFill>
                <a:latin typeface="Arial"/>
                <a:cs typeface="Arial"/>
              </a:rPr>
              <a:t>which</a:t>
            </a:r>
            <a:r>
              <a:rPr sz="1000" spc="-15" dirty="0">
                <a:solidFill>
                  <a:srgbClr val="231F20"/>
                </a:solidFill>
                <a:latin typeface="Arial"/>
                <a:cs typeface="Arial"/>
              </a:rPr>
              <a:t> </a:t>
            </a:r>
            <a:r>
              <a:rPr sz="1000" dirty="0">
                <a:solidFill>
                  <a:srgbClr val="231F20"/>
                </a:solidFill>
                <a:latin typeface="Arial"/>
                <a:cs typeface="Arial"/>
              </a:rPr>
              <a:t>promotes</a:t>
            </a:r>
            <a:r>
              <a:rPr sz="1000" spc="-15" dirty="0">
                <a:solidFill>
                  <a:srgbClr val="231F20"/>
                </a:solidFill>
                <a:latin typeface="Arial"/>
                <a:cs typeface="Arial"/>
              </a:rPr>
              <a:t> </a:t>
            </a:r>
            <a:r>
              <a:rPr sz="1000" dirty="0">
                <a:solidFill>
                  <a:srgbClr val="231F20"/>
                </a:solidFill>
                <a:latin typeface="Arial"/>
                <a:cs typeface="Arial"/>
              </a:rPr>
              <a:t>natural</a:t>
            </a:r>
            <a:r>
              <a:rPr sz="1000" spc="-15" dirty="0">
                <a:solidFill>
                  <a:srgbClr val="231F20"/>
                </a:solidFill>
                <a:latin typeface="Arial"/>
                <a:cs typeface="Arial"/>
              </a:rPr>
              <a:t> </a:t>
            </a:r>
            <a:r>
              <a:rPr sz="1000" dirty="0">
                <a:solidFill>
                  <a:srgbClr val="231F20"/>
                </a:solidFill>
                <a:latin typeface="Arial"/>
                <a:cs typeface="Arial"/>
              </a:rPr>
              <a:t>hair</a:t>
            </a:r>
            <a:r>
              <a:rPr sz="1000" spc="-15" dirty="0">
                <a:solidFill>
                  <a:srgbClr val="231F20"/>
                </a:solidFill>
                <a:latin typeface="Arial"/>
                <a:cs typeface="Arial"/>
              </a:rPr>
              <a:t> </a:t>
            </a:r>
            <a:r>
              <a:rPr sz="1000" spc="-10" dirty="0">
                <a:solidFill>
                  <a:srgbClr val="231F20"/>
                </a:solidFill>
                <a:latin typeface="Arial"/>
                <a:cs typeface="Arial"/>
              </a:rPr>
              <a:t>care,</a:t>
            </a:r>
            <a:r>
              <a:rPr sz="1000" spc="-15" dirty="0">
                <a:solidFill>
                  <a:srgbClr val="231F20"/>
                </a:solidFill>
                <a:latin typeface="Arial"/>
                <a:cs typeface="Arial"/>
              </a:rPr>
              <a:t> </a:t>
            </a:r>
            <a:r>
              <a:rPr sz="1000" spc="-10" dirty="0">
                <a:solidFill>
                  <a:srgbClr val="231F20"/>
                </a:solidFill>
                <a:latin typeface="Arial"/>
                <a:cs typeface="Arial"/>
              </a:rPr>
              <a:t>highlighting </a:t>
            </a:r>
            <a:r>
              <a:rPr sz="1000" dirty="0">
                <a:solidFill>
                  <a:srgbClr val="231F20"/>
                </a:solidFill>
                <a:latin typeface="Arial"/>
                <a:cs typeface="Arial"/>
              </a:rPr>
              <a:t>civic</a:t>
            </a:r>
            <a:r>
              <a:rPr sz="1000" spc="5" dirty="0">
                <a:solidFill>
                  <a:srgbClr val="231F20"/>
                </a:solidFill>
                <a:latin typeface="Arial"/>
                <a:cs typeface="Arial"/>
              </a:rPr>
              <a:t> </a:t>
            </a:r>
            <a:r>
              <a:rPr sz="1000" dirty="0">
                <a:solidFill>
                  <a:srgbClr val="231F20"/>
                </a:solidFill>
                <a:latin typeface="Arial"/>
                <a:cs typeface="Arial"/>
              </a:rPr>
              <a:t>engagement</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spc="-10" dirty="0">
                <a:solidFill>
                  <a:srgbClr val="231F20"/>
                </a:solidFill>
                <a:latin typeface="Arial"/>
                <a:cs typeface="Arial"/>
              </a:rPr>
              <a:t>service.</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January</a:t>
            </a:r>
            <a:r>
              <a:rPr sz="1000" spc="-5" dirty="0">
                <a:solidFill>
                  <a:srgbClr val="231F20"/>
                </a:solidFill>
                <a:latin typeface="Arial"/>
                <a:cs typeface="Arial"/>
              </a:rPr>
              <a:t> </a:t>
            </a:r>
            <a:r>
              <a:rPr sz="1000" dirty="0">
                <a:solidFill>
                  <a:srgbClr val="231F20"/>
                </a:solidFill>
                <a:latin typeface="Arial"/>
                <a:cs typeface="Arial"/>
              </a:rPr>
              <a:t>2024, Group</a:t>
            </a:r>
            <a:r>
              <a:rPr sz="1000" spc="-5" dirty="0">
                <a:solidFill>
                  <a:srgbClr val="231F20"/>
                </a:solidFill>
                <a:latin typeface="Arial"/>
                <a:cs typeface="Arial"/>
              </a:rPr>
              <a:t> </a:t>
            </a:r>
            <a:r>
              <a:rPr sz="1000" dirty="0">
                <a:solidFill>
                  <a:srgbClr val="231F20"/>
                </a:solidFill>
                <a:latin typeface="Arial"/>
                <a:cs typeface="Arial"/>
              </a:rPr>
              <a:t>2</a:t>
            </a:r>
            <a:r>
              <a:rPr sz="1000" spc="-5" dirty="0">
                <a:solidFill>
                  <a:srgbClr val="231F20"/>
                </a:solidFill>
                <a:latin typeface="Arial"/>
                <a:cs typeface="Arial"/>
              </a:rPr>
              <a:t> </a:t>
            </a:r>
            <a:r>
              <a:rPr sz="1000" dirty="0">
                <a:solidFill>
                  <a:srgbClr val="231F20"/>
                </a:solidFill>
                <a:latin typeface="Arial"/>
                <a:cs typeface="Arial"/>
              </a:rPr>
              <a:t>participated 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Body </a:t>
            </a:r>
            <a:r>
              <a:rPr sz="1000" dirty="0">
                <a:solidFill>
                  <a:srgbClr val="231F20"/>
                </a:solidFill>
                <a:latin typeface="Arial"/>
                <a:cs typeface="Arial"/>
              </a:rPr>
              <a:t>Detectives</a:t>
            </a:r>
            <a:r>
              <a:rPr sz="1000" spc="5" dirty="0">
                <a:solidFill>
                  <a:srgbClr val="231F20"/>
                </a:solidFill>
                <a:latin typeface="Arial"/>
                <a:cs typeface="Arial"/>
              </a:rPr>
              <a:t> </a:t>
            </a:r>
            <a:r>
              <a:rPr sz="1000" dirty="0">
                <a:solidFill>
                  <a:srgbClr val="231F20"/>
                </a:solidFill>
                <a:latin typeface="Arial"/>
                <a:cs typeface="Arial"/>
              </a:rPr>
              <a:t>experience</a:t>
            </a:r>
            <a:r>
              <a:rPr sz="1000" spc="10"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Museum</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Health</a:t>
            </a:r>
            <a:r>
              <a:rPr sz="1000" spc="1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Medicine.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human</a:t>
            </a:r>
            <a:r>
              <a:rPr sz="1000" spc="-10" dirty="0">
                <a:solidFill>
                  <a:srgbClr val="231F20"/>
                </a:solidFill>
                <a:latin typeface="Arial"/>
                <a:cs typeface="Arial"/>
              </a:rPr>
              <a:t> </a:t>
            </a:r>
            <a:r>
              <a:rPr sz="1000" dirty="0">
                <a:solidFill>
                  <a:srgbClr val="231F20"/>
                </a:solidFill>
                <a:latin typeface="Arial"/>
                <a:cs typeface="Arial"/>
              </a:rPr>
              <a:t>body,</a:t>
            </a:r>
            <a:r>
              <a:rPr sz="1000" spc="-10" dirty="0">
                <a:solidFill>
                  <a:srgbClr val="231F20"/>
                </a:solidFill>
                <a:latin typeface="Arial"/>
                <a:cs typeface="Arial"/>
              </a:rPr>
              <a:t> medical advancements,</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health</a:t>
            </a:r>
            <a:r>
              <a:rPr sz="1000" spc="20" dirty="0">
                <a:solidFill>
                  <a:srgbClr val="231F20"/>
                </a:solidFill>
                <a:latin typeface="Arial"/>
                <a:cs typeface="Arial"/>
              </a:rPr>
              <a:t> </a:t>
            </a:r>
            <a:r>
              <a:rPr sz="1000" dirty="0">
                <a:solidFill>
                  <a:srgbClr val="231F20"/>
                </a:solidFill>
                <a:latin typeface="Arial"/>
                <a:cs typeface="Arial"/>
              </a:rPr>
              <a:t>practices</a:t>
            </a:r>
            <a:r>
              <a:rPr sz="1000" spc="25" dirty="0">
                <a:solidFill>
                  <a:srgbClr val="231F20"/>
                </a:solidFill>
                <a:latin typeface="Arial"/>
                <a:cs typeface="Arial"/>
              </a:rPr>
              <a:t> </a:t>
            </a:r>
            <a:r>
              <a:rPr sz="1000" dirty="0">
                <a:solidFill>
                  <a:srgbClr val="231F20"/>
                </a:solidFill>
                <a:latin typeface="Arial"/>
                <a:cs typeface="Arial"/>
              </a:rPr>
              <a:t>through</a:t>
            </a:r>
            <a:r>
              <a:rPr sz="1000" spc="20" dirty="0">
                <a:solidFill>
                  <a:srgbClr val="231F20"/>
                </a:solidFill>
                <a:latin typeface="Arial"/>
                <a:cs typeface="Arial"/>
              </a:rPr>
              <a:t> </a:t>
            </a:r>
            <a:r>
              <a:rPr sz="1000" spc="-10" dirty="0">
                <a:solidFill>
                  <a:srgbClr val="231F20"/>
                </a:solidFill>
                <a:latin typeface="Arial"/>
                <a:cs typeface="Arial"/>
              </a:rPr>
              <a:t>interactive </a:t>
            </a:r>
            <a:r>
              <a:rPr sz="1000" dirty="0">
                <a:solidFill>
                  <a:srgbClr val="231F20"/>
                </a:solidFill>
                <a:latin typeface="Arial"/>
                <a:cs typeface="Arial"/>
              </a:rPr>
              <a:t>exhibits.</a:t>
            </a:r>
            <a:r>
              <a:rPr sz="1000" spc="10" dirty="0">
                <a:solidFill>
                  <a:srgbClr val="231F20"/>
                </a:solidFill>
                <a:latin typeface="Arial"/>
                <a:cs typeface="Arial"/>
              </a:rPr>
              <a:t> </a:t>
            </a:r>
            <a:r>
              <a:rPr sz="1000" spc="-10" dirty="0">
                <a:solidFill>
                  <a:srgbClr val="231F20"/>
                </a:solidFill>
                <a:latin typeface="Arial"/>
                <a:cs typeface="Arial"/>
              </a:rPr>
              <a:t>This</a:t>
            </a:r>
            <a:r>
              <a:rPr sz="1000" spc="15" dirty="0">
                <a:solidFill>
                  <a:srgbClr val="231F20"/>
                </a:solidFill>
                <a:latin typeface="Arial"/>
                <a:cs typeface="Arial"/>
              </a:rPr>
              <a:t> </a:t>
            </a:r>
            <a:r>
              <a:rPr sz="1000" spc="-10" dirty="0">
                <a:solidFill>
                  <a:srgbClr val="231F20"/>
                </a:solidFill>
                <a:latin typeface="Arial"/>
                <a:cs typeface="Arial"/>
              </a:rPr>
              <a:t>hands-</a:t>
            </a: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sparked</a:t>
            </a:r>
            <a:r>
              <a:rPr sz="1000" spc="15" dirty="0">
                <a:solidFill>
                  <a:srgbClr val="231F20"/>
                </a:solidFill>
                <a:latin typeface="Arial"/>
                <a:cs typeface="Arial"/>
              </a:rPr>
              <a:t> </a:t>
            </a:r>
            <a:r>
              <a:rPr sz="1000" dirty="0">
                <a:solidFill>
                  <a:srgbClr val="231F20"/>
                </a:solidFill>
                <a:latin typeface="Arial"/>
                <a:cs typeface="Arial"/>
              </a:rPr>
              <a:t>curiosity</a:t>
            </a:r>
            <a:r>
              <a:rPr sz="1000" spc="10" dirty="0">
                <a:solidFill>
                  <a:srgbClr val="231F20"/>
                </a:solidFill>
                <a:latin typeface="Arial"/>
                <a:cs typeface="Arial"/>
              </a:rPr>
              <a:t> </a:t>
            </a:r>
            <a:r>
              <a:rPr sz="1000" spc="-20" dirty="0">
                <a:solidFill>
                  <a:srgbClr val="231F20"/>
                </a:solidFill>
                <a:latin typeface="Arial"/>
                <a:cs typeface="Arial"/>
              </a:rPr>
              <a:t>about </a:t>
            </a:r>
            <a:r>
              <a:rPr sz="1000" dirty="0">
                <a:solidFill>
                  <a:srgbClr val="231F20"/>
                </a:solidFill>
                <a:latin typeface="Arial"/>
                <a:cs typeface="Arial"/>
              </a:rPr>
              <a:t>science</a:t>
            </a:r>
            <a:r>
              <a:rPr sz="1000" spc="-5" dirty="0">
                <a:solidFill>
                  <a:srgbClr val="231F20"/>
                </a:solidFill>
                <a:latin typeface="Arial"/>
                <a:cs typeface="Arial"/>
              </a:rPr>
              <a:t> </a:t>
            </a:r>
            <a:r>
              <a:rPr sz="1000" dirty="0">
                <a:solidFill>
                  <a:srgbClr val="231F20"/>
                </a:solidFill>
                <a:latin typeface="Arial"/>
                <a:cs typeface="Arial"/>
              </a:rPr>
              <a:t>and medicine and encouraged healthy </a:t>
            </a:r>
            <a:r>
              <a:rPr sz="1000" spc="-10" dirty="0">
                <a:solidFill>
                  <a:srgbClr val="231F20"/>
                </a:solidFill>
                <a:latin typeface="Arial"/>
                <a:cs typeface="Arial"/>
              </a:rPr>
              <a:t>lifestyle habits.</a:t>
            </a:r>
            <a:endParaRPr sz="1000">
              <a:latin typeface="Arial"/>
              <a:cs typeface="Arial"/>
            </a:endParaRPr>
          </a:p>
        </p:txBody>
      </p:sp>
      <p:sp>
        <p:nvSpPr>
          <p:cNvPr id="4" name="object 4"/>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3</a:t>
            </a:r>
            <a:endParaRPr spc="-25" dirty="0"/>
          </a:p>
        </p:txBody>
      </p:sp>
      <p:sp>
        <p:nvSpPr>
          <p:cNvPr id="3" name="object 3"/>
          <p:cNvSpPr txBox="1"/>
          <p:nvPr/>
        </p:nvSpPr>
        <p:spPr>
          <a:xfrm>
            <a:off x="4016375" y="1204214"/>
            <a:ext cx="3275965" cy="7683500"/>
          </a:xfrm>
          <a:prstGeom prst="rect">
            <a:avLst/>
          </a:prstGeom>
        </p:spPr>
        <p:txBody>
          <a:bodyPr vert="horz" wrap="square" lIns="0" tIns="12700" rIns="0" bIns="0" rtlCol="0">
            <a:spAutoFit/>
          </a:bodyPr>
          <a:lstStyle/>
          <a:p>
            <a:pPr marL="12700" marR="71755">
              <a:lnSpc>
                <a:spcPct val="100000"/>
              </a:lnSpc>
              <a:spcBef>
                <a:spcPts val="100"/>
              </a:spcBef>
            </a:pPr>
            <a:r>
              <a:rPr sz="1000" dirty="0">
                <a:solidFill>
                  <a:srgbClr val="231F20"/>
                </a:solidFill>
                <a:latin typeface="Arial"/>
                <a:cs typeface="Arial"/>
              </a:rPr>
              <a:t>February</a:t>
            </a:r>
            <a:r>
              <a:rPr sz="1000" spc="-20" dirty="0">
                <a:solidFill>
                  <a:srgbClr val="231F20"/>
                </a:solidFill>
                <a:latin typeface="Arial"/>
                <a:cs typeface="Arial"/>
              </a:rPr>
              <a:t> </a:t>
            </a:r>
            <a:r>
              <a:rPr sz="1000" dirty="0">
                <a:solidFill>
                  <a:srgbClr val="231F20"/>
                </a:solidFill>
                <a:latin typeface="Arial"/>
                <a:cs typeface="Arial"/>
              </a:rPr>
              <a:t>2024</a:t>
            </a:r>
            <a:r>
              <a:rPr sz="1000" spc="-20" dirty="0">
                <a:solidFill>
                  <a:srgbClr val="231F20"/>
                </a:solidFill>
                <a:latin typeface="Arial"/>
                <a:cs typeface="Arial"/>
              </a:rPr>
              <a:t> </a:t>
            </a:r>
            <a:r>
              <a:rPr sz="1000" dirty="0">
                <a:solidFill>
                  <a:srgbClr val="231F20"/>
                </a:solidFill>
                <a:latin typeface="Arial"/>
                <a:cs typeface="Arial"/>
              </a:rPr>
              <a:t>marked</a:t>
            </a:r>
            <a:r>
              <a:rPr sz="1000" spc="-15" dirty="0">
                <a:solidFill>
                  <a:srgbClr val="231F20"/>
                </a:solidFill>
                <a:latin typeface="Arial"/>
                <a:cs typeface="Arial"/>
              </a:rPr>
              <a:t> </a:t>
            </a:r>
            <a:r>
              <a:rPr sz="1000" dirty="0">
                <a:solidFill>
                  <a:srgbClr val="231F20"/>
                </a:solidFill>
                <a:latin typeface="Arial"/>
                <a:cs typeface="Arial"/>
              </a:rPr>
              <a:t>Black</a:t>
            </a:r>
            <a:r>
              <a:rPr sz="1000" spc="-20"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Month,</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phonics-focused</a:t>
            </a:r>
            <a:r>
              <a:rPr sz="1000" spc="20" dirty="0">
                <a:solidFill>
                  <a:srgbClr val="231F20"/>
                </a:solidFill>
                <a:latin typeface="Arial"/>
                <a:cs typeface="Arial"/>
              </a:rPr>
              <a:t> </a:t>
            </a:r>
            <a:r>
              <a:rPr sz="1000" spc="-10" dirty="0">
                <a:solidFill>
                  <a:srgbClr val="231F20"/>
                </a:solidFill>
                <a:latin typeface="Arial"/>
                <a:cs typeface="Arial"/>
              </a:rPr>
              <a:t>interactive </a:t>
            </a:r>
            <a:r>
              <a:rPr sz="1000" dirty="0">
                <a:solidFill>
                  <a:srgbClr val="231F20"/>
                </a:solidFill>
                <a:latin typeface="Arial"/>
                <a:cs typeface="Arial"/>
              </a:rPr>
              <a:t>event</a:t>
            </a:r>
            <a:r>
              <a:rPr sz="1000" spc="20" dirty="0">
                <a:solidFill>
                  <a:srgbClr val="231F20"/>
                </a:solidFill>
                <a:latin typeface="Arial"/>
                <a:cs typeface="Arial"/>
              </a:rPr>
              <a:t> </a:t>
            </a:r>
            <a:r>
              <a:rPr sz="1000" dirty="0">
                <a:solidFill>
                  <a:srgbClr val="231F20"/>
                </a:solidFill>
                <a:latin typeface="Arial"/>
                <a:cs typeface="Arial"/>
              </a:rPr>
              <a:t>that</a:t>
            </a:r>
            <a:r>
              <a:rPr sz="1000" spc="20" dirty="0">
                <a:solidFill>
                  <a:srgbClr val="231F20"/>
                </a:solidFill>
                <a:latin typeface="Arial"/>
                <a:cs typeface="Arial"/>
              </a:rPr>
              <a:t> </a:t>
            </a:r>
            <a:r>
              <a:rPr sz="1000" dirty="0">
                <a:solidFill>
                  <a:srgbClr val="231F20"/>
                </a:solidFill>
                <a:latin typeface="Arial"/>
                <a:cs typeface="Arial"/>
              </a:rPr>
              <a:t>included</a:t>
            </a:r>
            <a:r>
              <a:rPr sz="1000" spc="20" dirty="0">
                <a:solidFill>
                  <a:srgbClr val="231F20"/>
                </a:solidFill>
                <a:latin typeface="Arial"/>
                <a:cs typeface="Arial"/>
              </a:rPr>
              <a:t> </a:t>
            </a:r>
            <a:r>
              <a:rPr sz="1000" dirty="0">
                <a:solidFill>
                  <a:srgbClr val="231F20"/>
                </a:solidFill>
                <a:latin typeface="Arial"/>
                <a:cs typeface="Arial"/>
              </a:rPr>
              <a:t>spelling</a:t>
            </a:r>
            <a:r>
              <a:rPr sz="1000" spc="20" dirty="0">
                <a:solidFill>
                  <a:srgbClr val="231F20"/>
                </a:solidFill>
                <a:latin typeface="Arial"/>
                <a:cs typeface="Arial"/>
              </a:rPr>
              <a:t> </a:t>
            </a:r>
            <a:r>
              <a:rPr sz="1000" spc="-10" dirty="0">
                <a:solidFill>
                  <a:srgbClr val="231F20"/>
                </a:solidFill>
                <a:latin typeface="Arial"/>
                <a:cs typeface="Arial"/>
              </a:rPr>
              <a:t>exercises</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spc="-10" dirty="0">
                <a:solidFill>
                  <a:srgbClr val="231F20"/>
                </a:solidFill>
                <a:latin typeface="Arial"/>
                <a:cs typeface="Arial"/>
              </a:rPr>
              <a:t>whipped cream,</a:t>
            </a:r>
            <a:r>
              <a:rPr sz="1000" spc="5" dirty="0">
                <a:solidFill>
                  <a:srgbClr val="231F20"/>
                </a:solidFill>
                <a:latin typeface="Arial"/>
                <a:cs typeface="Arial"/>
              </a:rPr>
              <a:t> </a:t>
            </a:r>
            <a:r>
              <a:rPr sz="1000" spc="-10" dirty="0">
                <a:solidFill>
                  <a:srgbClr val="231F20"/>
                </a:solidFill>
                <a:latin typeface="Arial"/>
                <a:cs typeface="Arial"/>
              </a:rPr>
              <a:t>movement-</a:t>
            </a:r>
            <a:r>
              <a:rPr sz="1000" dirty="0">
                <a:solidFill>
                  <a:srgbClr val="231F20"/>
                </a:solidFill>
                <a:latin typeface="Arial"/>
                <a:cs typeface="Arial"/>
              </a:rPr>
              <a:t>based</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through</a:t>
            </a:r>
            <a:r>
              <a:rPr sz="1000" spc="10" dirty="0">
                <a:solidFill>
                  <a:srgbClr val="231F20"/>
                </a:solidFill>
                <a:latin typeface="Arial"/>
                <a:cs typeface="Arial"/>
              </a:rPr>
              <a:t> </a:t>
            </a:r>
            <a:r>
              <a:rPr sz="1000" spc="-10" dirty="0">
                <a:solidFill>
                  <a:srgbClr val="231F20"/>
                </a:solidFill>
                <a:latin typeface="Arial"/>
                <a:cs typeface="Arial"/>
              </a:rPr>
              <a:t>charades,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leadership</a:t>
            </a:r>
            <a:r>
              <a:rPr sz="1000" spc="25" dirty="0">
                <a:solidFill>
                  <a:srgbClr val="231F20"/>
                </a:solidFill>
                <a:latin typeface="Arial"/>
                <a:cs typeface="Arial"/>
              </a:rPr>
              <a:t> </a:t>
            </a:r>
            <a:r>
              <a:rPr sz="1000" spc="-10" dirty="0">
                <a:solidFill>
                  <a:srgbClr val="231F20"/>
                </a:solidFill>
                <a:latin typeface="Arial"/>
                <a:cs typeface="Arial"/>
              </a:rPr>
              <a:t>exercises</a:t>
            </a:r>
            <a:r>
              <a:rPr sz="1000" spc="3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introductions</a:t>
            </a:r>
            <a:r>
              <a:rPr sz="1000" spc="30" dirty="0">
                <a:solidFill>
                  <a:srgbClr val="231F20"/>
                </a:solidFill>
                <a:latin typeface="Arial"/>
                <a:cs typeface="Arial"/>
              </a:rPr>
              <a:t> </a:t>
            </a:r>
            <a:r>
              <a:rPr sz="1000" dirty="0">
                <a:solidFill>
                  <a:srgbClr val="231F20"/>
                </a:solidFill>
                <a:latin typeface="Arial"/>
                <a:cs typeface="Arial"/>
              </a:rPr>
              <a:t>using</a:t>
            </a:r>
            <a:r>
              <a:rPr sz="1000" spc="25" dirty="0">
                <a:solidFill>
                  <a:srgbClr val="231F20"/>
                </a:solidFill>
                <a:latin typeface="Arial"/>
                <a:cs typeface="Arial"/>
              </a:rPr>
              <a:t> </a:t>
            </a:r>
            <a:r>
              <a:rPr sz="1000" spc="-10" dirty="0">
                <a:solidFill>
                  <a:srgbClr val="231F20"/>
                </a:solidFill>
                <a:latin typeface="Arial"/>
                <a:cs typeface="Arial"/>
              </a:rPr>
              <a:t>alliteration. This</a:t>
            </a:r>
            <a:r>
              <a:rPr sz="1000" spc="25" dirty="0">
                <a:solidFill>
                  <a:srgbClr val="231F20"/>
                </a:solidFill>
                <a:latin typeface="Arial"/>
                <a:cs typeface="Arial"/>
              </a:rPr>
              <a:t> </a:t>
            </a:r>
            <a:r>
              <a:rPr sz="1000" dirty="0">
                <a:solidFill>
                  <a:srgbClr val="231F20"/>
                </a:solidFill>
                <a:latin typeface="Arial"/>
                <a:cs typeface="Arial"/>
              </a:rPr>
              <a:t>engaging</a:t>
            </a:r>
            <a:r>
              <a:rPr sz="1000" spc="30" dirty="0">
                <a:solidFill>
                  <a:srgbClr val="231F20"/>
                </a:solidFill>
                <a:latin typeface="Arial"/>
                <a:cs typeface="Arial"/>
              </a:rPr>
              <a:t> </a:t>
            </a:r>
            <a:r>
              <a:rPr sz="1000" dirty="0">
                <a:solidFill>
                  <a:srgbClr val="231F20"/>
                </a:solidFill>
                <a:latin typeface="Arial"/>
                <a:cs typeface="Arial"/>
              </a:rPr>
              <a:t>event</a:t>
            </a:r>
            <a:r>
              <a:rPr sz="1000" spc="30" dirty="0">
                <a:solidFill>
                  <a:srgbClr val="231F20"/>
                </a:solidFill>
                <a:latin typeface="Arial"/>
                <a:cs typeface="Arial"/>
              </a:rPr>
              <a:t> </a:t>
            </a:r>
            <a:r>
              <a:rPr sz="1000" dirty="0">
                <a:solidFill>
                  <a:srgbClr val="231F20"/>
                </a:solidFill>
                <a:latin typeface="Arial"/>
                <a:cs typeface="Arial"/>
              </a:rPr>
              <a:t>helped</a:t>
            </a:r>
            <a:r>
              <a:rPr sz="1000" spc="30" dirty="0">
                <a:solidFill>
                  <a:srgbClr val="231F20"/>
                </a:solidFill>
                <a:latin typeface="Arial"/>
                <a:cs typeface="Arial"/>
              </a:rPr>
              <a:t> </a:t>
            </a:r>
            <a:r>
              <a:rPr sz="1000" dirty="0">
                <a:solidFill>
                  <a:srgbClr val="231F20"/>
                </a:solidFill>
                <a:latin typeface="Arial"/>
                <a:cs typeface="Arial"/>
              </a:rPr>
              <a:t>strengthen</a:t>
            </a:r>
            <a:r>
              <a:rPr sz="1000" spc="30" dirty="0">
                <a:solidFill>
                  <a:srgbClr val="231F20"/>
                </a:solidFill>
                <a:latin typeface="Arial"/>
                <a:cs typeface="Arial"/>
              </a:rPr>
              <a:t> </a:t>
            </a:r>
            <a:r>
              <a:rPr sz="1000" dirty="0">
                <a:solidFill>
                  <a:srgbClr val="231F20"/>
                </a:solidFill>
                <a:latin typeface="Arial"/>
                <a:cs typeface="Arial"/>
              </a:rPr>
              <a:t>literacy</a:t>
            </a:r>
            <a:r>
              <a:rPr sz="1000" spc="3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leadership</a:t>
            </a:r>
            <a:r>
              <a:rPr sz="1000" spc="20"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23495">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spc="-10" dirty="0">
                <a:solidFill>
                  <a:srgbClr val="231F20"/>
                </a:solidFill>
                <a:latin typeface="Arial"/>
                <a:cs typeface="Arial"/>
              </a:rPr>
              <a:t>March</a:t>
            </a:r>
            <a:r>
              <a:rPr sz="1000" spc="5" dirty="0">
                <a:solidFill>
                  <a:srgbClr val="231F20"/>
                </a:solidFill>
                <a:latin typeface="Arial"/>
                <a:cs typeface="Arial"/>
              </a:rPr>
              <a:t> </a:t>
            </a:r>
            <a:r>
              <a:rPr sz="1000" dirty="0">
                <a:solidFill>
                  <a:srgbClr val="231F20"/>
                </a:solidFill>
                <a:latin typeface="Arial"/>
                <a:cs typeface="Arial"/>
              </a:rPr>
              <a:t>3,</a:t>
            </a:r>
            <a:r>
              <a:rPr sz="1000" spc="5"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learned</a:t>
            </a:r>
            <a:r>
              <a:rPr sz="1000" spc="5" dirty="0">
                <a:solidFill>
                  <a:srgbClr val="231F20"/>
                </a:solidFill>
                <a:latin typeface="Arial"/>
                <a:cs typeface="Arial"/>
              </a:rPr>
              <a:t> </a:t>
            </a:r>
            <a:r>
              <a:rPr sz="1000" dirty="0">
                <a:solidFill>
                  <a:srgbClr val="231F20"/>
                </a:solidFill>
                <a:latin typeface="Arial"/>
                <a:cs typeface="Arial"/>
              </a:rPr>
              <a:t>about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jump</a:t>
            </a:r>
            <a:r>
              <a:rPr sz="1000" spc="5" dirty="0">
                <a:solidFill>
                  <a:srgbClr val="231F20"/>
                </a:solidFill>
                <a:latin typeface="Arial"/>
                <a:cs typeface="Arial"/>
              </a:rPr>
              <a:t> </a:t>
            </a:r>
            <a:r>
              <a:rPr sz="1000" dirty="0">
                <a:solidFill>
                  <a:srgbClr val="231F20"/>
                </a:solidFill>
                <a:latin typeface="Arial"/>
                <a:cs typeface="Arial"/>
              </a:rPr>
              <a:t>roping</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its</a:t>
            </a:r>
            <a:r>
              <a:rPr sz="1000" spc="5" dirty="0">
                <a:solidFill>
                  <a:srgbClr val="231F20"/>
                </a:solidFill>
                <a:latin typeface="Arial"/>
                <a:cs typeface="Arial"/>
              </a:rPr>
              <a:t>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significance</a:t>
            </a:r>
            <a:r>
              <a:rPr sz="1000" spc="10" dirty="0">
                <a:solidFill>
                  <a:srgbClr val="231F20"/>
                </a:solidFill>
                <a:latin typeface="Arial"/>
                <a:cs typeface="Arial"/>
              </a:rPr>
              <a:t> </a:t>
            </a:r>
            <a:r>
              <a:rPr sz="1000" dirty="0">
                <a:solidFill>
                  <a:srgbClr val="231F20"/>
                </a:solidFill>
                <a:latin typeface="Arial"/>
                <a:cs typeface="Arial"/>
              </a:rPr>
              <a:t>within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5" dirty="0">
                <a:solidFill>
                  <a:srgbClr val="231F20"/>
                </a:solidFill>
                <a:latin typeface="Arial"/>
                <a:cs typeface="Arial"/>
              </a:rPr>
              <a:t> </a:t>
            </a:r>
            <a:r>
              <a:rPr sz="1000" spc="-10" dirty="0">
                <a:solidFill>
                  <a:srgbClr val="231F20"/>
                </a:solidFill>
                <a:latin typeface="Arial"/>
                <a:cs typeface="Arial"/>
              </a:rPr>
              <a:t>community.</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also</a:t>
            </a:r>
            <a:r>
              <a:rPr sz="1000" spc="-5"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live</a:t>
            </a:r>
            <a:r>
              <a:rPr sz="1000" spc="15" dirty="0">
                <a:solidFill>
                  <a:srgbClr val="231F20"/>
                </a:solidFill>
                <a:latin typeface="Arial"/>
                <a:cs typeface="Arial"/>
              </a:rPr>
              <a:t> </a:t>
            </a:r>
            <a:r>
              <a:rPr sz="1000" dirty="0">
                <a:solidFill>
                  <a:srgbClr val="231F20"/>
                </a:solidFill>
                <a:latin typeface="Arial"/>
                <a:cs typeface="Arial"/>
              </a:rPr>
              <a:t>jump</a:t>
            </a:r>
            <a:r>
              <a:rPr sz="1000" spc="20" dirty="0">
                <a:solidFill>
                  <a:srgbClr val="231F20"/>
                </a:solidFill>
                <a:latin typeface="Arial"/>
                <a:cs typeface="Arial"/>
              </a:rPr>
              <a:t> </a:t>
            </a:r>
            <a:r>
              <a:rPr sz="1000" dirty="0">
                <a:solidFill>
                  <a:srgbClr val="231F20"/>
                </a:solidFill>
                <a:latin typeface="Arial"/>
                <a:cs typeface="Arial"/>
              </a:rPr>
              <a:t>rope</a:t>
            </a:r>
            <a:r>
              <a:rPr sz="1000" spc="20" dirty="0">
                <a:solidFill>
                  <a:srgbClr val="231F20"/>
                </a:solidFill>
                <a:latin typeface="Arial"/>
                <a:cs typeface="Arial"/>
              </a:rPr>
              <a:t> </a:t>
            </a:r>
            <a:r>
              <a:rPr sz="1000" dirty="0">
                <a:solidFill>
                  <a:srgbClr val="231F20"/>
                </a:solidFill>
                <a:latin typeface="Arial"/>
                <a:cs typeface="Arial"/>
              </a:rPr>
              <a:t>demonstration</a:t>
            </a:r>
            <a:r>
              <a:rPr sz="1000" spc="15"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competitive</a:t>
            </a:r>
            <a:r>
              <a:rPr sz="1000" spc="15" dirty="0">
                <a:solidFill>
                  <a:srgbClr val="231F20"/>
                </a:solidFill>
                <a:latin typeface="Arial"/>
                <a:cs typeface="Arial"/>
              </a:rPr>
              <a:t> </a:t>
            </a:r>
            <a:r>
              <a:rPr sz="1000" spc="-20" dirty="0">
                <a:solidFill>
                  <a:srgbClr val="231F20"/>
                </a:solidFill>
                <a:latin typeface="Arial"/>
                <a:cs typeface="Arial"/>
              </a:rPr>
              <a:t>team, </a:t>
            </a:r>
            <a:r>
              <a:rPr sz="1000" dirty="0">
                <a:solidFill>
                  <a:srgbClr val="231F20"/>
                </a:solidFill>
                <a:latin typeface="Arial"/>
                <a:cs typeface="Arial"/>
              </a:rPr>
              <a:t>blending</a:t>
            </a:r>
            <a:r>
              <a:rPr sz="1000" spc="30" dirty="0">
                <a:solidFill>
                  <a:srgbClr val="231F20"/>
                </a:solidFill>
                <a:latin typeface="Arial"/>
                <a:cs typeface="Arial"/>
              </a:rPr>
              <a:t> </a:t>
            </a:r>
            <a:r>
              <a:rPr sz="1000" dirty="0">
                <a:solidFill>
                  <a:srgbClr val="231F20"/>
                </a:solidFill>
                <a:latin typeface="Arial"/>
                <a:cs typeface="Arial"/>
              </a:rPr>
              <a:t>physical</a:t>
            </a:r>
            <a:r>
              <a:rPr sz="1000" spc="30" dirty="0">
                <a:solidFill>
                  <a:srgbClr val="231F20"/>
                </a:solidFill>
                <a:latin typeface="Arial"/>
                <a:cs typeface="Arial"/>
              </a:rPr>
              <a:t> </a:t>
            </a:r>
            <a:r>
              <a:rPr sz="1000" dirty="0">
                <a:solidFill>
                  <a:srgbClr val="231F20"/>
                </a:solidFill>
                <a:latin typeface="Arial"/>
                <a:cs typeface="Arial"/>
              </a:rPr>
              <a:t>activity</a:t>
            </a:r>
            <a:r>
              <a:rPr sz="1000" spc="35"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cultural</a:t>
            </a:r>
            <a:r>
              <a:rPr sz="1000" spc="35" dirty="0">
                <a:solidFill>
                  <a:srgbClr val="231F20"/>
                </a:solidFill>
                <a:latin typeface="Arial"/>
                <a:cs typeface="Arial"/>
              </a:rPr>
              <a:t> </a:t>
            </a:r>
            <a:r>
              <a:rPr sz="1000" spc="-10" dirty="0">
                <a:solidFill>
                  <a:srgbClr val="231F20"/>
                </a:solidFill>
                <a:latin typeface="Arial"/>
                <a:cs typeface="Arial"/>
              </a:rPr>
              <a:t>education.</a:t>
            </a:r>
            <a:endParaRPr sz="1000">
              <a:latin typeface="Arial"/>
              <a:cs typeface="Arial"/>
            </a:endParaRPr>
          </a:p>
          <a:p>
            <a:pPr marL="12700" marR="5080">
              <a:lnSpc>
                <a:spcPct val="100000"/>
              </a:lnSpc>
              <a:spcBef>
                <a:spcPts val="900"/>
              </a:spcBef>
            </a:pPr>
            <a:r>
              <a:rPr sz="1000" spc="-20" dirty="0">
                <a:solidFill>
                  <a:srgbClr val="231F20"/>
                </a:solidFill>
                <a:latin typeface="Arial"/>
                <a:cs typeface="Arial"/>
              </a:rPr>
              <a:t>Finally,</a:t>
            </a:r>
            <a:r>
              <a:rPr sz="1000" dirty="0">
                <a:solidFill>
                  <a:srgbClr val="231F20"/>
                </a:solidFill>
                <a:latin typeface="Arial"/>
                <a:cs typeface="Arial"/>
              </a:rPr>
              <a:t> on</a:t>
            </a:r>
            <a:r>
              <a:rPr sz="1000" spc="5" dirty="0">
                <a:solidFill>
                  <a:srgbClr val="231F20"/>
                </a:solidFill>
                <a:latin typeface="Arial"/>
                <a:cs typeface="Arial"/>
              </a:rPr>
              <a:t> </a:t>
            </a:r>
            <a:r>
              <a:rPr sz="1000" dirty="0">
                <a:solidFill>
                  <a:srgbClr val="231F20"/>
                </a:solidFill>
                <a:latin typeface="Arial"/>
                <a:cs typeface="Arial"/>
              </a:rPr>
              <a:t>April 20,</a:t>
            </a:r>
            <a:r>
              <a:rPr sz="1000" spc="5"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Group 2</a:t>
            </a:r>
            <a:r>
              <a:rPr sz="1000" spc="5"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attended </a:t>
            </a:r>
            <a:r>
              <a:rPr sz="1000" spc="-25" dirty="0">
                <a:solidFill>
                  <a:srgbClr val="231F20"/>
                </a:solidFill>
                <a:latin typeface="Arial"/>
                <a:cs typeface="Arial"/>
              </a:rPr>
              <a:t>The </a:t>
            </a:r>
            <a:r>
              <a:rPr sz="1000" dirty="0">
                <a:solidFill>
                  <a:srgbClr val="231F20"/>
                </a:solidFill>
                <a:latin typeface="Arial"/>
                <a:cs typeface="Arial"/>
              </a:rPr>
              <a:t>Joys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Business</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spc="-10" dirty="0">
                <a:solidFill>
                  <a:srgbClr val="231F20"/>
                </a:solidFill>
                <a:latin typeface="Arial"/>
                <a:cs typeface="Arial"/>
              </a:rPr>
              <a:t>Soccer</a:t>
            </a:r>
            <a:r>
              <a:rPr sz="1000" spc="-20" dirty="0">
                <a:solidFill>
                  <a:srgbClr val="231F20"/>
                </a:solidFill>
                <a:latin typeface="Arial"/>
                <a:cs typeface="Arial"/>
              </a:rPr>
              <a:t> </a:t>
            </a:r>
            <a:r>
              <a:rPr sz="1000" dirty="0">
                <a:solidFill>
                  <a:srgbClr val="231F20"/>
                </a:solidFill>
                <a:latin typeface="Arial"/>
                <a:cs typeface="Arial"/>
              </a:rPr>
              <a:t>at</a:t>
            </a:r>
            <a:r>
              <a:rPr sz="1000" spc="-25" dirty="0">
                <a:solidFill>
                  <a:srgbClr val="231F20"/>
                </a:solidFill>
                <a:latin typeface="Arial"/>
                <a:cs typeface="Arial"/>
              </a:rPr>
              <a:t> </a:t>
            </a:r>
            <a:r>
              <a:rPr sz="1000" dirty="0">
                <a:solidFill>
                  <a:srgbClr val="231F20"/>
                </a:solidFill>
                <a:latin typeface="Arial"/>
                <a:cs typeface="Arial"/>
              </a:rPr>
              <a:t>Audi</a:t>
            </a:r>
            <a:r>
              <a:rPr sz="1000" spc="-25" dirty="0">
                <a:solidFill>
                  <a:srgbClr val="231F20"/>
                </a:solidFill>
                <a:latin typeface="Arial"/>
                <a:cs typeface="Arial"/>
              </a:rPr>
              <a:t> </a:t>
            </a:r>
            <a:r>
              <a:rPr sz="1000" spc="-10" dirty="0">
                <a:solidFill>
                  <a:srgbClr val="231F20"/>
                </a:solidFill>
                <a:latin typeface="Arial"/>
                <a:cs typeface="Arial"/>
              </a:rPr>
              <a:t>Field.</a:t>
            </a:r>
            <a:r>
              <a:rPr sz="1000" spc="-2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t>
            </a:r>
            <a:r>
              <a:rPr sz="1000" spc="-10" dirty="0">
                <a:solidFill>
                  <a:srgbClr val="231F20"/>
                </a:solidFill>
                <a:latin typeface="Arial"/>
                <a:cs typeface="Arial"/>
              </a:rPr>
              <a:t>enjoyed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Washington </a:t>
            </a:r>
            <a:r>
              <a:rPr sz="1000" dirty="0">
                <a:solidFill>
                  <a:srgbClr val="231F20"/>
                </a:solidFill>
                <a:latin typeface="Arial"/>
                <a:cs typeface="Arial"/>
              </a:rPr>
              <a:t>Spirit</a:t>
            </a:r>
            <a:r>
              <a:rPr sz="1000" spc="-10" dirty="0">
                <a:solidFill>
                  <a:srgbClr val="231F20"/>
                </a:solidFill>
                <a:latin typeface="Arial"/>
                <a:cs typeface="Arial"/>
              </a:rPr>
              <a:t> </a:t>
            </a:r>
            <a:r>
              <a:rPr sz="1000" spc="-20" dirty="0">
                <a:solidFill>
                  <a:srgbClr val="231F20"/>
                </a:solidFill>
                <a:latin typeface="Arial"/>
                <a:cs typeface="Arial"/>
              </a:rPr>
              <a:t>vs.</a:t>
            </a:r>
            <a:r>
              <a:rPr sz="1000" spc="-10" dirty="0">
                <a:solidFill>
                  <a:srgbClr val="231F20"/>
                </a:solidFill>
                <a:latin typeface="Arial"/>
                <a:cs typeface="Arial"/>
              </a:rPr>
              <a:t> </a:t>
            </a:r>
            <a:r>
              <a:rPr sz="1000" spc="-20" dirty="0">
                <a:solidFill>
                  <a:srgbClr val="231F20"/>
                </a:solidFill>
                <a:latin typeface="Arial"/>
                <a:cs typeface="Arial"/>
              </a:rPr>
              <a:t>NY/NJ</a:t>
            </a:r>
            <a:r>
              <a:rPr sz="1000" spc="-10" dirty="0">
                <a:solidFill>
                  <a:srgbClr val="231F20"/>
                </a:solidFill>
                <a:latin typeface="Arial"/>
                <a:cs typeface="Arial"/>
              </a:rPr>
              <a:t> Gotham women’s soccer </a:t>
            </a:r>
            <a:r>
              <a:rPr sz="1000" dirty="0">
                <a:solidFill>
                  <a:srgbClr val="231F20"/>
                </a:solidFill>
                <a:latin typeface="Arial"/>
                <a:cs typeface="Arial"/>
              </a:rPr>
              <a:t>game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met</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35" dirty="0">
                <a:solidFill>
                  <a:srgbClr val="231F20"/>
                </a:solidFill>
                <a:latin typeface="Arial"/>
                <a:cs typeface="Arial"/>
              </a:rPr>
              <a:t>RaShauna</a:t>
            </a:r>
            <a:r>
              <a:rPr sz="1000" spc="-20" dirty="0">
                <a:solidFill>
                  <a:srgbClr val="231F20"/>
                </a:solidFill>
                <a:latin typeface="Arial"/>
                <a:cs typeface="Arial"/>
              </a:rPr>
              <a:t> </a:t>
            </a:r>
            <a:r>
              <a:rPr sz="1000" dirty="0">
                <a:solidFill>
                  <a:srgbClr val="231F20"/>
                </a:solidFill>
                <a:latin typeface="Arial"/>
                <a:cs typeface="Arial"/>
              </a:rPr>
              <a:t>Hamilton,</a:t>
            </a:r>
            <a:r>
              <a:rPr sz="1000" spc="-15" dirty="0">
                <a:solidFill>
                  <a:srgbClr val="231F20"/>
                </a:solidFill>
                <a:latin typeface="Arial"/>
                <a:cs typeface="Arial"/>
              </a:rPr>
              <a:t> </a:t>
            </a:r>
            <a:r>
              <a:rPr sz="1000" spc="-30" dirty="0">
                <a:solidFill>
                  <a:srgbClr val="231F20"/>
                </a:solidFill>
                <a:latin typeface="Arial"/>
                <a:cs typeface="Arial"/>
              </a:rPr>
              <a:t>VP</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spc="-10" dirty="0">
                <a:solidFill>
                  <a:srgbClr val="231F20"/>
                </a:solidFill>
                <a:latin typeface="Arial"/>
                <a:cs typeface="Arial"/>
              </a:rPr>
              <a:t>Community </a:t>
            </a:r>
            <a:r>
              <a:rPr sz="1000" dirty="0">
                <a:solidFill>
                  <a:srgbClr val="231F20"/>
                </a:solidFill>
                <a:latin typeface="Arial"/>
                <a:cs typeface="Arial"/>
              </a:rPr>
              <a:t>Development, to learn about the business side of</a:t>
            </a:r>
            <a:r>
              <a:rPr sz="1000" spc="5" dirty="0">
                <a:solidFill>
                  <a:srgbClr val="231F20"/>
                </a:solidFill>
                <a:latin typeface="Arial"/>
                <a:cs typeface="Arial"/>
              </a:rPr>
              <a:t> </a:t>
            </a:r>
            <a:r>
              <a:rPr sz="1000" spc="-10" dirty="0">
                <a:solidFill>
                  <a:srgbClr val="231F20"/>
                </a:solidFill>
                <a:latin typeface="Arial"/>
                <a:cs typeface="Arial"/>
              </a:rPr>
              <a:t>sports.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concluded</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10" dirty="0">
                <a:solidFill>
                  <a:srgbClr val="231F20"/>
                </a:solidFill>
                <a:latin typeface="Arial"/>
                <a:cs typeface="Arial"/>
              </a:rPr>
              <a:t>meet-</a:t>
            </a:r>
            <a:r>
              <a:rPr sz="1000" dirty="0">
                <a:solidFill>
                  <a:srgbClr val="231F20"/>
                </a:solidFill>
                <a:latin typeface="Arial"/>
                <a:cs typeface="Arial"/>
              </a:rPr>
              <a:t>and-greet</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5" dirty="0">
                <a:solidFill>
                  <a:srgbClr val="231F20"/>
                </a:solidFill>
                <a:latin typeface="Arial"/>
                <a:cs typeface="Arial"/>
              </a:rPr>
              <a:t>the</a:t>
            </a:r>
            <a:r>
              <a:rPr sz="1000" spc="500" dirty="0">
                <a:solidFill>
                  <a:srgbClr val="231F20"/>
                </a:solidFill>
                <a:latin typeface="Arial"/>
                <a:cs typeface="Arial"/>
              </a:rPr>
              <a:t> </a:t>
            </a:r>
            <a:r>
              <a:rPr sz="1000" spc="-10" dirty="0">
                <a:solidFill>
                  <a:srgbClr val="231F20"/>
                </a:solidFill>
                <a:latin typeface="Arial"/>
                <a:cs typeface="Arial"/>
              </a:rPr>
              <a:t>players,</a:t>
            </a:r>
            <a:r>
              <a:rPr sz="1000" dirty="0">
                <a:solidFill>
                  <a:srgbClr val="231F20"/>
                </a:solidFill>
                <a:latin typeface="Arial"/>
                <a:cs typeface="Arial"/>
              </a:rPr>
              <a:t> autograph </a:t>
            </a:r>
            <a:r>
              <a:rPr sz="1000" spc="-10" dirty="0">
                <a:solidFill>
                  <a:srgbClr val="231F20"/>
                </a:solidFill>
                <a:latin typeface="Arial"/>
                <a:cs typeface="Arial"/>
              </a:rPr>
              <a:t>sessions,</a:t>
            </a:r>
            <a:r>
              <a:rPr sz="1000" dirty="0">
                <a:solidFill>
                  <a:srgbClr val="231F20"/>
                </a:solidFill>
                <a:latin typeface="Arial"/>
                <a:cs typeface="Arial"/>
              </a:rPr>
              <a:t> and fun activities like </a:t>
            </a:r>
            <a:r>
              <a:rPr sz="1000" spc="-20" dirty="0">
                <a:solidFill>
                  <a:srgbClr val="231F20"/>
                </a:solidFill>
                <a:latin typeface="Arial"/>
                <a:cs typeface="Arial"/>
              </a:rPr>
              <a:t>face </a:t>
            </a:r>
            <a:r>
              <a:rPr sz="1000" dirty="0">
                <a:solidFill>
                  <a:srgbClr val="231F20"/>
                </a:solidFill>
                <a:latin typeface="Arial"/>
                <a:cs typeface="Arial"/>
              </a:rPr>
              <a:t>painting,</a:t>
            </a:r>
            <a:r>
              <a:rPr sz="1000" spc="20" dirty="0">
                <a:solidFill>
                  <a:srgbClr val="231F20"/>
                </a:solidFill>
                <a:latin typeface="Arial"/>
                <a:cs typeface="Arial"/>
              </a:rPr>
              <a:t> </a:t>
            </a:r>
            <a:r>
              <a:rPr sz="1000" dirty="0">
                <a:solidFill>
                  <a:srgbClr val="231F20"/>
                </a:solidFill>
                <a:latin typeface="Arial"/>
                <a:cs typeface="Arial"/>
              </a:rPr>
              <a:t>offering</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well-rounded</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exciting</a:t>
            </a:r>
            <a:r>
              <a:rPr sz="1000" spc="20"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121285">
              <a:lnSpc>
                <a:spcPct val="100000"/>
              </a:lnSpc>
              <a:spcBef>
                <a:spcPts val="900"/>
              </a:spcBef>
            </a:pP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2’s</a:t>
            </a:r>
            <a:r>
              <a:rPr sz="1000" spc="-10" dirty="0">
                <a:solidFill>
                  <a:srgbClr val="231F20"/>
                </a:solidFill>
                <a:latin typeface="Arial"/>
                <a:cs typeface="Arial"/>
              </a:rPr>
              <a:t> </a:t>
            </a:r>
            <a:r>
              <a:rPr sz="1000" dirty="0">
                <a:solidFill>
                  <a:srgbClr val="231F20"/>
                </a:solidFill>
                <a:latin typeface="Arial"/>
                <a:cs typeface="Arial"/>
              </a:rPr>
              <a:t>activities</a:t>
            </a:r>
            <a:r>
              <a:rPr sz="1000" spc="-10" dirty="0">
                <a:solidFill>
                  <a:srgbClr val="231F20"/>
                </a:solidFill>
                <a:latin typeface="Arial"/>
                <a:cs typeface="Arial"/>
              </a:rPr>
              <a:t> </a:t>
            </a:r>
            <a:r>
              <a:rPr sz="1000" dirty="0">
                <a:solidFill>
                  <a:srgbClr val="231F20"/>
                </a:solidFill>
                <a:latin typeface="Arial"/>
                <a:cs typeface="Arial"/>
              </a:rPr>
              <a:t>over</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provided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rich</a:t>
            </a:r>
            <a:r>
              <a:rPr sz="1000" spc="-10" dirty="0">
                <a:solidFill>
                  <a:srgbClr val="231F20"/>
                </a:solidFill>
                <a:latin typeface="Arial"/>
                <a:cs typeface="Arial"/>
              </a:rPr>
              <a:t> </a:t>
            </a:r>
            <a:r>
              <a:rPr sz="1000" dirty="0">
                <a:solidFill>
                  <a:srgbClr val="231F20"/>
                </a:solidFill>
                <a:latin typeface="Arial"/>
                <a:cs typeface="Arial"/>
              </a:rPr>
              <a:t>mix</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cultural</a:t>
            </a:r>
            <a:r>
              <a:rPr sz="1000" spc="-15" dirty="0">
                <a:solidFill>
                  <a:srgbClr val="231F20"/>
                </a:solidFill>
                <a:latin typeface="Arial"/>
                <a:cs typeface="Arial"/>
              </a:rPr>
              <a:t> </a:t>
            </a:r>
            <a:r>
              <a:rPr sz="1000" dirty="0">
                <a:solidFill>
                  <a:srgbClr val="231F20"/>
                </a:solidFill>
                <a:latin typeface="Arial"/>
                <a:cs typeface="Arial"/>
              </a:rPr>
              <a:t>appreciation,</a:t>
            </a:r>
            <a:r>
              <a:rPr sz="1000" spc="-15" dirty="0">
                <a:solidFill>
                  <a:srgbClr val="231F20"/>
                </a:solidFill>
                <a:latin typeface="Arial"/>
                <a:cs typeface="Arial"/>
              </a:rPr>
              <a:t> </a:t>
            </a:r>
            <a:r>
              <a:rPr sz="1000" dirty="0">
                <a:solidFill>
                  <a:srgbClr val="231F20"/>
                </a:solidFill>
                <a:latin typeface="Arial"/>
                <a:cs typeface="Arial"/>
              </a:rPr>
              <a:t>physical</a:t>
            </a:r>
            <a:r>
              <a:rPr sz="1000" spc="-15" dirty="0">
                <a:solidFill>
                  <a:srgbClr val="231F20"/>
                </a:solidFill>
                <a:latin typeface="Arial"/>
                <a:cs typeface="Arial"/>
              </a:rPr>
              <a:t> </a:t>
            </a:r>
            <a:r>
              <a:rPr sz="1000" dirty="0">
                <a:solidFill>
                  <a:srgbClr val="231F20"/>
                </a:solidFill>
                <a:latin typeface="Arial"/>
                <a:cs typeface="Arial"/>
              </a:rPr>
              <a:t>activity,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fun, </a:t>
            </a:r>
            <a:r>
              <a:rPr sz="1000" dirty="0">
                <a:solidFill>
                  <a:srgbClr val="231F20"/>
                </a:solidFill>
                <a:latin typeface="Arial"/>
                <a:cs typeface="Arial"/>
              </a:rPr>
              <a:t>nurturing</a:t>
            </a:r>
            <a:r>
              <a:rPr sz="1000" spc="55" dirty="0">
                <a:solidFill>
                  <a:srgbClr val="231F20"/>
                </a:solidFill>
                <a:latin typeface="Arial"/>
                <a:cs typeface="Arial"/>
              </a:rPr>
              <a:t> </a:t>
            </a:r>
            <a:r>
              <a:rPr sz="1000" dirty="0">
                <a:solidFill>
                  <a:srgbClr val="231F20"/>
                </a:solidFill>
                <a:latin typeface="Arial"/>
                <a:cs typeface="Arial"/>
              </a:rPr>
              <a:t>well-rounded</a:t>
            </a:r>
            <a:r>
              <a:rPr sz="1000" spc="55" dirty="0">
                <a:solidFill>
                  <a:srgbClr val="231F20"/>
                </a:solidFill>
                <a:latin typeface="Arial"/>
                <a:cs typeface="Arial"/>
              </a:rPr>
              <a:t> </a:t>
            </a:r>
            <a:r>
              <a:rPr sz="1000" dirty="0">
                <a:solidFill>
                  <a:srgbClr val="231F20"/>
                </a:solidFill>
                <a:latin typeface="Arial"/>
                <a:cs typeface="Arial"/>
              </a:rPr>
              <a:t>growth</a:t>
            </a:r>
            <a:r>
              <a:rPr sz="1000" spc="50" dirty="0">
                <a:solidFill>
                  <a:srgbClr val="231F20"/>
                </a:solidFill>
                <a:latin typeface="Arial"/>
                <a:cs typeface="Arial"/>
              </a:rPr>
              <a:t> </a:t>
            </a:r>
            <a:r>
              <a:rPr sz="1000" dirty="0">
                <a:solidFill>
                  <a:srgbClr val="231F20"/>
                </a:solidFill>
                <a:latin typeface="Arial"/>
                <a:cs typeface="Arial"/>
              </a:rPr>
              <a:t>for</a:t>
            </a:r>
            <a:r>
              <a:rPr sz="1000" spc="55" dirty="0">
                <a:solidFill>
                  <a:srgbClr val="231F20"/>
                </a:solidFill>
                <a:latin typeface="Arial"/>
                <a:cs typeface="Arial"/>
              </a:rPr>
              <a:t> </a:t>
            </a:r>
            <a:r>
              <a:rPr sz="1000" dirty="0">
                <a:solidFill>
                  <a:srgbClr val="231F20"/>
                </a:solidFill>
                <a:latin typeface="Arial"/>
                <a:cs typeface="Arial"/>
              </a:rPr>
              <a:t>the</a:t>
            </a:r>
            <a:r>
              <a:rPr sz="1000" spc="55" dirty="0">
                <a:solidFill>
                  <a:srgbClr val="231F20"/>
                </a:solidFill>
                <a:latin typeface="Arial"/>
                <a:cs typeface="Arial"/>
              </a:rPr>
              <a:t> </a:t>
            </a:r>
            <a:r>
              <a:rPr sz="1000" spc="-10" dirty="0">
                <a:solidFill>
                  <a:srgbClr val="231F20"/>
                </a:solidFill>
                <a:latin typeface="Arial"/>
                <a:cs typeface="Arial"/>
              </a:rPr>
              <a:t>children.</a:t>
            </a:r>
            <a:endParaRPr sz="1000">
              <a:latin typeface="Arial"/>
              <a:cs typeface="Arial"/>
            </a:endParaRPr>
          </a:p>
          <a:p>
            <a:pPr marL="12700" marR="44450">
              <a:lnSpc>
                <a:spcPct val="100000"/>
              </a:lnSpc>
              <a:spcBef>
                <a:spcPts val="900"/>
              </a:spcBef>
            </a:pPr>
            <a:r>
              <a:rPr sz="1000" dirty="0">
                <a:solidFill>
                  <a:srgbClr val="231F20"/>
                </a:solidFill>
                <a:latin typeface="Arial"/>
                <a:cs typeface="Arial"/>
              </a:rPr>
              <a:t>Throughout</a:t>
            </a:r>
            <a:r>
              <a:rPr sz="1000" spc="25"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2023-2024</a:t>
            </a:r>
            <a:r>
              <a:rPr sz="1000" spc="30" dirty="0">
                <a:solidFill>
                  <a:srgbClr val="231F20"/>
                </a:solidFill>
                <a:latin typeface="Arial"/>
                <a:cs typeface="Arial"/>
              </a:rPr>
              <a:t> </a:t>
            </a:r>
            <a:r>
              <a:rPr sz="1000" dirty="0">
                <a:solidFill>
                  <a:srgbClr val="231F20"/>
                </a:solidFill>
                <a:latin typeface="Arial"/>
                <a:cs typeface="Arial"/>
              </a:rPr>
              <a:t>programming</a:t>
            </a:r>
            <a:r>
              <a:rPr sz="1000" spc="30" dirty="0">
                <a:solidFill>
                  <a:srgbClr val="231F20"/>
                </a:solidFill>
                <a:latin typeface="Arial"/>
                <a:cs typeface="Arial"/>
              </a:rPr>
              <a:t> </a:t>
            </a:r>
            <a:r>
              <a:rPr sz="1000" spc="-25" dirty="0">
                <a:solidFill>
                  <a:srgbClr val="231F20"/>
                </a:solidFill>
                <a:latin typeface="Arial"/>
                <a:cs typeface="Arial"/>
              </a:rPr>
              <a:t>year,</a:t>
            </a:r>
            <a:r>
              <a:rPr sz="1000" spc="25" dirty="0">
                <a:solidFill>
                  <a:srgbClr val="231F20"/>
                </a:solidFill>
                <a:latin typeface="Arial"/>
                <a:cs typeface="Arial"/>
              </a:rPr>
              <a:t> </a:t>
            </a:r>
            <a:r>
              <a:rPr sz="1000" spc="-25" dirty="0">
                <a:solidFill>
                  <a:srgbClr val="231F20"/>
                </a:solidFill>
                <a:latin typeface="Arial"/>
                <a:cs typeface="Arial"/>
              </a:rPr>
              <a:t>the </a:t>
            </a:r>
            <a:r>
              <a:rPr sz="1000" spc="-30" dirty="0">
                <a:solidFill>
                  <a:srgbClr val="231F20"/>
                </a:solidFill>
                <a:latin typeface="Arial"/>
                <a:cs typeface="Arial"/>
              </a:rPr>
              <a:t>JJMCMC</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3</a:t>
            </a:r>
            <a:r>
              <a:rPr sz="1000" spc="-15"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(2nd</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3rd</a:t>
            </a:r>
            <a:r>
              <a:rPr sz="1000" spc="-15" dirty="0">
                <a:solidFill>
                  <a:srgbClr val="231F20"/>
                </a:solidFill>
                <a:latin typeface="Arial"/>
                <a:cs typeface="Arial"/>
              </a:rPr>
              <a:t> </a:t>
            </a:r>
            <a:r>
              <a:rPr sz="1000" spc="-10" dirty="0">
                <a:solidFill>
                  <a:srgbClr val="231F20"/>
                </a:solidFill>
                <a:latin typeface="Arial"/>
                <a:cs typeface="Arial"/>
              </a:rPr>
              <a:t>graders) </a:t>
            </a:r>
            <a:r>
              <a:rPr sz="1000" dirty="0">
                <a:solidFill>
                  <a:srgbClr val="231F20"/>
                </a:solidFill>
                <a:latin typeface="Arial"/>
                <a:cs typeface="Arial"/>
              </a:rPr>
              <a:t>participated in an</a:t>
            </a:r>
            <a:r>
              <a:rPr sz="1000" spc="5" dirty="0">
                <a:solidFill>
                  <a:srgbClr val="231F20"/>
                </a:solidFill>
                <a:latin typeface="Arial"/>
                <a:cs typeface="Arial"/>
              </a:rPr>
              <a:t> </a:t>
            </a:r>
            <a:r>
              <a:rPr sz="1000" spc="-10" dirty="0">
                <a:solidFill>
                  <a:srgbClr val="231F20"/>
                </a:solidFill>
                <a:latin typeface="Arial"/>
                <a:cs typeface="Arial"/>
              </a:rPr>
              <a:t>array</a:t>
            </a:r>
            <a:r>
              <a:rPr sz="1000" dirty="0">
                <a:solidFill>
                  <a:srgbClr val="231F20"/>
                </a:solidFill>
                <a:latin typeface="Arial"/>
                <a:cs typeface="Arial"/>
              </a:rPr>
              <a:t> of</a:t>
            </a:r>
            <a:r>
              <a:rPr sz="1000" spc="5" dirty="0">
                <a:solidFill>
                  <a:srgbClr val="231F20"/>
                </a:solidFill>
                <a:latin typeface="Arial"/>
                <a:cs typeface="Arial"/>
              </a:rPr>
              <a:t> </a:t>
            </a:r>
            <a:r>
              <a:rPr sz="1000" dirty="0">
                <a:solidFill>
                  <a:srgbClr val="231F20"/>
                </a:solidFill>
                <a:latin typeface="Arial"/>
                <a:cs typeface="Arial"/>
              </a:rPr>
              <a:t>enriching and</a:t>
            </a:r>
            <a:r>
              <a:rPr sz="1000" spc="5" dirty="0">
                <a:solidFill>
                  <a:srgbClr val="231F20"/>
                </a:solidFill>
                <a:latin typeface="Arial"/>
                <a:cs typeface="Arial"/>
              </a:rPr>
              <a:t> </a:t>
            </a:r>
            <a:r>
              <a:rPr sz="1000" dirty="0">
                <a:solidFill>
                  <a:srgbClr val="231F20"/>
                </a:solidFill>
                <a:latin typeface="Arial"/>
                <a:cs typeface="Arial"/>
              </a:rPr>
              <a:t>diverse </a:t>
            </a:r>
            <a:r>
              <a:rPr sz="1000" spc="-10" dirty="0">
                <a:solidFill>
                  <a:srgbClr val="231F20"/>
                </a:solidFill>
                <a:latin typeface="Arial"/>
                <a:cs typeface="Arial"/>
              </a:rPr>
              <a:t>activities </a:t>
            </a:r>
            <a:r>
              <a:rPr sz="1000" dirty="0">
                <a:solidFill>
                  <a:srgbClr val="231F20"/>
                </a:solidFill>
                <a:latin typeface="Arial"/>
                <a:cs typeface="Arial"/>
              </a:rPr>
              <a:t>that</a:t>
            </a:r>
            <a:r>
              <a:rPr sz="1000" spc="-5" dirty="0">
                <a:solidFill>
                  <a:srgbClr val="231F20"/>
                </a:solidFill>
                <a:latin typeface="Arial"/>
                <a:cs typeface="Arial"/>
              </a:rPr>
              <a:t> </a:t>
            </a:r>
            <a:r>
              <a:rPr sz="1000" dirty="0">
                <a:solidFill>
                  <a:srgbClr val="231F20"/>
                </a:solidFill>
                <a:latin typeface="Arial"/>
                <a:cs typeface="Arial"/>
              </a:rPr>
              <a:t>focused</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education,</a:t>
            </a:r>
            <a:r>
              <a:rPr sz="1000" spc="-5" dirty="0">
                <a:solidFill>
                  <a:srgbClr val="231F20"/>
                </a:solidFill>
                <a:latin typeface="Arial"/>
                <a:cs typeface="Arial"/>
              </a:rPr>
              <a:t> </a:t>
            </a:r>
            <a:r>
              <a:rPr sz="1000" dirty="0">
                <a:solidFill>
                  <a:srgbClr val="231F20"/>
                </a:solidFill>
                <a:latin typeface="Arial"/>
                <a:cs typeface="Arial"/>
              </a:rPr>
              <a:t>leadership,</a:t>
            </a:r>
            <a:r>
              <a:rPr sz="1000" spc="-5" dirty="0">
                <a:solidFill>
                  <a:srgbClr val="231F20"/>
                </a:solidFill>
                <a:latin typeface="Arial"/>
                <a:cs typeface="Arial"/>
              </a:rPr>
              <a:t> </a:t>
            </a:r>
            <a:r>
              <a:rPr sz="1000" dirty="0">
                <a:solidFill>
                  <a:srgbClr val="231F20"/>
                </a:solidFill>
                <a:latin typeface="Arial"/>
                <a:cs typeface="Arial"/>
              </a:rPr>
              <a:t>creativity, </a:t>
            </a:r>
            <a:r>
              <a:rPr sz="1000" spc="-25" dirty="0">
                <a:solidFill>
                  <a:srgbClr val="231F20"/>
                </a:solidFill>
                <a:latin typeface="Arial"/>
                <a:cs typeface="Arial"/>
              </a:rPr>
              <a:t>and </a:t>
            </a:r>
            <a:r>
              <a:rPr sz="1000" dirty="0">
                <a:solidFill>
                  <a:srgbClr val="231F20"/>
                </a:solidFill>
                <a:latin typeface="Arial"/>
                <a:cs typeface="Arial"/>
              </a:rPr>
              <a:t>social</a:t>
            </a:r>
            <a:r>
              <a:rPr sz="1000" spc="-65" dirty="0">
                <a:solidFill>
                  <a:srgbClr val="231F20"/>
                </a:solidFill>
                <a:latin typeface="Arial"/>
                <a:cs typeface="Arial"/>
              </a:rPr>
              <a:t> </a:t>
            </a:r>
            <a:r>
              <a:rPr sz="1000" spc="-10" dirty="0">
                <a:solidFill>
                  <a:srgbClr val="231F20"/>
                </a:solidFill>
                <a:latin typeface="Arial"/>
                <a:cs typeface="Arial"/>
              </a:rPr>
              <a:t>development.</a:t>
            </a:r>
            <a:endParaRPr sz="1000">
              <a:latin typeface="Arial"/>
              <a:cs typeface="Arial"/>
            </a:endParaRPr>
          </a:p>
          <a:p>
            <a:pPr marL="12700" marR="140335">
              <a:lnSpc>
                <a:spcPct val="100000"/>
              </a:lnSpc>
              <a:spcBef>
                <a:spcPts val="900"/>
              </a:spcBef>
            </a:pP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year</a:t>
            </a:r>
            <a:r>
              <a:rPr sz="1000" spc="-20" dirty="0">
                <a:solidFill>
                  <a:srgbClr val="231F20"/>
                </a:solidFill>
                <a:latin typeface="Arial"/>
                <a:cs typeface="Arial"/>
              </a:rPr>
              <a:t> </a:t>
            </a:r>
            <a:r>
              <a:rPr sz="1000" dirty="0">
                <a:solidFill>
                  <a:srgbClr val="231F20"/>
                </a:solidFill>
                <a:latin typeface="Arial"/>
                <a:cs typeface="Arial"/>
              </a:rPr>
              <a:t>kicked</a:t>
            </a:r>
            <a:r>
              <a:rPr sz="1000" spc="-20" dirty="0">
                <a:solidFill>
                  <a:srgbClr val="231F20"/>
                </a:solidFill>
                <a:latin typeface="Arial"/>
                <a:cs typeface="Arial"/>
              </a:rPr>
              <a:t> </a:t>
            </a:r>
            <a:r>
              <a:rPr sz="1000" dirty="0">
                <a:solidFill>
                  <a:srgbClr val="231F20"/>
                </a:solidFill>
                <a:latin typeface="Arial"/>
                <a:cs typeface="Arial"/>
              </a:rPr>
              <a:t>off</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Education</a:t>
            </a:r>
            <a:r>
              <a:rPr sz="1000" spc="-20" dirty="0">
                <a:solidFill>
                  <a:srgbClr val="231F20"/>
                </a:solidFill>
                <a:latin typeface="Arial"/>
                <a:cs typeface="Arial"/>
              </a:rPr>
              <a:t> Day </a:t>
            </a:r>
            <a:r>
              <a:rPr sz="1000" dirty="0">
                <a:solidFill>
                  <a:srgbClr val="231F20"/>
                </a:solidFill>
                <a:latin typeface="Arial"/>
                <a:cs typeface="Arial"/>
              </a:rPr>
              <a:t>at</a:t>
            </a:r>
            <a:r>
              <a:rPr sz="1000" spc="-20" dirty="0">
                <a:solidFill>
                  <a:srgbClr val="231F20"/>
                </a:solidFill>
                <a:latin typeface="Arial"/>
                <a:cs typeface="Arial"/>
              </a:rPr>
              <a:t> </a:t>
            </a:r>
            <a:r>
              <a:rPr sz="1000" spc="-10" dirty="0">
                <a:solidFill>
                  <a:srgbClr val="231F20"/>
                </a:solidFill>
                <a:latin typeface="Arial"/>
                <a:cs typeface="Arial"/>
              </a:rPr>
              <a:t>Hershey </a:t>
            </a:r>
            <a:r>
              <a:rPr sz="1000" spc="-25" dirty="0">
                <a:solidFill>
                  <a:srgbClr val="231F20"/>
                </a:solidFill>
                <a:latin typeface="Arial"/>
                <a:cs typeface="Arial"/>
              </a:rPr>
              <a:t>Park,</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engaged</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65" dirty="0">
                <a:solidFill>
                  <a:srgbClr val="231F20"/>
                </a:solidFill>
                <a:latin typeface="Arial"/>
                <a:cs typeface="Arial"/>
              </a:rPr>
              <a:t>STEM</a:t>
            </a:r>
            <a:r>
              <a:rPr sz="1000" spc="5" dirty="0">
                <a:solidFill>
                  <a:srgbClr val="231F20"/>
                </a:solidFill>
                <a:latin typeface="Arial"/>
                <a:cs typeface="Arial"/>
              </a:rPr>
              <a:t> </a:t>
            </a:r>
            <a:r>
              <a:rPr sz="1000" spc="-10" dirty="0">
                <a:solidFill>
                  <a:srgbClr val="231F20"/>
                </a:solidFill>
                <a:latin typeface="Arial"/>
                <a:cs typeface="Arial"/>
              </a:rPr>
              <a:t>workshop, </a:t>
            </a:r>
            <a:r>
              <a:rPr sz="1000" dirty="0">
                <a:solidFill>
                  <a:srgbClr val="231F20"/>
                </a:solidFill>
                <a:latin typeface="Arial"/>
                <a:cs typeface="Arial"/>
              </a:rPr>
              <a:t>exploring</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science</a:t>
            </a:r>
            <a:r>
              <a:rPr sz="1000" spc="10" dirty="0">
                <a:solidFill>
                  <a:srgbClr val="231F20"/>
                </a:solidFill>
                <a:latin typeface="Arial"/>
                <a:cs typeface="Arial"/>
              </a:rPr>
              <a:t> </a:t>
            </a:r>
            <a:r>
              <a:rPr sz="1000" dirty="0">
                <a:solidFill>
                  <a:srgbClr val="231F20"/>
                </a:solidFill>
                <a:latin typeface="Arial"/>
                <a:cs typeface="Arial"/>
              </a:rPr>
              <a:t>behind</a:t>
            </a:r>
            <a:r>
              <a:rPr sz="1000" spc="5" dirty="0">
                <a:solidFill>
                  <a:srgbClr val="231F20"/>
                </a:solidFill>
                <a:latin typeface="Arial"/>
                <a:cs typeface="Arial"/>
              </a:rPr>
              <a:t> </a:t>
            </a:r>
            <a:r>
              <a:rPr sz="1000" dirty="0">
                <a:solidFill>
                  <a:srgbClr val="231F20"/>
                </a:solidFill>
                <a:latin typeface="Arial"/>
                <a:cs typeface="Arial"/>
              </a:rPr>
              <a:t>roller</a:t>
            </a:r>
            <a:r>
              <a:rPr sz="1000" spc="10" dirty="0">
                <a:solidFill>
                  <a:srgbClr val="231F20"/>
                </a:solidFill>
                <a:latin typeface="Arial"/>
                <a:cs typeface="Arial"/>
              </a:rPr>
              <a:t> </a:t>
            </a:r>
            <a:r>
              <a:rPr sz="1000" dirty="0">
                <a:solidFill>
                  <a:srgbClr val="231F20"/>
                </a:solidFill>
                <a:latin typeface="Arial"/>
                <a:cs typeface="Arial"/>
              </a:rPr>
              <a:t>coasters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manufacturing.</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day</a:t>
            </a:r>
            <a:r>
              <a:rPr sz="1000" spc="-30" dirty="0">
                <a:solidFill>
                  <a:srgbClr val="231F20"/>
                </a:solidFill>
                <a:latin typeface="Arial"/>
                <a:cs typeface="Arial"/>
              </a:rPr>
              <a:t> </a:t>
            </a:r>
            <a:r>
              <a:rPr sz="1000" dirty="0">
                <a:solidFill>
                  <a:srgbClr val="231F20"/>
                </a:solidFill>
                <a:latin typeface="Arial"/>
                <a:cs typeface="Arial"/>
              </a:rPr>
              <a:t>also</a:t>
            </a:r>
            <a:r>
              <a:rPr sz="1000" spc="-25" dirty="0">
                <a:solidFill>
                  <a:srgbClr val="231F20"/>
                </a:solidFill>
                <a:latin typeface="Arial"/>
                <a:cs typeface="Arial"/>
              </a:rPr>
              <a:t> </a:t>
            </a:r>
            <a:r>
              <a:rPr sz="1000" spc="-10" dirty="0">
                <a:solidFill>
                  <a:srgbClr val="231F20"/>
                </a:solidFill>
                <a:latin typeface="Arial"/>
                <a:cs typeface="Arial"/>
              </a:rPr>
              <a:t>emphasized</a:t>
            </a:r>
            <a:r>
              <a:rPr sz="1000" spc="-30" dirty="0">
                <a:solidFill>
                  <a:srgbClr val="231F20"/>
                </a:solidFill>
                <a:latin typeface="Arial"/>
                <a:cs typeface="Arial"/>
              </a:rPr>
              <a:t> </a:t>
            </a:r>
            <a:r>
              <a:rPr sz="1000" dirty="0">
                <a:solidFill>
                  <a:srgbClr val="231F20"/>
                </a:solidFill>
                <a:latin typeface="Arial"/>
                <a:cs typeface="Arial"/>
              </a:rPr>
              <a:t>leadership,</a:t>
            </a:r>
            <a:r>
              <a:rPr sz="1000" spc="-25" dirty="0">
                <a:solidFill>
                  <a:srgbClr val="231F20"/>
                </a:solidFill>
                <a:latin typeface="Arial"/>
                <a:cs typeface="Arial"/>
              </a:rPr>
              <a:t> as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children</a:t>
            </a:r>
            <a:r>
              <a:rPr sz="1000" spc="15" dirty="0">
                <a:solidFill>
                  <a:srgbClr val="231F20"/>
                </a:solidFill>
                <a:latin typeface="Arial"/>
                <a:cs typeface="Arial"/>
              </a:rPr>
              <a:t> </a:t>
            </a:r>
            <a:r>
              <a:rPr sz="1000" dirty="0">
                <a:solidFill>
                  <a:srgbClr val="231F20"/>
                </a:solidFill>
                <a:latin typeface="Arial"/>
                <a:cs typeface="Arial"/>
              </a:rPr>
              <a:t>introduced</a:t>
            </a:r>
            <a:r>
              <a:rPr sz="1000" spc="15" dirty="0">
                <a:solidFill>
                  <a:srgbClr val="231F20"/>
                </a:solidFill>
                <a:latin typeface="Arial"/>
                <a:cs typeface="Arial"/>
              </a:rPr>
              <a:t> </a:t>
            </a:r>
            <a:r>
              <a:rPr sz="1000" dirty="0">
                <a:solidFill>
                  <a:srgbClr val="231F20"/>
                </a:solidFill>
                <a:latin typeface="Arial"/>
                <a:cs typeface="Arial"/>
              </a:rPr>
              <a:t>themselves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peers,</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bonded</a:t>
            </a:r>
            <a:r>
              <a:rPr sz="1000" spc="10" dirty="0">
                <a:solidFill>
                  <a:srgbClr val="231F20"/>
                </a:solidFill>
                <a:latin typeface="Arial"/>
                <a:cs typeface="Arial"/>
              </a:rPr>
              <a:t> </a:t>
            </a:r>
            <a:r>
              <a:rPr sz="1000" dirty="0">
                <a:solidFill>
                  <a:srgbClr val="231F20"/>
                </a:solidFill>
                <a:latin typeface="Arial"/>
                <a:cs typeface="Arial"/>
              </a:rPr>
              <a:t>over</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shared</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spc="-20" dirty="0">
                <a:solidFill>
                  <a:srgbClr val="231F20"/>
                </a:solidFill>
                <a:latin typeface="Arial"/>
                <a:cs typeface="Arial"/>
              </a:rPr>
              <a:t>meal.</a:t>
            </a:r>
            <a:endParaRPr sz="1000">
              <a:latin typeface="Arial"/>
              <a:cs typeface="Arial"/>
            </a:endParaRPr>
          </a:p>
          <a:p>
            <a:pPr marL="12700" marR="10795">
              <a:lnSpc>
                <a:spcPct val="100000"/>
              </a:lnSpc>
              <a:spcBef>
                <a:spcPts val="900"/>
              </a:spcBef>
            </a:pP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October</a:t>
            </a:r>
            <a:r>
              <a:rPr sz="1000" spc="15"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visited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Hyper</a:t>
            </a:r>
            <a:r>
              <a:rPr sz="1000" spc="20" dirty="0">
                <a:solidFill>
                  <a:srgbClr val="231F20"/>
                </a:solidFill>
                <a:latin typeface="Arial"/>
                <a:cs typeface="Arial"/>
              </a:rPr>
              <a:t> </a:t>
            </a:r>
            <a:r>
              <a:rPr sz="1000" spc="-10" dirty="0">
                <a:solidFill>
                  <a:srgbClr val="231F20"/>
                </a:solidFill>
                <a:latin typeface="Arial"/>
                <a:cs typeface="Arial"/>
              </a:rPr>
              <a:t>Kidz</a:t>
            </a:r>
            <a:r>
              <a:rPr sz="1000" spc="15" dirty="0">
                <a:solidFill>
                  <a:srgbClr val="231F20"/>
                </a:solidFill>
                <a:latin typeface="Arial"/>
                <a:cs typeface="Arial"/>
              </a:rPr>
              <a:t> </a:t>
            </a:r>
            <a:r>
              <a:rPr sz="1000" spc="-10" dirty="0">
                <a:solidFill>
                  <a:srgbClr val="231F20"/>
                </a:solidFill>
                <a:latin typeface="Arial"/>
                <a:cs typeface="Arial"/>
              </a:rPr>
              <a:t>indoor </a:t>
            </a:r>
            <a:r>
              <a:rPr sz="1000" dirty="0">
                <a:solidFill>
                  <a:srgbClr val="231F20"/>
                </a:solidFill>
                <a:latin typeface="Arial"/>
                <a:cs typeface="Arial"/>
              </a:rPr>
              <a:t>play</a:t>
            </a:r>
            <a:r>
              <a:rPr sz="1000" spc="-5" dirty="0">
                <a:solidFill>
                  <a:srgbClr val="231F20"/>
                </a:solidFill>
                <a:latin typeface="Arial"/>
                <a:cs typeface="Arial"/>
              </a:rPr>
              <a:t> </a:t>
            </a:r>
            <a:r>
              <a:rPr sz="1000" dirty="0">
                <a:solidFill>
                  <a:srgbClr val="231F20"/>
                </a:solidFill>
                <a:latin typeface="Arial"/>
                <a:cs typeface="Arial"/>
              </a:rPr>
              <a:t>facility, where</a:t>
            </a:r>
            <a:r>
              <a:rPr sz="1000" spc="-5" dirty="0">
                <a:solidFill>
                  <a:srgbClr val="231F20"/>
                </a:solidFill>
                <a:latin typeface="Arial"/>
                <a:cs typeface="Arial"/>
              </a:rPr>
              <a:t> </a:t>
            </a:r>
            <a:r>
              <a:rPr sz="1000" dirty="0">
                <a:solidFill>
                  <a:srgbClr val="231F20"/>
                </a:solidFill>
                <a:latin typeface="Arial"/>
                <a:cs typeface="Arial"/>
              </a:rPr>
              <a:t>they enjoyed</a:t>
            </a:r>
            <a:r>
              <a:rPr sz="1000" spc="-5" dirty="0">
                <a:solidFill>
                  <a:srgbClr val="231F20"/>
                </a:solidFill>
                <a:latin typeface="Arial"/>
                <a:cs typeface="Arial"/>
              </a:rPr>
              <a:t> </a:t>
            </a:r>
            <a:r>
              <a:rPr sz="1000" dirty="0">
                <a:solidFill>
                  <a:srgbClr val="231F20"/>
                </a:solidFill>
                <a:latin typeface="Arial"/>
                <a:cs typeface="Arial"/>
              </a:rPr>
              <a:t>active play</a:t>
            </a:r>
            <a:r>
              <a:rPr sz="1000" spc="-5" dirty="0">
                <a:solidFill>
                  <a:srgbClr val="231F20"/>
                </a:solidFill>
                <a:latin typeface="Arial"/>
                <a:cs typeface="Arial"/>
              </a:rPr>
              <a:t> </a:t>
            </a:r>
            <a:r>
              <a:rPr sz="1000" dirty="0">
                <a:solidFill>
                  <a:srgbClr val="231F20"/>
                </a:solidFill>
                <a:latin typeface="Arial"/>
                <a:cs typeface="Arial"/>
              </a:rPr>
              <a:t>on </a:t>
            </a:r>
            <a:r>
              <a:rPr sz="1000" spc="-20" dirty="0">
                <a:solidFill>
                  <a:srgbClr val="231F20"/>
                </a:solidFill>
                <a:latin typeface="Arial"/>
                <a:cs typeface="Arial"/>
              </a:rPr>
              <a:t>giant</a:t>
            </a:r>
            <a:r>
              <a:rPr sz="1000" spc="500" dirty="0">
                <a:solidFill>
                  <a:srgbClr val="231F20"/>
                </a:solidFill>
                <a:latin typeface="Arial"/>
                <a:cs typeface="Arial"/>
              </a:rPr>
              <a:t> </a:t>
            </a:r>
            <a:r>
              <a:rPr sz="1000" spc="-10" dirty="0">
                <a:solidFill>
                  <a:srgbClr val="231F20"/>
                </a:solidFill>
                <a:latin typeface="Arial"/>
                <a:cs typeface="Arial"/>
              </a:rPr>
              <a:t>slides,</a:t>
            </a:r>
            <a:r>
              <a:rPr sz="1000" spc="-15" dirty="0">
                <a:solidFill>
                  <a:srgbClr val="231F20"/>
                </a:solidFill>
                <a:latin typeface="Arial"/>
                <a:cs typeface="Arial"/>
              </a:rPr>
              <a:t> </a:t>
            </a:r>
            <a:r>
              <a:rPr sz="1000" dirty="0">
                <a:solidFill>
                  <a:srgbClr val="231F20"/>
                </a:solidFill>
                <a:latin typeface="Arial"/>
                <a:cs typeface="Arial"/>
              </a:rPr>
              <a:t>ball-blasters,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obstacle</a:t>
            </a:r>
            <a:r>
              <a:rPr sz="1000" spc="-15" dirty="0">
                <a:solidFill>
                  <a:srgbClr val="231F20"/>
                </a:solidFill>
                <a:latin typeface="Arial"/>
                <a:cs typeface="Arial"/>
              </a:rPr>
              <a:t> </a:t>
            </a:r>
            <a:r>
              <a:rPr sz="1000" spc="-10" dirty="0">
                <a:solidFill>
                  <a:srgbClr val="231F20"/>
                </a:solidFill>
                <a:latin typeface="Arial"/>
                <a:cs typeface="Arial"/>
              </a:rPr>
              <a:t>courses.</a:t>
            </a:r>
            <a:r>
              <a:rPr sz="1000" spc="-15" dirty="0">
                <a:solidFill>
                  <a:srgbClr val="231F20"/>
                </a:solidFill>
                <a:latin typeface="Arial"/>
                <a:cs typeface="Arial"/>
              </a:rPr>
              <a:t> </a:t>
            </a:r>
            <a:r>
              <a:rPr sz="1000" spc="-10" dirty="0">
                <a:solidFill>
                  <a:srgbClr val="231F20"/>
                </a:solidFill>
                <a:latin typeface="Arial"/>
                <a:cs typeface="Arial"/>
              </a:rPr>
              <a:t>This</a:t>
            </a:r>
            <a:r>
              <a:rPr sz="1000" spc="-15" dirty="0">
                <a:solidFill>
                  <a:srgbClr val="231F20"/>
                </a:solidFill>
                <a:latin typeface="Arial"/>
                <a:cs typeface="Arial"/>
              </a:rPr>
              <a:t> </a:t>
            </a:r>
            <a:r>
              <a:rPr sz="1000" spc="-10" dirty="0">
                <a:solidFill>
                  <a:srgbClr val="231F20"/>
                </a:solidFill>
                <a:latin typeface="Arial"/>
                <a:cs typeface="Arial"/>
              </a:rPr>
              <a:t>activity </a:t>
            </a:r>
            <a:r>
              <a:rPr sz="1000" dirty="0">
                <a:solidFill>
                  <a:srgbClr val="231F20"/>
                </a:solidFill>
                <a:latin typeface="Arial"/>
                <a:cs typeface="Arial"/>
              </a:rPr>
              <a:t>encouraged</a:t>
            </a:r>
            <a:r>
              <a:rPr sz="1000" spc="15" dirty="0">
                <a:solidFill>
                  <a:srgbClr val="231F20"/>
                </a:solidFill>
                <a:latin typeface="Arial"/>
                <a:cs typeface="Arial"/>
              </a:rPr>
              <a:t> </a:t>
            </a:r>
            <a:r>
              <a:rPr sz="1000" dirty="0">
                <a:solidFill>
                  <a:srgbClr val="231F20"/>
                </a:solidFill>
                <a:latin typeface="Arial"/>
                <a:cs typeface="Arial"/>
              </a:rPr>
              <a:t>physical</a:t>
            </a:r>
            <a:r>
              <a:rPr sz="1000" spc="15" dirty="0">
                <a:solidFill>
                  <a:srgbClr val="231F20"/>
                </a:solidFill>
                <a:latin typeface="Arial"/>
                <a:cs typeface="Arial"/>
              </a:rPr>
              <a:t> </a:t>
            </a:r>
            <a:r>
              <a:rPr sz="1000" dirty="0">
                <a:solidFill>
                  <a:srgbClr val="231F20"/>
                </a:solidFill>
                <a:latin typeface="Arial"/>
                <a:cs typeface="Arial"/>
              </a:rPr>
              <a:t>health</a:t>
            </a:r>
            <a:r>
              <a:rPr sz="1000" spc="15" dirty="0">
                <a:solidFill>
                  <a:srgbClr val="231F20"/>
                </a:solidFill>
                <a:latin typeface="Arial"/>
                <a:cs typeface="Arial"/>
              </a:rPr>
              <a:t> </a:t>
            </a:r>
            <a:r>
              <a:rPr sz="1000" dirty="0">
                <a:solidFill>
                  <a:srgbClr val="231F20"/>
                </a:solidFill>
                <a:latin typeface="Arial"/>
                <a:cs typeface="Arial"/>
              </a:rPr>
              <a:t>while</a:t>
            </a:r>
            <a:r>
              <a:rPr sz="1000" spc="15" dirty="0">
                <a:solidFill>
                  <a:srgbClr val="231F20"/>
                </a:solidFill>
                <a:latin typeface="Arial"/>
                <a:cs typeface="Arial"/>
              </a:rPr>
              <a:t> </a:t>
            </a:r>
            <a:r>
              <a:rPr sz="1000" dirty="0">
                <a:solidFill>
                  <a:srgbClr val="231F20"/>
                </a:solidFill>
                <a:latin typeface="Arial"/>
                <a:cs typeface="Arial"/>
              </a:rPr>
              <a:t>fostering</a:t>
            </a:r>
            <a:r>
              <a:rPr sz="1000" spc="20" dirty="0">
                <a:solidFill>
                  <a:srgbClr val="231F20"/>
                </a:solidFill>
                <a:latin typeface="Arial"/>
                <a:cs typeface="Arial"/>
              </a:rPr>
              <a:t> </a:t>
            </a:r>
            <a:r>
              <a:rPr sz="1000" dirty="0">
                <a:solidFill>
                  <a:srgbClr val="231F20"/>
                </a:solidFill>
                <a:latin typeface="Arial"/>
                <a:cs typeface="Arial"/>
              </a:rPr>
              <a:t>teamwork</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social</a:t>
            </a:r>
            <a:r>
              <a:rPr sz="1000" spc="-60" dirty="0">
                <a:solidFill>
                  <a:srgbClr val="231F20"/>
                </a:solidFill>
                <a:latin typeface="Arial"/>
                <a:cs typeface="Arial"/>
              </a:rPr>
              <a:t> </a:t>
            </a:r>
            <a:r>
              <a:rPr sz="1000" spc="-10" dirty="0">
                <a:solidFill>
                  <a:srgbClr val="231F20"/>
                </a:solidFill>
                <a:latin typeface="Arial"/>
                <a:cs typeface="Arial"/>
              </a:rPr>
              <a:t>interaction.</a:t>
            </a:r>
            <a:endParaRPr sz="1000">
              <a:latin typeface="Arial"/>
              <a:cs typeface="Arial"/>
            </a:endParaRPr>
          </a:p>
          <a:p>
            <a:pPr marL="12700" marR="33655">
              <a:lnSpc>
                <a:spcPct val="100000"/>
              </a:lnSpc>
              <a:spcBef>
                <a:spcPts val="900"/>
              </a:spcBef>
            </a:pPr>
            <a:r>
              <a:rPr sz="1000" dirty="0">
                <a:solidFill>
                  <a:srgbClr val="231F20"/>
                </a:solidFill>
                <a:latin typeface="Arial"/>
                <a:cs typeface="Arial"/>
              </a:rPr>
              <a:t>During</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month</a:t>
            </a:r>
            <a:r>
              <a:rPr sz="1000" spc="15" dirty="0">
                <a:solidFill>
                  <a:srgbClr val="231F20"/>
                </a:solidFill>
                <a:latin typeface="Arial"/>
                <a:cs typeface="Arial"/>
              </a:rPr>
              <a:t> </a:t>
            </a:r>
            <a:r>
              <a:rPr sz="1000" dirty="0">
                <a:solidFill>
                  <a:srgbClr val="231F20"/>
                </a:solidFill>
                <a:latin typeface="Arial"/>
                <a:cs typeface="Arial"/>
              </a:rPr>
              <a:t>of</a:t>
            </a:r>
            <a:r>
              <a:rPr sz="1000" spc="300" dirty="0">
                <a:solidFill>
                  <a:srgbClr val="231F20"/>
                </a:solidFill>
                <a:latin typeface="Arial"/>
                <a:cs typeface="Arial"/>
              </a:rPr>
              <a:t> </a:t>
            </a:r>
            <a:r>
              <a:rPr sz="1000" dirty="0">
                <a:solidFill>
                  <a:srgbClr val="231F20"/>
                </a:solidFill>
                <a:latin typeface="Arial"/>
                <a:cs typeface="Arial"/>
              </a:rPr>
              <a:t>November</a:t>
            </a:r>
            <a:r>
              <a:rPr sz="1000" spc="10"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spc="-20" dirty="0">
                <a:solidFill>
                  <a:srgbClr val="231F20"/>
                </a:solidFill>
                <a:latin typeface="Arial"/>
                <a:cs typeface="Arial"/>
              </a:rPr>
              <a:t>took</a:t>
            </a:r>
            <a:r>
              <a:rPr sz="1000" spc="500" dirty="0">
                <a:solidFill>
                  <a:srgbClr val="231F20"/>
                </a:solidFill>
                <a:latin typeface="Arial"/>
                <a:cs typeface="Arial"/>
              </a:rPr>
              <a:t> </a:t>
            </a:r>
            <a:r>
              <a:rPr sz="1000" dirty="0">
                <a:solidFill>
                  <a:srgbClr val="231F20"/>
                </a:solidFill>
                <a:latin typeface="Arial"/>
                <a:cs typeface="Arial"/>
              </a:rPr>
              <a:t>part 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guided</a:t>
            </a:r>
            <a:r>
              <a:rPr sz="1000" spc="5" dirty="0">
                <a:solidFill>
                  <a:srgbClr val="231F20"/>
                </a:solidFill>
                <a:latin typeface="Arial"/>
                <a:cs typeface="Arial"/>
              </a:rPr>
              <a:t> </a:t>
            </a:r>
            <a:r>
              <a:rPr sz="1000" dirty="0">
                <a:solidFill>
                  <a:srgbClr val="231F20"/>
                </a:solidFill>
                <a:latin typeface="Arial"/>
                <a:cs typeface="Arial"/>
              </a:rPr>
              <a:t>tour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National</a:t>
            </a:r>
            <a:r>
              <a:rPr sz="1000" spc="5" dirty="0">
                <a:solidFill>
                  <a:srgbClr val="231F20"/>
                </a:solidFill>
                <a:latin typeface="Arial"/>
                <a:cs typeface="Arial"/>
              </a:rPr>
              <a:t> </a:t>
            </a:r>
            <a:r>
              <a:rPr sz="1000" spc="-10" dirty="0">
                <a:solidFill>
                  <a:srgbClr val="231F20"/>
                </a:solidFill>
                <a:latin typeface="Arial"/>
                <a:cs typeface="Arial"/>
              </a:rPr>
              <a:t>Museum</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Dentistry,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oral</a:t>
            </a:r>
            <a:r>
              <a:rPr sz="1000" spc="15" dirty="0">
                <a:solidFill>
                  <a:srgbClr val="231F20"/>
                </a:solidFill>
                <a:latin typeface="Arial"/>
                <a:cs typeface="Arial"/>
              </a:rPr>
              <a:t> </a:t>
            </a:r>
            <a:r>
              <a:rPr sz="1000" dirty="0">
                <a:solidFill>
                  <a:srgbClr val="231F20"/>
                </a:solidFill>
                <a:latin typeface="Arial"/>
                <a:cs typeface="Arial"/>
              </a:rPr>
              <a:t>health</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explored</a:t>
            </a:r>
            <a:r>
              <a:rPr sz="1000" spc="-5" dirty="0">
                <a:solidFill>
                  <a:srgbClr val="231F20"/>
                </a:solidFill>
                <a:latin typeface="Arial"/>
                <a:cs typeface="Arial"/>
              </a:rPr>
              <a:t> </a:t>
            </a:r>
            <a:r>
              <a:rPr sz="1000" spc="-50" dirty="0">
                <a:solidFill>
                  <a:srgbClr val="231F20"/>
                </a:solidFill>
                <a:latin typeface="Arial"/>
                <a:cs typeface="Arial"/>
              </a:rPr>
              <a:t>STEAM</a:t>
            </a:r>
            <a:r>
              <a:rPr sz="1000" dirty="0">
                <a:solidFill>
                  <a:srgbClr val="231F20"/>
                </a:solidFill>
                <a:latin typeface="Arial"/>
                <a:cs typeface="Arial"/>
              </a:rPr>
              <a:t> careers in</a:t>
            </a:r>
            <a:r>
              <a:rPr sz="1000" spc="-5" dirty="0">
                <a:solidFill>
                  <a:srgbClr val="231F20"/>
                </a:solidFill>
                <a:latin typeface="Arial"/>
                <a:cs typeface="Arial"/>
              </a:rPr>
              <a:t> </a:t>
            </a:r>
            <a:r>
              <a:rPr sz="1000" dirty="0">
                <a:solidFill>
                  <a:srgbClr val="231F20"/>
                </a:solidFill>
                <a:latin typeface="Arial"/>
                <a:cs typeface="Arial"/>
              </a:rPr>
              <a:t>dentistry. The children </a:t>
            </a:r>
            <a:r>
              <a:rPr sz="1000" spc="-20" dirty="0">
                <a:solidFill>
                  <a:srgbClr val="231F20"/>
                </a:solidFill>
                <a:latin typeface="Arial"/>
                <a:cs typeface="Arial"/>
              </a:rPr>
              <a:t>wore </a:t>
            </a:r>
            <a:r>
              <a:rPr sz="1000" dirty="0">
                <a:solidFill>
                  <a:srgbClr val="231F20"/>
                </a:solidFill>
                <a:latin typeface="Arial"/>
                <a:cs typeface="Arial"/>
              </a:rPr>
              <a:t>lab</a:t>
            </a:r>
            <a:r>
              <a:rPr sz="1000" spc="5" dirty="0">
                <a:solidFill>
                  <a:srgbClr val="231F20"/>
                </a:solidFill>
                <a:latin typeface="Arial"/>
                <a:cs typeface="Arial"/>
              </a:rPr>
              <a:t> </a:t>
            </a:r>
            <a:r>
              <a:rPr sz="1000" dirty="0">
                <a:solidFill>
                  <a:srgbClr val="231F20"/>
                </a:solidFill>
                <a:latin typeface="Arial"/>
                <a:cs typeface="Arial"/>
              </a:rPr>
              <a:t>coats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engaged</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interactive</a:t>
            </a:r>
            <a:r>
              <a:rPr sz="1000" spc="5" dirty="0">
                <a:solidFill>
                  <a:srgbClr val="231F20"/>
                </a:solidFill>
                <a:latin typeface="Arial"/>
                <a:cs typeface="Arial"/>
              </a:rPr>
              <a:t> </a:t>
            </a:r>
            <a:r>
              <a:rPr sz="1000" dirty="0">
                <a:solidFill>
                  <a:srgbClr val="231F20"/>
                </a:solidFill>
                <a:latin typeface="Arial"/>
                <a:cs typeface="Arial"/>
              </a:rPr>
              <a:t>exhibits,</a:t>
            </a:r>
            <a:r>
              <a:rPr sz="1000" spc="10" dirty="0">
                <a:solidFill>
                  <a:srgbClr val="231F20"/>
                </a:solidFill>
                <a:latin typeface="Arial"/>
                <a:cs typeface="Arial"/>
              </a:rPr>
              <a:t> </a:t>
            </a:r>
            <a:r>
              <a:rPr sz="1000" spc="-10" dirty="0">
                <a:solidFill>
                  <a:srgbClr val="231F20"/>
                </a:solidFill>
                <a:latin typeface="Arial"/>
                <a:cs typeface="Arial"/>
              </a:rPr>
              <a:t>learning </a:t>
            </a:r>
            <a:r>
              <a:rPr sz="1000" dirty="0">
                <a:solidFill>
                  <a:srgbClr val="231F20"/>
                </a:solidFill>
                <a:latin typeface="Arial"/>
                <a:cs typeface="Arial"/>
              </a:rPr>
              <a:t>about African American</a:t>
            </a:r>
            <a:r>
              <a:rPr sz="1000" spc="5" dirty="0">
                <a:solidFill>
                  <a:srgbClr val="231F20"/>
                </a:solidFill>
                <a:latin typeface="Arial"/>
                <a:cs typeface="Arial"/>
              </a:rPr>
              <a:t> </a:t>
            </a:r>
            <a:r>
              <a:rPr sz="1000" spc="-10" dirty="0">
                <a:solidFill>
                  <a:srgbClr val="231F20"/>
                </a:solidFill>
                <a:latin typeface="Arial"/>
                <a:cs typeface="Arial"/>
              </a:rPr>
              <a:t>trailblazers</a:t>
            </a:r>
            <a:r>
              <a:rPr sz="1000" dirty="0">
                <a:solidFill>
                  <a:srgbClr val="231F20"/>
                </a:solidFill>
                <a:latin typeface="Arial"/>
                <a:cs typeface="Arial"/>
              </a:rPr>
              <a:t> in the</a:t>
            </a:r>
            <a:r>
              <a:rPr sz="1000" spc="5" dirty="0">
                <a:solidFill>
                  <a:srgbClr val="231F20"/>
                </a:solidFill>
                <a:latin typeface="Arial"/>
                <a:cs typeface="Arial"/>
              </a:rPr>
              <a:t> </a:t>
            </a:r>
            <a:r>
              <a:rPr sz="1000" spc="-10" dirty="0">
                <a:solidFill>
                  <a:srgbClr val="231F20"/>
                </a:solidFill>
                <a:latin typeface="Arial"/>
                <a:cs typeface="Arial"/>
              </a:rPr>
              <a:t>field.</a:t>
            </a:r>
            <a:endParaRPr sz="1000">
              <a:latin typeface="Arial"/>
              <a:cs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222502"/>
            <a:ext cx="3308350" cy="7797800"/>
          </a:xfrm>
          <a:prstGeom prst="rect">
            <a:avLst/>
          </a:prstGeom>
        </p:spPr>
        <p:txBody>
          <a:bodyPr vert="horz" wrap="square" lIns="0" tIns="12700" rIns="0" bIns="0" rtlCol="0">
            <a:spAutoFit/>
          </a:bodyPr>
          <a:lstStyle/>
          <a:p>
            <a:pPr marL="12700" marR="139700">
              <a:lnSpc>
                <a:spcPct val="100000"/>
              </a:lnSpc>
              <a:spcBef>
                <a:spcPts val="100"/>
              </a:spcBef>
            </a:pPr>
            <a:r>
              <a:rPr sz="1000" dirty="0">
                <a:solidFill>
                  <a:srgbClr val="231F20"/>
                </a:solidFill>
                <a:latin typeface="Arial"/>
                <a:cs typeface="Arial"/>
              </a:rPr>
              <a:t>The</a:t>
            </a:r>
            <a:r>
              <a:rPr sz="1000" spc="-35" dirty="0">
                <a:solidFill>
                  <a:srgbClr val="231F20"/>
                </a:solidFill>
                <a:latin typeface="Arial"/>
                <a:cs typeface="Arial"/>
              </a:rPr>
              <a:t> </a:t>
            </a:r>
            <a:r>
              <a:rPr sz="1000" spc="-10" dirty="0">
                <a:solidFill>
                  <a:srgbClr val="231F20"/>
                </a:solidFill>
                <a:latin typeface="Arial"/>
                <a:cs typeface="Arial"/>
              </a:rPr>
              <a:t>Spark</a:t>
            </a:r>
            <a:r>
              <a:rPr sz="1000" spc="-30" dirty="0">
                <a:solidFill>
                  <a:srgbClr val="231F20"/>
                </a:solidFill>
                <a:latin typeface="Arial"/>
                <a:cs typeface="Arial"/>
              </a:rPr>
              <a:t> </a:t>
            </a:r>
            <a:r>
              <a:rPr sz="1000" spc="-10" dirty="0">
                <a:solidFill>
                  <a:srgbClr val="231F20"/>
                </a:solidFill>
                <a:latin typeface="Arial"/>
                <a:cs typeface="Arial"/>
              </a:rPr>
              <a:t>Business</a:t>
            </a:r>
            <a:r>
              <a:rPr sz="1000" spc="-30" dirty="0">
                <a:solidFill>
                  <a:srgbClr val="231F20"/>
                </a:solidFill>
                <a:latin typeface="Arial"/>
                <a:cs typeface="Arial"/>
              </a:rPr>
              <a:t> </a:t>
            </a:r>
            <a:r>
              <a:rPr sz="1000" dirty="0">
                <a:solidFill>
                  <a:srgbClr val="231F20"/>
                </a:solidFill>
                <a:latin typeface="Arial"/>
                <a:cs typeface="Arial"/>
              </a:rPr>
              <a:t>Academy</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December</a:t>
            </a:r>
            <a:r>
              <a:rPr sz="1000" spc="-30" dirty="0">
                <a:solidFill>
                  <a:srgbClr val="231F20"/>
                </a:solidFill>
                <a:latin typeface="Arial"/>
                <a:cs typeface="Arial"/>
              </a:rPr>
              <a:t> </a:t>
            </a:r>
            <a:r>
              <a:rPr sz="1000" spc="-10" dirty="0">
                <a:solidFill>
                  <a:srgbClr val="231F20"/>
                </a:solidFill>
                <a:latin typeface="Arial"/>
                <a:cs typeface="Arial"/>
              </a:rPr>
              <a:t>provided </a:t>
            </a:r>
            <a:r>
              <a:rPr sz="1000" dirty="0">
                <a:solidFill>
                  <a:srgbClr val="231F20"/>
                </a:solidFill>
                <a:latin typeface="Arial"/>
                <a:cs typeface="Arial"/>
              </a:rPr>
              <a:t>financial</a:t>
            </a:r>
            <a:r>
              <a:rPr sz="1000" spc="-5" dirty="0">
                <a:solidFill>
                  <a:srgbClr val="231F20"/>
                </a:solidFill>
                <a:latin typeface="Arial"/>
                <a:cs typeface="Arial"/>
              </a:rPr>
              <a:t> </a:t>
            </a:r>
            <a:r>
              <a:rPr sz="1000" dirty="0">
                <a:solidFill>
                  <a:srgbClr val="231F20"/>
                </a:solidFill>
                <a:latin typeface="Arial"/>
                <a:cs typeface="Arial"/>
              </a:rPr>
              <a:t>literacy training, teaching the children </a:t>
            </a:r>
            <a:r>
              <a:rPr sz="1000" spc="-20" dirty="0">
                <a:solidFill>
                  <a:srgbClr val="231F20"/>
                </a:solidFill>
                <a:latin typeface="Arial"/>
                <a:cs typeface="Arial"/>
              </a:rPr>
              <a:t>about </a:t>
            </a:r>
            <a:r>
              <a:rPr sz="1000" dirty="0">
                <a:solidFill>
                  <a:srgbClr val="231F20"/>
                </a:solidFill>
                <a:latin typeface="Arial"/>
                <a:cs typeface="Arial"/>
              </a:rPr>
              <a:t>budgeting, </a:t>
            </a:r>
            <a:r>
              <a:rPr sz="1000" spc="-10" dirty="0">
                <a:solidFill>
                  <a:srgbClr val="231F20"/>
                </a:solidFill>
                <a:latin typeface="Arial"/>
                <a:cs typeface="Arial"/>
              </a:rPr>
              <a:t>saving,</a:t>
            </a:r>
            <a:r>
              <a:rPr sz="1000" dirty="0">
                <a:solidFill>
                  <a:srgbClr val="231F20"/>
                </a:solidFill>
                <a:latin typeface="Arial"/>
                <a:cs typeface="Arial"/>
              </a:rPr>
              <a:t> and investing. </a:t>
            </a:r>
            <a:r>
              <a:rPr sz="1000" spc="-10" dirty="0">
                <a:solidFill>
                  <a:srgbClr val="231F20"/>
                </a:solidFill>
                <a:latin typeface="Arial"/>
                <a:cs typeface="Arial"/>
              </a:rPr>
              <a:t>This</a:t>
            </a:r>
            <a:r>
              <a:rPr sz="1000" dirty="0">
                <a:solidFill>
                  <a:srgbClr val="231F20"/>
                </a:solidFill>
                <a:latin typeface="Arial"/>
                <a:cs typeface="Arial"/>
              </a:rPr>
              <a:t> </a:t>
            </a:r>
            <a:r>
              <a:rPr sz="1000" spc="-10" dirty="0">
                <a:solidFill>
                  <a:srgbClr val="231F20"/>
                </a:solidFill>
                <a:latin typeface="Arial"/>
                <a:cs typeface="Arial"/>
              </a:rPr>
              <a:t>session</a:t>
            </a:r>
            <a:r>
              <a:rPr sz="1000" dirty="0">
                <a:solidFill>
                  <a:srgbClr val="231F20"/>
                </a:solidFill>
                <a:latin typeface="Arial"/>
                <a:cs typeface="Arial"/>
              </a:rPr>
              <a:t> </a:t>
            </a:r>
            <a:r>
              <a:rPr sz="1000" spc="-10" dirty="0">
                <a:solidFill>
                  <a:srgbClr val="231F20"/>
                </a:solidFill>
                <a:latin typeface="Arial"/>
                <a:cs typeface="Arial"/>
              </a:rPr>
              <a:t>equipped </a:t>
            </a:r>
            <a:r>
              <a:rPr sz="1000" dirty="0">
                <a:solidFill>
                  <a:srgbClr val="231F20"/>
                </a:solidFill>
                <a:latin typeface="Arial"/>
                <a:cs typeface="Arial"/>
              </a:rPr>
              <a:t>them</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essential</a:t>
            </a:r>
            <a:r>
              <a:rPr sz="1000" spc="-10" dirty="0">
                <a:solidFill>
                  <a:srgbClr val="231F20"/>
                </a:solidFill>
                <a:latin typeface="Arial"/>
                <a:cs typeface="Arial"/>
              </a:rPr>
              <a:t> </a:t>
            </a:r>
            <a:r>
              <a:rPr sz="1000" dirty="0">
                <a:solidFill>
                  <a:srgbClr val="231F20"/>
                </a:solidFill>
                <a:latin typeface="Arial"/>
                <a:cs typeface="Arial"/>
              </a:rPr>
              <a:t>life</a:t>
            </a:r>
            <a:r>
              <a:rPr sz="1000" spc="-10" dirty="0">
                <a:solidFill>
                  <a:srgbClr val="231F20"/>
                </a:solidFill>
                <a:latin typeface="Arial"/>
                <a:cs typeface="Arial"/>
              </a:rPr>
              <a:t> </a:t>
            </a:r>
            <a:r>
              <a:rPr sz="1000" dirty="0">
                <a:solidFill>
                  <a:srgbClr val="231F20"/>
                </a:solidFill>
                <a:latin typeface="Arial"/>
                <a:cs typeface="Arial"/>
              </a:rPr>
              <a:t>skills</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future</a:t>
            </a:r>
            <a:r>
              <a:rPr sz="1000" spc="-10" dirty="0">
                <a:solidFill>
                  <a:srgbClr val="231F20"/>
                </a:solidFill>
                <a:latin typeface="Arial"/>
                <a:cs typeface="Arial"/>
              </a:rPr>
              <a:t> </a:t>
            </a:r>
            <a:r>
              <a:rPr sz="1000" dirty="0">
                <a:solidFill>
                  <a:srgbClr val="231F20"/>
                </a:solidFill>
                <a:latin typeface="Arial"/>
                <a:cs typeface="Arial"/>
              </a:rPr>
              <a:t>financial</a:t>
            </a:r>
            <a:r>
              <a:rPr sz="1000" spc="-10" dirty="0">
                <a:solidFill>
                  <a:srgbClr val="231F20"/>
                </a:solidFill>
                <a:latin typeface="Arial"/>
                <a:cs typeface="Arial"/>
              </a:rPr>
              <a:t> security.</a:t>
            </a:r>
            <a:endParaRPr sz="1000">
              <a:latin typeface="Arial"/>
              <a:cs typeface="Arial"/>
            </a:endParaRPr>
          </a:p>
          <a:p>
            <a:pPr marL="12700" marR="140335">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early</a:t>
            </a:r>
            <a:r>
              <a:rPr sz="1000" spc="10" dirty="0">
                <a:solidFill>
                  <a:srgbClr val="231F20"/>
                </a:solidFill>
                <a:latin typeface="Arial"/>
                <a:cs typeface="Arial"/>
              </a:rPr>
              <a:t> </a:t>
            </a:r>
            <a:r>
              <a:rPr sz="1000" dirty="0">
                <a:solidFill>
                  <a:srgbClr val="231F20"/>
                </a:solidFill>
                <a:latin typeface="Arial"/>
                <a:cs typeface="Arial"/>
              </a:rPr>
              <a:t>2024,</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10" dirty="0">
                <a:solidFill>
                  <a:srgbClr val="231F20"/>
                </a:solidFill>
                <a:latin typeface="Arial"/>
                <a:cs typeface="Arial"/>
              </a:rPr>
              <a:t>JJMCMC's </a:t>
            </a:r>
            <a:r>
              <a:rPr sz="1000" dirty="0">
                <a:solidFill>
                  <a:srgbClr val="231F20"/>
                </a:solidFill>
                <a:latin typeface="Arial"/>
                <a:cs typeface="Arial"/>
              </a:rPr>
              <a:t>Annual</a:t>
            </a:r>
            <a:r>
              <a:rPr sz="1000" spc="-5" dirty="0">
                <a:solidFill>
                  <a:srgbClr val="231F20"/>
                </a:solidFill>
                <a:latin typeface="Arial"/>
                <a:cs typeface="Arial"/>
              </a:rPr>
              <a:t> </a:t>
            </a:r>
            <a:r>
              <a:rPr sz="1000" dirty="0">
                <a:solidFill>
                  <a:srgbClr val="231F20"/>
                </a:solidFill>
                <a:latin typeface="Arial"/>
                <a:cs typeface="Arial"/>
              </a:rPr>
              <a:t>Spelling</a:t>
            </a:r>
            <a:r>
              <a:rPr sz="1000" spc="-5" dirty="0">
                <a:solidFill>
                  <a:srgbClr val="231F20"/>
                </a:solidFill>
                <a:latin typeface="Arial"/>
                <a:cs typeface="Arial"/>
              </a:rPr>
              <a:t> </a:t>
            </a:r>
            <a:r>
              <a:rPr sz="1000" spc="-10" dirty="0">
                <a:solidFill>
                  <a:srgbClr val="231F20"/>
                </a:solidFill>
                <a:latin typeface="Arial"/>
                <a:cs typeface="Arial"/>
              </a:rPr>
              <a:t>Bee.</a:t>
            </a:r>
            <a:r>
              <a:rPr sz="1000" spc="-5" dirty="0">
                <a:solidFill>
                  <a:srgbClr val="231F20"/>
                </a:solidFill>
                <a:latin typeface="Arial"/>
                <a:cs typeface="Arial"/>
              </a:rPr>
              <a:t> </a:t>
            </a:r>
            <a:r>
              <a:rPr sz="1000" dirty="0">
                <a:solidFill>
                  <a:srgbClr val="231F20"/>
                </a:solidFill>
                <a:latin typeface="Arial"/>
                <a:cs typeface="Arial"/>
              </a:rPr>
              <a:t>Competitors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volunteers</a:t>
            </a:r>
            <a:r>
              <a:rPr sz="1000" spc="-5" dirty="0">
                <a:solidFill>
                  <a:srgbClr val="231F20"/>
                </a:solidFill>
                <a:latin typeface="Arial"/>
                <a:cs typeface="Arial"/>
              </a:rPr>
              <a:t> </a:t>
            </a:r>
            <a:r>
              <a:rPr sz="1000" spc="-20" dirty="0">
                <a:solidFill>
                  <a:srgbClr val="231F20"/>
                </a:solidFill>
                <a:latin typeface="Arial"/>
                <a:cs typeface="Arial"/>
              </a:rPr>
              <a:t>alike </a:t>
            </a:r>
            <a:r>
              <a:rPr sz="1000" dirty="0">
                <a:solidFill>
                  <a:srgbClr val="231F20"/>
                </a:solidFill>
                <a:latin typeface="Arial"/>
                <a:cs typeface="Arial"/>
              </a:rPr>
              <a:t>contributed</a:t>
            </a:r>
            <a:r>
              <a:rPr sz="1000" spc="35"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event,</a:t>
            </a:r>
            <a:r>
              <a:rPr sz="1000" spc="40" dirty="0">
                <a:solidFill>
                  <a:srgbClr val="231F20"/>
                </a:solidFill>
                <a:latin typeface="Arial"/>
                <a:cs typeface="Arial"/>
              </a:rPr>
              <a:t> </a:t>
            </a:r>
            <a:r>
              <a:rPr sz="1000" dirty="0">
                <a:solidFill>
                  <a:srgbClr val="231F20"/>
                </a:solidFill>
                <a:latin typeface="Arial"/>
                <a:cs typeface="Arial"/>
              </a:rPr>
              <a:t>with</a:t>
            </a:r>
            <a:r>
              <a:rPr sz="1000" spc="35" dirty="0">
                <a:solidFill>
                  <a:srgbClr val="231F20"/>
                </a:solidFill>
                <a:latin typeface="Arial"/>
                <a:cs typeface="Arial"/>
              </a:rPr>
              <a:t> </a:t>
            </a:r>
            <a:r>
              <a:rPr sz="1000" dirty="0">
                <a:solidFill>
                  <a:srgbClr val="231F20"/>
                </a:solidFill>
                <a:latin typeface="Arial"/>
                <a:cs typeface="Arial"/>
              </a:rPr>
              <a:t>participants</a:t>
            </a:r>
            <a:r>
              <a:rPr sz="1000" spc="35" dirty="0">
                <a:solidFill>
                  <a:srgbClr val="231F20"/>
                </a:solidFill>
                <a:latin typeface="Arial"/>
                <a:cs typeface="Arial"/>
              </a:rPr>
              <a:t> </a:t>
            </a:r>
            <a:r>
              <a:rPr sz="1000" spc="-10" dirty="0">
                <a:solidFill>
                  <a:srgbClr val="231F20"/>
                </a:solidFill>
                <a:latin typeface="Arial"/>
                <a:cs typeface="Arial"/>
              </a:rPr>
              <a:t>receiving </a:t>
            </a:r>
            <a:r>
              <a:rPr sz="1000" dirty="0">
                <a:solidFill>
                  <a:srgbClr val="231F20"/>
                </a:solidFill>
                <a:latin typeface="Arial"/>
                <a:cs typeface="Arial"/>
              </a:rPr>
              <a:t>certificates</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trophies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efforts.</a:t>
            </a:r>
            <a:r>
              <a:rPr sz="1000" spc="5" dirty="0">
                <a:solidFill>
                  <a:srgbClr val="231F20"/>
                </a:solidFill>
                <a:latin typeface="Arial"/>
                <a:cs typeface="Arial"/>
              </a:rPr>
              <a:t> </a:t>
            </a: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activity emphasized bravery, </a:t>
            </a:r>
            <a:r>
              <a:rPr sz="1000" dirty="0">
                <a:solidFill>
                  <a:srgbClr val="231F20"/>
                </a:solidFill>
                <a:latin typeface="Arial"/>
                <a:cs typeface="Arial"/>
              </a:rPr>
              <a:t>teamwork,</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community</a:t>
            </a:r>
            <a:r>
              <a:rPr sz="1000" spc="-5" dirty="0">
                <a:solidFill>
                  <a:srgbClr val="231F20"/>
                </a:solidFill>
                <a:latin typeface="Arial"/>
                <a:cs typeface="Arial"/>
              </a:rPr>
              <a:t> </a:t>
            </a:r>
            <a:r>
              <a:rPr sz="1000" spc="-10" dirty="0">
                <a:solidFill>
                  <a:srgbClr val="231F20"/>
                </a:solidFill>
                <a:latin typeface="Arial"/>
                <a:cs typeface="Arial"/>
              </a:rPr>
              <a:t>service.</a:t>
            </a:r>
            <a:endParaRPr sz="1000">
              <a:latin typeface="Arial"/>
              <a:cs typeface="Arial"/>
            </a:endParaRPr>
          </a:p>
          <a:p>
            <a:pPr marL="12700" marR="106045">
              <a:lnSpc>
                <a:spcPct val="100000"/>
              </a:lnSpc>
              <a:spcBef>
                <a:spcPts val="900"/>
              </a:spcBef>
            </a:pPr>
            <a:r>
              <a:rPr sz="1000" dirty="0">
                <a:solidFill>
                  <a:srgbClr val="231F20"/>
                </a:solidFill>
                <a:latin typeface="Arial"/>
                <a:cs typeface="Arial"/>
              </a:rPr>
              <a:t>In </a:t>
            </a:r>
            <a:r>
              <a:rPr sz="1000" spc="-10" dirty="0">
                <a:solidFill>
                  <a:srgbClr val="231F20"/>
                </a:solidFill>
                <a:latin typeface="Arial"/>
                <a:cs typeface="Arial"/>
              </a:rPr>
              <a:t>March</a:t>
            </a:r>
            <a:r>
              <a:rPr sz="1000" spc="5" dirty="0">
                <a:solidFill>
                  <a:srgbClr val="231F20"/>
                </a:solidFill>
                <a:latin typeface="Arial"/>
                <a:cs typeface="Arial"/>
              </a:rPr>
              <a:t> </a:t>
            </a:r>
            <a:r>
              <a:rPr sz="1000" dirty="0">
                <a:solidFill>
                  <a:srgbClr val="231F20"/>
                </a:solidFill>
                <a:latin typeface="Arial"/>
                <a:cs typeface="Arial"/>
              </a:rPr>
              <a:t>2024, the</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explored Afrofuturism</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Anime</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art</a:t>
            </a:r>
            <a:r>
              <a:rPr sz="1000" spc="5" dirty="0">
                <a:solidFill>
                  <a:srgbClr val="231F20"/>
                </a:solidFill>
                <a:latin typeface="Arial"/>
                <a:cs typeface="Arial"/>
              </a:rPr>
              <a:t> </a:t>
            </a:r>
            <a:r>
              <a:rPr sz="1000" dirty="0">
                <a:solidFill>
                  <a:srgbClr val="231F20"/>
                </a:solidFill>
                <a:latin typeface="Arial"/>
                <a:cs typeface="Arial"/>
              </a:rPr>
              <a:t>workshop</a:t>
            </a:r>
            <a:r>
              <a:rPr sz="1000" spc="5" dirty="0">
                <a:solidFill>
                  <a:srgbClr val="231F20"/>
                </a:solidFill>
                <a:latin typeface="Arial"/>
                <a:cs typeface="Arial"/>
              </a:rPr>
              <a:t> </a:t>
            </a:r>
            <a:r>
              <a:rPr sz="1000" dirty="0">
                <a:solidFill>
                  <a:srgbClr val="231F20"/>
                </a:solidFill>
                <a:latin typeface="Arial"/>
                <a:cs typeface="Arial"/>
              </a:rPr>
              <a:t>led</a:t>
            </a:r>
            <a:r>
              <a:rPr sz="1000" spc="10"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spc="-10" dirty="0">
                <a:solidFill>
                  <a:srgbClr val="231F20"/>
                </a:solidFill>
                <a:latin typeface="Arial"/>
                <a:cs typeface="Arial"/>
              </a:rPr>
              <a:t>Zsudayka</a:t>
            </a:r>
            <a:r>
              <a:rPr sz="1000" spc="5" dirty="0">
                <a:solidFill>
                  <a:srgbClr val="231F20"/>
                </a:solidFill>
                <a:latin typeface="Arial"/>
                <a:cs typeface="Arial"/>
              </a:rPr>
              <a:t> </a:t>
            </a:r>
            <a:r>
              <a:rPr sz="1000" spc="-10" dirty="0">
                <a:solidFill>
                  <a:srgbClr val="231F20"/>
                </a:solidFill>
                <a:latin typeface="Arial"/>
                <a:cs typeface="Arial"/>
              </a:rPr>
              <a:t>Nzinga, </a:t>
            </a:r>
            <a:r>
              <a:rPr sz="1000" dirty="0">
                <a:solidFill>
                  <a:srgbClr val="231F20"/>
                </a:solidFill>
                <a:latin typeface="Arial"/>
                <a:cs typeface="Arial"/>
              </a:rPr>
              <a:t>an</a:t>
            </a:r>
            <a:r>
              <a:rPr sz="1000" spc="-20" dirty="0">
                <a:solidFill>
                  <a:srgbClr val="231F20"/>
                </a:solidFill>
                <a:latin typeface="Arial"/>
                <a:cs typeface="Arial"/>
              </a:rPr>
              <a:t> </a:t>
            </a:r>
            <a:r>
              <a:rPr sz="1000" spc="-10" dirty="0">
                <a:solidFill>
                  <a:srgbClr val="231F20"/>
                </a:solidFill>
                <a:latin typeface="Arial"/>
                <a:cs typeface="Arial"/>
              </a:rPr>
              <a:t>award-</a:t>
            </a:r>
            <a:r>
              <a:rPr sz="1000" dirty="0">
                <a:solidFill>
                  <a:srgbClr val="231F20"/>
                </a:solidFill>
                <a:latin typeface="Arial"/>
                <a:cs typeface="Arial"/>
              </a:rPr>
              <a:t>winning</a:t>
            </a:r>
            <a:r>
              <a:rPr sz="1000" spc="-20" dirty="0">
                <a:solidFill>
                  <a:srgbClr val="231F20"/>
                </a:solidFill>
                <a:latin typeface="Arial"/>
                <a:cs typeface="Arial"/>
              </a:rPr>
              <a:t>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American</a:t>
            </a:r>
            <a:r>
              <a:rPr sz="1000" spc="-20" dirty="0">
                <a:solidFill>
                  <a:srgbClr val="231F20"/>
                </a:solidFill>
                <a:latin typeface="Arial"/>
                <a:cs typeface="Arial"/>
              </a:rPr>
              <a:t> </a:t>
            </a:r>
            <a:r>
              <a:rPr sz="1000" dirty="0">
                <a:solidFill>
                  <a:srgbClr val="231F20"/>
                </a:solidFill>
                <a:latin typeface="Arial"/>
                <a:cs typeface="Arial"/>
              </a:rPr>
              <a:t>artist.</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created</a:t>
            </a:r>
            <a:r>
              <a:rPr sz="1000" spc="20"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portraits</a:t>
            </a:r>
            <a:r>
              <a:rPr sz="1000" spc="25" dirty="0">
                <a:solidFill>
                  <a:srgbClr val="231F20"/>
                </a:solidFill>
                <a:latin typeface="Arial"/>
                <a:cs typeface="Arial"/>
              </a:rPr>
              <a:t> </a:t>
            </a:r>
            <a:r>
              <a:rPr sz="1000" dirty="0">
                <a:solidFill>
                  <a:srgbClr val="231F20"/>
                </a:solidFill>
                <a:latin typeface="Arial"/>
                <a:cs typeface="Arial"/>
              </a:rPr>
              <a:t>blending</a:t>
            </a:r>
            <a:r>
              <a:rPr sz="1000" spc="25" dirty="0">
                <a:solidFill>
                  <a:srgbClr val="231F20"/>
                </a:solidFill>
                <a:latin typeface="Arial"/>
                <a:cs typeface="Arial"/>
              </a:rPr>
              <a:t> </a:t>
            </a:r>
            <a:r>
              <a:rPr sz="1000" dirty="0">
                <a:solidFill>
                  <a:srgbClr val="231F20"/>
                </a:solidFill>
                <a:latin typeface="Arial"/>
                <a:cs typeface="Arial"/>
              </a:rPr>
              <a:t>Japanese</a:t>
            </a:r>
            <a:r>
              <a:rPr sz="1000" spc="25" dirty="0">
                <a:solidFill>
                  <a:srgbClr val="231F20"/>
                </a:solidFill>
                <a:latin typeface="Arial"/>
                <a:cs typeface="Arial"/>
              </a:rPr>
              <a:t> </a:t>
            </a:r>
            <a:r>
              <a:rPr sz="1000" dirty="0">
                <a:solidFill>
                  <a:srgbClr val="231F20"/>
                </a:solidFill>
                <a:latin typeface="Arial"/>
                <a:cs typeface="Arial"/>
              </a:rPr>
              <a:t>anime</a:t>
            </a:r>
            <a:r>
              <a:rPr sz="1000" spc="2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culture,</a:t>
            </a:r>
            <a:r>
              <a:rPr sz="1000" spc="-15" dirty="0">
                <a:solidFill>
                  <a:srgbClr val="231F20"/>
                </a:solidFill>
                <a:latin typeface="Arial"/>
                <a:cs typeface="Arial"/>
              </a:rPr>
              <a:t> </a:t>
            </a:r>
            <a:r>
              <a:rPr sz="1000" dirty="0">
                <a:solidFill>
                  <a:srgbClr val="231F20"/>
                </a:solidFill>
                <a:latin typeface="Arial"/>
                <a:cs typeface="Arial"/>
              </a:rPr>
              <a:t>enhancing</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creative</a:t>
            </a:r>
            <a:r>
              <a:rPr sz="1000" spc="-15" dirty="0">
                <a:solidFill>
                  <a:srgbClr val="231F20"/>
                </a:solidFill>
                <a:latin typeface="Arial"/>
                <a:cs typeface="Arial"/>
              </a:rPr>
              <a:t> </a:t>
            </a:r>
            <a:r>
              <a:rPr sz="1000" dirty="0">
                <a:solidFill>
                  <a:srgbClr val="231F20"/>
                </a:solidFill>
                <a:latin typeface="Arial"/>
                <a:cs typeface="Arial"/>
              </a:rPr>
              <a:t>skills</a:t>
            </a:r>
            <a:r>
              <a:rPr sz="1000" spc="-15" dirty="0">
                <a:solidFill>
                  <a:srgbClr val="231F20"/>
                </a:solidFill>
                <a:latin typeface="Arial"/>
                <a:cs typeface="Arial"/>
              </a:rPr>
              <a:t> </a:t>
            </a:r>
            <a:r>
              <a:rPr sz="1000" spc="-20" dirty="0">
                <a:solidFill>
                  <a:srgbClr val="231F20"/>
                </a:solidFill>
                <a:latin typeface="Arial"/>
                <a:cs typeface="Arial"/>
              </a:rPr>
              <a:t>while </a:t>
            </a:r>
            <a:r>
              <a:rPr sz="1000" dirty="0">
                <a:solidFill>
                  <a:srgbClr val="231F20"/>
                </a:solidFill>
                <a:latin typeface="Arial"/>
                <a:cs typeface="Arial"/>
              </a:rPr>
              <a:t>celebrating</a:t>
            </a:r>
            <a:r>
              <a:rPr sz="1000" spc="35" dirty="0">
                <a:solidFill>
                  <a:srgbClr val="231F20"/>
                </a:solidFill>
                <a:latin typeface="Arial"/>
                <a:cs typeface="Arial"/>
              </a:rPr>
              <a:t> </a:t>
            </a:r>
            <a:r>
              <a:rPr sz="1000" dirty="0">
                <a:solidFill>
                  <a:srgbClr val="231F20"/>
                </a:solidFill>
                <a:latin typeface="Arial"/>
                <a:cs typeface="Arial"/>
              </a:rPr>
              <a:t>their</a:t>
            </a:r>
            <a:r>
              <a:rPr sz="1000" spc="35" dirty="0">
                <a:solidFill>
                  <a:srgbClr val="231F20"/>
                </a:solidFill>
                <a:latin typeface="Arial"/>
                <a:cs typeface="Arial"/>
              </a:rPr>
              <a:t> </a:t>
            </a:r>
            <a:r>
              <a:rPr sz="1000" spc="-10" dirty="0">
                <a:solidFill>
                  <a:srgbClr val="231F20"/>
                </a:solidFill>
                <a:latin typeface="Arial"/>
                <a:cs typeface="Arial"/>
              </a:rPr>
              <a:t>heritage.</a:t>
            </a:r>
            <a:endParaRPr sz="1000">
              <a:latin typeface="Arial"/>
              <a:cs typeface="Arial"/>
            </a:endParaRPr>
          </a:p>
          <a:p>
            <a:pPr marL="12700" marR="135255">
              <a:lnSpc>
                <a:spcPct val="100000"/>
              </a:lnSpc>
              <a:spcBef>
                <a:spcPts val="900"/>
              </a:spcBef>
            </a:pPr>
            <a:r>
              <a:rPr sz="1000" spc="-20" dirty="0">
                <a:solidFill>
                  <a:srgbClr val="231F20"/>
                </a:solidFill>
                <a:latin typeface="Arial"/>
                <a:cs typeface="Arial"/>
              </a:rPr>
              <a:t>Finally,</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April</a:t>
            </a:r>
            <a:r>
              <a:rPr sz="1000" spc="15" dirty="0">
                <a:solidFill>
                  <a:srgbClr val="231F20"/>
                </a:solidFill>
                <a:latin typeface="Arial"/>
                <a:cs typeface="Arial"/>
              </a:rPr>
              <a:t> </a:t>
            </a:r>
            <a:r>
              <a:rPr sz="1000" dirty="0">
                <a:solidFill>
                  <a:srgbClr val="231F20"/>
                </a:solidFill>
                <a:latin typeface="Arial"/>
                <a:cs typeface="Arial"/>
              </a:rPr>
              <a:t>2024,</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visited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Maryland State</a:t>
            </a:r>
            <a:r>
              <a:rPr sz="1000" spc="-5" dirty="0">
                <a:solidFill>
                  <a:srgbClr val="231F20"/>
                </a:solidFill>
                <a:latin typeface="Arial"/>
                <a:cs typeface="Arial"/>
              </a:rPr>
              <a:t> </a:t>
            </a:r>
            <a:r>
              <a:rPr sz="1000" dirty="0">
                <a:solidFill>
                  <a:srgbClr val="231F20"/>
                </a:solidFill>
                <a:latin typeface="Arial"/>
                <a:cs typeface="Arial"/>
              </a:rPr>
              <a:t>House</a:t>
            </a:r>
            <a:r>
              <a:rPr sz="1000" spc="-5" dirty="0">
                <a:solidFill>
                  <a:srgbClr val="231F20"/>
                </a:solidFill>
                <a:latin typeface="Arial"/>
                <a:cs typeface="Arial"/>
              </a:rPr>
              <a:t> </a:t>
            </a:r>
            <a:r>
              <a:rPr sz="1000" dirty="0">
                <a:solidFill>
                  <a:srgbClr val="231F20"/>
                </a:solidFill>
                <a:latin typeface="Arial"/>
                <a:cs typeface="Arial"/>
              </a:rPr>
              <a:t>and took</a:t>
            </a:r>
            <a:r>
              <a:rPr sz="1000" spc="-5" dirty="0">
                <a:solidFill>
                  <a:srgbClr val="231F20"/>
                </a:solidFill>
                <a:latin typeface="Arial"/>
                <a:cs typeface="Arial"/>
              </a:rPr>
              <a:t> </a:t>
            </a:r>
            <a:r>
              <a:rPr sz="1000" dirty="0">
                <a:solidFill>
                  <a:srgbClr val="231F20"/>
                </a:solidFill>
                <a:latin typeface="Arial"/>
                <a:cs typeface="Arial"/>
              </a:rPr>
              <a:t>part in</a:t>
            </a:r>
            <a:r>
              <a:rPr sz="1000" spc="-5" dirty="0">
                <a:solidFill>
                  <a:srgbClr val="231F20"/>
                </a:solidFill>
                <a:latin typeface="Arial"/>
                <a:cs typeface="Arial"/>
              </a:rPr>
              <a:t> </a:t>
            </a:r>
            <a:r>
              <a:rPr sz="1000" dirty="0">
                <a:solidFill>
                  <a:srgbClr val="231F20"/>
                </a:solidFill>
                <a:latin typeface="Arial"/>
                <a:cs typeface="Arial"/>
              </a:rPr>
              <a:t>a mock</a:t>
            </a:r>
            <a:r>
              <a:rPr sz="1000" spc="-5" dirty="0">
                <a:solidFill>
                  <a:srgbClr val="231F20"/>
                </a:solidFill>
                <a:latin typeface="Arial"/>
                <a:cs typeface="Arial"/>
              </a:rPr>
              <a:t> </a:t>
            </a:r>
            <a:r>
              <a:rPr sz="1000" dirty="0">
                <a:solidFill>
                  <a:srgbClr val="231F20"/>
                </a:solidFill>
                <a:latin typeface="Arial"/>
                <a:cs typeface="Arial"/>
              </a:rPr>
              <a:t>legislative </a:t>
            </a:r>
            <a:r>
              <a:rPr sz="1000" spc="-10" dirty="0">
                <a:solidFill>
                  <a:srgbClr val="231F20"/>
                </a:solidFill>
                <a:latin typeface="Arial"/>
                <a:cs typeface="Arial"/>
              </a:rPr>
              <a:t>process, </a:t>
            </a:r>
            <a:r>
              <a:rPr sz="1000" dirty="0">
                <a:solidFill>
                  <a:srgbClr val="231F20"/>
                </a:solidFill>
                <a:latin typeface="Arial"/>
                <a:cs typeface="Arial"/>
              </a:rPr>
              <a:t>reinforcing</a:t>
            </a:r>
            <a:r>
              <a:rPr sz="1000" spc="2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importance</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civic</a:t>
            </a:r>
            <a:r>
              <a:rPr sz="1000" spc="25" dirty="0">
                <a:solidFill>
                  <a:srgbClr val="231F20"/>
                </a:solidFill>
                <a:latin typeface="Arial"/>
                <a:cs typeface="Arial"/>
              </a:rPr>
              <a:t> </a:t>
            </a:r>
            <a:r>
              <a:rPr sz="1000" dirty="0">
                <a:solidFill>
                  <a:srgbClr val="231F20"/>
                </a:solidFill>
                <a:latin typeface="Arial"/>
                <a:cs typeface="Arial"/>
              </a:rPr>
              <a:t>engagement</a:t>
            </a:r>
            <a:r>
              <a:rPr sz="1000" spc="2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voting.</a:t>
            </a:r>
            <a:r>
              <a:rPr sz="1000" spc="25" dirty="0">
                <a:solidFill>
                  <a:srgbClr val="231F20"/>
                </a:solidFill>
                <a:latin typeface="Arial"/>
                <a:cs typeface="Arial"/>
              </a:rPr>
              <a:t> </a:t>
            </a:r>
            <a:r>
              <a:rPr sz="1000" dirty="0">
                <a:solidFill>
                  <a:srgbClr val="231F20"/>
                </a:solidFill>
                <a:latin typeface="Arial"/>
                <a:cs typeface="Arial"/>
              </a:rPr>
              <a:t>Afterward,</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children</a:t>
            </a:r>
            <a:r>
              <a:rPr sz="1000" spc="30" dirty="0">
                <a:solidFill>
                  <a:srgbClr val="231F20"/>
                </a:solidFill>
                <a:latin typeface="Arial"/>
                <a:cs typeface="Arial"/>
              </a:rPr>
              <a:t> </a:t>
            </a:r>
            <a:r>
              <a:rPr sz="1000" dirty="0">
                <a:solidFill>
                  <a:srgbClr val="231F20"/>
                </a:solidFill>
                <a:latin typeface="Arial"/>
                <a:cs typeface="Arial"/>
              </a:rPr>
              <a:t>enjoyed</a:t>
            </a:r>
            <a:r>
              <a:rPr sz="1000" spc="25" dirty="0">
                <a:solidFill>
                  <a:srgbClr val="231F20"/>
                </a:solidFill>
                <a:latin typeface="Arial"/>
                <a:cs typeface="Arial"/>
              </a:rPr>
              <a:t> </a:t>
            </a:r>
            <a:r>
              <a:rPr sz="1000" dirty="0">
                <a:solidFill>
                  <a:srgbClr val="231F20"/>
                </a:solidFill>
                <a:latin typeface="Arial"/>
                <a:cs typeface="Arial"/>
              </a:rPr>
              <a:t>playtime</a:t>
            </a:r>
            <a:r>
              <a:rPr sz="1000" spc="25" dirty="0">
                <a:solidFill>
                  <a:srgbClr val="231F20"/>
                </a:solidFill>
                <a:latin typeface="Arial"/>
                <a:cs typeface="Arial"/>
              </a:rPr>
              <a:t> </a:t>
            </a:r>
            <a:r>
              <a:rPr sz="1000" spc="-25" dirty="0">
                <a:solidFill>
                  <a:srgbClr val="231F20"/>
                </a:solidFill>
                <a:latin typeface="Arial"/>
                <a:cs typeface="Arial"/>
              </a:rPr>
              <a:t>at </a:t>
            </a:r>
            <a:r>
              <a:rPr sz="1000" dirty="0">
                <a:solidFill>
                  <a:srgbClr val="231F20"/>
                </a:solidFill>
                <a:latin typeface="Arial"/>
                <a:cs typeface="Arial"/>
              </a:rPr>
              <a:t>Lawyers</a:t>
            </a:r>
            <a:r>
              <a:rPr sz="1000" spc="-5" dirty="0">
                <a:solidFill>
                  <a:srgbClr val="231F20"/>
                </a:solidFill>
                <a:latin typeface="Arial"/>
                <a:cs typeface="Arial"/>
              </a:rPr>
              <a:t> </a:t>
            </a:r>
            <a:r>
              <a:rPr sz="1000" spc="-20" dirty="0">
                <a:solidFill>
                  <a:srgbClr val="231F20"/>
                </a:solidFill>
                <a:latin typeface="Arial"/>
                <a:cs typeface="Arial"/>
              </a:rPr>
              <a:t>Square,</a:t>
            </a:r>
            <a:r>
              <a:rPr sz="1000" spc="-5" dirty="0">
                <a:solidFill>
                  <a:srgbClr val="231F20"/>
                </a:solidFill>
                <a:latin typeface="Arial"/>
                <a:cs typeface="Arial"/>
              </a:rPr>
              <a:t> </a:t>
            </a:r>
            <a:r>
              <a:rPr sz="1000" dirty="0">
                <a:solidFill>
                  <a:srgbClr val="231F20"/>
                </a:solidFill>
                <a:latin typeface="Arial"/>
                <a:cs typeface="Arial"/>
              </a:rPr>
              <a:t>which balanced</a:t>
            </a:r>
            <a:r>
              <a:rPr sz="1000" spc="-5" dirty="0">
                <a:solidFill>
                  <a:srgbClr val="231F20"/>
                </a:solidFill>
                <a:latin typeface="Arial"/>
                <a:cs typeface="Arial"/>
              </a:rPr>
              <a:t> </a:t>
            </a:r>
            <a:r>
              <a:rPr sz="1000" dirty="0">
                <a:solidFill>
                  <a:srgbClr val="231F20"/>
                </a:solidFill>
                <a:latin typeface="Arial"/>
                <a:cs typeface="Arial"/>
              </a:rPr>
              <a:t>learning with</a:t>
            </a:r>
            <a:r>
              <a:rPr sz="1000" spc="-5" dirty="0">
                <a:solidFill>
                  <a:srgbClr val="231F20"/>
                </a:solidFill>
                <a:latin typeface="Arial"/>
                <a:cs typeface="Arial"/>
              </a:rPr>
              <a:t> </a:t>
            </a:r>
            <a:r>
              <a:rPr sz="1000" spc="-10" dirty="0">
                <a:solidFill>
                  <a:srgbClr val="231F20"/>
                </a:solidFill>
                <a:latin typeface="Arial"/>
                <a:cs typeface="Arial"/>
              </a:rPr>
              <a:t>social interaction.</a:t>
            </a:r>
            <a:endParaRPr sz="1000">
              <a:latin typeface="Arial"/>
              <a:cs typeface="Arial"/>
            </a:endParaRPr>
          </a:p>
          <a:p>
            <a:pPr marL="12700" marR="70485">
              <a:lnSpc>
                <a:spcPct val="100000"/>
              </a:lnSpc>
              <a:spcBef>
                <a:spcPts val="900"/>
              </a:spcBef>
            </a:pPr>
            <a:r>
              <a:rPr sz="1000" dirty="0">
                <a:solidFill>
                  <a:srgbClr val="231F20"/>
                </a:solidFill>
                <a:latin typeface="Arial"/>
                <a:cs typeface="Arial"/>
              </a:rPr>
              <a:t>Throughout</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3</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exposed</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variety</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enriching</a:t>
            </a:r>
            <a:r>
              <a:rPr sz="1000" spc="20" dirty="0">
                <a:solidFill>
                  <a:srgbClr val="231F20"/>
                </a:solidFill>
                <a:latin typeface="Arial"/>
                <a:cs typeface="Arial"/>
              </a:rPr>
              <a:t> </a:t>
            </a:r>
            <a:r>
              <a:rPr sz="1000" dirty="0">
                <a:solidFill>
                  <a:srgbClr val="231F20"/>
                </a:solidFill>
                <a:latin typeface="Arial"/>
                <a:cs typeface="Arial"/>
              </a:rPr>
              <a:t>experiences</a:t>
            </a:r>
            <a:r>
              <a:rPr sz="1000" spc="20" dirty="0">
                <a:solidFill>
                  <a:srgbClr val="231F20"/>
                </a:solidFill>
                <a:latin typeface="Arial"/>
                <a:cs typeface="Arial"/>
              </a:rPr>
              <a:t> </a:t>
            </a:r>
            <a:r>
              <a:rPr sz="1000" dirty="0">
                <a:solidFill>
                  <a:srgbClr val="231F20"/>
                </a:solidFill>
                <a:latin typeface="Arial"/>
                <a:cs typeface="Arial"/>
              </a:rPr>
              <a:t>designed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foster</a:t>
            </a:r>
            <a:r>
              <a:rPr sz="1000" spc="20"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intellectual,</a:t>
            </a:r>
            <a:r>
              <a:rPr sz="1000" spc="15" dirty="0">
                <a:solidFill>
                  <a:srgbClr val="231F20"/>
                </a:solidFill>
                <a:latin typeface="Arial"/>
                <a:cs typeface="Arial"/>
              </a:rPr>
              <a:t> </a:t>
            </a:r>
            <a:r>
              <a:rPr sz="1000" spc="-10" dirty="0">
                <a:solidFill>
                  <a:srgbClr val="231F20"/>
                </a:solidFill>
                <a:latin typeface="Arial"/>
                <a:cs typeface="Arial"/>
              </a:rPr>
              <a:t>social,</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emotional</a:t>
            </a:r>
            <a:r>
              <a:rPr sz="1000" spc="20" dirty="0">
                <a:solidFill>
                  <a:srgbClr val="231F20"/>
                </a:solidFill>
                <a:latin typeface="Arial"/>
                <a:cs typeface="Arial"/>
              </a:rPr>
              <a:t> </a:t>
            </a:r>
            <a:r>
              <a:rPr sz="1000" dirty="0">
                <a:solidFill>
                  <a:srgbClr val="231F20"/>
                </a:solidFill>
                <a:latin typeface="Arial"/>
                <a:cs typeface="Arial"/>
              </a:rPr>
              <a:t>development</a:t>
            </a:r>
            <a:r>
              <a:rPr sz="1000" spc="15" dirty="0">
                <a:solidFill>
                  <a:srgbClr val="231F20"/>
                </a:solidFill>
                <a:latin typeface="Arial"/>
                <a:cs typeface="Arial"/>
              </a:rPr>
              <a:t> </a:t>
            </a:r>
            <a:r>
              <a:rPr sz="1000" spc="-20" dirty="0">
                <a:solidFill>
                  <a:srgbClr val="231F20"/>
                </a:solidFill>
                <a:latin typeface="Arial"/>
                <a:cs typeface="Arial"/>
              </a:rPr>
              <a:t>while </a:t>
            </a:r>
            <a:r>
              <a:rPr sz="1000" dirty="0">
                <a:solidFill>
                  <a:srgbClr val="231F20"/>
                </a:solidFill>
                <a:latin typeface="Arial"/>
                <a:cs typeface="Arial"/>
              </a:rPr>
              <a:t>promoting leadership,</a:t>
            </a:r>
            <a:r>
              <a:rPr sz="1000" spc="5" dirty="0">
                <a:solidFill>
                  <a:srgbClr val="231F20"/>
                </a:solidFill>
                <a:latin typeface="Arial"/>
                <a:cs typeface="Arial"/>
              </a:rPr>
              <a:t> </a:t>
            </a:r>
            <a:r>
              <a:rPr sz="1000" dirty="0">
                <a:solidFill>
                  <a:srgbClr val="231F20"/>
                </a:solidFill>
                <a:latin typeface="Arial"/>
                <a:cs typeface="Arial"/>
              </a:rPr>
              <a:t>cultural appreciation,</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lifelong learning.</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4</a:t>
            </a:r>
            <a:r>
              <a:rPr sz="1000" spc="-20" dirty="0">
                <a:solidFill>
                  <a:srgbClr val="231F20"/>
                </a:solidFill>
                <a:latin typeface="Arial"/>
                <a:cs typeface="Arial"/>
              </a:rPr>
              <a:t> </a:t>
            </a:r>
            <a:r>
              <a:rPr sz="1000" spc="-10" dirty="0">
                <a:solidFill>
                  <a:srgbClr val="231F20"/>
                </a:solidFill>
                <a:latin typeface="Arial"/>
                <a:cs typeface="Arial"/>
              </a:rPr>
              <a:t>(4th</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5th</a:t>
            </a:r>
            <a:r>
              <a:rPr sz="1000" spc="-15" dirty="0">
                <a:solidFill>
                  <a:srgbClr val="231F20"/>
                </a:solidFill>
                <a:latin typeface="Arial"/>
                <a:cs typeface="Arial"/>
              </a:rPr>
              <a:t> </a:t>
            </a:r>
            <a:r>
              <a:rPr sz="1000" spc="-25" dirty="0">
                <a:solidFill>
                  <a:srgbClr val="231F20"/>
                </a:solidFill>
                <a:latin typeface="Arial"/>
                <a:cs typeface="Arial"/>
              </a:rPr>
              <a:t>Grades)</a:t>
            </a:r>
            <a:r>
              <a:rPr sz="1000" spc="-20" dirty="0">
                <a:solidFill>
                  <a:srgbClr val="231F20"/>
                </a:solidFill>
                <a:latin typeface="Arial"/>
                <a:cs typeface="Arial"/>
              </a:rPr>
              <a:t> </a:t>
            </a:r>
            <a:r>
              <a:rPr sz="1000" dirty="0">
                <a:solidFill>
                  <a:srgbClr val="231F20"/>
                </a:solidFill>
                <a:latin typeface="Arial"/>
                <a:cs typeface="Arial"/>
              </a:rPr>
              <a:t>had</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dynamic</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enriching </a:t>
            </a:r>
            <a:r>
              <a:rPr sz="1000" dirty="0">
                <a:solidFill>
                  <a:srgbClr val="231F20"/>
                </a:solidFill>
                <a:latin typeface="Arial"/>
                <a:cs typeface="Arial"/>
              </a:rPr>
              <a:t>year</a:t>
            </a:r>
            <a:r>
              <a:rPr sz="1000" spc="-10" dirty="0">
                <a:solidFill>
                  <a:srgbClr val="231F20"/>
                </a:solidFill>
                <a:latin typeface="Arial"/>
                <a:cs typeface="Arial"/>
              </a:rPr>
              <a:t> </a:t>
            </a:r>
            <a:r>
              <a:rPr sz="1000" dirty="0">
                <a:solidFill>
                  <a:srgbClr val="231F20"/>
                </a:solidFill>
                <a:latin typeface="Arial"/>
                <a:cs typeface="Arial"/>
              </a:rPr>
              <a:t>filled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educational,</a:t>
            </a:r>
            <a:r>
              <a:rPr sz="1000" spc="-10"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community- </a:t>
            </a:r>
            <a:r>
              <a:rPr sz="1000" dirty="0">
                <a:solidFill>
                  <a:srgbClr val="231F20"/>
                </a:solidFill>
                <a:latin typeface="Arial"/>
                <a:cs typeface="Arial"/>
              </a:rPr>
              <a:t>centered</a:t>
            </a:r>
            <a:r>
              <a:rPr sz="1000" spc="30" dirty="0">
                <a:solidFill>
                  <a:srgbClr val="231F20"/>
                </a:solidFill>
                <a:latin typeface="Arial"/>
                <a:cs typeface="Arial"/>
              </a:rPr>
              <a:t> </a:t>
            </a:r>
            <a:r>
              <a:rPr sz="1000" dirty="0">
                <a:solidFill>
                  <a:srgbClr val="231F20"/>
                </a:solidFill>
                <a:latin typeface="Arial"/>
                <a:cs typeface="Arial"/>
              </a:rPr>
              <a:t>activities</a:t>
            </a:r>
            <a:r>
              <a:rPr sz="1000" spc="35" dirty="0">
                <a:solidFill>
                  <a:srgbClr val="231F20"/>
                </a:solidFill>
                <a:latin typeface="Arial"/>
                <a:cs typeface="Arial"/>
              </a:rPr>
              <a:t> </a:t>
            </a:r>
            <a:r>
              <a:rPr sz="1000" dirty="0">
                <a:solidFill>
                  <a:srgbClr val="231F20"/>
                </a:solidFill>
                <a:latin typeface="Arial"/>
                <a:cs typeface="Arial"/>
              </a:rPr>
              <a:t>that</a:t>
            </a:r>
            <a:r>
              <a:rPr sz="1000" spc="35" dirty="0">
                <a:solidFill>
                  <a:srgbClr val="231F20"/>
                </a:solidFill>
                <a:latin typeface="Arial"/>
                <a:cs typeface="Arial"/>
              </a:rPr>
              <a:t> </a:t>
            </a:r>
            <a:r>
              <a:rPr sz="1000" dirty="0">
                <a:solidFill>
                  <a:srgbClr val="231F20"/>
                </a:solidFill>
                <a:latin typeface="Arial"/>
                <a:cs typeface="Arial"/>
              </a:rPr>
              <a:t>focused</a:t>
            </a:r>
            <a:r>
              <a:rPr sz="1000" spc="30" dirty="0">
                <a:solidFill>
                  <a:srgbClr val="231F20"/>
                </a:solidFill>
                <a:latin typeface="Arial"/>
                <a:cs typeface="Arial"/>
              </a:rPr>
              <a:t> </a:t>
            </a:r>
            <a:r>
              <a:rPr sz="1000" dirty="0">
                <a:solidFill>
                  <a:srgbClr val="231F20"/>
                </a:solidFill>
                <a:latin typeface="Arial"/>
                <a:cs typeface="Arial"/>
              </a:rPr>
              <a:t>on</a:t>
            </a:r>
            <a:r>
              <a:rPr sz="1000" spc="35" dirty="0">
                <a:solidFill>
                  <a:srgbClr val="231F20"/>
                </a:solidFill>
                <a:latin typeface="Arial"/>
                <a:cs typeface="Arial"/>
              </a:rPr>
              <a:t> </a:t>
            </a:r>
            <a:r>
              <a:rPr sz="1000" dirty="0">
                <a:solidFill>
                  <a:srgbClr val="231F20"/>
                </a:solidFill>
                <a:latin typeface="Arial"/>
                <a:cs typeface="Arial"/>
              </a:rPr>
              <a:t>developing</a:t>
            </a:r>
            <a:r>
              <a:rPr sz="1000" spc="3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leadership,</a:t>
            </a:r>
            <a:r>
              <a:rPr sz="1000" spc="-30" dirty="0">
                <a:solidFill>
                  <a:srgbClr val="231F20"/>
                </a:solidFill>
                <a:latin typeface="Arial"/>
                <a:cs typeface="Arial"/>
              </a:rPr>
              <a:t> </a:t>
            </a:r>
            <a:r>
              <a:rPr sz="1000" dirty="0">
                <a:solidFill>
                  <a:srgbClr val="231F20"/>
                </a:solidFill>
                <a:latin typeface="Arial"/>
                <a:cs typeface="Arial"/>
              </a:rPr>
              <a:t>teamwork,</a:t>
            </a:r>
            <a:r>
              <a:rPr sz="1000" spc="-3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dirty="0">
                <a:solidFill>
                  <a:srgbClr val="231F20"/>
                </a:solidFill>
                <a:latin typeface="Arial"/>
                <a:cs typeface="Arial"/>
              </a:rPr>
              <a:t>social</a:t>
            </a:r>
            <a:r>
              <a:rPr sz="1000" spc="-30" dirty="0">
                <a:solidFill>
                  <a:srgbClr val="231F20"/>
                </a:solidFill>
                <a:latin typeface="Arial"/>
                <a:cs typeface="Arial"/>
              </a:rPr>
              <a:t> </a:t>
            </a:r>
            <a:r>
              <a:rPr sz="1000" dirty="0">
                <a:solidFill>
                  <a:srgbClr val="231F20"/>
                </a:solidFill>
                <a:latin typeface="Arial"/>
                <a:cs typeface="Arial"/>
              </a:rPr>
              <a:t>skills</a:t>
            </a:r>
            <a:r>
              <a:rPr sz="1000" spc="-30" dirty="0">
                <a:solidFill>
                  <a:srgbClr val="231F20"/>
                </a:solidFill>
                <a:latin typeface="Arial"/>
                <a:cs typeface="Arial"/>
              </a:rPr>
              <a:t> </a:t>
            </a:r>
            <a:r>
              <a:rPr sz="1000" dirty="0">
                <a:solidFill>
                  <a:srgbClr val="231F20"/>
                </a:solidFill>
                <a:latin typeface="Arial"/>
                <a:cs typeface="Arial"/>
              </a:rPr>
              <a:t>while</a:t>
            </a:r>
            <a:r>
              <a:rPr sz="1000" spc="-25" dirty="0">
                <a:solidFill>
                  <a:srgbClr val="231F20"/>
                </a:solidFill>
                <a:latin typeface="Arial"/>
                <a:cs typeface="Arial"/>
              </a:rPr>
              <a:t> </a:t>
            </a:r>
            <a:r>
              <a:rPr sz="1000" spc="-10" dirty="0">
                <a:solidFill>
                  <a:srgbClr val="231F20"/>
                </a:solidFill>
                <a:latin typeface="Arial"/>
                <a:cs typeface="Arial"/>
              </a:rPr>
              <a:t>fostering </a:t>
            </a:r>
            <a:r>
              <a:rPr sz="1000" dirty="0">
                <a:solidFill>
                  <a:srgbClr val="231F20"/>
                </a:solidFill>
                <a:latin typeface="Arial"/>
                <a:cs typeface="Arial"/>
              </a:rPr>
              <a:t>cultural</a:t>
            </a:r>
            <a:r>
              <a:rPr sz="1000" spc="-15" dirty="0">
                <a:solidFill>
                  <a:srgbClr val="231F20"/>
                </a:solidFill>
                <a:latin typeface="Arial"/>
                <a:cs typeface="Arial"/>
              </a:rPr>
              <a:t> </a:t>
            </a:r>
            <a:r>
              <a:rPr sz="1000" spc="-10" dirty="0">
                <a:solidFill>
                  <a:srgbClr val="231F20"/>
                </a:solidFill>
                <a:latin typeface="Arial"/>
                <a:cs typeface="Arial"/>
              </a:rPr>
              <a:t>awareness.</a:t>
            </a:r>
            <a:endParaRPr sz="1000">
              <a:latin typeface="Arial"/>
              <a:cs typeface="Arial"/>
            </a:endParaRPr>
          </a:p>
          <a:p>
            <a:pPr marL="12700" marR="62865">
              <a:lnSpc>
                <a:spcPct val="100000"/>
              </a:lnSpc>
              <a:spcBef>
                <a:spcPts val="900"/>
              </a:spcBef>
            </a:pPr>
            <a:r>
              <a:rPr sz="1000" dirty="0">
                <a:solidFill>
                  <a:srgbClr val="231F20"/>
                </a:solidFill>
                <a:latin typeface="Arial"/>
                <a:cs typeface="Arial"/>
              </a:rPr>
              <a:t>The year kicked off on</a:t>
            </a:r>
            <a:r>
              <a:rPr sz="1000" spc="5" dirty="0">
                <a:solidFill>
                  <a:srgbClr val="231F20"/>
                </a:solidFill>
                <a:latin typeface="Arial"/>
                <a:cs typeface="Arial"/>
              </a:rPr>
              <a:t> </a:t>
            </a:r>
            <a:r>
              <a:rPr sz="1000" dirty="0">
                <a:solidFill>
                  <a:srgbClr val="231F20"/>
                </a:solidFill>
                <a:latin typeface="Arial"/>
                <a:cs typeface="Arial"/>
              </a:rPr>
              <a:t>September </a:t>
            </a:r>
            <a:r>
              <a:rPr sz="1000" spc="-75" dirty="0">
                <a:solidFill>
                  <a:srgbClr val="231F20"/>
                </a:solidFill>
                <a:latin typeface="Arial"/>
                <a:cs typeface="Arial"/>
              </a:rPr>
              <a:t>16,</a:t>
            </a:r>
            <a:r>
              <a:rPr sz="1000" dirty="0">
                <a:solidFill>
                  <a:srgbClr val="231F20"/>
                </a:solidFill>
                <a:latin typeface="Arial"/>
                <a:cs typeface="Arial"/>
              </a:rPr>
              <a:t> 2023, with</a:t>
            </a:r>
            <a:r>
              <a:rPr sz="1000" spc="5"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engaging</a:t>
            </a:r>
            <a:r>
              <a:rPr sz="1000" spc="15" dirty="0">
                <a:solidFill>
                  <a:srgbClr val="231F20"/>
                </a:solidFill>
                <a:latin typeface="Arial"/>
                <a:cs typeface="Arial"/>
              </a:rPr>
              <a:t> </a:t>
            </a:r>
            <a:r>
              <a:rPr sz="1000" spc="-10" dirty="0">
                <a:solidFill>
                  <a:srgbClr val="231F20"/>
                </a:solidFill>
                <a:latin typeface="Arial"/>
                <a:cs typeface="Arial"/>
              </a:rPr>
              <a:t>session</a:t>
            </a:r>
            <a:r>
              <a:rPr sz="1000" spc="15" dirty="0">
                <a:solidFill>
                  <a:srgbClr val="231F20"/>
                </a:solidFill>
                <a:latin typeface="Arial"/>
                <a:cs typeface="Arial"/>
              </a:rPr>
              <a:t> </a:t>
            </a: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history</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stepping.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children </a:t>
            </a:r>
            <a:r>
              <a:rPr sz="1000" dirty="0">
                <a:solidFill>
                  <a:srgbClr val="231F20"/>
                </a:solidFill>
                <a:latin typeface="Arial"/>
                <a:cs typeface="Arial"/>
              </a:rPr>
              <a:t>learned about its African origins</a:t>
            </a:r>
            <a:r>
              <a:rPr sz="1000" spc="5" dirty="0">
                <a:solidFill>
                  <a:srgbClr val="231F20"/>
                </a:solidFill>
                <a:latin typeface="Arial"/>
                <a:cs typeface="Arial"/>
              </a:rPr>
              <a:t> </a:t>
            </a:r>
            <a:r>
              <a:rPr sz="1000" dirty="0">
                <a:solidFill>
                  <a:srgbClr val="231F20"/>
                </a:solidFill>
                <a:latin typeface="Arial"/>
                <a:cs typeface="Arial"/>
              </a:rPr>
              <a:t>and its significance </a:t>
            </a:r>
            <a:r>
              <a:rPr sz="1000" spc="-25" dirty="0">
                <a:solidFill>
                  <a:srgbClr val="231F20"/>
                </a:solidFill>
                <a:latin typeface="Arial"/>
                <a:cs typeface="Arial"/>
              </a:rPr>
              <a:t>in </a:t>
            </a:r>
            <a:r>
              <a:rPr sz="1000" dirty="0">
                <a:solidFill>
                  <a:srgbClr val="231F20"/>
                </a:solidFill>
                <a:latin typeface="Arial"/>
                <a:cs typeface="Arial"/>
              </a:rPr>
              <a:t>Black</a:t>
            </a:r>
            <a:r>
              <a:rPr sz="1000" spc="20" dirty="0">
                <a:solidFill>
                  <a:srgbClr val="231F20"/>
                </a:solidFill>
                <a:latin typeface="Arial"/>
                <a:cs typeface="Arial"/>
              </a:rPr>
              <a:t> </a:t>
            </a:r>
            <a:r>
              <a:rPr sz="1000" spc="-10" dirty="0">
                <a:solidFill>
                  <a:srgbClr val="231F20"/>
                </a:solidFill>
                <a:latin typeface="Arial"/>
                <a:cs typeface="Arial"/>
              </a:rPr>
              <a:t>Greek-</a:t>
            </a:r>
            <a:r>
              <a:rPr sz="1000" dirty="0">
                <a:solidFill>
                  <a:srgbClr val="231F20"/>
                </a:solidFill>
                <a:latin typeface="Arial"/>
                <a:cs typeface="Arial"/>
              </a:rPr>
              <a:t>letter</a:t>
            </a:r>
            <a:r>
              <a:rPr sz="1000" spc="20" dirty="0">
                <a:solidFill>
                  <a:srgbClr val="231F20"/>
                </a:solidFill>
                <a:latin typeface="Arial"/>
                <a:cs typeface="Arial"/>
              </a:rPr>
              <a:t> </a:t>
            </a:r>
            <a:r>
              <a:rPr sz="1000" spc="-10" dirty="0">
                <a:solidFill>
                  <a:srgbClr val="231F20"/>
                </a:solidFill>
                <a:latin typeface="Arial"/>
                <a:cs typeface="Arial"/>
              </a:rPr>
              <a:t>organizations.</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activity</a:t>
            </a:r>
            <a:r>
              <a:rPr sz="1000" spc="20" dirty="0">
                <a:solidFill>
                  <a:srgbClr val="231F20"/>
                </a:solidFill>
                <a:latin typeface="Arial"/>
                <a:cs typeface="Arial"/>
              </a:rPr>
              <a:t> </a:t>
            </a:r>
            <a:r>
              <a:rPr sz="1000" spc="-10" dirty="0">
                <a:solidFill>
                  <a:srgbClr val="231F20"/>
                </a:solidFill>
                <a:latin typeface="Arial"/>
                <a:cs typeface="Arial"/>
              </a:rPr>
              <a:t>culminated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stepping</a:t>
            </a:r>
            <a:r>
              <a:rPr sz="1000" spc="10" dirty="0">
                <a:solidFill>
                  <a:srgbClr val="231F20"/>
                </a:solidFill>
                <a:latin typeface="Arial"/>
                <a:cs typeface="Arial"/>
              </a:rPr>
              <a:t> </a:t>
            </a:r>
            <a:r>
              <a:rPr sz="1000" spc="-10" dirty="0">
                <a:solidFill>
                  <a:srgbClr val="231F20"/>
                </a:solidFill>
                <a:latin typeface="Arial"/>
                <a:cs typeface="Arial"/>
              </a:rPr>
              <a:t>exercise,</a:t>
            </a:r>
            <a:r>
              <a:rPr sz="1000" spc="10" dirty="0">
                <a:solidFill>
                  <a:srgbClr val="231F20"/>
                </a:solidFill>
                <a:latin typeface="Arial"/>
                <a:cs typeface="Arial"/>
              </a:rPr>
              <a:t> </a:t>
            </a:r>
            <a:r>
              <a:rPr sz="1000" dirty="0">
                <a:solidFill>
                  <a:srgbClr val="231F20"/>
                </a:solidFill>
                <a:latin typeface="Arial"/>
                <a:cs typeface="Arial"/>
              </a:rPr>
              <a:t>blending</a:t>
            </a:r>
            <a:r>
              <a:rPr sz="1000" spc="5" dirty="0">
                <a:solidFill>
                  <a:srgbClr val="231F20"/>
                </a:solidFill>
                <a:latin typeface="Arial"/>
                <a:cs typeface="Arial"/>
              </a:rPr>
              <a:t> </a:t>
            </a:r>
            <a:r>
              <a:rPr sz="1000" dirty="0">
                <a:solidFill>
                  <a:srgbClr val="231F20"/>
                </a:solidFill>
                <a:latin typeface="Arial"/>
                <a:cs typeface="Arial"/>
              </a:rPr>
              <a:t>Cultural</a:t>
            </a:r>
            <a:r>
              <a:rPr sz="1000" spc="10"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Recreational</a:t>
            </a:r>
            <a:r>
              <a:rPr sz="1000" spc="-5" dirty="0">
                <a:solidFill>
                  <a:srgbClr val="231F20"/>
                </a:solidFill>
                <a:latin typeface="Arial"/>
                <a:cs typeface="Arial"/>
              </a:rPr>
              <a:t> </a:t>
            </a:r>
            <a:r>
              <a:rPr sz="1000" spc="-10" dirty="0">
                <a:solidFill>
                  <a:srgbClr val="231F20"/>
                </a:solidFill>
                <a:latin typeface="Arial"/>
                <a:cs typeface="Arial"/>
              </a:rPr>
              <a:t>Thrusts.</a:t>
            </a:r>
            <a:endParaRPr sz="1000">
              <a:latin typeface="Arial"/>
              <a:cs typeface="Arial"/>
            </a:endParaRPr>
          </a:p>
          <a:p>
            <a:pPr marL="12700" marR="231775">
              <a:lnSpc>
                <a:spcPct val="100000"/>
              </a:lnSpc>
              <a:spcBef>
                <a:spcPts val="900"/>
              </a:spcBef>
            </a:pP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October</a:t>
            </a:r>
            <a:r>
              <a:rPr sz="1000" spc="15" dirty="0">
                <a:solidFill>
                  <a:srgbClr val="231F20"/>
                </a:solidFill>
                <a:latin typeface="Arial"/>
                <a:cs typeface="Arial"/>
              </a:rPr>
              <a:t> </a:t>
            </a:r>
            <a:r>
              <a:rPr sz="1000" spc="-95" dirty="0">
                <a:solidFill>
                  <a:srgbClr val="231F20"/>
                </a:solidFill>
                <a:latin typeface="Arial"/>
                <a:cs typeface="Arial"/>
              </a:rPr>
              <a:t>14,</a:t>
            </a:r>
            <a:r>
              <a:rPr sz="1000" spc="15" dirty="0">
                <a:solidFill>
                  <a:srgbClr val="231F20"/>
                </a:solidFill>
                <a:latin typeface="Arial"/>
                <a:cs typeface="Arial"/>
              </a:rPr>
              <a:t> </a:t>
            </a:r>
            <a:r>
              <a:rPr sz="1000" dirty="0">
                <a:solidFill>
                  <a:srgbClr val="231F20"/>
                </a:solidFill>
                <a:latin typeface="Arial"/>
                <a:cs typeface="Arial"/>
              </a:rPr>
              <a:t>2023,</a:t>
            </a:r>
            <a:r>
              <a:rPr sz="1000" spc="20"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4</a:t>
            </a:r>
            <a:r>
              <a:rPr sz="1000" spc="15" dirty="0">
                <a:solidFill>
                  <a:srgbClr val="231F20"/>
                </a:solidFill>
                <a:latin typeface="Arial"/>
                <a:cs typeface="Arial"/>
              </a:rPr>
              <a:t> </a:t>
            </a:r>
            <a:r>
              <a:rPr sz="1000" dirty="0">
                <a:solidFill>
                  <a:srgbClr val="231F20"/>
                </a:solidFill>
                <a:latin typeface="Arial"/>
                <a:cs typeface="Arial"/>
              </a:rPr>
              <a:t>explored</a:t>
            </a:r>
            <a:r>
              <a:rPr sz="1000" spc="20" dirty="0">
                <a:solidFill>
                  <a:srgbClr val="231F20"/>
                </a:solidFill>
                <a:latin typeface="Arial"/>
                <a:cs typeface="Arial"/>
              </a:rPr>
              <a:t> </a:t>
            </a:r>
            <a:r>
              <a:rPr sz="1000" spc="-10" dirty="0">
                <a:solidFill>
                  <a:srgbClr val="231F20"/>
                </a:solidFill>
                <a:latin typeface="Arial"/>
                <a:cs typeface="Arial"/>
              </a:rPr>
              <a:t>financial </a:t>
            </a:r>
            <a:r>
              <a:rPr sz="1000" dirty="0">
                <a:solidFill>
                  <a:srgbClr val="231F20"/>
                </a:solidFill>
                <a:latin typeface="Arial"/>
                <a:cs typeface="Arial"/>
              </a:rPr>
              <a:t>literacy</a:t>
            </a:r>
            <a:r>
              <a:rPr sz="1000" spc="5" dirty="0">
                <a:solidFill>
                  <a:srgbClr val="231F20"/>
                </a:solidFill>
                <a:latin typeface="Arial"/>
                <a:cs typeface="Arial"/>
              </a:rPr>
              <a:t> </a:t>
            </a:r>
            <a:r>
              <a:rPr sz="1000" dirty="0">
                <a:solidFill>
                  <a:srgbClr val="231F20"/>
                </a:solidFill>
                <a:latin typeface="Arial"/>
                <a:cs typeface="Arial"/>
              </a:rPr>
              <a:t>by</a:t>
            </a:r>
            <a:r>
              <a:rPr sz="1000" spc="5" dirty="0">
                <a:solidFill>
                  <a:srgbClr val="231F20"/>
                </a:solidFill>
                <a:latin typeface="Arial"/>
                <a:cs typeface="Arial"/>
              </a:rPr>
              <a:t> </a:t>
            </a:r>
            <a:r>
              <a:rPr sz="1000" dirty="0">
                <a:solidFill>
                  <a:srgbClr val="231F20"/>
                </a:solidFill>
                <a:latin typeface="Arial"/>
                <a:cs typeface="Arial"/>
              </a:rPr>
              <a:t>setting</a:t>
            </a:r>
            <a:r>
              <a:rPr sz="1000" spc="10" dirty="0">
                <a:solidFill>
                  <a:srgbClr val="231F20"/>
                </a:solidFill>
                <a:latin typeface="Arial"/>
                <a:cs typeface="Arial"/>
              </a:rPr>
              <a:t> </a:t>
            </a:r>
            <a:r>
              <a:rPr sz="1000" spc="-10" dirty="0">
                <a:solidFill>
                  <a:srgbClr val="231F20"/>
                </a:solidFill>
                <a:latin typeface="Arial"/>
                <a:cs typeface="Arial"/>
              </a:rPr>
              <a:t>savings</a:t>
            </a:r>
            <a:r>
              <a:rPr sz="1000" spc="5" dirty="0">
                <a:solidFill>
                  <a:srgbClr val="231F20"/>
                </a:solidFill>
                <a:latin typeface="Arial"/>
                <a:cs typeface="Arial"/>
              </a:rPr>
              <a:t> </a:t>
            </a:r>
            <a:r>
              <a:rPr sz="1000" dirty="0">
                <a:solidFill>
                  <a:srgbClr val="231F20"/>
                </a:solidFill>
                <a:latin typeface="Arial"/>
                <a:cs typeface="Arial"/>
              </a:rPr>
              <a:t>goals</a:t>
            </a:r>
            <a:r>
              <a:rPr sz="1000" spc="10"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spc="-10" dirty="0">
                <a:solidFill>
                  <a:srgbClr val="231F20"/>
                </a:solidFill>
                <a:latin typeface="Arial"/>
                <a:cs typeface="Arial"/>
              </a:rPr>
              <a:t>interactive</a:t>
            </a:r>
            <a:endParaRPr sz="1000">
              <a:latin typeface="Arial"/>
              <a:cs typeface="Arial"/>
            </a:endParaRPr>
          </a:p>
          <a:p>
            <a:pPr marL="12700" marR="98425">
              <a:lnSpc>
                <a:spcPct val="100000"/>
              </a:lnSpc>
            </a:pPr>
            <a:r>
              <a:rPr sz="1000" dirty="0">
                <a:solidFill>
                  <a:srgbClr val="231F20"/>
                </a:solidFill>
                <a:latin typeface="Arial"/>
                <a:cs typeface="Arial"/>
              </a:rPr>
              <a:t>financial</a:t>
            </a:r>
            <a:r>
              <a:rPr sz="1000" spc="-20" dirty="0">
                <a:solidFill>
                  <a:srgbClr val="231F20"/>
                </a:solidFill>
                <a:latin typeface="Arial"/>
                <a:cs typeface="Arial"/>
              </a:rPr>
              <a:t> </a:t>
            </a:r>
            <a:r>
              <a:rPr sz="1000" dirty="0">
                <a:solidFill>
                  <a:srgbClr val="231F20"/>
                </a:solidFill>
                <a:latin typeface="Arial"/>
                <a:cs typeface="Arial"/>
              </a:rPr>
              <a:t>workshop.</a:t>
            </a:r>
            <a:r>
              <a:rPr sz="1000" spc="-15" dirty="0">
                <a:solidFill>
                  <a:srgbClr val="231F20"/>
                </a:solidFill>
                <a:latin typeface="Arial"/>
                <a:cs typeface="Arial"/>
              </a:rPr>
              <a:t> </a:t>
            </a:r>
            <a:r>
              <a:rPr sz="1000" dirty="0">
                <a:solidFill>
                  <a:srgbClr val="231F20"/>
                </a:solidFill>
                <a:latin typeface="Arial"/>
                <a:cs typeface="Arial"/>
              </a:rPr>
              <a:t>Children</a:t>
            </a:r>
            <a:r>
              <a:rPr sz="1000" spc="-20" dirty="0">
                <a:solidFill>
                  <a:srgbClr val="231F20"/>
                </a:solidFill>
                <a:latin typeface="Arial"/>
                <a:cs typeface="Arial"/>
              </a:rPr>
              <a:t> </a:t>
            </a:r>
            <a:r>
              <a:rPr sz="1000" dirty="0">
                <a:solidFill>
                  <a:srgbClr val="231F20"/>
                </a:solidFill>
                <a:latin typeface="Arial"/>
                <a:cs typeface="Arial"/>
              </a:rPr>
              <a:t>expressed</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dreams</a:t>
            </a:r>
            <a:r>
              <a:rPr sz="1000" spc="-20"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aspirations</a:t>
            </a:r>
            <a:r>
              <a:rPr sz="1000" spc="-20" dirty="0">
                <a:solidFill>
                  <a:srgbClr val="231F20"/>
                </a:solidFill>
                <a:latin typeface="Arial"/>
                <a:cs typeface="Arial"/>
              </a:rPr>
              <a:t> </a:t>
            </a:r>
            <a:r>
              <a:rPr sz="1000" dirty="0">
                <a:solidFill>
                  <a:srgbClr val="231F20"/>
                </a:solidFill>
                <a:latin typeface="Arial"/>
                <a:cs typeface="Arial"/>
              </a:rPr>
              <a:t>by</a:t>
            </a:r>
            <a:r>
              <a:rPr sz="1000" spc="-15" dirty="0">
                <a:solidFill>
                  <a:srgbClr val="231F20"/>
                </a:solidFill>
                <a:latin typeface="Arial"/>
                <a:cs typeface="Arial"/>
              </a:rPr>
              <a:t> </a:t>
            </a:r>
            <a:r>
              <a:rPr sz="1000" dirty="0">
                <a:solidFill>
                  <a:srgbClr val="231F20"/>
                </a:solidFill>
                <a:latin typeface="Arial"/>
                <a:cs typeface="Arial"/>
              </a:rPr>
              <a:t>creating</a:t>
            </a:r>
            <a:r>
              <a:rPr sz="1000" spc="-15" dirty="0">
                <a:solidFill>
                  <a:srgbClr val="231F20"/>
                </a:solidFill>
                <a:latin typeface="Arial"/>
                <a:cs typeface="Arial"/>
              </a:rPr>
              <a:t> </a:t>
            </a:r>
            <a:r>
              <a:rPr sz="1000" dirty="0">
                <a:solidFill>
                  <a:srgbClr val="231F20"/>
                </a:solidFill>
                <a:latin typeface="Arial"/>
                <a:cs typeface="Arial"/>
              </a:rPr>
              <a:t>vision</a:t>
            </a:r>
            <a:r>
              <a:rPr sz="1000" spc="-15" dirty="0">
                <a:solidFill>
                  <a:srgbClr val="231F20"/>
                </a:solidFill>
                <a:latin typeface="Arial"/>
                <a:cs typeface="Arial"/>
              </a:rPr>
              <a:t> </a:t>
            </a:r>
            <a:r>
              <a:rPr sz="1000" dirty="0">
                <a:solidFill>
                  <a:srgbClr val="231F20"/>
                </a:solidFill>
                <a:latin typeface="Arial"/>
                <a:cs typeface="Arial"/>
              </a:rPr>
              <a:t>boards,</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spc="-10" dirty="0">
                <a:solidFill>
                  <a:srgbClr val="231F20"/>
                </a:solidFill>
                <a:latin typeface="Arial"/>
                <a:cs typeface="Arial"/>
              </a:rPr>
              <a:t>essential </a:t>
            </a:r>
            <a:r>
              <a:rPr sz="100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planning</a:t>
            </a:r>
            <a:r>
              <a:rPr sz="1000" spc="-10" dirty="0">
                <a:solidFill>
                  <a:srgbClr val="231F20"/>
                </a:solidFill>
                <a:latin typeface="Arial"/>
                <a:cs typeface="Arial"/>
              </a:rPr>
              <a:t> </a:t>
            </a:r>
            <a:r>
              <a:rPr sz="1000" dirty="0">
                <a:solidFill>
                  <a:srgbClr val="231F20"/>
                </a:solidFill>
                <a:latin typeface="Arial"/>
                <a:cs typeface="Arial"/>
              </a:rPr>
              <a:t>skills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creative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engaging</a:t>
            </a:r>
            <a:r>
              <a:rPr sz="1000" spc="-10" dirty="0">
                <a:solidFill>
                  <a:srgbClr val="231F20"/>
                </a:solidFill>
                <a:latin typeface="Arial"/>
                <a:cs typeface="Arial"/>
              </a:rPr>
              <a:t> </a:t>
            </a:r>
            <a:r>
              <a:rPr sz="1000" spc="-20" dirty="0">
                <a:solidFill>
                  <a:srgbClr val="231F20"/>
                </a:solidFill>
                <a:latin typeface="Arial"/>
                <a:cs typeface="Arial"/>
              </a:rPr>
              <a:t>way.</a:t>
            </a:r>
            <a:endParaRPr sz="1000">
              <a:latin typeface="Arial"/>
              <a:cs typeface="Arial"/>
            </a:endParaRPr>
          </a:p>
          <a:p>
            <a:pPr marL="12700" marR="203835">
              <a:lnSpc>
                <a:spcPct val="100000"/>
              </a:lnSpc>
              <a:spcBef>
                <a:spcPts val="900"/>
              </a:spcBef>
            </a:pP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November</a:t>
            </a:r>
            <a:r>
              <a:rPr sz="1000" spc="10" dirty="0">
                <a:solidFill>
                  <a:srgbClr val="231F20"/>
                </a:solidFill>
                <a:latin typeface="Arial"/>
                <a:cs typeface="Arial"/>
              </a:rPr>
              <a:t> </a:t>
            </a:r>
            <a:r>
              <a:rPr sz="1000" spc="-130" dirty="0">
                <a:solidFill>
                  <a:srgbClr val="231F20"/>
                </a:solidFill>
                <a:latin typeface="Arial"/>
                <a:cs typeface="Arial"/>
              </a:rPr>
              <a:t>17,</a:t>
            </a:r>
            <a:r>
              <a:rPr sz="1000" spc="10" dirty="0">
                <a:solidFill>
                  <a:srgbClr val="231F20"/>
                </a:solidFill>
                <a:latin typeface="Arial"/>
                <a:cs typeface="Arial"/>
              </a:rPr>
              <a:t> </a:t>
            </a:r>
            <a:r>
              <a:rPr sz="1000" dirty="0">
                <a:solidFill>
                  <a:srgbClr val="231F20"/>
                </a:solidFill>
                <a:latin typeface="Arial"/>
                <a:cs typeface="Arial"/>
              </a:rPr>
              <a:t>2023,</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students</a:t>
            </a:r>
            <a:r>
              <a:rPr sz="1000" spc="10" dirty="0">
                <a:solidFill>
                  <a:srgbClr val="231F20"/>
                </a:solidFill>
                <a:latin typeface="Arial"/>
                <a:cs typeface="Arial"/>
              </a:rPr>
              <a:t> </a:t>
            </a:r>
            <a:r>
              <a:rPr sz="1000" dirty="0">
                <a:solidFill>
                  <a:srgbClr val="231F20"/>
                </a:solidFill>
                <a:latin typeface="Arial"/>
                <a:cs typeface="Arial"/>
              </a:rPr>
              <a:t>learned</a:t>
            </a:r>
            <a:r>
              <a:rPr sz="1000" spc="15" dirty="0">
                <a:solidFill>
                  <a:srgbClr val="231F20"/>
                </a:solidFill>
                <a:latin typeface="Arial"/>
                <a:cs typeface="Arial"/>
              </a:rPr>
              <a:t> </a:t>
            </a:r>
            <a:r>
              <a:rPr sz="1000" spc="-20" dirty="0">
                <a:solidFill>
                  <a:srgbClr val="231F20"/>
                </a:solidFill>
                <a:latin typeface="Arial"/>
                <a:cs typeface="Arial"/>
              </a:rPr>
              <a:t>about</a:t>
            </a:r>
            <a:r>
              <a:rPr sz="1000" spc="500" dirty="0">
                <a:solidFill>
                  <a:srgbClr val="231F20"/>
                </a:solidFill>
                <a:latin typeface="Arial"/>
                <a:cs typeface="Arial"/>
              </a:rPr>
              <a:t> </a:t>
            </a:r>
            <a:r>
              <a:rPr sz="1000" dirty="0">
                <a:solidFill>
                  <a:srgbClr val="231F20"/>
                </a:solidFill>
                <a:latin typeface="Arial"/>
                <a:cs typeface="Arial"/>
              </a:rPr>
              <a:t>how</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bill</a:t>
            </a:r>
            <a:r>
              <a:rPr sz="1000" spc="-10" dirty="0">
                <a:solidFill>
                  <a:srgbClr val="231F20"/>
                </a:solidFill>
                <a:latin typeface="Arial"/>
                <a:cs typeface="Arial"/>
              </a:rPr>
              <a:t> </a:t>
            </a:r>
            <a:r>
              <a:rPr sz="1000" dirty="0">
                <a:solidFill>
                  <a:srgbClr val="231F20"/>
                </a:solidFill>
                <a:latin typeface="Arial"/>
                <a:cs typeface="Arial"/>
              </a:rPr>
              <a:t>becomes</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20" dirty="0">
                <a:solidFill>
                  <a:srgbClr val="231F20"/>
                </a:solidFill>
                <a:latin typeface="Arial"/>
                <a:cs typeface="Arial"/>
              </a:rPr>
              <a:t>law.</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legislative process,</a:t>
            </a:r>
            <a:r>
              <a:rPr sz="1000" dirty="0">
                <a:solidFill>
                  <a:srgbClr val="231F20"/>
                </a:solidFill>
                <a:latin typeface="Arial"/>
                <a:cs typeface="Arial"/>
              </a:rPr>
              <a:t> from proposing a bill to its passage into </a:t>
            </a:r>
            <a:r>
              <a:rPr sz="1000" spc="-20" dirty="0">
                <a:solidFill>
                  <a:srgbClr val="231F20"/>
                </a:solidFill>
                <a:latin typeface="Arial"/>
                <a:cs typeface="Arial"/>
              </a:rPr>
              <a:t>law,</a:t>
            </a:r>
            <a:endParaRPr sz="1000">
              <a:latin typeface="Arial"/>
              <a:cs typeface="Arial"/>
            </a:endParaRPr>
          </a:p>
        </p:txBody>
      </p:sp>
      <p:sp>
        <p:nvSpPr>
          <p:cNvPr id="4" name="object 4"/>
          <p:cNvSpPr txBox="1">
            <a:spLocks noGrp="1"/>
          </p:cNvSpPr>
          <p:nvPr>
            <p:ph type="sldNum" sz="quarter" idx="7"/>
          </p:nvPr>
        </p:nvSpPr>
        <p:spPr>
          <a:xfrm>
            <a:off x="7067295" y="9529590"/>
            <a:ext cx="261240"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4</a:t>
            </a:r>
            <a:endParaRPr spc="-25" dirty="0"/>
          </a:p>
        </p:txBody>
      </p:sp>
      <p:sp>
        <p:nvSpPr>
          <p:cNvPr id="3" name="object 3"/>
          <p:cNvSpPr txBox="1"/>
          <p:nvPr/>
        </p:nvSpPr>
        <p:spPr>
          <a:xfrm>
            <a:off x="4016375" y="1222502"/>
            <a:ext cx="3312160" cy="7302500"/>
          </a:xfrm>
          <a:prstGeom prst="rect">
            <a:avLst/>
          </a:prstGeom>
        </p:spPr>
        <p:txBody>
          <a:bodyPr vert="horz" wrap="square" lIns="0" tIns="12700" rIns="0" bIns="0" rtlCol="0">
            <a:spAutoFit/>
          </a:bodyPr>
          <a:lstStyle/>
          <a:p>
            <a:pPr marL="12700" marR="186690">
              <a:lnSpc>
                <a:spcPct val="100000"/>
              </a:lnSpc>
              <a:spcBef>
                <a:spcPts val="100"/>
              </a:spcBef>
            </a:pPr>
            <a:r>
              <a:rPr sz="1000" dirty="0">
                <a:solidFill>
                  <a:srgbClr val="231F20"/>
                </a:solidFill>
                <a:latin typeface="Arial"/>
                <a:cs typeface="Arial"/>
              </a:rPr>
              <a:t>while</a:t>
            </a:r>
            <a:r>
              <a:rPr sz="1000" spc="30" dirty="0">
                <a:solidFill>
                  <a:srgbClr val="231F20"/>
                </a:solidFill>
                <a:latin typeface="Arial"/>
                <a:cs typeface="Arial"/>
              </a:rPr>
              <a:t> </a:t>
            </a:r>
            <a:r>
              <a:rPr sz="1000" spc="-10" dirty="0">
                <a:solidFill>
                  <a:srgbClr val="231F20"/>
                </a:solidFill>
                <a:latin typeface="Arial"/>
                <a:cs typeface="Arial"/>
              </a:rPr>
              <a:t>emphasizing</a:t>
            </a:r>
            <a:r>
              <a:rPr sz="1000" spc="30" dirty="0">
                <a:solidFill>
                  <a:srgbClr val="231F20"/>
                </a:solidFill>
                <a:latin typeface="Arial"/>
                <a:cs typeface="Arial"/>
              </a:rPr>
              <a:t> </a:t>
            </a:r>
            <a:r>
              <a:rPr sz="1000" dirty="0">
                <a:solidFill>
                  <a:srgbClr val="231F20"/>
                </a:solidFill>
                <a:latin typeface="Arial"/>
                <a:cs typeface="Arial"/>
              </a:rPr>
              <a:t>the</a:t>
            </a:r>
            <a:r>
              <a:rPr sz="1000" spc="35" dirty="0">
                <a:solidFill>
                  <a:srgbClr val="231F20"/>
                </a:solidFill>
                <a:latin typeface="Arial"/>
                <a:cs typeface="Arial"/>
              </a:rPr>
              <a:t> </a:t>
            </a:r>
            <a:r>
              <a:rPr sz="1000" dirty="0">
                <a:solidFill>
                  <a:srgbClr val="231F20"/>
                </a:solidFill>
                <a:latin typeface="Arial"/>
                <a:cs typeface="Arial"/>
              </a:rPr>
              <a:t>importance</a:t>
            </a:r>
            <a:r>
              <a:rPr sz="1000" spc="30" dirty="0">
                <a:solidFill>
                  <a:srgbClr val="231F20"/>
                </a:solidFill>
                <a:latin typeface="Arial"/>
                <a:cs typeface="Arial"/>
              </a:rPr>
              <a:t> </a:t>
            </a:r>
            <a:r>
              <a:rPr sz="1000" dirty="0">
                <a:solidFill>
                  <a:srgbClr val="231F20"/>
                </a:solidFill>
                <a:latin typeface="Arial"/>
                <a:cs typeface="Arial"/>
              </a:rPr>
              <a:t>of</a:t>
            </a:r>
            <a:r>
              <a:rPr sz="1000" spc="30" dirty="0">
                <a:solidFill>
                  <a:srgbClr val="231F20"/>
                </a:solidFill>
                <a:latin typeface="Arial"/>
                <a:cs typeface="Arial"/>
              </a:rPr>
              <a:t> </a:t>
            </a:r>
            <a:r>
              <a:rPr sz="1000" dirty="0">
                <a:solidFill>
                  <a:srgbClr val="231F20"/>
                </a:solidFill>
                <a:latin typeface="Arial"/>
                <a:cs typeface="Arial"/>
              </a:rPr>
              <a:t>public</a:t>
            </a:r>
            <a:r>
              <a:rPr sz="1000" spc="35" dirty="0">
                <a:solidFill>
                  <a:srgbClr val="231F20"/>
                </a:solidFill>
                <a:latin typeface="Arial"/>
                <a:cs typeface="Arial"/>
              </a:rPr>
              <a:t> </a:t>
            </a:r>
            <a:r>
              <a:rPr sz="1000" spc="-10" dirty="0">
                <a:solidFill>
                  <a:srgbClr val="231F20"/>
                </a:solidFill>
                <a:latin typeface="Arial"/>
                <a:cs typeface="Arial"/>
              </a:rPr>
              <a:t>speaking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communication</a:t>
            </a:r>
            <a:r>
              <a:rPr sz="1000" spc="-20" dirty="0">
                <a:solidFill>
                  <a:srgbClr val="231F20"/>
                </a:solidFill>
                <a:latin typeface="Arial"/>
                <a:cs typeface="Arial"/>
              </a:rPr>
              <a:t> </a:t>
            </a:r>
            <a:r>
              <a:rPr sz="1000" dirty="0">
                <a:solidFill>
                  <a:srgbClr val="231F20"/>
                </a:solidFill>
                <a:latin typeface="Arial"/>
                <a:cs typeface="Arial"/>
              </a:rPr>
              <a:t>skills</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lawmaking.</a:t>
            </a:r>
            <a:r>
              <a:rPr sz="1000" spc="-20" dirty="0">
                <a:solidFill>
                  <a:srgbClr val="231F20"/>
                </a:solidFill>
                <a:latin typeface="Arial"/>
                <a:cs typeface="Arial"/>
              </a:rPr>
              <a:t> </a:t>
            </a:r>
            <a:r>
              <a:rPr sz="1000" dirty="0">
                <a:solidFill>
                  <a:srgbClr val="231F20"/>
                </a:solidFill>
                <a:latin typeface="Arial"/>
                <a:cs typeface="Arial"/>
              </a:rPr>
              <a:t>Afterward,</a:t>
            </a:r>
            <a:r>
              <a:rPr sz="1000" spc="-20" dirty="0">
                <a:solidFill>
                  <a:srgbClr val="231F20"/>
                </a:solidFill>
                <a:latin typeface="Arial"/>
                <a:cs typeface="Arial"/>
              </a:rPr>
              <a:t> they</a:t>
            </a:r>
            <a:endParaRPr sz="1000">
              <a:latin typeface="Arial"/>
              <a:cs typeface="Arial"/>
            </a:endParaRPr>
          </a:p>
          <a:p>
            <a:pPr marL="12700" marR="9525">
              <a:lnSpc>
                <a:spcPct val="100000"/>
              </a:lnSpc>
            </a:pP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bowling</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laser</a:t>
            </a:r>
            <a:r>
              <a:rPr sz="1000" spc="5" dirty="0">
                <a:solidFill>
                  <a:srgbClr val="231F20"/>
                </a:solidFill>
                <a:latin typeface="Arial"/>
                <a:cs typeface="Arial"/>
              </a:rPr>
              <a:t> </a:t>
            </a:r>
            <a:r>
              <a:rPr sz="1000" dirty="0">
                <a:solidFill>
                  <a:srgbClr val="231F20"/>
                </a:solidFill>
                <a:latin typeface="Arial"/>
                <a:cs typeface="Arial"/>
              </a:rPr>
              <a:t>tag,</a:t>
            </a:r>
            <a:r>
              <a:rPr sz="1000" spc="10" dirty="0">
                <a:solidFill>
                  <a:srgbClr val="231F20"/>
                </a:solidFill>
                <a:latin typeface="Arial"/>
                <a:cs typeface="Arial"/>
              </a:rPr>
              <a:t> </a:t>
            </a:r>
            <a:r>
              <a:rPr sz="1000" dirty="0">
                <a:solidFill>
                  <a:srgbClr val="231F20"/>
                </a:solidFill>
                <a:latin typeface="Arial"/>
                <a:cs typeface="Arial"/>
              </a:rPr>
              <a:t>combining</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spc="-20" dirty="0">
                <a:solidFill>
                  <a:srgbClr val="231F20"/>
                </a:solidFill>
                <a:latin typeface="Arial"/>
                <a:cs typeface="Arial"/>
              </a:rPr>
              <a:t>with </a:t>
            </a:r>
            <a:r>
              <a:rPr sz="1000" spc="-10" dirty="0">
                <a:solidFill>
                  <a:srgbClr val="231F20"/>
                </a:solidFill>
                <a:latin typeface="Arial"/>
                <a:cs typeface="Arial"/>
              </a:rPr>
              <a:t>team-</a:t>
            </a:r>
            <a:r>
              <a:rPr sz="1000" dirty="0">
                <a:solidFill>
                  <a:srgbClr val="231F20"/>
                </a:solidFill>
                <a:latin typeface="Arial"/>
                <a:cs typeface="Arial"/>
              </a:rPr>
              <a:t>building</a:t>
            </a:r>
            <a:r>
              <a:rPr sz="1000" spc="50" dirty="0">
                <a:solidFill>
                  <a:srgbClr val="231F20"/>
                </a:solidFill>
                <a:latin typeface="Arial"/>
                <a:cs typeface="Arial"/>
              </a:rPr>
              <a:t> </a:t>
            </a:r>
            <a:r>
              <a:rPr sz="1000" dirty="0">
                <a:solidFill>
                  <a:srgbClr val="231F20"/>
                </a:solidFill>
                <a:latin typeface="Arial"/>
                <a:cs typeface="Arial"/>
              </a:rPr>
              <a:t>recreational</a:t>
            </a:r>
            <a:r>
              <a:rPr sz="1000" spc="55" dirty="0">
                <a:solidFill>
                  <a:srgbClr val="231F20"/>
                </a:solidFill>
                <a:latin typeface="Arial"/>
                <a:cs typeface="Arial"/>
              </a:rPr>
              <a:t> </a:t>
            </a:r>
            <a:r>
              <a:rPr sz="1000" spc="-20" dirty="0">
                <a:solidFill>
                  <a:srgbClr val="231F20"/>
                </a:solidFill>
                <a:latin typeface="Arial"/>
                <a:cs typeface="Arial"/>
              </a:rPr>
              <a:t>fun.</a:t>
            </a:r>
            <a:endParaRPr sz="1000">
              <a:latin typeface="Arial"/>
              <a:cs typeface="Arial"/>
            </a:endParaRPr>
          </a:p>
          <a:p>
            <a:pPr marL="12700" marR="22225">
              <a:lnSpc>
                <a:spcPct val="100000"/>
              </a:lnSpc>
              <a:spcBef>
                <a:spcPts val="900"/>
              </a:spcBef>
            </a:pP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dirty="0">
                <a:solidFill>
                  <a:srgbClr val="231F20"/>
                </a:solidFill>
                <a:latin typeface="Arial"/>
                <a:cs typeface="Arial"/>
              </a:rPr>
              <a:t>2023,</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dining </a:t>
            </a:r>
            <a:r>
              <a:rPr sz="1000" dirty="0">
                <a:solidFill>
                  <a:srgbClr val="231F20"/>
                </a:solidFill>
                <a:latin typeface="Arial"/>
                <a:cs typeface="Arial"/>
              </a:rPr>
              <a:t>etiquette</a:t>
            </a:r>
            <a:r>
              <a:rPr sz="1000" spc="45" dirty="0">
                <a:solidFill>
                  <a:srgbClr val="231F20"/>
                </a:solidFill>
                <a:latin typeface="Arial"/>
                <a:cs typeface="Arial"/>
              </a:rPr>
              <a:t> </a:t>
            </a:r>
            <a:r>
              <a:rPr sz="1000" spc="-10" dirty="0">
                <a:solidFill>
                  <a:srgbClr val="231F20"/>
                </a:solidFill>
                <a:latin typeface="Arial"/>
                <a:cs typeface="Arial"/>
              </a:rPr>
              <a:t>course.</a:t>
            </a:r>
            <a:r>
              <a:rPr sz="1000" spc="50" dirty="0">
                <a:solidFill>
                  <a:srgbClr val="231F20"/>
                </a:solidFill>
                <a:latin typeface="Arial"/>
                <a:cs typeface="Arial"/>
              </a:rPr>
              <a:t> </a:t>
            </a:r>
            <a:r>
              <a:rPr sz="1000" dirty="0">
                <a:solidFill>
                  <a:srgbClr val="231F20"/>
                </a:solidFill>
                <a:latin typeface="Arial"/>
                <a:cs typeface="Arial"/>
              </a:rPr>
              <a:t>Children</a:t>
            </a:r>
            <a:r>
              <a:rPr sz="1000" spc="45" dirty="0">
                <a:solidFill>
                  <a:srgbClr val="231F20"/>
                </a:solidFill>
                <a:latin typeface="Arial"/>
                <a:cs typeface="Arial"/>
              </a:rPr>
              <a:t> </a:t>
            </a:r>
            <a:r>
              <a:rPr sz="1000" dirty="0">
                <a:solidFill>
                  <a:srgbClr val="231F20"/>
                </a:solidFill>
                <a:latin typeface="Arial"/>
                <a:cs typeface="Arial"/>
              </a:rPr>
              <a:t>practiced</a:t>
            </a:r>
            <a:r>
              <a:rPr sz="1000" spc="50" dirty="0">
                <a:solidFill>
                  <a:srgbClr val="231F20"/>
                </a:solidFill>
                <a:latin typeface="Arial"/>
                <a:cs typeface="Arial"/>
              </a:rPr>
              <a:t> </a:t>
            </a:r>
            <a:r>
              <a:rPr sz="1000" dirty="0">
                <a:solidFill>
                  <a:srgbClr val="231F20"/>
                </a:solidFill>
                <a:latin typeface="Arial"/>
                <a:cs typeface="Arial"/>
              </a:rPr>
              <a:t>proper</a:t>
            </a:r>
            <a:r>
              <a:rPr sz="1000" spc="50" dirty="0">
                <a:solidFill>
                  <a:srgbClr val="231F20"/>
                </a:solidFill>
                <a:latin typeface="Arial"/>
                <a:cs typeface="Arial"/>
              </a:rPr>
              <a:t> </a:t>
            </a:r>
            <a:r>
              <a:rPr sz="1000" spc="-10" dirty="0">
                <a:solidFill>
                  <a:srgbClr val="231F20"/>
                </a:solidFill>
                <a:latin typeface="Arial"/>
                <a:cs typeface="Arial"/>
              </a:rPr>
              <a:t>conversation, </a:t>
            </a:r>
            <a:r>
              <a:rPr sz="1000" dirty="0">
                <a:solidFill>
                  <a:srgbClr val="231F20"/>
                </a:solidFill>
                <a:latin typeface="Arial"/>
                <a:cs typeface="Arial"/>
              </a:rPr>
              <a:t>table</a:t>
            </a:r>
            <a:r>
              <a:rPr sz="1000" spc="-20" dirty="0">
                <a:solidFill>
                  <a:srgbClr val="231F20"/>
                </a:solidFill>
                <a:latin typeface="Arial"/>
                <a:cs typeface="Arial"/>
              </a:rPr>
              <a:t> </a:t>
            </a:r>
            <a:r>
              <a:rPr sz="1000" spc="-10" dirty="0">
                <a:solidFill>
                  <a:srgbClr val="231F20"/>
                </a:solidFill>
                <a:latin typeface="Arial"/>
                <a:cs typeface="Arial"/>
              </a:rPr>
              <a:t>manners,</a:t>
            </a:r>
            <a:r>
              <a:rPr sz="1000" spc="-15" dirty="0">
                <a:solidFill>
                  <a:srgbClr val="231F20"/>
                </a:solidFill>
                <a:latin typeface="Arial"/>
                <a:cs typeface="Arial"/>
              </a:rPr>
              <a:t> </a:t>
            </a:r>
            <a:r>
              <a:rPr sz="1000" dirty="0">
                <a:solidFill>
                  <a:srgbClr val="231F20"/>
                </a:solidFill>
                <a:latin typeface="Arial"/>
                <a:cs typeface="Arial"/>
              </a:rPr>
              <a:t>utensil</a:t>
            </a:r>
            <a:r>
              <a:rPr sz="1000" spc="-20" dirty="0">
                <a:solidFill>
                  <a:srgbClr val="231F20"/>
                </a:solidFill>
                <a:latin typeface="Arial"/>
                <a:cs typeface="Arial"/>
              </a:rPr>
              <a:t> </a:t>
            </a:r>
            <a:r>
              <a:rPr sz="1000" spc="-10" dirty="0">
                <a:solidFill>
                  <a:srgbClr val="231F20"/>
                </a:solidFill>
                <a:latin typeface="Arial"/>
                <a:cs typeface="Arial"/>
              </a:rPr>
              <a:t>use,</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place</a:t>
            </a:r>
            <a:r>
              <a:rPr sz="1000" spc="-15" dirty="0">
                <a:solidFill>
                  <a:srgbClr val="231F20"/>
                </a:solidFill>
                <a:latin typeface="Arial"/>
                <a:cs typeface="Arial"/>
              </a:rPr>
              <a:t> </a:t>
            </a:r>
            <a:r>
              <a:rPr sz="1000" dirty="0">
                <a:solidFill>
                  <a:srgbClr val="231F20"/>
                </a:solidFill>
                <a:latin typeface="Arial"/>
                <a:cs typeface="Arial"/>
              </a:rPr>
              <a:t>settings.</a:t>
            </a:r>
            <a:r>
              <a:rPr sz="1000" spc="-15" dirty="0">
                <a:solidFill>
                  <a:srgbClr val="231F20"/>
                </a:solidFill>
                <a:latin typeface="Arial"/>
                <a:cs typeface="Arial"/>
              </a:rPr>
              <a:t> </a:t>
            </a:r>
            <a:r>
              <a:rPr sz="1000" dirty="0">
                <a:solidFill>
                  <a:srgbClr val="231F20"/>
                </a:solidFill>
                <a:latin typeface="Arial"/>
                <a:cs typeface="Arial"/>
              </a:rPr>
              <a:t>They</a:t>
            </a:r>
            <a:r>
              <a:rPr sz="1000" spc="-20" dirty="0">
                <a:solidFill>
                  <a:srgbClr val="231F20"/>
                </a:solidFill>
                <a:latin typeface="Arial"/>
                <a:cs typeface="Arial"/>
              </a:rPr>
              <a:t> also </a:t>
            </a:r>
            <a:r>
              <a:rPr sz="1000" dirty="0">
                <a:solidFill>
                  <a:srgbClr val="231F20"/>
                </a:solidFill>
                <a:latin typeface="Arial"/>
                <a:cs typeface="Arial"/>
              </a:rPr>
              <a:t>supported</a:t>
            </a:r>
            <a:r>
              <a:rPr sz="1000" spc="2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spc="-10" dirty="0">
                <a:solidFill>
                  <a:srgbClr val="231F20"/>
                </a:solidFill>
                <a:latin typeface="Arial"/>
                <a:cs typeface="Arial"/>
              </a:rPr>
              <a:t>Sharp</a:t>
            </a:r>
            <a:r>
              <a:rPr sz="1000" spc="25" dirty="0">
                <a:solidFill>
                  <a:srgbClr val="231F20"/>
                </a:solidFill>
                <a:latin typeface="Arial"/>
                <a:cs typeface="Arial"/>
              </a:rPr>
              <a:t> </a:t>
            </a:r>
            <a:r>
              <a:rPr sz="1000" dirty="0">
                <a:solidFill>
                  <a:srgbClr val="231F20"/>
                </a:solidFill>
                <a:latin typeface="Arial"/>
                <a:cs typeface="Arial"/>
              </a:rPr>
              <a:t>Street</a:t>
            </a:r>
            <a:r>
              <a:rPr sz="1000" spc="25" dirty="0">
                <a:solidFill>
                  <a:srgbClr val="231F20"/>
                </a:solidFill>
                <a:latin typeface="Arial"/>
                <a:cs typeface="Arial"/>
              </a:rPr>
              <a:t> </a:t>
            </a:r>
            <a:r>
              <a:rPr sz="1000" dirty="0">
                <a:solidFill>
                  <a:srgbClr val="231F20"/>
                </a:solidFill>
                <a:latin typeface="Arial"/>
                <a:cs typeface="Arial"/>
              </a:rPr>
              <a:t>United</a:t>
            </a:r>
            <a:r>
              <a:rPr sz="1000" spc="20" dirty="0">
                <a:solidFill>
                  <a:srgbClr val="231F20"/>
                </a:solidFill>
                <a:latin typeface="Arial"/>
                <a:cs typeface="Arial"/>
              </a:rPr>
              <a:t> </a:t>
            </a:r>
            <a:r>
              <a:rPr sz="1000" dirty="0">
                <a:solidFill>
                  <a:srgbClr val="231F20"/>
                </a:solidFill>
                <a:latin typeface="Arial"/>
                <a:cs typeface="Arial"/>
              </a:rPr>
              <a:t>Methodist</a:t>
            </a:r>
            <a:r>
              <a:rPr sz="1000" spc="25" dirty="0">
                <a:solidFill>
                  <a:srgbClr val="231F20"/>
                </a:solidFill>
                <a:latin typeface="Arial"/>
                <a:cs typeface="Arial"/>
              </a:rPr>
              <a:t> </a:t>
            </a:r>
            <a:r>
              <a:rPr sz="1000" spc="-10" dirty="0">
                <a:solidFill>
                  <a:srgbClr val="231F20"/>
                </a:solidFill>
                <a:latin typeface="Arial"/>
                <a:cs typeface="Arial"/>
              </a:rPr>
              <a:t>Church</a:t>
            </a:r>
            <a:r>
              <a:rPr sz="1000" spc="500"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spc="-10" dirty="0">
                <a:solidFill>
                  <a:srgbClr val="231F20"/>
                </a:solidFill>
                <a:latin typeface="Arial"/>
                <a:cs typeface="Arial"/>
              </a:rPr>
              <a:t>Pantry</a:t>
            </a:r>
            <a:r>
              <a:rPr sz="1000" spc="-5" dirty="0">
                <a:solidFill>
                  <a:srgbClr val="231F20"/>
                </a:solidFill>
                <a:latin typeface="Arial"/>
                <a:cs typeface="Arial"/>
              </a:rPr>
              <a:t> </a:t>
            </a:r>
            <a:r>
              <a:rPr sz="1000" spc="-10" dirty="0">
                <a:solidFill>
                  <a:srgbClr val="231F20"/>
                </a:solidFill>
                <a:latin typeface="Arial"/>
                <a:cs typeface="Arial"/>
              </a:rPr>
              <a:t>as</a:t>
            </a:r>
            <a:r>
              <a:rPr sz="1000" dirty="0">
                <a:solidFill>
                  <a:srgbClr val="231F20"/>
                </a:solidFill>
                <a:latin typeface="Arial"/>
                <a:cs typeface="Arial"/>
              </a:rPr>
              <a:t> part</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 event’s</a:t>
            </a:r>
            <a:r>
              <a:rPr sz="1000" spc="-5" dirty="0">
                <a:solidFill>
                  <a:srgbClr val="231F20"/>
                </a:solidFill>
                <a:latin typeface="Arial"/>
                <a:cs typeface="Arial"/>
              </a:rPr>
              <a:t> </a:t>
            </a:r>
            <a:r>
              <a:rPr sz="1000" dirty="0">
                <a:solidFill>
                  <a:srgbClr val="231F20"/>
                </a:solidFill>
                <a:latin typeface="Arial"/>
                <a:cs typeface="Arial"/>
              </a:rPr>
              <a:t>community </a:t>
            </a:r>
            <a:r>
              <a:rPr sz="1000" spc="-10" dirty="0">
                <a:solidFill>
                  <a:srgbClr val="231F20"/>
                </a:solidFill>
                <a:latin typeface="Arial"/>
                <a:cs typeface="Arial"/>
              </a:rPr>
              <a:t>service </a:t>
            </a:r>
            <a:r>
              <a:rPr sz="1000" dirty="0">
                <a:solidFill>
                  <a:srgbClr val="231F20"/>
                </a:solidFill>
                <a:latin typeface="Arial"/>
                <a:cs typeface="Arial"/>
              </a:rPr>
              <a:t>component.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event</a:t>
            </a:r>
            <a:r>
              <a:rPr sz="1000" spc="15" dirty="0">
                <a:solidFill>
                  <a:srgbClr val="231F20"/>
                </a:solidFill>
                <a:latin typeface="Arial"/>
                <a:cs typeface="Arial"/>
              </a:rPr>
              <a:t> </a:t>
            </a:r>
            <a:r>
              <a:rPr sz="1000" dirty="0">
                <a:solidFill>
                  <a:srgbClr val="231F20"/>
                </a:solidFill>
                <a:latin typeface="Arial"/>
                <a:cs typeface="Arial"/>
              </a:rPr>
              <a:t>helped</a:t>
            </a:r>
            <a:r>
              <a:rPr sz="1000" spc="20" dirty="0">
                <a:solidFill>
                  <a:srgbClr val="231F20"/>
                </a:solidFill>
                <a:latin typeface="Arial"/>
                <a:cs typeface="Arial"/>
              </a:rPr>
              <a:t> </a:t>
            </a:r>
            <a:r>
              <a:rPr sz="1000" dirty="0">
                <a:solidFill>
                  <a:srgbClr val="231F20"/>
                </a:solidFill>
                <a:latin typeface="Arial"/>
                <a:cs typeface="Arial"/>
              </a:rPr>
              <a:t>instill</a:t>
            </a:r>
            <a:r>
              <a:rPr sz="1000" spc="20" dirty="0">
                <a:solidFill>
                  <a:srgbClr val="231F20"/>
                </a:solidFill>
                <a:latin typeface="Arial"/>
                <a:cs typeface="Arial"/>
              </a:rPr>
              <a:t> </a:t>
            </a:r>
            <a:r>
              <a:rPr sz="1000" dirty="0">
                <a:solidFill>
                  <a:srgbClr val="231F20"/>
                </a:solidFill>
                <a:latin typeface="Arial"/>
                <a:cs typeface="Arial"/>
              </a:rPr>
              <a:t>confidence</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social </a:t>
            </a:r>
            <a:r>
              <a:rPr sz="1000" dirty="0">
                <a:solidFill>
                  <a:srgbClr val="231F20"/>
                </a:solidFill>
                <a:latin typeface="Arial"/>
                <a:cs typeface="Arial"/>
              </a:rPr>
              <a:t>graces</a:t>
            </a:r>
            <a:r>
              <a:rPr sz="1000" spc="-20"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various</a:t>
            </a:r>
            <a:r>
              <a:rPr sz="1000" spc="-20" dirty="0">
                <a:solidFill>
                  <a:srgbClr val="231F20"/>
                </a:solidFill>
                <a:latin typeface="Arial"/>
                <a:cs typeface="Arial"/>
              </a:rPr>
              <a:t> </a:t>
            </a:r>
            <a:r>
              <a:rPr sz="1000" dirty="0">
                <a:solidFill>
                  <a:srgbClr val="231F20"/>
                </a:solidFill>
                <a:latin typeface="Arial"/>
                <a:cs typeface="Arial"/>
              </a:rPr>
              <a:t>dining</a:t>
            </a:r>
            <a:r>
              <a:rPr sz="1000" spc="-20" dirty="0">
                <a:solidFill>
                  <a:srgbClr val="231F20"/>
                </a:solidFill>
                <a:latin typeface="Arial"/>
                <a:cs typeface="Arial"/>
              </a:rPr>
              <a:t> </a:t>
            </a:r>
            <a:r>
              <a:rPr sz="1000" spc="-10" dirty="0">
                <a:solidFill>
                  <a:srgbClr val="231F20"/>
                </a:solidFill>
                <a:latin typeface="Arial"/>
                <a:cs typeface="Arial"/>
              </a:rPr>
              <a:t>situations.</a:t>
            </a:r>
            <a:endParaRPr sz="1000">
              <a:latin typeface="Arial"/>
              <a:cs typeface="Arial"/>
            </a:endParaRPr>
          </a:p>
          <a:p>
            <a:pPr marL="12700" marR="17145">
              <a:lnSpc>
                <a:spcPct val="100000"/>
              </a:lnSpc>
              <a:spcBef>
                <a:spcPts val="900"/>
              </a:spcBef>
            </a:pP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January</a:t>
            </a:r>
            <a:r>
              <a:rPr sz="1000" spc="-5" dirty="0">
                <a:solidFill>
                  <a:srgbClr val="231F20"/>
                </a:solidFill>
                <a:latin typeface="Arial"/>
                <a:cs typeface="Arial"/>
              </a:rPr>
              <a:t> </a:t>
            </a:r>
            <a:r>
              <a:rPr sz="1000" dirty="0">
                <a:solidFill>
                  <a:srgbClr val="231F20"/>
                </a:solidFill>
                <a:latin typeface="Arial"/>
                <a:cs typeface="Arial"/>
              </a:rPr>
              <a:t>28,</a:t>
            </a:r>
            <a:r>
              <a:rPr sz="1000" spc="-10"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enjoyed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tennis</a:t>
            </a:r>
            <a:r>
              <a:rPr sz="1000" spc="-5" dirty="0">
                <a:solidFill>
                  <a:srgbClr val="231F20"/>
                </a:solidFill>
                <a:latin typeface="Arial"/>
                <a:cs typeface="Arial"/>
              </a:rPr>
              <a:t> </a:t>
            </a:r>
            <a:r>
              <a:rPr sz="1000" spc="-10" dirty="0">
                <a:solidFill>
                  <a:srgbClr val="231F20"/>
                </a:solidFill>
                <a:latin typeface="Arial"/>
                <a:cs typeface="Arial"/>
              </a:rPr>
              <a:t>clinic </a:t>
            </a:r>
            <a:r>
              <a:rPr sz="1000" dirty="0">
                <a:solidFill>
                  <a:srgbClr val="231F20"/>
                </a:solidFill>
                <a:latin typeface="Arial"/>
                <a:cs typeface="Arial"/>
              </a:rPr>
              <a:t>where</a:t>
            </a:r>
            <a:r>
              <a:rPr sz="1000" spc="10" dirty="0">
                <a:solidFill>
                  <a:srgbClr val="231F20"/>
                </a:solidFill>
                <a:latin typeface="Arial"/>
                <a:cs typeface="Arial"/>
              </a:rPr>
              <a:t> </a:t>
            </a: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learned</a:t>
            </a:r>
            <a:r>
              <a:rPr sz="1000" spc="1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African</a:t>
            </a:r>
            <a:r>
              <a:rPr sz="1000" spc="10" dirty="0">
                <a:solidFill>
                  <a:srgbClr val="231F20"/>
                </a:solidFill>
                <a:latin typeface="Arial"/>
                <a:cs typeface="Arial"/>
              </a:rPr>
              <a:t> </a:t>
            </a:r>
            <a:r>
              <a:rPr sz="1000" spc="-10" dirty="0">
                <a:solidFill>
                  <a:srgbClr val="231F20"/>
                </a:solidFill>
                <a:latin typeface="Arial"/>
                <a:cs typeface="Arial"/>
              </a:rPr>
              <a:t>Americans </a:t>
            </a:r>
            <a:r>
              <a:rPr sz="1000" dirty="0">
                <a:solidFill>
                  <a:srgbClr val="231F20"/>
                </a:solidFill>
                <a:latin typeface="Arial"/>
                <a:cs typeface="Arial"/>
              </a:rPr>
              <a:t>in tennis, including the role of the American </a:t>
            </a:r>
            <a:r>
              <a:rPr sz="1000" spc="-10" dirty="0">
                <a:solidFill>
                  <a:srgbClr val="231F20"/>
                </a:solidFill>
                <a:latin typeface="Arial"/>
                <a:cs typeface="Arial"/>
              </a:rPr>
              <a:t>Tennis </a:t>
            </a:r>
            <a:r>
              <a:rPr sz="1000" dirty="0">
                <a:solidFill>
                  <a:srgbClr val="231F20"/>
                </a:solidFill>
                <a:latin typeface="Arial"/>
                <a:cs typeface="Arial"/>
              </a:rPr>
              <a:t>Association</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contributions</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pioneers</a:t>
            </a:r>
            <a:r>
              <a:rPr sz="1000" spc="15" dirty="0">
                <a:solidFill>
                  <a:srgbClr val="231F20"/>
                </a:solidFill>
                <a:latin typeface="Arial"/>
                <a:cs typeface="Arial"/>
              </a:rPr>
              <a:t> </a:t>
            </a:r>
            <a:r>
              <a:rPr sz="1000" dirty="0">
                <a:solidFill>
                  <a:srgbClr val="231F20"/>
                </a:solidFill>
                <a:latin typeface="Arial"/>
                <a:cs typeface="Arial"/>
              </a:rPr>
              <a:t>like</a:t>
            </a:r>
            <a:r>
              <a:rPr sz="1000" spc="15" dirty="0">
                <a:solidFill>
                  <a:srgbClr val="231F20"/>
                </a:solidFill>
                <a:latin typeface="Arial"/>
                <a:cs typeface="Arial"/>
              </a:rPr>
              <a:t> </a:t>
            </a:r>
            <a:r>
              <a:rPr sz="1000" spc="-10" dirty="0">
                <a:solidFill>
                  <a:srgbClr val="231F20"/>
                </a:solidFill>
                <a:latin typeface="Arial"/>
                <a:cs typeface="Arial"/>
              </a:rPr>
              <a:t>Althea </a:t>
            </a:r>
            <a:r>
              <a:rPr sz="1000" dirty="0">
                <a:solidFill>
                  <a:srgbClr val="231F20"/>
                </a:solidFill>
                <a:latin typeface="Arial"/>
                <a:cs typeface="Arial"/>
              </a:rPr>
              <a:t>Gibson and Arthur </a:t>
            </a:r>
            <a:r>
              <a:rPr sz="1000" spc="-10" dirty="0">
                <a:solidFill>
                  <a:srgbClr val="231F20"/>
                </a:solidFill>
                <a:latin typeface="Arial"/>
                <a:cs typeface="Arial"/>
              </a:rPr>
              <a:t>Ashe.</a:t>
            </a:r>
            <a:r>
              <a:rPr sz="1000" dirty="0">
                <a:solidFill>
                  <a:srgbClr val="231F20"/>
                </a:solidFill>
                <a:latin typeface="Arial"/>
                <a:cs typeface="Arial"/>
              </a:rPr>
              <a:t> Under the guidance of</a:t>
            </a:r>
            <a:r>
              <a:rPr sz="1000" spc="5" dirty="0">
                <a:solidFill>
                  <a:srgbClr val="231F20"/>
                </a:solidFill>
                <a:latin typeface="Arial"/>
                <a:cs typeface="Arial"/>
              </a:rPr>
              <a:t> </a:t>
            </a:r>
            <a:r>
              <a:rPr sz="1000" spc="-20" dirty="0">
                <a:solidFill>
                  <a:srgbClr val="231F20"/>
                </a:solidFill>
                <a:latin typeface="Arial"/>
                <a:cs typeface="Arial"/>
              </a:rPr>
              <a:t>Coach Ness,</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practiced</a:t>
            </a:r>
            <a:r>
              <a:rPr sz="1000" spc="-5" dirty="0">
                <a:solidFill>
                  <a:srgbClr val="231F20"/>
                </a:solidFill>
                <a:latin typeface="Arial"/>
                <a:cs typeface="Arial"/>
              </a:rPr>
              <a:t> </a:t>
            </a:r>
            <a:r>
              <a:rPr sz="1000" dirty="0">
                <a:solidFill>
                  <a:srgbClr val="231F20"/>
                </a:solidFill>
                <a:latin typeface="Arial"/>
                <a:cs typeface="Arial"/>
              </a:rPr>
              <a:t>tennis</a:t>
            </a:r>
            <a:r>
              <a:rPr sz="1000" spc="-5" dirty="0">
                <a:solidFill>
                  <a:srgbClr val="231F20"/>
                </a:solidFill>
                <a:latin typeface="Arial"/>
                <a:cs typeface="Arial"/>
              </a:rPr>
              <a:t> </a:t>
            </a:r>
            <a:r>
              <a:rPr sz="1000" dirty="0">
                <a:solidFill>
                  <a:srgbClr val="231F20"/>
                </a:solidFill>
                <a:latin typeface="Arial"/>
                <a:cs typeface="Arial"/>
              </a:rPr>
              <a:t>fundamentals, </a:t>
            </a:r>
            <a:r>
              <a:rPr sz="1000" spc="-10" dirty="0">
                <a:solidFill>
                  <a:srgbClr val="231F20"/>
                </a:solidFill>
                <a:latin typeface="Arial"/>
                <a:cs typeface="Arial"/>
              </a:rPr>
              <a:t>participated</a:t>
            </a:r>
            <a:endParaRPr sz="1000">
              <a:latin typeface="Arial"/>
              <a:cs typeface="Arial"/>
            </a:endParaRPr>
          </a:p>
          <a:p>
            <a:pPr marL="12700" marR="113664">
              <a:lnSpc>
                <a:spcPct val="100000"/>
              </a:lnSpc>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competitive</a:t>
            </a:r>
            <a:r>
              <a:rPr sz="1000" spc="10" dirty="0">
                <a:solidFill>
                  <a:srgbClr val="231F20"/>
                </a:solidFill>
                <a:latin typeface="Arial"/>
                <a:cs typeface="Arial"/>
              </a:rPr>
              <a:t> </a:t>
            </a:r>
            <a:r>
              <a:rPr sz="1000" dirty="0">
                <a:solidFill>
                  <a:srgbClr val="231F20"/>
                </a:solidFill>
                <a:latin typeface="Arial"/>
                <a:cs typeface="Arial"/>
              </a:rPr>
              <a:t>drills,</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a:t>
            </a:r>
            <a:r>
              <a:rPr sz="1000" dirty="0">
                <a:solidFill>
                  <a:srgbClr val="231F20"/>
                </a:solidFill>
                <a:latin typeface="Arial"/>
                <a:cs typeface="Arial"/>
              </a:rPr>
              <a:t>healthy</a:t>
            </a:r>
            <a:r>
              <a:rPr sz="1000" spc="10" dirty="0">
                <a:solidFill>
                  <a:srgbClr val="231F20"/>
                </a:solidFill>
                <a:latin typeface="Arial"/>
                <a:cs typeface="Arial"/>
              </a:rPr>
              <a:t> </a:t>
            </a:r>
            <a:r>
              <a:rPr sz="1000" spc="-20" dirty="0">
                <a:solidFill>
                  <a:srgbClr val="231F20"/>
                </a:solidFill>
                <a:latin typeface="Arial"/>
                <a:cs typeface="Arial"/>
              </a:rPr>
              <a:t>snacks.</a:t>
            </a:r>
            <a:r>
              <a:rPr sz="1000" spc="10" dirty="0">
                <a:solidFill>
                  <a:srgbClr val="231F20"/>
                </a:solidFill>
                <a:latin typeface="Arial"/>
                <a:cs typeface="Arial"/>
              </a:rPr>
              <a:t> </a:t>
            </a:r>
            <a:r>
              <a:rPr sz="1000" spc="-20" dirty="0">
                <a:solidFill>
                  <a:srgbClr val="231F20"/>
                </a:solidFill>
                <a:latin typeface="Arial"/>
                <a:cs typeface="Arial"/>
              </a:rPr>
              <a:t>Each </a:t>
            </a:r>
            <a:r>
              <a:rPr sz="1000" dirty="0">
                <a:solidFill>
                  <a:srgbClr val="231F20"/>
                </a:solidFill>
                <a:latin typeface="Arial"/>
                <a:cs typeface="Arial"/>
              </a:rPr>
              <a:t>child left</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custom</a:t>
            </a:r>
            <a:r>
              <a:rPr sz="1000" spc="5" dirty="0">
                <a:solidFill>
                  <a:srgbClr val="231F20"/>
                </a:solidFill>
                <a:latin typeface="Arial"/>
                <a:cs typeface="Arial"/>
              </a:rPr>
              <a:t> </a:t>
            </a:r>
            <a:r>
              <a:rPr sz="1000" dirty="0">
                <a:solidFill>
                  <a:srgbClr val="231F20"/>
                </a:solidFill>
                <a:latin typeface="Arial"/>
                <a:cs typeface="Arial"/>
              </a:rPr>
              <a:t>tennis</a:t>
            </a:r>
            <a:r>
              <a:rPr sz="1000" spc="5" dirty="0">
                <a:solidFill>
                  <a:srgbClr val="231F20"/>
                </a:solidFill>
                <a:latin typeface="Arial"/>
                <a:cs typeface="Arial"/>
              </a:rPr>
              <a:t> </a:t>
            </a:r>
            <a:r>
              <a:rPr sz="1000" dirty="0">
                <a:solidFill>
                  <a:srgbClr val="231F20"/>
                </a:solidFill>
                <a:latin typeface="Arial"/>
                <a:cs typeface="Arial"/>
              </a:rPr>
              <a:t>bag,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two</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spc="-25" dirty="0">
                <a:solidFill>
                  <a:srgbClr val="231F20"/>
                </a:solidFill>
                <a:latin typeface="Arial"/>
                <a:cs typeface="Arial"/>
              </a:rPr>
              <a:t>won </a:t>
            </a:r>
            <a:r>
              <a:rPr sz="1000" dirty="0">
                <a:solidFill>
                  <a:srgbClr val="231F20"/>
                </a:solidFill>
                <a:latin typeface="Arial"/>
                <a:cs typeface="Arial"/>
              </a:rPr>
              <a:t>private</a:t>
            </a:r>
            <a:r>
              <a:rPr sz="1000" spc="-25" dirty="0">
                <a:solidFill>
                  <a:srgbClr val="231F20"/>
                </a:solidFill>
                <a:latin typeface="Arial"/>
                <a:cs typeface="Arial"/>
              </a:rPr>
              <a:t> </a:t>
            </a:r>
            <a:r>
              <a:rPr sz="1000" dirty="0">
                <a:solidFill>
                  <a:srgbClr val="231F20"/>
                </a:solidFill>
                <a:latin typeface="Arial"/>
                <a:cs typeface="Arial"/>
              </a:rPr>
              <a:t>tennis</a:t>
            </a:r>
            <a:r>
              <a:rPr sz="1000" spc="-30" dirty="0">
                <a:solidFill>
                  <a:srgbClr val="231F20"/>
                </a:solidFill>
                <a:latin typeface="Arial"/>
                <a:cs typeface="Arial"/>
              </a:rPr>
              <a:t> </a:t>
            </a:r>
            <a:r>
              <a:rPr sz="1000" dirty="0">
                <a:solidFill>
                  <a:srgbClr val="231F20"/>
                </a:solidFill>
                <a:latin typeface="Arial"/>
                <a:cs typeface="Arial"/>
              </a:rPr>
              <a:t>lessons</a:t>
            </a:r>
            <a:r>
              <a:rPr sz="1000" spc="-25" dirty="0">
                <a:solidFill>
                  <a:srgbClr val="231F20"/>
                </a:solidFill>
                <a:latin typeface="Arial"/>
                <a:cs typeface="Arial"/>
              </a:rPr>
              <a:t> </a:t>
            </a: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spc="-10" dirty="0">
                <a:solidFill>
                  <a:srgbClr val="231F20"/>
                </a:solidFill>
                <a:latin typeface="Arial"/>
                <a:cs typeface="Arial"/>
              </a:rPr>
              <a:t>raffle.</a:t>
            </a:r>
            <a:endParaRPr sz="1000">
              <a:latin typeface="Arial"/>
              <a:cs typeface="Arial"/>
            </a:endParaRPr>
          </a:p>
          <a:p>
            <a:pPr marL="12700" marR="202565">
              <a:lnSpc>
                <a:spcPct val="100000"/>
              </a:lnSpc>
              <a:spcBef>
                <a:spcPts val="900"/>
              </a:spcBef>
            </a:pPr>
            <a:r>
              <a:rPr sz="1000" dirty="0">
                <a:solidFill>
                  <a:srgbClr val="231F20"/>
                </a:solidFill>
                <a:latin typeface="Arial"/>
                <a:cs typeface="Arial"/>
              </a:rPr>
              <a:t>In</a:t>
            </a:r>
            <a:r>
              <a:rPr sz="1000" spc="-25" dirty="0">
                <a:solidFill>
                  <a:srgbClr val="231F20"/>
                </a:solidFill>
                <a:latin typeface="Arial"/>
                <a:cs typeface="Arial"/>
              </a:rPr>
              <a:t> </a:t>
            </a:r>
            <a:r>
              <a:rPr sz="1000" dirty="0">
                <a:solidFill>
                  <a:srgbClr val="231F20"/>
                </a:solidFill>
                <a:latin typeface="Arial"/>
                <a:cs typeface="Arial"/>
              </a:rPr>
              <a:t>February</a:t>
            </a:r>
            <a:r>
              <a:rPr sz="1000" spc="-25" dirty="0">
                <a:solidFill>
                  <a:srgbClr val="231F20"/>
                </a:solidFill>
                <a:latin typeface="Arial"/>
                <a:cs typeface="Arial"/>
              </a:rPr>
              <a:t> </a:t>
            </a:r>
            <a:r>
              <a:rPr sz="1000" dirty="0">
                <a:solidFill>
                  <a:srgbClr val="231F20"/>
                </a:solidFill>
                <a:latin typeface="Arial"/>
                <a:cs typeface="Arial"/>
              </a:rPr>
              <a:t>2024,</a:t>
            </a:r>
            <a:r>
              <a:rPr sz="1000" spc="-25" dirty="0">
                <a:solidFill>
                  <a:srgbClr val="231F20"/>
                </a:solidFill>
                <a:latin typeface="Arial"/>
                <a:cs typeface="Arial"/>
              </a:rPr>
              <a:t> </a:t>
            </a:r>
            <a:r>
              <a:rPr sz="1000" dirty="0">
                <a:solidFill>
                  <a:srgbClr val="231F20"/>
                </a:solidFill>
                <a:latin typeface="Arial"/>
                <a:cs typeface="Arial"/>
              </a:rPr>
              <a:t>Group</a:t>
            </a:r>
            <a:r>
              <a:rPr sz="1000" spc="-20" dirty="0">
                <a:solidFill>
                  <a:srgbClr val="231F20"/>
                </a:solidFill>
                <a:latin typeface="Arial"/>
                <a:cs typeface="Arial"/>
              </a:rPr>
              <a:t> </a:t>
            </a:r>
            <a:r>
              <a:rPr sz="1000" dirty="0">
                <a:solidFill>
                  <a:srgbClr val="231F20"/>
                </a:solidFill>
                <a:latin typeface="Arial"/>
                <a:cs typeface="Arial"/>
              </a:rPr>
              <a:t>4</a:t>
            </a:r>
            <a:r>
              <a:rPr sz="1000" spc="-25" dirty="0">
                <a:solidFill>
                  <a:srgbClr val="231F20"/>
                </a:solidFill>
                <a:latin typeface="Arial"/>
                <a:cs typeface="Arial"/>
              </a:rPr>
              <a:t> </a:t>
            </a:r>
            <a:r>
              <a:rPr sz="1000" dirty="0">
                <a:solidFill>
                  <a:srgbClr val="231F20"/>
                </a:solidFill>
                <a:latin typeface="Arial"/>
                <a:cs typeface="Arial"/>
              </a:rPr>
              <a:t>embarked</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spc="-10" dirty="0">
                <a:solidFill>
                  <a:srgbClr val="231F20"/>
                </a:solidFill>
                <a:latin typeface="Arial"/>
                <a:cs typeface="Arial"/>
              </a:rPr>
              <a:t>Camp-</a:t>
            </a:r>
            <a:r>
              <a:rPr sz="1000" dirty="0">
                <a:solidFill>
                  <a:srgbClr val="231F20"/>
                </a:solidFill>
                <a:latin typeface="Arial"/>
                <a:cs typeface="Arial"/>
              </a:rPr>
              <a:t>In</a:t>
            </a:r>
            <a:r>
              <a:rPr sz="1000" spc="-25" dirty="0">
                <a:solidFill>
                  <a:srgbClr val="231F20"/>
                </a:solidFill>
                <a:latin typeface="Arial"/>
                <a:cs typeface="Arial"/>
              </a:rPr>
              <a:t>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Maryland</a:t>
            </a:r>
            <a:r>
              <a:rPr sz="1000" spc="-5" dirty="0">
                <a:solidFill>
                  <a:srgbClr val="231F20"/>
                </a:solidFill>
                <a:latin typeface="Arial"/>
                <a:cs typeface="Arial"/>
              </a:rPr>
              <a:t> </a:t>
            </a:r>
            <a:r>
              <a:rPr sz="1000" spc="-10" dirty="0">
                <a:solidFill>
                  <a:srgbClr val="231F20"/>
                </a:solidFill>
                <a:latin typeface="Arial"/>
                <a:cs typeface="Arial"/>
              </a:rPr>
              <a:t>Science Center.</a:t>
            </a:r>
            <a:r>
              <a:rPr sz="1000" spc="-5" dirty="0">
                <a:solidFill>
                  <a:srgbClr val="231F20"/>
                </a:solidFill>
                <a:latin typeface="Arial"/>
                <a:cs typeface="Arial"/>
              </a:rPr>
              <a:t> </a:t>
            </a:r>
            <a:r>
              <a:rPr sz="1000" spc="-10" dirty="0">
                <a:solidFill>
                  <a:srgbClr val="231F20"/>
                </a:solidFill>
                <a:latin typeface="Arial"/>
                <a:cs typeface="Arial"/>
              </a:rPr>
              <a:t>This </a:t>
            </a:r>
            <a:r>
              <a:rPr sz="1000" dirty="0">
                <a:solidFill>
                  <a:srgbClr val="231F20"/>
                </a:solidFill>
                <a:latin typeface="Arial"/>
                <a:cs typeface="Arial"/>
              </a:rPr>
              <a:t>overnight</a:t>
            </a:r>
            <a:r>
              <a:rPr sz="1000" spc="-5" dirty="0">
                <a:solidFill>
                  <a:srgbClr val="231F20"/>
                </a:solidFill>
                <a:latin typeface="Arial"/>
                <a:cs typeface="Arial"/>
              </a:rPr>
              <a:t> </a:t>
            </a:r>
            <a:r>
              <a:rPr sz="1000" spc="-10" dirty="0">
                <a:solidFill>
                  <a:srgbClr val="231F20"/>
                </a:solidFill>
                <a:latin typeface="Arial"/>
                <a:cs typeface="Arial"/>
              </a:rPr>
              <a:t>adventure </a:t>
            </a:r>
            <a:r>
              <a:rPr sz="1000" dirty="0">
                <a:solidFill>
                  <a:srgbClr val="231F20"/>
                </a:solidFill>
                <a:latin typeface="Arial"/>
                <a:cs typeface="Arial"/>
              </a:rPr>
              <a:t>featured</a:t>
            </a:r>
            <a:r>
              <a:rPr sz="1000" spc="-10" dirty="0">
                <a:solidFill>
                  <a:srgbClr val="231F20"/>
                </a:solidFill>
                <a:latin typeface="Arial"/>
                <a:cs typeface="Arial"/>
              </a:rPr>
              <a:t> </a:t>
            </a:r>
            <a:r>
              <a:rPr sz="1000" dirty="0">
                <a:solidFill>
                  <a:srgbClr val="231F20"/>
                </a:solidFill>
                <a:latin typeface="Arial"/>
                <a:cs typeface="Arial"/>
              </a:rPr>
              <a:t>interactive</a:t>
            </a:r>
            <a:r>
              <a:rPr sz="1000" spc="-10" dirty="0">
                <a:solidFill>
                  <a:srgbClr val="231F20"/>
                </a:solidFill>
                <a:latin typeface="Arial"/>
                <a:cs typeface="Arial"/>
              </a:rPr>
              <a:t> </a:t>
            </a:r>
            <a:r>
              <a:rPr sz="1000" dirty="0">
                <a:solidFill>
                  <a:srgbClr val="231F20"/>
                </a:solidFill>
                <a:latin typeface="Arial"/>
                <a:cs typeface="Arial"/>
              </a:rPr>
              <a:t>science</a:t>
            </a:r>
            <a:r>
              <a:rPr sz="1000" spc="-5" dirty="0">
                <a:solidFill>
                  <a:srgbClr val="231F20"/>
                </a:solidFill>
                <a:latin typeface="Arial"/>
                <a:cs typeface="Arial"/>
              </a:rPr>
              <a:t> </a:t>
            </a:r>
            <a:r>
              <a:rPr sz="1000" dirty="0">
                <a:solidFill>
                  <a:srgbClr val="231F20"/>
                </a:solidFill>
                <a:latin typeface="Arial"/>
                <a:cs typeface="Arial"/>
              </a:rPr>
              <a:t>workshops</a:t>
            </a:r>
            <a:r>
              <a:rPr sz="1000" spc="-10" dirty="0">
                <a:solidFill>
                  <a:srgbClr val="231F20"/>
                </a:solidFill>
                <a:latin typeface="Arial"/>
                <a:cs typeface="Arial"/>
              </a:rPr>
              <a:t> </a:t>
            </a:r>
            <a:r>
              <a:rPr sz="1000" dirty="0">
                <a:solidFill>
                  <a:srgbClr val="231F20"/>
                </a:solidFill>
                <a:latin typeface="Arial"/>
                <a:cs typeface="Arial"/>
              </a:rPr>
              <a:t>such</a:t>
            </a:r>
            <a:r>
              <a:rPr sz="1000" spc="-5" dirty="0">
                <a:solidFill>
                  <a:srgbClr val="231F20"/>
                </a:solidFill>
                <a:latin typeface="Arial"/>
                <a:cs typeface="Arial"/>
              </a:rPr>
              <a:t> </a:t>
            </a:r>
            <a:r>
              <a:rPr sz="1000" spc="-10" dirty="0">
                <a:solidFill>
                  <a:srgbClr val="231F20"/>
                </a:solidFill>
                <a:latin typeface="Arial"/>
                <a:cs typeface="Arial"/>
              </a:rPr>
              <a:t>as </a:t>
            </a:r>
            <a:r>
              <a:rPr sz="1000" spc="-20" dirty="0">
                <a:solidFill>
                  <a:srgbClr val="231F20"/>
                </a:solidFill>
                <a:latin typeface="Arial"/>
                <a:cs typeface="Arial"/>
              </a:rPr>
              <a:t>Blast </a:t>
            </a:r>
            <a:r>
              <a:rPr sz="1000" dirty="0">
                <a:solidFill>
                  <a:srgbClr val="231F20"/>
                </a:solidFill>
                <a:latin typeface="Arial"/>
                <a:cs typeface="Arial"/>
              </a:rPr>
              <a:t>Off,</a:t>
            </a:r>
            <a:r>
              <a:rPr sz="1000" spc="-15" dirty="0">
                <a:solidFill>
                  <a:srgbClr val="231F20"/>
                </a:solidFill>
                <a:latin typeface="Arial"/>
                <a:cs typeface="Arial"/>
              </a:rPr>
              <a:t> </a:t>
            </a:r>
            <a:r>
              <a:rPr sz="1000" spc="-20" dirty="0">
                <a:solidFill>
                  <a:srgbClr val="231F20"/>
                </a:solidFill>
                <a:latin typeface="Arial"/>
                <a:cs typeface="Arial"/>
              </a:rPr>
              <a:t>Rover</a:t>
            </a:r>
            <a:r>
              <a:rPr sz="1000" spc="-15" dirty="0">
                <a:solidFill>
                  <a:srgbClr val="231F20"/>
                </a:solidFill>
                <a:latin typeface="Arial"/>
                <a:cs typeface="Arial"/>
              </a:rPr>
              <a:t> </a:t>
            </a:r>
            <a:r>
              <a:rPr sz="1000" spc="-20" dirty="0">
                <a:solidFill>
                  <a:srgbClr val="231F20"/>
                </a:solidFill>
                <a:latin typeface="Arial"/>
                <a:cs typeface="Arial"/>
              </a:rPr>
              <a:t>Lab,</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Beyond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Visible,</a:t>
            </a:r>
            <a:r>
              <a:rPr sz="1000" spc="-15" dirty="0">
                <a:solidFill>
                  <a:srgbClr val="231F20"/>
                </a:solidFill>
                <a:latin typeface="Arial"/>
                <a:cs typeface="Arial"/>
              </a:rPr>
              <a:t> </a:t>
            </a:r>
            <a:r>
              <a:rPr sz="1000" dirty="0">
                <a:solidFill>
                  <a:srgbClr val="231F20"/>
                </a:solidFill>
                <a:latin typeface="Arial"/>
                <a:cs typeface="Arial"/>
              </a:rPr>
              <a:t>along</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25" dirty="0">
                <a:solidFill>
                  <a:srgbClr val="231F20"/>
                </a:solidFill>
                <a:latin typeface="Arial"/>
                <a:cs typeface="Arial"/>
              </a:rPr>
              <a:t>an </a:t>
            </a:r>
            <a:r>
              <a:rPr sz="1000" dirty="0">
                <a:solidFill>
                  <a:srgbClr val="231F20"/>
                </a:solidFill>
                <a:latin typeface="Arial"/>
                <a:cs typeface="Arial"/>
              </a:rPr>
              <a:t>IMAX</a:t>
            </a:r>
            <a:r>
              <a:rPr sz="1000" spc="-30" dirty="0">
                <a:solidFill>
                  <a:srgbClr val="231F20"/>
                </a:solidFill>
                <a:latin typeface="Arial"/>
                <a:cs typeface="Arial"/>
              </a:rPr>
              <a:t> </a:t>
            </a:r>
            <a:r>
              <a:rPr sz="1000" dirty="0">
                <a:solidFill>
                  <a:srgbClr val="231F20"/>
                </a:solidFill>
                <a:latin typeface="Arial"/>
                <a:cs typeface="Arial"/>
              </a:rPr>
              <a:t>movie</a:t>
            </a:r>
            <a:r>
              <a:rPr sz="1000" spc="-25"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planetarium</a:t>
            </a:r>
            <a:r>
              <a:rPr sz="1000" spc="-25" dirty="0">
                <a:solidFill>
                  <a:srgbClr val="231F20"/>
                </a:solidFill>
                <a:latin typeface="Arial"/>
                <a:cs typeface="Arial"/>
              </a:rPr>
              <a:t> </a:t>
            </a:r>
            <a:r>
              <a:rPr sz="1000" spc="-10" dirty="0">
                <a:solidFill>
                  <a:srgbClr val="231F20"/>
                </a:solidFill>
                <a:latin typeface="Arial"/>
                <a:cs typeface="Arial"/>
              </a:rPr>
              <a:t>show.</a:t>
            </a:r>
            <a:r>
              <a:rPr sz="1000" spc="-25" dirty="0">
                <a:solidFill>
                  <a:srgbClr val="231F20"/>
                </a:solidFill>
                <a:latin typeface="Arial"/>
                <a:cs typeface="Arial"/>
              </a:rPr>
              <a:t> </a:t>
            </a:r>
            <a:r>
              <a:rPr sz="1000" dirty="0">
                <a:solidFill>
                  <a:srgbClr val="231F20"/>
                </a:solidFill>
                <a:latin typeface="Arial"/>
                <a:cs typeface="Arial"/>
              </a:rPr>
              <a:t>Children</a:t>
            </a:r>
            <a:r>
              <a:rPr sz="1000" spc="-30" dirty="0">
                <a:solidFill>
                  <a:srgbClr val="231F20"/>
                </a:solidFill>
                <a:latin typeface="Arial"/>
                <a:cs typeface="Arial"/>
              </a:rPr>
              <a:t> </a:t>
            </a:r>
            <a:r>
              <a:rPr sz="1000" spc="-10" dirty="0">
                <a:solidFill>
                  <a:srgbClr val="231F20"/>
                </a:solidFill>
                <a:latin typeface="Arial"/>
                <a:cs typeface="Arial"/>
              </a:rPr>
              <a:t>explored </a:t>
            </a:r>
            <a:r>
              <a:rPr sz="1000" dirty="0">
                <a:solidFill>
                  <a:srgbClr val="231F20"/>
                </a:solidFill>
                <a:latin typeface="Arial"/>
                <a:cs typeface="Arial"/>
              </a:rPr>
              <a:t>aerospace</a:t>
            </a:r>
            <a:r>
              <a:rPr sz="1000" spc="5" dirty="0">
                <a:solidFill>
                  <a:srgbClr val="231F20"/>
                </a:solidFill>
                <a:latin typeface="Arial"/>
                <a:cs typeface="Arial"/>
              </a:rPr>
              <a:t> </a:t>
            </a:r>
            <a:r>
              <a:rPr sz="1000" dirty="0">
                <a:solidFill>
                  <a:srgbClr val="231F20"/>
                </a:solidFill>
                <a:latin typeface="Arial"/>
                <a:cs typeface="Arial"/>
              </a:rPr>
              <a:t>engineering,</a:t>
            </a:r>
            <a:r>
              <a:rPr sz="1000" spc="10" dirty="0">
                <a:solidFill>
                  <a:srgbClr val="231F20"/>
                </a:solidFill>
                <a:latin typeface="Arial"/>
                <a:cs typeface="Arial"/>
              </a:rPr>
              <a:t> </a:t>
            </a:r>
            <a:r>
              <a:rPr sz="1000" dirty="0">
                <a:solidFill>
                  <a:srgbClr val="231F20"/>
                </a:solidFill>
                <a:latin typeface="Arial"/>
                <a:cs typeface="Arial"/>
              </a:rPr>
              <a:t>planetary</a:t>
            </a:r>
            <a:r>
              <a:rPr sz="1000" spc="10" dirty="0">
                <a:solidFill>
                  <a:srgbClr val="231F20"/>
                </a:solidFill>
                <a:latin typeface="Arial"/>
                <a:cs typeface="Arial"/>
              </a:rPr>
              <a:t> </a:t>
            </a:r>
            <a:r>
              <a:rPr sz="1000" spc="-10" dirty="0">
                <a:solidFill>
                  <a:srgbClr val="231F20"/>
                </a:solidFill>
                <a:latin typeface="Arial"/>
                <a:cs typeface="Arial"/>
              </a:rPr>
              <a:t>rovers,</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night </a:t>
            </a:r>
            <a:r>
              <a:rPr sz="1000" dirty="0">
                <a:solidFill>
                  <a:srgbClr val="231F20"/>
                </a:solidFill>
                <a:latin typeface="Arial"/>
                <a:cs typeface="Arial"/>
              </a:rPr>
              <a:t>sky</a:t>
            </a:r>
            <a:r>
              <a:rPr sz="1000" spc="5" dirty="0">
                <a:solidFill>
                  <a:srgbClr val="231F20"/>
                </a:solidFill>
                <a:latin typeface="Arial"/>
                <a:cs typeface="Arial"/>
              </a:rPr>
              <a:t> </a:t>
            </a:r>
            <a:r>
              <a:rPr sz="1000" dirty="0">
                <a:solidFill>
                  <a:srgbClr val="231F20"/>
                </a:solidFill>
                <a:latin typeface="Arial"/>
                <a:cs typeface="Arial"/>
              </a:rPr>
              <a:t>while</a:t>
            </a:r>
            <a:r>
              <a:rPr sz="1000" spc="10" dirty="0">
                <a:solidFill>
                  <a:srgbClr val="231F20"/>
                </a:solidFill>
                <a:latin typeface="Arial"/>
                <a:cs typeface="Arial"/>
              </a:rPr>
              <a:t> </a:t>
            </a:r>
            <a:r>
              <a:rPr sz="1000" dirty="0">
                <a:solidFill>
                  <a:srgbClr val="231F20"/>
                </a:solidFill>
                <a:latin typeface="Arial"/>
                <a:cs typeface="Arial"/>
              </a:rPr>
              <a:t>bonding</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their</a:t>
            </a:r>
            <a:r>
              <a:rPr sz="1000" spc="10" dirty="0">
                <a:solidFill>
                  <a:srgbClr val="231F20"/>
                </a:solidFill>
                <a:latin typeface="Arial"/>
                <a:cs typeface="Arial"/>
              </a:rPr>
              <a:t> </a:t>
            </a:r>
            <a:r>
              <a:rPr sz="1000" dirty="0">
                <a:solidFill>
                  <a:srgbClr val="231F20"/>
                </a:solidFill>
                <a:latin typeface="Arial"/>
                <a:cs typeface="Arial"/>
              </a:rPr>
              <a:t>peers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fun,</a:t>
            </a:r>
            <a:r>
              <a:rPr sz="1000" spc="10" dirty="0">
                <a:solidFill>
                  <a:srgbClr val="231F20"/>
                </a:solidFill>
                <a:latin typeface="Arial"/>
                <a:cs typeface="Arial"/>
              </a:rPr>
              <a:t> </a:t>
            </a:r>
            <a:r>
              <a:rPr sz="1000" spc="-10" dirty="0">
                <a:solidFill>
                  <a:srgbClr val="231F20"/>
                </a:solidFill>
                <a:latin typeface="Arial"/>
                <a:cs typeface="Arial"/>
              </a:rPr>
              <a:t>immersive </a:t>
            </a:r>
            <a:r>
              <a:rPr sz="1000" dirty="0">
                <a:solidFill>
                  <a:srgbClr val="231F20"/>
                </a:solidFill>
                <a:latin typeface="Arial"/>
                <a:cs typeface="Arial"/>
              </a:rPr>
              <a:t>environment.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fostered</a:t>
            </a:r>
            <a:r>
              <a:rPr sz="1000" spc="10" dirty="0">
                <a:solidFill>
                  <a:srgbClr val="231F20"/>
                </a:solidFill>
                <a:latin typeface="Arial"/>
                <a:cs typeface="Arial"/>
              </a:rPr>
              <a:t> </a:t>
            </a:r>
            <a:r>
              <a:rPr sz="1000" spc="-10" dirty="0">
                <a:solidFill>
                  <a:srgbClr val="231F20"/>
                </a:solidFill>
                <a:latin typeface="Arial"/>
                <a:cs typeface="Arial"/>
              </a:rPr>
              <a:t>teamwork, </a:t>
            </a:r>
            <a:r>
              <a:rPr sz="1000" dirty="0">
                <a:solidFill>
                  <a:srgbClr val="231F20"/>
                </a:solidFill>
                <a:latin typeface="Arial"/>
                <a:cs typeface="Arial"/>
              </a:rPr>
              <a:t>curiosity,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deeper</a:t>
            </a:r>
            <a:r>
              <a:rPr sz="1000" spc="5" dirty="0">
                <a:solidFill>
                  <a:srgbClr val="231F20"/>
                </a:solidFill>
                <a:latin typeface="Arial"/>
                <a:cs typeface="Arial"/>
              </a:rPr>
              <a:t> </a:t>
            </a:r>
            <a:r>
              <a:rPr sz="1000" dirty="0">
                <a:solidFill>
                  <a:srgbClr val="231F20"/>
                </a:solidFill>
                <a:latin typeface="Arial"/>
                <a:cs typeface="Arial"/>
              </a:rPr>
              <a:t>understanding</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science.</a:t>
            </a:r>
            <a:endParaRPr sz="1000">
              <a:latin typeface="Arial"/>
              <a:cs typeface="Arial"/>
            </a:endParaRPr>
          </a:p>
          <a:p>
            <a:pPr marL="12700" marR="84455">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April 2024, Group 4 children met at</a:t>
            </a:r>
            <a:r>
              <a:rPr sz="1000" spc="-5" dirty="0">
                <a:solidFill>
                  <a:srgbClr val="231F20"/>
                </a:solidFill>
                <a:latin typeface="Arial"/>
                <a:cs typeface="Arial"/>
              </a:rPr>
              <a:t> </a:t>
            </a:r>
            <a:r>
              <a:rPr sz="1000" dirty="0">
                <a:solidFill>
                  <a:srgbClr val="231F20"/>
                </a:solidFill>
                <a:latin typeface="Arial"/>
                <a:cs typeface="Arial"/>
              </a:rPr>
              <a:t>Cookology to </a:t>
            </a:r>
            <a:r>
              <a:rPr sz="1000" spc="-20" dirty="0">
                <a:solidFill>
                  <a:srgbClr val="231F20"/>
                </a:solidFill>
                <a:latin typeface="Arial"/>
                <a:cs typeface="Arial"/>
              </a:rPr>
              <a:t>learn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versatility</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fruits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vegetables.</a:t>
            </a:r>
            <a:r>
              <a:rPr sz="1000" spc="10" dirty="0">
                <a:solidFill>
                  <a:srgbClr val="231F20"/>
                </a:solidFill>
                <a:latin typeface="Arial"/>
                <a:cs typeface="Arial"/>
              </a:rPr>
              <a:t> </a:t>
            </a:r>
            <a:r>
              <a:rPr sz="1000" dirty="0">
                <a:solidFill>
                  <a:srgbClr val="231F20"/>
                </a:solidFill>
                <a:latin typeface="Arial"/>
                <a:cs typeface="Arial"/>
              </a:rPr>
              <a:t>Under</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guidance of an</a:t>
            </a:r>
            <a:r>
              <a:rPr sz="1000" spc="5" dirty="0">
                <a:solidFill>
                  <a:srgbClr val="231F20"/>
                </a:solidFill>
                <a:latin typeface="Arial"/>
                <a:cs typeface="Arial"/>
              </a:rPr>
              <a:t> </a:t>
            </a:r>
            <a:r>
              <a:rPr sz="1000" dirty="0">
                <a:solidFill>
                  <a:srgbClr val="231F20"/>
                </a:solidFill>
                <a:latin typeface="Arial"/>
                <a:cs typeface="Arial"/>
              </a:rPr>
              <a:t>expert chef,</a:t>
            </a:r>
            <a:r>
              <a:rPr sz="1000" spc="5" dirty="0">
                <a:solidFill>
                  <a:srgbClr val="231F20"/>
                </a:solidFill>
                <a:latin typeface="Arial"/>
                <a:cs typeface="Arial"/>
              </a:rPr>
              <a:t> </a:t>
            </a:r>
            <a:r>
              <a:rPr sz="1000" dirty="0">
                <a:solidFill>
                  <a:srgbClr val="231F20"/>
                </a:solidFill>
                <a:latin typeface="Arial"/>
                <a:cs typeface="Arial"/>
              </a:rPr>
              <a:t>they prepared</a:t>
            </a:r>
            <a:r>
              <a:rPr sz="1000" spc="5" dirty="0">
                <a:solidFill>
                  <a:srgbClr val="231F20"/>
                </a:solidFill>
                <a:latin typeface="Arial"/>
                <a:cs typeface="Arial"/>
              </a:rPr>
              <a:t> </a:t>
            </a:r>
            <a:r>
              <a:rPr sz="1000" dirty="0">
                <a:solidFill>
                  <a:srgbClr val="231F20"/>
                </a:solidFill>
                <a:latin typeface="Arial"/>
                <a:cs typeface="Arial"/>
              </a:rPr>
              <a:t>dishes </a:t>
            </a:r>
            <a:r>
              <a:rPr sz="1000" spc="-20" dirty="0">
                <a:solidFill>
                  <a:srgbClr val="231F20"/>
                </a:solidFill>
                <a:latin typeface="Arial"/>
                <a:cs typeface="Arial"/>
              </a:rPr>
              <a:t>like </a:t>
            </a:r>
            <a:r>
              <a:rPr sz="1000" dirty="0">
                <a:solidFill>
                  <a:srgbClr val="231F20"/>
                </a:solidFill>
                <a:latin typeface="Arial"/>
                <a:cs typeface="Arial"/>
              </a:rPr>
              <a:t>vegetable</a:t>
            </a:r>
            <a:r>
              <a:rPr sz="1000" spc="5" dirty="0">
                <a:solidFill>
                  <a:srgbClr val="231F20"/>
                </a:solidFill>
                <a:latin typeface="Arial"/>
                <a:cs typeface="Arial"/>
              </a:rPr>
              <a:t> </a:t>
            </a:r>
            <a:r>
              <a:rPr sz="1000" dirty="0">
                <a:solidFill>
                  <a:srgbClr val="231F20"/>
                </a:solidFill>
                <a:latin typeface="Arial"/>
                <a:cs typeface="Arial"/>
              </a:rPr>
              <a:t>egg</a:t>
            </a:r>
            <a:r>
              <a:rPr sz="1000" spc="10" dirty="0">
                <a:solidFill>
                  <a:srgbClr val="231F20"/>
                </a:solidFill>
                <a:latin typeface="Arial"/>
                <a:cs typeface="Arial"/>
              </a:rPr>
              <a:t> </a:t>
            </a:r>
            <a:r>
              <a:rPr sz="1000" dirty="0">
                <a:solidFill>
                  <a:srgbClr val="231F20"/>
                </a:solidFill>
                <a:latin typeface="Arial"/>
                <a:cs typeface="Arial"/>
              </a:rPr>
              <a:t>rolls,</a:t>
            </a:r>
            <a:r>
              <a:rPr sz="1000" spc="5" dirty="0">
                <a:solidFill>
                  <a:srgbClr val="231F20"/>
                </a:solidFill>
                <a:latin typeface="Arial"/>
                <a:cs typeface="Arial"/>
              </a:rPr>
              <a:t> </a:t>
            </a:r>
            <a:r>
              <a:rPr sz="1000" dirty="0">
                <a:solidFill>
                  <a:srgbClr val="231F20"/>
                </a:solidFill>
                <a:latin typeface="Arial"/>
                <a:cs typeface="Arial"/>
              </a:rPr>
              <a:t>bruschetta,</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fruit</a:t>
            </a:r>
            <a:r>
              <a:rPr sz="1000" spc="5" dirty="0">
                <a:solidFill>
                  <a:srgbClr val="231F20"/>
                </a:solidFill>
                <a:latin typeface="Arial"/>
                <a:cs typeface="Arial"/>
              </a:rPr>
              <a:t> </a:t>
            </a:r>
            <a:r>
              <a:rPr sz="1000" dirty="0">
                <a:solidFill>
                  <a:srgbClr val="231F20"/>
                </a:solidFill>
                <a:latin typeface="Arial"/>
                <a:cs typeface="Arial"/>
              </a:rPr>
              <a:t>fondue.</a:t>
            </a:r>
            <a:r>
              <a:rPr sz="1000" spc="10" dirty="0">
                <a:solidFill>
                  <a:srgbClr val="231F20"/>
                </a:solidFill>
                <a:latin typeface="Arial"/>
                <a:cs typeface="Arial"/>
              </a:rPr>
              <a:t> </a:t>
            </a:r>
            <a:r>
              <a:rPr sz="1000" spc="-20" dirty="0">
                <a:solidFill>
                  <a:srgbClr val="231F20"/>
                </a:solidFill>
                <a:latin typeface="Arial"/>
                <a:cs typeface="Arial"/>
              </a:rPr>
              <a:t>Each </a:t>
            </a:r>
            <a:r>
              <a:rPr sz="1000" dirty="0">
                <a:solidFill>
                  <a:srgbClr val="231F20"/>
                </a:solidFill>
                <a:latin typeface="Arial"/>
                <a:cs typeface="Arial"/>
              </a:rPr>
              <a:t>child</a:t>
            </a:r>
            <a:r>
              <a:rPr sz="1000" spc="5" dirty="0">
                <a:solidFill>
                  <a:srgbClr val="231F20"/>
                </a:solidFill>
                <a:latin typeface="Arial"/>
                <a:cs typeface="Arial"/>
              </a:rPr>
              <a:t> </a:t>
            </a:r>
            <a:r>
              <a:rPr sz="1000" dirty="0">
                <a:solidFill>
                  <a:srgbClr val="231F20"/>
                </a:solidFill>
                <a:latin typeface="Arial"/>
                <a:cs typeface="Arial"/>
              </a:rPr>
              <a:t>left</a:t>
            </a:r>
            <a:r>
              <a:rPr sz="1000" spc="5"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kid's</a:t>
            </a:r>
            <a:r>
              <a:rPr sz="1000" spc="5" dirty="0">
                <a:solidFill>
                  <a:srgbClr val="231F20"/>
                </a:solidFill>
                <a:latin typeface="Arial"/>
                <a:cs typeface="Arial"/>
              </a:rPr>
              <a:t> </a:t>
            </a:r>
            <a:r>
              <a:rPr sz="1000" dirty="0">
                <a:solidFill>
                  <a:srgbClr val="231F20"/>
                </a:solidFill>
                <a:latin typeface="Arial"/>
                <a:cs typeface="Arial"/>
              </a:rPr>
              <a:t>knife</a:t>
            </a:r>
            <a:r>
              <a:rPr sz="1000" spc="10" dirty="0">
                <a:solidFill>
                  <a:srgbClr val="231F20"/>
                </a:solidFill>
                <a:latin typeface="Arial"/>
                <a:cs typeface="Arial"/>
              </a:rPr>
              <a:t> </a:t>
            </a:r>
            <a:r>
              <a:rPr sz="1000" dirty="0">
                <a:solidFill>
                  <a:srgbClr val="231F20"/>
                </a:solidFill>
                <a:latin typeface="Arial"/>
                <a:cs typeface="Arial"/>
              </a:rPr>
              <a:t>set</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recipes</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try</a:t>
            </a:r>
            <a:r>
              <a:rPr sz="1000" spc="5"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spc="-20" dirty="0">
                <a:solidFill>
                  <a:srgbClr val="231F20"/>
                </a:solidFill>
                <a:latin typeface="Arial"/>
                <a:cs typeface="Arial"/>
              </a:rPr>
              <a:t>home, </a:t>
            </a:r>
            <a:r>
              <a:rPr sz="1000" dirty="0">
                <a:solidFill>
                  <a:srgbClr val="231F20"/>
                </a:solidFill>
                <a:latin typeface="Arial"/>
                <a:cs typeface="Arial"/>
              </a:rPr>
              <a:t>promoting</a:t>
            </a:r>
            <a:r>
              <a:rPr sz="1000" spc="15" dirty="0">
                <a:solidFill>
                  <a:srgbClr val="231F20"/>
                </a:solidFill>
                <a:latin typeface="Arial"/>
                <a:cs typeface="Arial"/>
              </a:rPr>
              <a:t> </a:t>
            </a:r>
            <a:r>
              <a:rPr sz="1000" dirty="0">
                <a:solidFill>
                  <a:srgbClr val="231F20"/>
                </a:solidFill>
                <a:latin typeface="Arial"/>
                <a:cs typeface="Arial"/>
              </a:rPr>
              <a:t>healthy</a:t>
            </a:r>
            <a:r>
              <a:rPr sz="1000" spc="15" dirty="0">
                <a:solidFill>
                  <a:srgbClr val="231F20"/>
                </a:solidFill>
                <a:latin typeface="Arial"/>
                <a:cs typeface="Arial"/>
              </a:rPr>
              <a:t> </a:t>
            </a:r>
            <a:r>
              <a:rPr sz="1000" dirty="0">
                <a:solidFill>
                  <a:srgbClr val="231F20"/>
                </a:solidFill>
                <a:latin typeface="Arial"/>
                <a:cs typeface="Arial"/>
              </a:rPr>
              <a:t>eating</a:t>
            </a:r>
            <a:r>
              <a:rPr sz="1000" spc="15" dirty="0">
                <a:solidFill>
                  <a:srgbClr val="231F20"/>
                </a:solidFill>
                <a:latin typeface="Arial"/>
                <a:cs typeface="Arial"/>
              </a:rPr>
              <a:t> </a:t>
            </a:r>
            <a:r>
              <a:rPr sz="1000" dirty="0">
                <a:solidFill>
                  <a:srgbClr val="231F20"/>
                </a:solidFill>
                <a:latin typeface="Arial"/>
                <a:cs typeface="Arial"/>
              </a:rPr>
              <a:t>habits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culinary</a:t>
            </a:r>
            <a:r>
              <a:rPr sz="1000" spc="15" dirty="0">
                <a:solidFill>
                  <a:srgbClr val="231F20"/>
                </a:solidFill>
                <a:latin typeface="Arial"/>
                <a:cs typeface="Arial"/>
              </a:rPr>
              <a:t> </a:t>
            </a:r>
            <a:r>
              <a:rPr sz="1000" spc="-10" dirty="0">
                <a:solidFill>
                  <a:srgbClr val="231F20"/>
                </a:solidFill>
                <a:latin typeface="Arial"/>
                <a:cs typeface="Arial"/>
              </a:rPr>
              <a:t>skills.</a:t>
            </a:r>
            <a:endParaRPr sz="1000">
              <a:latin typeface="Arial"/>
              <a:cs typeface="Arial"/>
            </a:endParaRPr>
          </a:p>
          <a:p>
            <a:pPr marL="12700" marR="227329">
              <a:lnSpc>
                <a:spcPct val="100000"/>
              </a:lnSpc>
              <a:spcBef>
                <a:spcPts val="900"/>
              </a:spcBef>
            </a:pPr>
            <a:r>
              <a:rPr sz="1000" dirty="0">
                <a:solidFill>
                  <a:srgbClr val="231F20"/>
                </a:solidFill>
                <a:latin typeface="Arial"/>
                <a:cs typeface="Arial"/>
              </a:rPr>
              <a:t>Additionally,</a:t>
            </a:r>
            <a:r>
              <a:rPr sz="1000" spc="5" dirty="0">
                <a:solidFill>
                  <a:srgbClr val="231F20"/>
                </a:solidFill>
                <a:latin typeface="Arial"/>
                <a:cs typeface="Arial"/>
              </a:rPr>
              <a:t> </a:t>
            </a:r>
            <a:r>
              <a:rPr sz="1000" dirty="0">
                <a:solidFill>
                  <a:srgbClr val="231F20"/>
                </a:solidFill>
                <a:latin typeface="Arial"/>
                <a:cs typeface="Arial"/>
              </a:rPr>
              <a:t>during</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month</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0" dirty="0">
                <a:solidFill>
                  <a:srgbClr val="231F20"/>
                </a:solidFill>
                <a:latin typeface="Arial"/>
                <a:cs typeface="Arial"/>
              </a:rPr>
              <a:t>March,</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spc="-25" dirty="0">
                <a:solidFill>
                  <a:srgbClr val="231F20"/>
                </a:solidFill>
                <a:latin typeface="Arial"/>
                <a:cs typeface="Arial"/>
              </a:rPr>
              <a:t>4’s </a:t>
            </a:r>
            <a:r>
              <a:rPr sz="1000" dirty="0">
                <a:solidFill>
                  <a:srgbClr val="231F20"/>
                </a:solidFill>
                <a:latin typeface="Arial"/>
                <a:cs typeface="Arial"/>
              </a:rPr>
              <a:t>community</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efforts</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support</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Foster</a:t>
            </a:r>
            <a:r>
              <a:rPr sz="1000" spc="15" dirty="0">
                <a:solidFill>
                  <a:srgbClr val="231F20"/>
                </a:solidFill>
                <a:latin typeface="Arial"/>
                <a:cs typeface="Arial"/>
              </a:rPr>
              <a:t> </a:t>
            </a:r>
            <a:r>
              <a:rPr sz="1000" spc="-25" dirty="0">
                <a:solidFill>
                  <a:srgbClr val="231F20"/>
                </a:solidFill>
                <a:latin typeface="Arial"/>
                <a:cs typeface="Arial"/>
              </a:rPr>
              <a:t>the </a:t>
            </a:r>
            <a:r>
              <a:rPr sz="1000" spc="-20" dirty="0">
                <a:solidFill>
                  <a:srgbClr val="231F20"/>
                </a:solidFill>
                <a:latin typeface="Arial"/>
                <a:cs typeface="Arial"/>
              </a:rPr>
              <a:t>Family</a:t>
            </a:r>
            <a:r>
              <a:rPr sz="1000" dirty="0">
                <a:solidFill>
                  <a:srgbClr val="231F20"/>
                </a:solidFill>
                <a:latin typeface="Arial"/>
                <a:cs typeface="Arial"/>
              </a:rPr>
              <a:t> </a:t>
            </a:r>
            <a:r>
              <a:rPr sz="1000" spc="-30" dirty="0">
                <a:solidFill>
                  <a:srgbClr val="231F20"/>
                </a:solidFill>
                <a:latin typeface="Arial"/>
                <a:cs typeface="Arial"/>
              </a:rPr>
              <a:t>DC</a:t>
            </a:r>
            <a:r>
              <a:rPr sz="1000" dirty="0">
                <a:solidFill>
                  <a:srgbClr val="231F20"/>
                </a:solidFill>
                <a:latin typeface="Arial"/>
                <a:cs typeface="Arial"/>
              </a:rPr>
              <a:t> exceeded expectations. The children </a:t>
            </a:r>
            <a:r>
              <a:rPr sz="1000" spc="-10" dirty="0">
                <a:solidFill>
                  <a:srgbClr val="231F20"/>
                </a:solidFill>
                <a:latin typeface="Arial"/>
                <a:cs typeface="Arial"/>
              </a:rPr>
              <a:t>raised </a:t>
            </a:r>
            <a:r>
              <a:rPr sz="1000" dirty="0">
                <a:solidFill>
                  <a:srgbClr val="231F20"/>
                </a:solidFill>
                <a:latin typeface="Arial"/>
                <a:cs typeface="Arial"/>
              </a:rPr>
              <a:t>over</a:t>
            </a:r>
            <a:r>
              <a:rPr sz="1000" spc="5" dirty="0">
                <a:solidFill>
                  <a:srgbClr val="231F20"/>
                </a:solidFill>
                <a:latin typeface="Arial"/>
                <a:cs typeface="Arial"/>
              </a:rPr>
              <a:t> </a:t>
            </a:r>
            <a:r>
              <a:rPr sz="1000" spc="-30" dirty="0">
                <a:solidFill>
                  <a:srgbClr val="231F20"/>
                </a:solidFill>
                <a:latin typeface="Arial"/>
                <a:cs typeface="Arial"/>
              </a:rPr>
              <a:t>$1,700,</a:t>
            </a:r>
            <a:r>
              <a:rPr sz="1000" spc="5" dirty="0">
                <a:solidFill>
                  <a:srgbClr val="231F20"/>
                </a:solidFill>
                <a:latin typeface="Arial"/>
                <a:cs typeface="Arial"/>
              </a:rPr>
              <a:t> </a:t>
            </a:r>
            <a:r>
              <a:rPr sz="1000" spc="-10" dirty="0">
                <a:solidFill>
                  <a:srgbClr val="231F20"/>
                </a:solidFill>
                <a:latin typeface="Arial"/>
                <a:cs typeface="Arial"/>
              </a:rPr>
              <a:t>surpassing</a:t>
            </a:r>
            <a:r>
              <a:rPr sz="1000" spc="10"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original</a:t>
            </a:r>
            <a:r>
              <a:rPr sz="1000" spc="10" dirty="0">
                <a:solidFill>
                  <a:srgbClr val="231F20"/>
                </a:solidFill>
                <a:latin typeface="Arial"/>
                <a:cs typeface="Arial"/>
              </a:rPr>
              <a:t> </a:t>
            </a:r>
            <a:r>
              <a:rPr sz="1000" dirty="0">
                <a:solidFill>
                  <a:srgbClr val="231F20"/>
                </a:solidFill>
                <a:latin typeface="Arial"/>
                <a:cs typeface="Arial"/>
              </a:rPr>
              <a:t>goal</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0" dirty="0">
                <a:solidFill>
                  <a:srgbClr val="231F20"/>
                </a:solidFill>
                <a:latin typeface="Arial"/>
                <a:cs typeface="Arial"/>
              </a:rPr>
              <a:t>$600.</a:t>
            </a:r>
            <a:endParaRPr sz="1000">
              <a:latin typeface="Arial"/>
              <a:cs typeface="Arial"/>
            </a:endParaRPr>
          </a:p>
          <a:p>
            <a:pPr marL="12700" marR="5080">
              <a:lnSpc>
                <a:spcPct val="100000"/>
              </a:lnSpc>
            </a:pPr>
            <a:r>
              <a:rPr sz="1000" dirty="0">
                <a:solidFill>
                  <a:srgbClr val="231F20"/>
                </a:solidFill>
                <a:latin typeface="Arial"/>
                <a:cs typeface="Arial"/>
              </a:rPr>
              <a:t>They</a:t>
            </a:r>
            <a:r>
              <a:rPr sz="1000" spc="-15" dirty="0">
                <a:solidFill>
                  <a:srgbClr val="231F20"/>
                </a:solidFill>
                <a:latin typeface="Arial"/>
                <a:cs typeface="Arial"/>
              </a:rPr>
              <a:t> </a:t>
            </a:r>
            <a:r>
              <a:rPr sz="1000" dirty="0">
                <a:solidFill>
                  <a:srgbClr val="231F20"/>
                </a:solidFill>
                <a:latin typeface="Arial"/>
                <a:cs typeface="Arial"/>
              </a:rPr>
              <a:t>assembled</a:t>
            </a:r>
            <a:r>
              <a:rPr sz="1000" spc="-15" dirty="0">
                <a:solidFill>
                  <a:srgbClr val="231F20"/>
                </a:solidFill>
                <a:latin typeface="Arial"/>
                <a:cs typeface="Arial"/>
              </a:rPr>
              <a:t> </a:t>
            </a:r>
            <a:r>
              <a:rPr sz="1000" dirty="0">
                <a:solidFill>
                  <a:srgbClr val="231F20"/>
                </a:solidFill>
                <a:latin typeface="Arial"/>
                <a:cs typeface="Arial"/>
              </a:rPr>
              <a:t>hair</a:t>
            </a:r>
            <a:r>
              <a:rPr sz="1000" spc="-15" dirty="0">
                <a:solidFill>
                  <a:srgbClr val="231F20"/>
                </a:solidFill>
                <a:latin typeface="Arial"/>
                <a:cs typeface="Arial"/>
              </a:rPr>
              <a:t> </a:t>
            </a:r>
            <a:r>
              <a:rPr sz="1000" dirty="0">
                <a:solidFill>
                  <a:srgbClr val="231F20"/>
                </a:solidFill>
                <a:latin typeface="Arial"/>
                <a:cs typeface="Arial"/>
              </a:rPr>
              <a:t>care</a:t>
            </a:r>
            <a:r>
              <a:rPr sz="1000" spc="-15" dirty="0">
                <a:solidFill>
                  <a:srgbClr val="231F20"/>
                </a:solidFill>
                <a:latin typeface="Arial"/>
                <a:cs typeface="Arial"/>
              </a:rPr>
              <a:t> </a:t>
            </a:r>
            <a:r>
              <a:rPr sz="1000" dirty="0">
                <a:solidFill>
                  <a:srgbClr val="231F20"/>
                </a:solidFill>
                <a:latin typeface="Arial"/>
                <a:cs typeface="Arial"/>
              </a:rPr>
              <a:t>kits</a:t>
            </a:r>
            <a:r>
              <a:rPr sz="1000" spc="-15" dirty="0">
                <a:solidFill>
                  <a:srgbClr val="231F20"/>
                </a:solidFill>
                <a:latin typeface="Arial"/>
                <a:cs typeface="Arial"/>
              </a:rPr>
              <a:t> </a:t>
            </a:r>
            <a:r>
              <a:rPr sz="1000" dirty="0">
                <a:solidFill>
                  <a:srgbClr val="231F20"/>
                </a:solidFill>
                <a:latin typeface="Arial"/>
                <a:cs typeface="Arial"/>
              </a:rPr>
              <a:t>featuring</a:t>
            </a:r>
            <a:r>
              <a:rPr sz="1000" spc="-15" dirty="0">
                <a:solidFill>
                  <a:srgbClr val="231F20"/>
                </a:solidFill>
                <a:latin typeface="Arial"/>
                <a:cs typeface="Arial"/>
              </a:rPr>
              <a:t> </a:t>
            </a:r>
            <a:r>
              <a:rPr sz="1000" spc="-20" dirty="0">
                <a:solidFill>
                  <a:srgbClr val="231F20"/>
                </a:solidFill>
                <a:latin typeface="Arial"/>
                <a:cs typeface="Arial"/>
              </a:rPr>
              <a:t>Black-owned </a:t>
            </a:r>
            <a:r>
              <a:rPr sz="1000" dirty="0">
                <a:solidFill>
                  <a:srgbClr val="231F20"/>
                </a:solidFill>
                <a:latin typeface="Arial"/>
                <a:cs typeface="Arial"/>
              </a:rPr>
              <a:t>brands</a:t>
            </a:r>
            <a:r>
              <a:rPr sz="1000" spc="-35" dirty="0">
                <a:solidFill>
                  <a:srgbClr val="231F20"/>
                </a:solidFill>
                <a:latin typeface="Arial"/>
                <a:cs typeface="Arial"/>
              </a:rPr>
              <a:t> </a:t>
            </a:r>
            <a:r>
              <a:rPr sz="1000" dirty="0">
                <a:solidFill>
                  <a:srgbClr val="231F20"/>
                </a:solidFill>
                <a:latin typeface="Arial"/>
                <a:cs typeface="Arial"/>
              </a:rPr>
              <a:t>like</a:t>
            </a:r>
            <a:r>
              <a:rPr sz="1000" spc="-25" dirty="0">
                <a:solidFill>
                  <a:srgbClr val="231F20"/>
                </a:solidFill>
                <a:latin typeface="Arial"/>
                <a:cs typeface="Arial"/>
              </a:rPr>
              <a:t> </a:t>
            </a:r>
            <a:r>
              <a:rPr sz="1000" dirty="0">
                <a:solidFill>
                  <a:srgbClr val="231F20"/>
                </a:solidFill>
                <a:latin typeface="Arial"/>
                <a:cs typeface="Arial"/>
              </a:rPr>
              <a:t>Thank</a:t>
            </a:r>
            <a:r>
              <a:rPr sz="1000" spc="-25" dirty="0">
                <a:solidFill>
                  <a:srgbClr val="231F20"/>
                </a:solidFill>
                <a:latin typeface="Arial"/>
                <a:cs typeface="Arial"/>
              </a:rPr>
              <a:t> </a:t>
            </a:r>
            <a:r>
              <a:rPr sz="1000" dirty="0">
                <a:solidFill>
                  <a:srgbClr val="231F20"/>
                </a:solidFill>
                <a:latin typeface="Arial"/>
                <a:cs typeface="Arial"/>
              </a:rPr>
              <a:t>God</a:t>
            </a:r>
            <a:r>
              <a:rPr sz="1000" spc="-25" dirty="0">
                <a:solidFill>
                  <a:srgbClr val="231F20"/>
                </a:solidFill>
                <a:latin typeface="Arial"/>
                <a:cs typeface="Arial"/>
              </a:rPr>
              <a:t> </a:t>
            </a:r>
            <a:r>
              <a:rPr sz="1000" dirty="0">
                <a:solidFill>
                  <a:srgbClr val="231F20"/>
                </a:solidFill>
                <a:latin typeface="Arial"/>
                <a:cs typeface="Arial"/>
              </a:rPr>
              <a:t>It’s</a:t>
            </a:r>
            <a:r>
              <a:rPr sz="1000" spc="-25" dirty="0">
                <a:solidFill>
                  <a:srgbClr val="231F20"/>
                </a:solidFill>
                <a:latin typeface="Arial"/>
                <a:cs typeface="Arial"/>
              </a:rPr>
              <a:t> </a:t>
            </a:r>
            <a:r>
              <a:rPr sz="1000" dirty="0">
                <a:solidFill>
                  <a:srgbClr val="231F20"/>
                </a:solidFill>
                <a:latin typeface="Arial"/>
                <a:cs typeface="Arial"/>
              </a:rPr>
              <a:t>Natural</a:t>
            </a:r>
            <a:r>
              <a:rPr sz="1000" spc="-25" dirty="0">
                <a:solidFill>
                  <a:srgbClr val="231F20"/>
                </a:solidFill>
                <a:latin typeface="Arial"/>
                <a:cs typeface="Arial"/>
              </a:rPr>
              <a:t> </a:t>
            </a:r>
            <a:r>
              <a:rPr sz="1000" spc="-60" dirty="0">
                <a:solidFill>
                  <a:srgbClr val="231F20"/>
                </a:solidFill>
                <a:latin typeface="Arial"/>
                <a:cs typeface="Arial"/>
              </a:rPr>
              <a:t>(TGIN)</a:t>
            </a:r>
            <a:r>
              <a:rPr sz="1000" spc="-20"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provided </a:t>
            </a:r>
            <a:r>
              <a:rPr sz="1000" dirty="0">
                <a:solidFill>
                  <a:srgbClr val="231F20"/>
                </a:solidFill>
                <a:latin typeface="Arial"/>
                <a:cs typeface="Arial"/>
              </a:rPr>
              <a:t>personalized</a:t>
            </a:r>
            <a:r>
              <a:rPr sz="1000" spc="-30" dirty="0">
                <a:solidFill>
                  <a:srgbClr val="231F20"/>
                </a:solidFill>
                <a:latin typeface="Arial"/>
                <a:cs typeface="Arial"/>
              </a:rPr>
              <a:t> </a:t>
            </a:r>
            <a:r>
              <a:rPr sz="1000" dirty="0">
                <a:solidFill>
                  <a:srgbClr val="231F20"/>
                </a:solidFill>
                <a:latin typeface="Arial"/>
                <a:cs typeface="Arial"/>
              </a:rPr>
              <a:t>cards</a:t>
            </a:r>
            <a:r>
              <a:rPr sz="1000" spc="-3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recipients.</a:t>
            </a:r>
            <a:r>
              <a:rPr sz="1000" spc="-30" dirty="0">
                <a:solidFill>
                  <a:srgbClr val="231F20"/>
                </a:solidFill>
                <a:latin typeface="Arial"/>
                <a:cs typeface="Arial"/>
              </a:rPr>
              <a:t> </a:t>
            </a:r>
            <a:r>
              <a:rPr sz="1000" dirty="0">
                <a:solidFill>
                  <a:srgbClr val="231F20"/>
                </a:solidFill>
                <a:latin typeface="Arial"/>
                <a:cs typeface="Arial"/>
              </a:rPr>
              <a:t>Through</a:t>
            </a:r>
            <a:r>
              <a:rPr sz="1000" spc="-25" dirty="0">
                <a:solidFill>
                  <a:srgbClr val="231F20"/>
                </a:solidFill>
                <a:latin typeface="Arial"/>
                <a:cs typeface="Arial"/>
              </a:rPr>
              <a:t> </a:t>
            </a:r>
            <a:r>
              <a:rPr sz="1000" dirty="0">
                <a:solidFill>
                  <a:srgbClr val="231F20"/>
                </a:solidFill>
                <a:latin typeface="Arial"/>
                <a:cs typeface="Arial"/>
              </a:rPr>
              <a:t>this</a:t>
            </a:r>
            <a:r>
              <a:rPr sz="1000" spc="-30" dirty="0">
                <a:solidFill>
                  <a:srgbClr val="231F20"/>
                </a:solidFill>
                <a:latin typeface="Arial"/>
                <a:cs typeface="Arial"/>
              </a:rPr>
              <a:t> </a:t>
            </a:r>
            <a:r>
              <a:rPr sz="1000" spc="-10" dirty="0">
                <a:solidFill>
                  <a:srgbClr val="231F20"/>
                </a:solidFill>
                <a:latin typeface="Arial"/>
                <a:cs typeface="Arial"/>
              </a:rPr>
              <a:t>experience,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4</a:t>
            </a:r>
            <a:r>
              <a:rPr sz="1000" spc="-15" dirty="0">
                <a:solidFill>
                  <a:srgbClr val="231F20"/>
                </a:solidFill>
                <a:latin typeface="Arial"/>
                <a:cs typeface="Arial"/>
              </a:rPr>
              <a:t> </a:t>
            </a:r>
            <a:r>
              <a:rPr sz="1000" dirty="0">
                <a:solidFill>
                  <a:srgbClr val="231F20"/>
                </a:solidFill>
                <a:latin typeface="Arial"/>
                <a:cs typeface="Arial"/>
              </a:rPr>
              <a:t>demonstrated</a:t>
            </a:r>
            <a:r>
              <a:rPr sz="1000" spc="-10"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philanthropy,</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commitment</a:t>
            </a:r>
            <a:r>
              <a:rPr sz="1000" spc="10"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giving</a:t>
            </a:r>
            <a:r>
              <a:rPr sz="1000" spc="15" dirty="0">
                <a:solidFill>
                  <a:srgbClr val="231F20"/>
                </a:solidFill>
                <a:latin typeface="Arial"/>
                <a:cs typeface="Arial"/>
              </a:rPr>
              <a:t> </a:t>
            </a:r>
            <a:r>
              <a:rPr sz="1000" dirty="0">
                <a:solidFill>
                  <a:srgbClr val="231F20"/>
                </a:solidFill>
                <a:latin typeface="Arial"/>
                <a:cs typeface="Arial"/>
              </a:rPr>
              <a:t>back</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spc="-10" dirty="0">
                <a:solidFill>
                  <a:srgbClr val="231F20"/>
                </a:solidFill>
                <a:latin typeface="Arial"/>
                <a:cs typeface="Arial"/>
              </a:rPr>
              <a:t>community.</a:t>
            </a:r>
            <a:endParaRPr sz="100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304797"/>
            <a:ext cx="3303270" cy="7416800"/>
          </a:xfrm>
          <a:prstGeom prst="rect">
            <a:avLst/>
          </a:prstGeom>
        </p:spPr>
        <p:txBody>
          <a:bodyPr vert="horz" wrap="square" lIns="0" tIns="12700" rIns="0" bIns="0" rtlCol="0">
            <a:spAutoFit/>
          </a:bodyPr>
          <a:lstStyle/>
          <a:p>
            <a:pPr marL="12700" marR="182245">
              <a:lnSpc>
                <a:spcPct val="100000"/>
              </a:lnSpc>
              <a:spcBef>
                <a:spcPts val="100"/>
              </a:spcBef>
            </a:pPr>
            <a:r>
              <a:rPr sz="1000" spc="-10" dirty="0">
                <a:solidFill>
                  <a:srgbClr val="231F20"/>
                </a:solidFill>
                <a:latin typeface="Arial"/>
                <a:cs typeface="Arial"/>
              </a:rPr>
              <a:t>This</a:t>
            </a:r>
            <a:r>
              <a:rPr sz="1000" spc="20" dirty="0">
                <a:solidFill>
                  <a:srgbClr val="231F20"/>
                </a:solidFill>
                <a:latin typeface="Arial"/>
                <a:cs typeface="Arial"/>
              </a:rPr>
              <a:t> </a:t>
            </a:r>
            <a:r>
              <a:rPr sz="1000" spc="-10" dirty="0">
                <a:solidFill>
                  <a:srgbClr val="231F20"/>
                </a:solidFill>
                <a:latin typeface="Arial"/>
                <a:cs typeface="Arial"/>
              </a:rPr>
              <a:t>year’s</a:t>
            </a:r>
            <a:r>
              <a:rPr sz="1000" spc="25" dirty="0">
                <a:solidFill>
                  <a:srgbClr val="231F20"/>
                </a:solidFill>
                <a:latin typeface="Arial"/>
                <a:cs typeface="Arial"/>
              </a:rPr>
              <a:t> </a:t>
            </a:r>
            <a:r>
              <a:rPr sz="1000" dirty="0">
                <a:solidFill>
                  <a:srgbClr val="231F20"/>
                </a:solidFill>
                <a:latin typeface="Arial"/>
                <a:cs typeface="Arial"/>
              </a:rPr>
              <a:t>activities</a:t>
            </a:r>
            <a:r>
              <a:rPr sz="1000" spc="25" dirty="0">
                <a:solidFill>
                  <a:srgbClr val="231F20"/>
                </a:solidFill>
                <a:latin typeface="Arial"/>
                <a:cs typeface="Arial"/>
              </a:rPr>
              <a:t> </a:t>
            </a:r>
            <a:r>
              <a:rPr sz="1000" dirty="0">
                <a:solidFill>
                  <a:srgbClr val="231F20"/>
                </a:solidFill>
                <a:latin typeface="Arial"/>
                <a:cs typeface="Arial"/>
              </a:rPr>
              <a:t>provided</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well-rounded</a:t>
            </a:r>
            <a:r>
              <a:rPr sz="1000" spc="25" dirty="0">
                <a:solidFill>
                  <a:srgbClr val="231F20"/>
                </a:solidFill>
                <a:latin typeface="Arial"/>
                <a:cs typeface="Arial"/>
              </a:rPr>
              <a:t> </a:t>
            </a:r>
            <a:r>
              <a:rPr sz="1000" dirty="0">
                <a:solidFill>
                  <a:srgbClr val="231F20"/>
                </a:solidFill>
                <a:latin typeface="Arial"/>
                <a:cs typeface="Arial"/>
              </a:rPr>
              <a:t>blend</a:t>
            </a:r>
            <a:r>
              <a:rPr sz="1000" spc="25"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education,</a:t>
            </a:r>
            <a:r>
              <a:rPr sz="1000" spc="-5" dirty="0">
                <a:solidFill>
                  <a:srgbClr val="231F20"/>
                </a:solidFill>
                <a:latin typeface="Arial"/>
                <a:cs typeface="Arial"/>
              </a:rPr>
              <a:t>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enrichment,</a:t>
            </a:r>
            <a:r>
              <a:rPr sz="1000" spc="-5" dirty="0">
                <a:solidFill>
                  <a:srgbClr val="231F20"/>
                </a:solidFill>
                <a:latin typeface="Arial"/>
                <a:cs typeface="Arial"/>
              </a:rPr>
              <a:t> </a:t>
            </a:r>
            <a:r>
              <a:rPr sz="1000" dirty="0">
                <a:solidFill>
                  <a:srgbClr val="231F20"/>
                </a:solidFill>
                <a:latin typeface="Arial"/>
                <a:cs typeface="Arial"/>
              </a:rPr>
              <a:t>and community</a:t>
            </a:r>
            <a:r>
              <a:rPr sz="1000" spc="-5" dirty="0">
                <a:solidFill>
                  <a:srgbClr val="231F20"/>
                </a:solidFill>
                <a:latin typeface="Arial"/>
                <a:cs typeface="Arial"/>
              </a:rPr>
              <a:t> </a:t>
            </a:r>
            <a:r>
              <a:rPr sz="1000" spc="-10" dirty="0">
                <a:solidFill>
                  <a:srgbClr val="231F20"/>
                </a:solidFill>
                <a:latin typeface="Arial"/>
                <a:cs typeface="Arial"/>
              </a:rPr>
              <a:t>service, </a:t>
            </a:r>
            <a:r>
              <a:rPr sz="1000" dirty="0">
                <a:solidFill>
                  <a:srgbClr val="231F20"/>
                </a:solidFill>
                <a:latin typeface="Arial"/>
                <a:cs typeface="Arial"/>
              </a:rPr>
              <a:t>empowering</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4</a:t>
            </a:r>
            <a:r>
              <a:rPr sz="1000" spc="5"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grow</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confidence, </a:t>
            </a:r>
            <a:r>
              <a:rPr sz="1000" dirty="0">
                <a:solidFill>
                  <a:srgbClr val="231F20"/>
                </a:solidFill>
                <a:latin typeface="Arial"/>
                <a:cs typeface="Arial"/>
              </a:rPr>
              <a:t>leadership,</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social</a:t>
            </a:r>
            <a:r>
              <a:rPr sz="1000" spc="-30" dirty="0">
                <a:solidFill>
                  <a:srgbClr val="231F20"/>
                </a:solidFill>
                <a:latin typeface="Arial"/>
                <a:cs typeface="Arial"/>
              </a:rPr>
              <a:t> </a:t>
            </a:r>
            <a:r>
              <a:rPr sz="1000" spc="-10" dirty="0">
                <a:solidFill>
                  <a:srgbClr val="231F20"/>
                </a:solidFill>
                <a:latin typeface="Arial"/>
                <a:cs typeface="Arial"/>
              </a:rPr>
              <a:t>awareness.</a:t>
            </a:r>
            <a:endParaRPr sz="1000">
              <a:latin typeface="Arial"/>
              <a:cs typeface="Arial"/>
            </a:endParaRPr>
          </a:p>
          <a:p>
            <a:pPr marL="12700" marR="97790">
              <a:lnSpc>
                <a:spcPct val="100000"/>
              </a:lnSpc>
              <a:spcBef>
                <a:spcPts val="900"/>
              </a:spcBef>
            </a:pPr>
            <a:r>
              <a:rPr sz="1000" dirty="0">
                <a:solidFill>
                  <a:srgbClr val="231F20"/>
                </a:solidFill>
                <a:latin typeface="Arial"/>
                <a:cs typeface="Arial"/>
              </a:rPr>
              <a:t>The 2023-2024 year for</a:t>
            </a:r>
            <a:r>
              <a:rPr sz="1000" spc="5" dirty="0">
                <a:solidFill>
                  <a:srgbClr val="231F20"/>
                </a:solidFill>
                <a:latin typeface="Arial"/>
                <a:cs typeface="Arial"/>
              </a:rPr>
              <a:t> </a:t>
            </a:r>
            <a:r>
              <a:rPr sz="1000" dirty="0">
                <a:solidFill>
                  <a:srgbClr val="231F20"/>
                </a:solidFill>
                <a:latin typeface="Arial"/>
                <a:cs typeface="Arial"/>
              </a:rPr>
              <a:t>Group 5 (6th thru</a:t>
            </a:r>
            <a:r>
              <a:rPr sz="1000" spc="5" dirty="0">
                <a:solidFill>
                  <a:srgbClr val="231F20"/>
                </a:solidFill>
                <a:latin typeface="Arial"/>
                <a:cs typeface="Arial"/>
              </a:rPr>
              <a:t> </a:t>
            </a:r>
            <a:r>
              <a:rPr sz="1000" dirty="0">
                <a:solidFill>
                  <a:srgbClr val="231F20"/>
                </a:solidFill>
                <a:latin typeface="Arial"/>
                <a:cs typeface="Arial"/>
              </a:rPr>
              <a:t>8th </a:t>
            </a:r>
            <a:r>
              <a:rPr sz="1000" spc="-10" dirty="0">
                <a:solidFill>
                  <a:srgbClr val="231F20"/>
                </a:solidFill>
                <a:latin typeface="Arial"/>
                <a:cs typeface="Arial"/>
              </a:rPr>
              <a:t>Grades) </a:t>
            </a:r>
            <a:r>
              <a:rPr sz="1000" dirty="0">
                <a:solidFill>
                  <a:srgbClr val="231F20"/>
                </a:solidFill>
                <a:latin typeface="Arial"/>
                <a:cs typeface="Arial"/>
              </a:rPr>
              <a:t>began</a:t>
            </a:r>
            <a:r>
              <a:rPr sz="1000" spc="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culturally</a:t>
            </a:r>
            <a:r>
              <a:rPr sz="1000" spc="10" dirty="0">
                <a:solidFill>
                  <a:srgbClr val="231F20"/>
                </a:solidFill>
                <a:latin typeface="Arial"/>
                <a:cs typeface="Arial"/>
              </a:rPr>
              <a:t> </a:t>
            </a:r>
            <a:r>
              <a:rPr sz="1000" dirty="0">
                <a:solidFill>
                  <a:srgbClr val="231F20"/>
                </a:solidFill>
                <a:latin typeface="Arial"/>
                <a:cs typeface="Arial"/>
              </a:rPr>
              <a:t>enriching</a:t>
            </a:r>
            <a:r>
              <a:rPr sz="1000" spc="5" dirty="0">
                <a:solidFill>
                  <a:srgbClr val="231F20"/>
                </a:solidFill>
                <a:latin typeface="Arial"/>
                <a:cs typeface="Arial"/>
              </a:rPr>
              <a:t> </a:t>
            </a:r>
            <a:r>
              <a:rPr sz="1000" dirty="0">
                <a:solidFill>
                  <a:srgbClr val="231F20"/>
                </a:solidFill>
                <a:latin typeface="Arial"/>
                <a:cs typeface="Arial"/>
              </a:rPr>
              <a:t>event</a:t>
            </a:r>
            <a:r>
              <a:rPr sz="1000" spc="10" dirty="0">
                <a:solidFill>
                  <a:srgbClr val="231F20"/>
                </a:solidFill>
                <a:latin typeface="Arial"/>
                <a:cs typeface="Arial"/>
              </a:rPr>
              <a:t> </a:t>
            </a:r>
            <a:r>
              <a:rPr sz="1000" dirty="0">
                <a:solidFill>
                  <a:srgbClr val="231F20"/>
                </a:solidFill>
                <a:latin typeface="Arial"/>
                <a:cs typeface="Arial"/>
              </a:rPr>
              <a:t>on</a:t>
            </a:r>
            <a:r>
              <a:rPr sz="1000" spc="10" dirty="0">
                <a:solidFill>
                  <a:srgbClr val="231F20"/>
                </a:solidFill>
                <a:latin typeface="Arial"/>
                <a:cs typeface="Arial"/>
              </a:rPr>
              <a:t> </a:t>
            </a:r>
            <a:r>
              <a:rPr sz="1000" spc="-10" dirty="0">
                <a:solidFill>
                  <a:srgbClr val="231F20"/>
                </a:solidFill>
                <a:latin typeface="Arial"/>
                <a:cs typeface="Arial"/>
              </a:rPr>
              <a:t>September</a:t>
            </a:r>
            <a:r>
              <a:rPr sz="1000" spc="500" dirty="0">
                <a:solidFill>
                  <a:srgbClr val="231F20"/>
                </a:solidFill>
                <a:latin typeface="Arial"/>
                <a:cs typeface="Arial"/>
              </a:rPr>
              <a:t> </a:t>
            </a:r>
            <a:r>
              <a:rPr sz="1000" dirty="0">
                <a:solidFill>
                  <a:srgbClr val="231F20"/>
                </a:solidFill>
                <a:latin typeface="Arial"/>
                <a:cs typeface="Arial"/>
              </a:rPr>
              <a:t>23,</a:t>
            </a:r>
            <a:r>
              <a:rPr sz="1000" spc="-15" dirty="0">
                <a:solidFill>
                  <a:srgbClr val="231F20"/>
                </a:solidFill>
                <a:latin typeface="Arial"/>
                <a:cs typeface="Arial"/>
              </a:rPr>
              <a:t> </a:t>
            </a:r>
            <a:r>
              <a:rPr sz="1000" dirty="0">
                <a:solidFill>
                  <a:srgbClr val="231F20"/>
                </a:solidFill>
                <a:latin typeface="Arial"/>
                <a:cs typeface="Arial"/>
              </a:rPr>
              <a:t>2023,</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Bill</a:t>
            </a:r>
            <a:r>
              <a:rPr sz="1000" spc="-10" dirty="0">
                <a:solidFill>
                  <a:srgbClr val="231F20"/>
                </a:solidFill>
                <a:latin typeface="Arial"/>
                <a:cs typeface="Arial"/>
              </a:rPr>
              <a:t> </a:t>
            </a:r>
            <a:r>
              <a:rPr sz="1000" dirty="0">
                <a:solidFill>
                  <a:srgbClr val="231F20"/>
                </a:solidFill>
                <a:latin typeface="Arial"/>
                <a:cs typeface="Arial"/>
              </a:rPr>
              <a:t>Pickett</a:t>
            </a:r>
            <a:r>
              <a:rPr sz="1000" spc="-10" dirty="0">
                <a:solidFill>
                  <a:srgbClr val="231F20"/>
                </a:solidFill>
                <a:latin typeface="Arial"/>
                <a:cs typeface="Arial"/>
              </a:rPr>
              <a:t> </a:t>
            </a:r>
            <a:r>
              <a:rPr sz="1000" dirty="0">
                <a:solidFill>
                  <a:srgbClr val="231F20"/>
                </a:solidFill>
                <a:latin typeface="Arial"/>
                <a:cs typeface="Arial"/>
              </a:rPr>
              <a:t>Rodeo</a:t>
            </a:r>
            <a:r>
              <a:rPr sz="1000" spc="-1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Upper</a:t>
            </a:r>
            <a:r>
              <a:rPr sz="1000" spc="-10" dirty="0">
                <a:solidFill>
                  <a:srgbClr val="231F20"/>
                </a:solidFill>
                <a:latin typeface="Arial"/>
                <a:cs typeface="Arial"/>
              </a:rPr>
              <a:t> Marlboro,</a:t>
            </a:r>
            <a:r>
              <a:rPr sz="1000" spc="500" dirty="0">
                <a:solidFill>
                  <a:srgbClr val="231F20"/>
                </a:solidFill>
                <a:latin typeface="Arial"/>
                <a:cs typeface="Arial"/>
              </a:rPr>
              <a:t> </a:t>
            </a:r>
            <a:r>
              <a:rPr sz="1000" spc="-40" dirty="0">
                <a:solidFill>
                  <a:srgbClr val="231F20"/>
                </a:solidFill>
                <a:latin typeface="Arial"/>
                <a:cs typeface="Arial"/>
              </a:rPr>
              <a:t>MD.</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spc="-10" dirty="0">
                <a:solidFill>
                  <a:srgbClr val="231F20"/>
                </a:solidFill>
                <a:latin typeface="Arial"/>
                <a:cs typeface="Arial"/>
              </a:rPr>
              <a:t>families,</a:t>
            </a:r>
            <a:r>
              <a:rPr sz="1000" spc="-15" dirty="0">
                <a:solidFill>
                  <a:srgbClr val="231F20"/>
                </a:solidFill>
                <a:latin typeface="Arial"/>
                <a:cs typeface="Arial"/>
              </a:rPr>
              <a:t> </a:t>
            </a:r>
            <a:r>
              <a:rPr sz="1000" dirty="0">
                <a:solidFill>
                  <a:srgbClr val="231F20"/>
                </a:solidFill>
                <a:latin typeface="Arial"/>
                <a:cs typeface="Arial"/>
              </a:rPr>
              <a:t>dressed</a:t>
            </a:r>
            <a:r>
              <a:rPr sz="1000" spc="-20"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20" dirty="0">
                <a:solidFill>
                  <a:srgbClr val="231F20"/>
                </a:solidFill>
                <a:latin typeface="Arial"/>
                <a:cs typeface="Arial"/>
              </a:rPr>
              <a:t>their </a:t>
            </a:r>
            <a:r>
              <a:rPr sz="1000" dirty="0">
                <a:solidFill>
                  <a:srgbClr val="231F20"/>
                </a:solidFill>
                <a:latin typeface="Arial"/>
                <a:cs typeface="Arial"/>
              </a:rPr>
              <a:t>cowboy</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cowgirl</a:t>
            </a:r>
            <a:r>
              <a:rPr sz="1000" spc="15" dirty="0">
                <a:solidFill>
                  <a:srgbClr val="231F20"/>
                </a:solidFill>
                <a:latin typeface="Arial"/>
                <a:cs typeface="Arial"/>
              </a:rPr>
              <a:t> </a:t>
            </a:r>
            <a:r>
              <a:rPr sz="1000" dirty="0">
                <a:solidFill>
                  <a:srgbClr val="231F20"/>
                </a:solidFill>
                <a:latin typeface="Arial"/>
                <a:cs typeface="Arial"/>
              </a:rPr>
              <a:t>attire,</a:t>
            </a:r>
            <a:r>
              <a:rPr sz="1000" spc="15" dirty="0">
                <a:solidFill>
                  <a:srgbClr val="231F20"/>
                </a:solidFill>
                <a:latin typeface="Arial"/>
                <a:cs typeface="Arial"/>
              </a:rPr>
              <a:t> </a:t>
            </a:r>
            <a:r>
              <a:rPr sz="1000" dirty="0">
                <a:solidFill>
                  <a:srgbClr val="231F20"/>
                </a:solidFill>
                <a:latin typeface="Arial"/>
                <a:cs typeface="Arial"/>
              </a:rPr>
              <a:t>enjoyed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rodeo,</a:t>
            </a:r>
            <a:r>
              <a:rPr sz="1000" spc="15" dirty="0">
                <a:solidFill>
                  <a:srgbClr val="231F20"/>
                </a:solidFill>
                <a:latin typeface="Arial"/>
                <a:cs typeface="Arial"/>
              </a:rPr>
              <a:t> </a:t>
            </a:r>
            <a:r>
              <a:rPr sz="1000" spc="-20" dirty="0">
                <a:solidFill>
                  <a:srgbClr val="231F20"/>
                </a:solidFill>
                <a:latin typeface="Arial"/>
                <a:cs typeface="Arial"/>
              </a:rPr>
              <a:t>which </a:t>
            </a:r>
            <a:r>
              <a:rPr sz="1000" dirty="0">
                <a:solidFill>
                  <a:srgbClr val="231F20"/>
                </a:solidFill>
                <a:latin typeface="Arial"/>
                <a:cs typeface="Arial"/>
              </a:rPr>
              <a:t>featured</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parade</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competitors,</a:t>
            </a:r>
            <a:r>
              <a:rPr sz="1000" spc="-10" dirty="0">
                <a:solidFill>
                  <a:srgbClr val="231F20"/>
                </a:solidFill>
                <a:latin typeface="Arial"/>
                <a:cs typeface="Arial"/>
              </a:rPr>
              <a:t> </a:t>
            </a:r>
            <a:r>
              <a:rPr sz="1000" dirty="0">
                <a:solidFill>
                  <a:srgbClr val="231F20"/>
                </a:solidFill>
                <a:latin typeface="Arial"/>
                <a:cs typeface="Arial"/>
              </a:rPr>
              <a:t>live</a:t>
            </a:r>
            <a:r>
              <a:rPr sz="1000" spc="-10" dirty="0">
                <a:solidFill>
                  <a:srgbClr val="231F20"/>
                </a:solidFill>
                <a:latin typeface="Arial"/>
                <a:cs typeface="Arial"/>
              </a:rPr>
              <a:t> music,</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thrilling </a:t>
            </a:r>
            <a:r>
              <a:rPr sz="1000" dirty="0">
                <a:solidFill>
                  <a:srgbClr val="231F20"/>
                </a:solidFill>
                <a:latin typeface="Arial"/>
                <a:cs typeface="Arial"/>
              </a:rPr>
              <a:t>competitions.</a:t>
            </a:r>
            <a:r>
              <a:rPr sz="1000" spc="10" dirty="0">
                <a:solidFill>
                  <a:srgbClr val="231F20"/>
                </a:solidFill>
                <a:latin typeface="Arial"/>
                <a:cs typeface="Arial"/>
              </a:rPr>
              <a:t>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were</a:t>
            </a:r>
            <a:r>
              <a:rPr sz="1000" spc="15" dirty="0">
                <a:solidFill>
                  <a:srgbClr val="231F20"/>
                </a:solidFill>
                <a:latin typeface="Arial"/>
                <a:cs typeface="Arial"/>
              </a:rPr>
              <a:t> </a:t>
            </a:r>
            <a:r>
              <a:rPr sz="1000" dirty="0">
                <a:solidFill>
                  <a:srgbClr val="231F20"/>
                </a:solidFill>
                <a:latin typeface="Arial"/>
                <a:cs typeface="Arial"/>
              </a:rPr>
              <a:t>gifted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book</a:t>
            </a:r>
            <a:r>
              <a:rPr sz="1000" spc="10" dirty="0">
                <a:solidFill>
                  <a:srgbClr val="231F20"/>
                </a:solidFill>
                <a:latin typeface="Arial"/>
                <a:cs typeface="Arial"/>
              </a:rPr>
              <a:t> </a:t>
            </a:r>
            <a:r>
              <a:rPr sz="1000" dirty="0">
                <a:solidFill>
                  <a:srgbClr val="231F20"/>
                </a:solidFill>
                <a:latin typeface="Arial"/>
                <a:cs typeface="Arial"/>
              </a:rPr>
              <a:t>Let</a:t>
            </a:r>
            <a:r>
              <a:rPr sz="1000" spc="15" dirty="0">
                <a:solidFill>
                  <a:srgbClr val="231F20"/>
                </a:solidFill>
                <a:latin typeface="Arial"/>
                <a:cs typeface="Arial"/>
              </a:rPr>
              <a:t> </a:t>
            </a:r>
            <a:r>
              <a:rPr sz="1000" spc="-20" dirty="0">
                <a:solidFill>
                  <a:srgbClr val="231F20"/>
                </a:solidFill>
                <a:latin typeface="Arial"/>
                <a:cs typeface="Arial"/>
              </a:rPr>
              <a:t>'Er</a:t>
            </a:r>
            <a:r>
              <a:rPr sz="1000" spc="10" dirty="0">
                <a:solidFill>
                  <a:srgbClr val="231F20"/>
                </a:solidFill>
                <a:latin typeface="Arial"/>
                <a:cs typeface="Arial"/>
              </a:rPr>
              <a:t> </a:t>
            </a:r>
            <a:r>
              <a:rPr sz="1000" spc="-20" dirty="0">
                <a:solidFill>
                  <a:srgbClr val="231F20"/>
                </a:solidFill>
                <a:latin typeface="Arial"/>
                <a:cs typeface="Arial"/>
              </a:rPr>
              <a:t>Buck </a:t>
            </a:r>
            <a:r>
              <a:rPr sz="1000" dirty="0">
                <a:solidFill>
                  <a:srgbClr val="231F20"/>
                </a:solidFill>
                <a:latin typeface="Arial"/>
                <a:cs typeface="Arial"/>
              </a:rPr>
              <a:t>about</a:t>
            </a:r>
            <a:r>
              <a:rPr sz="1000" spc="-25" dirty="0">
                <a:solidFill>
                  <a:srgbClr val="231F20"/>
                </a:solidFill>
                <a:latin typeface="Arial"/>
                <a:cs typeface="Arial"/>
              </a:rPr>
              <a:t> </a:t>
            </a:r>
            <a:r>
              <a:rPr sz="1000" dirty="0">
                <a:solidFill>
                  <a:srgbClr val="231F20"/>
                </a:solidFill>
                <a:latin typeface="Arial"/>
                <a:cs typeface="Arial"/>
              </a:rPr>
              <a:t>George</a:t>
            </a:r>
            <a:r>
              <a:rPr sz="1000" spc="-25" dirty="0">
                <a:solidFill>
                  <a:srgbClr val="231F20"/>
                </a:solidFill>
                <a:latin typeface="Arial"/>
                <a:cs typeface="Arial"/>
              </a:rPr>
              <a:t> </a:t>
            </a:r>
            <a:r>
              <a:rPr sz="1000" spc="-10" dirty="0">
                <a:solidFill>
                  <a:srgbClr val="231F20"/>
                </a:solidFill>
                <a:latin typeface="Arial"/>
                <a:cs typeface="Arial"/>
              </a:rPr>
              <a:t>Fletcher,</a:t>
            </a:r>
            <a:r>
              <a:rPr sz="1000" spc="-25"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dirty="0">
                <a:solidFill>
                  <a:srgbClr val="231F20"/>
                </a:solidFill>
                <a:latin typeface="Arial"/>
                <a:cs typeface="Arial"/>
              </a:rPr>
              <a:t>Black</a:t>
            </a:r>
            <a:r>
              <a:rPr sz="1000" spc="-25" dirty="0">
                <a:solidFill>
                  <a:srgbClr val="231F20"/>
                </a:solidFill>
                <a:latin typeface="Arial"/>
                <a:cs typeface="Arial"/>
              </a:rPr>
              <a:t> </a:t>
            </a:r>
            <a:r>
              <a:rPr sz="1000" dirty="0">
                <a:solidFill>
                  <a:srgbClr val="231F20"/>
                </a:solidFill>
                <a:latin typeface="Arial"/>
                <a:cs typeface="Arial"/>
              </a:rPr>
              <a:t>cowboy,</a:t>
            </a:r>
            <a:r>
              <a:rPr sz="1000" spc="-25" dirty="0">
                <a:solidFill>
                  <a:srgbClr val="231F20"/>
                </a:solidFill>
                <a:latin typeface="Arial"/>
                <a:cs typeface="Arial"/>
              </a:rPr>
              <a:t> </a:t>
            </a:r>
            <a:r>
              <a:rPr sz="1000" spc="-10" dirty="0">
                <a:solidFill>
                  <a:srgbClr val="231F20"/>
                </a:solidFill>
                <a:latin typeface="Arial"/>
                <a:cs typeface="Arial"/>
              </a:rPr>
              <a:t>highlighting </a:t>
            </a:r>
            <a:r>
              <a:rPr sz="1000" dirty="0">
                <a:solidFill>
                  <a:srgbClr val="231F20"/>
                </a:solidFill>
                <a:latin typeface="Arial"/>
                <a:cs typeface="Arial"/>
              </a:rPr>
              <a:t>cultural</a:t>
            </a:r>
            <a:r>
              <a:rPr sz="1000" spc="-5"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perseverance</a:t>
            </a:r>
            <a:r>
              <a:rPr sz="1000" spc="-5" dirty="0">
                <a:solidFill>
                  <a:srgbClr val="231F20"/>
                </a:solidFill>
                <a:latin typeface="Arial"/>
                <a:cs typeface="Arial"/>
              </a:rPr>
              <a:t> </a:t>
            </a:r>
            <a:r>
              <a:rPr sz="1000" dirty="0">
                <a:solidFill>
                  <a:srgbClr val="231F20"/>
                </a:solidFill>
                <a:latin typeface="Arial"/>
                <a:cs typeface="Arial"/>
              </a:rPr>
              <a:t>in the</a:t>
            </a:r>
            <a:r>
              <a:rPr sz="1000" spc="-5" dirty="0">
                <a:solidFill>
                  <a:srgbClr val="231F20"/>
                </a:solidFill>
                <a:latin typeface="Arial"/>
                <a:cs typeface="Arial"/>
              </a:rPr>
              <a:t> </a:t>
            </a:r>
            <a:r>
              <a:rPr sz="1000" dirty="0">
                <a:solidFill>
                  <a:srgbClr val="231F20"/>
                </a:solidFill>
                <a:latin typeface="Arial"/>
                <a:cs typeface="Arial"/>
              </a:rPr>
              <a:t>face</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10" dirty="0">
                <a:solidFill>
                  <a:srgbClr val="231F20"/>
                </a:solidFill>
                <a:latin typeface="Arial"/>
                <a:cs typeface="Arial"/>
              </a:rPr>
              <a:t>racism.</a:t>
            </a:r>
            <a:endParaRPr sz="1000">
              <a:latin typeface="Arial"/>
              <a:cs typeface="Arial"/>
            </a:endParaRPr>
          </a:p>
          <a:p>
            <a:pPr marL="12700" marR="211454">
              <a:lnSpc>
                <a:spcPct val="100000"/>
              </a:lnSpc>
              <a:spcBef>
                <a:spcPts val="900"/>
              </a:spcBef>
            </a:pPr>
            <a:r>
              <a:rPr sz="1000" dirty="0">
                <a:solidFill>
                  <a:srgbClr val="231F20"/>
                </a:solidFill>
                <a:latin typeface="Arial"/>
                <a:cs typeface="Arial"/>
              </a:rPr>
              <a:t>On</a:t>
            </a:r>
            <a:r>
              <a:rPr sz="1000" spc="15" dirty="0">
                <a:solidFill>
                  <a:srgbClr val="231F20"/>
                </a:solidFill>
                <a:latin typeface="Arial"/>
                <a:cs typeface="Arial"/>
              </a:rPr>
              <a:t> </a:t>
            </a:r>
            <a:r>
              <a:rPr sz="1000" dirty="0">
                <a:solidFill>
                  <a:srgbClr val="231F20"/>
                </a:solidFill>
                <a:latin typeface="Arial"/>
                <a:cs typeface="Arial"/>
              </a:rPr>
              <a:t>October</a:t>
            </a:r>
            <a:r>
              <a:rPr sz="1000" spc="15" dirty="0">
                <a:solidFill>
                  <a:srgbClr val="231F20"/>
                </a:solidFill>
                <a:latin typeface="Arial"/>
                <a:cs typeface="Arial"/>
              </a:rPr>
              <a:t> </a:t>
            </a:r>
            <a:r>
              <a:rPr sz="1000" spc="-45" dirty="0">
                <a:solidFill>
                  <a:srgbClr val="231F20"/>
                </a:solidFill>
                <a:latin typeface="Arial"/>
                <a:cs typeface="Arial"/>
              </a:rPr>
              <a:t>7-</a:t>
            </a:r>
            <a:r>
              <a:rPr sz="1000" dirty="0">
                <a:solidFill>
                  <a:srgbClr val="231F20"/>
                </a:solidFill>
                <a:latin typeface="Arial"/>
                <a:cs typeface="Arial"/>
              </a:rPr>
              <a:t>8,</a:t>
            </a:r>
            <a:r>
              <a:rPr sz="1000" spc="20"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Junior</a:t>
            </a:r>
            <a:r>
              <a:rPr sz="1000" spc="20"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participated</a:t>
            </a:r>
            <a:r>
              <a:rPr sz="1000" spc="20"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a</a:t>
            </a:r>
            <a:r>
              <a:rPr sz="1000" spc="-5" dirty="0">
                <a:solidFill>
                  <a:srgbClr val="231F20"/>
                </a:solidFill>
                <a:latin typeface="Arial"/>
                <a:cs typeface="Arial"/>
              </a:rPr>
              <a:t> </a:t>
            </a:r>
            <a:r>
              <a:rPr sz="1000" spc="-10" dirty="0">
                <a:solidFill>
                  <a:srgbClr val="231F20"/>
                </a:solidFill>
                <a:latin typeface="Arial"/>
                <a:cs typeface="Arial"/>
              </a:rPr>
              <a:t>team-</a:t>
            </a:r>
            <a:r>
              <a:rPr sz="1000" dirty="0">
                <a:solidFill>
                  <a:srgbClr val="231F20"/>
                </a:solidFill>
                <a:latin typeface="Arial"/>
                <a:cs typeface="Arial"/>
              </a:rPr>
              <a:t>building</a:t>
            </a:r>
            <a:r>
              <a:rPr sz="1000" spc="-5" dirty="0">
                <a:solidFill>
                  <a:srgbClr val="231F20"/>
                </a:solidFill>
                <a:latin typeface="Arial"/>
                <a:cs typeface="Arial"/>
              </a:rPr>
              <a:t> </a:t>
            </a:r>
            <a:r>
              <a:rPr sz="1000" dirty="0">
                <a:solidFill>
                  <a:srgbClr val="231F20"/>
                </a:solidFill>
                <a:latin typeface="Arial"/>
                <a:cs typeface="Arial"/>
              </a:rPr>
              <a:t>retreat</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10" dirty="0">
                <a:solidFill>
                  <a:srgbClr val="231F20"/>
                </a:solidFill>
                <a:latin typeface="Arial"/>
                <a:cs typeface="Arial"/>
              </a:rPr>
              <a:t>Camp</a:t>
            </a:r>
            <a:r>
              <a:rPr sz="1000" spc="-5" dirty="0">
                <a:solidFill>
                  <a:srgbClr val="231F20"/>
                </a:solidFill>
                <a:latin typeface="Arial"/>
                <a:cs typeface="Arial"/>
              </a:rPr>
              <a:t> </a:t>
            </a:r>
            <a:r>
              <a:rPr sz="1000" spc="-25" dirty="0">
                <a:solidFill>
                  <a:srgbClr val="231F20"/>
                </a:solidFill>
                <a:latin typeface="Arial"/>
                <a:cs typeface="Arial"/>
              </a:rPr>
              <a:t>Wabana</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Edgewater,</a:t>
            </a:r>
            <a:endParaRPr sz="1000">
              <a:latin typeface="Arial"/>
              <a:cs typeface="Arial"/>
            </a:endParaRPr>
          </a:p>
          <a:p>
            <a:pPr marL="12700" marR="100330">
              <a:lnSpc>
                <a:spcPct val="100000"/>
              </a:lnSpc>
            </a:pPr>
            <a:r>
              <a:rPr sz="1000" spc="-40" dirty="0">
                <a:solidFill>
                  <a:srgbClr val="231F20"/>
                </a:solidFill>
                <a:latin typeface="Arial"/>
                <a:cs typeface="Arial"/>
              </a:rPr>
              <a:t>MD.</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weekend</a:t>
            </a:r>
            <a:r>
              <a:rPr sz="1000" spc="10" dirty="0">
                <a:solidFill>
                  <a:srgbClr val="231F20"/>
                </a:solidFill>
                <a:latin typeface="Arial"/>
                <a:cs typeface="Arial"/>
              </a:rPr>
              <a:t> </a:t>
            </a:r>
            <a:r>
              <a:rPr sz="1000" dirty="0">
                <a:solidFill>
                  <a:srgbClr val="231F20"/>
                </a:solidFill>
                <a:latin typeface="Arial"/>
                <a:cs typeface="Arial"/>
              </a:rPr>
              <a:t>was</a:t>
            </a:r>
            <a:r>
              <a:rPr sz="1000" spc="10" dirty="0">
                <a:solidFill>
                  <a:srgbClr val="231F20"/>
                </a:solidFill>
                <a:latin typeface="Arial"/>
                <a:cs typeface="Arial"/>
              </a:rPr>
              <a:t> </a:t>
            </a:r>
            <a:r>
              <a:rPr sz="1000" dirty="0">
                <a:solidFill>
                  <a:srgbClr val="231F20"/>
                </a:solidFill>
                <a:latin typeface="Arial"/>
                <a:cs typeface="Arial"/>
              </a:rPr>
              <a:t>filled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trust-building</a:t>
            </a:r>
            <a:r>
              <a:rPr sz="1000" spc="10" dirty="0">
                <a:solidFill>
                  <a:srgbClr val="231F20"/>
                </a:solidFill>
                <a:latin typeface="Arial"/>
                <a:cs typeface="Arial"/>
              </a:rPr>
              <a:t> </a:t>
            </a:r>
            <a:r>
              <a:rPr sz="1000" spc="-10" dirty="0">
                <a:solidFill>
                  <a:srgbClr val="231F20"/>
                </a:solidFill>
                <a:latin typeface="Arial"/>
                <a:cs typeface="Arial"/>
              </a:rPr>
              <a:t>exercises </a:t>
            </a:r>
            <a:r>
              <a:rPr sz="1000" dirty="0">
                <a:solidFill>
                  <a:srgbClr val="231F20"/>
                </a:solidFill>
                <a:latin typeface="Arial"/>
                <a:cs typeface="Arial"/>
              </a:rPr>
              <a:t>and</a:t>
            </a:r>
            <a:r>
              <a:rPr sz="1000" spc="40" dirty="0">
                <a:solidFill>
                  <a:srgbClr val="231F20"/>
                </a:solidFill>
                <a:latin typeface="Arial"/>
                <a:cs typeface="Arial"/>
              </a:rPr>
              <a:t> </a:t>
            </a:r>
            <a:r>
              <a:rPr sz="1000" dirty="0">
                <a:solidFill>
                  <a:srgbClr val="231F20"/>
                </a:solidFill>
                <a:latin typeface="Arial"/>
                <a:cs typeface="Arial"/>
              </a:rPr>
              <a:t>confidence-boosting</a:t>
            </a:r>
            <a:r>
              <a:rPr sz="1000" spc="45" dirty="0">
                <a:solidFill>
                  <a:srgbClr val="231F20"/>
                </a:solidFill>
                <a:latin typeface="Arial"/>
                <a:cs typeface="Arial"/>
              </a:rPr>
              <a:t> </a:t>
            </a:r>
            <a:r>
              <a:rPr sz="1000" dirty="0">
                <a:solidFill>
                  <a:srgbClr val="231F20"/>
                </a:solidFill>
                <a:latin typeface="Arial"/>
                <a:cs typeface="Arial"/>
              </a:rPr>
              <a:t>activities.</a:t>
            </a:r>
            <a:r>
              <a:rPr sz="1000" spc="45" dirty="0">
                <a:solidFill>
                  <a:srgbClr val="231F20"/>
                </a:solidFill>
                <a:latin typeface="Arial"/>
                <a:cs typeface="Arial"/>
              </a:rPr>
              <a:t> </a:t>
            </a:r>
            <a:r>
              <a:rPr sz="1000" dirty="0">
                <a:solidFill>
                  <a:srgbClr val="231F20"/>
                </a:solidFill>
                <a:latin typeface="Arial"/>
                <a:cs typeface="Arial"/>
              </a:rPr>
              <a:t>The</a:t>
            </a:r>
            <a:r>
              <a:rPr sz="1000" spc="45" dirty="0">
                <a:solidFill>
                  <a:srgbClr val="231F20"/>
                </a:solidFill>
                <a:latin typeface="Arial"/>
                <a:cs typeface="Arial"/>
              </a:rPr>
              <a:t> </a:t>
            </a:r>
            <a:r>
              <a:rPr sz="1000" dirty="0">
                <a:solidFill>
                  <a:srgbClr val="231F20"/>
                </a:solidFill>
                <a:latin typeface="Arial"/>
                <a:cs typeface="Arial"/>
              </a:rPr>
              <a:t>highlight</a:t>
            </a:r>
            <a:r>
              <a:rPr sz="1000" spc="45" dirty="0">
                <a:solidFill>
                  <a:srgbClr val="231F20"/>
                </a:solidFill>
                <a:latin typeface="Arial"/>
                <a:cs typeface="Arial"/>
              </a:rPr>
              <a:t> </a:t>
            </a:r>
            <a:r>
              <a:rPr sz="1000" spc="-25" dirty="0">
                <a:solidFill>
                  <a:srgbClr val="231F20"/>
                </a:solidFill>
                <a:latin typeface="Arial"/>
                <a:cs typeface="Arial"/>
              </a:rPr>
              <a:t>was</a:t>
            </a:r>
            <a:endParaRPr sz="1000">
              <a:latin typeface="Arial"/>
              <a:cs typeface="Arial"/>
            </a:endParaRPr>
          </a:p>
          <a:p>
            <a:pPr marL="12700" marR="5080">
              <a:lnSpc>
                <a:spcPct val="100000"/>
              </a:lnSpc>
            </a:pP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bonding</a:t>
            </a:r>
            <a:r>
              <a:rPr sz="1000" spc="20" dirty="0">
                <a:solidFill>
                  <a:srgbClr val="231F20"/>
                </a:solidFill>
                <a:latin typeface="Arial"/>
                <a:cs typeface="Arial"/>
              </a:rPr>
              <a:t> </a:t>
            </a:r>
            <a:r>
              <a:rPr sz="1000" dirty="0">
                <a:solidFill>
                  <a:srgbClr val="231F20"/>
                </a:solidFill>
                <a:latin typeface="Arial"/>
                <a:cs typeface="Arial"/>
              </a:rPr>
              <a:t>bonfire</a:t>
            </a:r>
            <a:r>
              <a:rPr sz="1000" spc="20" dirty="0">
                <a:solidFill>
                  <a:srgbClr val="231F20"/>
                </a:solidFill>
                <a:latin typeface="Arial"/>
                <a:cs typeface="Arial"/>
              </a:rPr>
              <a:t> </a:t>
            </a:r>
            <a:r>
              <a:rPr sz="1000" dirty="0">
                <a:solidFill>
                  <a:srgbClr val="231F20"/>
                </a:solidFill>
                <a:latin typeface="Arial"/>
                <a:cs typeface="Arial"/>
              </a:rPr>
              <a:t>where</a:t>
            </a:r>
            <a:r>
              <a:rPr sz="1000" spc="20" dirty="0">
                <a:solidFill>
                  <a:srgbClr val="231F20"/>
                </a:solidFill>
                <a:latin typeface="Arial"/>
                <a:cs typeface="Arial"/>
              </a:rPr>
              <a:t> </a:t>
            </a:r>
            <a:r>
              <a:rPr sz="1000" dirty="0">
                <a:solidFill>
                  <a:srgbClr val="231F20"/>
                </a:solidFill>
                <a:latin typeface="Arial"/>
                <a:cs typeface="Arial"/>
              </a:rPr>
              <a:t>new</a:t>
            </a:r>
            <a:r>
              <a:rPr sz="1000" spc="15" dirty="0">
                <a:solidFill>
                  <a:srgbClr val="231F20"/>
                </a:solidFill>
                <a:latin typeface="Arial"/>
                <a:cs typeface="Arial"/>
              </a:rPr>
              <a:t> </a:t>
            </a:r>
            <a:r>
              <a:rPr sz="1000" dirty="0">
                <a:solidFill>
                  <a:srgbClr val="231F20"/>
                </a:solidFill>
                <a:latin typeface="Arial"/>
                <a:cs typeface="Arial"/>
              </a:rPr>
              <a:t>friendships</a:t>
            </a:r>
            <a:r>
              <a:rPr sz="1000" spc="20" dirty="0">
                <a:solidFill>
                  <a:srgbClr val="231F20"/>
                </a:solidFill>
                <a:latin typeface="Arial"/>
                <a:cs typeface="Arial"/>
              </a:rPr>
              <a:t> </a:t>
            </a:r>
            <a:r>
              <a:rPr sz="1000" spc="-10" dirty="0">
                <a:solidFill>
                  <a:srgbClr val="231F20"/>
                </a:solidFill>
                <a:latin typeface="Arial"/>
                <a:cs typeface="Arial"/>
              </a:rPr>
              <a:t>blossomed, </a:t>
            </a:r>
            <a:r>
              <a:rPr sz="1000" dirty="0">
                <a:solidFill>
                  <a:srgbClr val="231F20"/>
                </a:solidFill>
                <a:latin typeface="Arial"/>
                <a:cs typeface="Arial"/>
              </a:rPr>
              <a:t>strengthening</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group's</a:t>
            </a:r>
            <a:r>
              <a:rPr sz="1000" spc="20" dirty="0">
                <a:solidFill>
                  <a:srgbClr val="231F20"/>
                </a:solidFill>
                <a:latin typeface="Arial"/>
                <a:cs typeface="Arial"/>
              </a:rPr>
              <a:t> </a:t>
            </a:r>
            <a:r>
              <a:rPr sz="1000" dirty="0">
                <a:solidFill>
                  <a:srgbClr val="231F20"/>
                </a:solidFill>
                <a:latin typeface="Arial"/>
                <a:cs typeface="Arial"/>
              </a:rPr>
              <a:t>sense</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unity</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spc="-10" dirty="0">
                <a:solidFill>
                  <a:srgbClr val="231F20"/>
                </a:solidFill>
                <a:latin typeface="Arial"/>
                <a:cs typeface="Arial"/>
              </a:rPr>
              <a:t>camaraderie.</a:t>
            </a:r>
            <a:endParaRPr sz="1000">
              <a:latin typeface="Arial"/>
              <a:cs typeface="Arial"/>
            </a:endParaRPr>
          </a:p>
          <a:p>
            <a:pPr marL="12700" marR="20955">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November</a:t>
            </a:r>
            <a:r>
              <a:rPr sz="1000" spc="10" dirty="0">
                <a:solidFill>
                  <a:srgbClr val="231F20"/>
                </a:solidFill>
                <a:latin typeface="Arial"/>
                <a:cs typeface="Arial"/>
              </a:rPr>
              <a:t> </a:t>
            </a:r>
            <a:r>
              <a:rPr sz="1000" spc="-75" dirty="0">
                <a:solidFill>
                  <a:srgbClr val="231F20"/>
                </a:solidFill>
                <a:latin typeface="Arial"/>
                <a:cs typeface="Arial"/>
              </a:rPr>
              <a:t>18,</a:t>
            </a:r>
            <a:r>
              <a:rPr sz="1000" spc="5" dirty="0">
                <a:solidFill>
                  <a:srgbClr val="231F20"/>
                </a:solidFill>
                <a:latin typeface="Arial"/>
                <a:cs typeface="Arial"/>
              </a:rPr>
              <a:t> </a:t>
            </a:r>
            <a:r>
              <a:rPr sz="1000" dirty="0">
                <a:solidFill>
                  <a:srgbClr val="231F20"/>
                </a:solidFill>
                <a:latin typeface="Arial"/>
                <a:cs typeface="Arial"/>
              </a:rPr>
              <a:t>2023,</a:t>
            </a:r>
            <a:r>
              <a:rPr sz="1000" spc="10" dirty="0">
                <a:solidFill>
                  <a:srgbClr val="231F20"/>
                </a:solidFill>
                <a:latin typeface="Arial"/>
                <a:cs typeface="Arial"/>
              </a:rPr>
              <a:t> </a:t>
            </a:r>
            <a:r>
              <a:rPr sz="1000" dirty="0">
                <a:solidFill>
                  <a:srgbClr val="231F20"/>
                </a:solidFill>
                <a:latin typeface="Arial"/>
                <a:cs typeface="Arial"/>
              </a:rPr>
              <a:t>took</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10" dirty="0">
                <a:solidFill>
                  <a:srgbClr val="231F20"/>
                </a:solidFill>
                <a:latin typeface="Arial"/>
                <a:cs typeface="Arial"/>
              </a:rPr>
              <a:t>Howard</a:t>
            </a:r>
            <a:r>
              <a:rPr sz="1000" spc="500" dirty="0">
                <a:solidFill>
                  <a:srgbClr val="231F20"/>
                </a:solidFill>
                <a:latin typeface="Arial"/>
                <a:cs typeface="Arial"/>
              </a:rPr>
              <a:t> </a:t>
            </a:r>
            <a:r>
              <a:rPr sz="1000" dirty="0">
                <a:solidFill>
                  <a:srgbClr val="231F20"/>
                </a:solidFill>
                <a:latin typeface="Arial"/>
                <a:cs typeface="Arial"/>
              </a:rPr>
              <a:t>University</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football.</a:t>
            </a:r>
            <a:r>
              <a:rPr sz="1000" spc="-10"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watched</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Howard </a:t>
            </a:r>
            <a:r>
              <a:rPr sz="1000" dirty="0">
                <a:solidFill>
                  <a:srgbClr val="231F20"/>
                </a:solidFill>
                <a:latin typeface="Arial"/>
                <a:cs typeface="Arial"/>
              </a:rPr>
              <a:t>Bison</a:t>
            </a:r>
            <a:r>
              <a:rPr sz="1000" spc="-10" dirty="0">
                <a:solidFill>
                  <a:srgbClr val="231F20"/>
                </a:solidFill>
                <a:latin typeface="Arial"/>
                <a:cs typeface="Arial"/>
              </a:rPr>
              <a:t> </a:t>
            </a:r>
            <a:r>
              <a:rPr sz="1000" dirty="0">
                <a:solidFill>
                  <a:srgbClr val="231F20"/>
                </a:solidFill>
                <a:latin typeface="Arial"/>
                <a:cs typeface="Arial"/>
              </a:rPr>
              <a:t>take</a:t>
            </a:r>
            <a:r>
              <a:rPr sz="1000" spc="-5"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Morgan</a:t>
            </a:r>
            <a:r>
              <a:rPr sz="1000" spc="-5" dirty="0">
                <a:solidFill>
                  <a:srgbClr val="231F20"/>
                </a:solidFill>
                <a:latin typeface="Arial"/>
                <a:cs typeface="Arial"/>
              </a:rPr>
              <a:t> </a:t>
            </a:r>
            <a:r>
              <a:rPr sz="1000" spc="-10" dirty="0">
                <a:solidFill>
                  <a:srgbClr val="231F20"/>
                </a:solidFill>
                <a:latin typeface="Arial"/>
                <a:cs typeface="Arial"/>
              </a:rPr>
              <a:t>State</a:t>
            </a:r>
            <a:r>
              <a:rPr sz="1000" spc="-5" dirty="0">
                <a:solidFill>
                  <a:srgbClr val="231F20"/>
                </a:solidFill>
                <a:latin typeface="Arial"/>
                <a:cs typeface="Arial"/>
              </a:rPr>
              <a:t> </a:t>
            </a:r>
            <a:r>
              <a:rPr sz="1000" spc="-20" dirty="0">
                <a:solidFill>
                  <a:srgbClr val="231F20"/>
                </a:solidFill>
                <a:latin typeface="Arial"/>
                <a:cs typeface="Arial"/>
              </a:rPr>
              <a:t>Bears,</a:t>
            </a:r>
            <a:r>
              <a:rPr sz="1000" spc="-5" dirty="0">
                <a:solidFill>
                  <a:srgbClr val="231F20"/>
                </a:solidFill>
                <a:latin typeface="Arial"/>
                <a:cs typeface="Arial"/>
              </a:rPr>
              <a:t> </a:t>
            </a:r>
            <a:r>
              <a:rPr sz="1000" dirty="0">
                <a:solidFill>
                  <a:srgbClr val="231F20"/>
                </a:solidFill>
                <a:latin typeface="Arial"/>
                <a:cs typeface="Arial"/>
              </a:rPr>
              <a:t>enjoyed</a:t>
            </a:r>
            <a:r>
              <a:rPr sz="1000" spc="-10" dirty="0">
                <a:solidFill>
                  <a:srgbClr val="231F20"/>
                </a:solidFill>
                <a:latin typeface="Arial"/>
                <a:cs typeface="Arial"/>
              </a:rPr>
              <a:t> halftime </a:t>
            </a:r>
            <a:r>
              <a:rPr sz="1000" dirty="0">
                <a:solidFill>
                  <a:srgbClr val="231F20"/>
                </a:solidFill>
                <a:latin typeface="Arial"/>
                <a:cs typeface="Arial"/>
              </a:rPr>
              <a:t>performances, and relished in</a:t>
            </a:r>
            <a:r>
              <a:rPr sz="1000" spc="5" dirty="0">
                <a:solidFill>
                  <a:srgbClr val="231F20"/>
                </a:solidFill>
                <a:latin typeface="Arial"/>
                <a:cs typeface="Arial"/>
              </a:rPr>
              <a:t> </a:t>
            </a:r>
            <a:r>
              <a:rPr sz="1000" dirty="0">
                <a:solidFill>
                  <a:srgbClr val="231F20"/>
                </a:solidFill>
                <a:latin typeface="Arial"/>
                <a:cs typeface="Arial"/>
              </a:rPr>
              <a:t>food truck offerings.</a:t>
            </a:r>
            <a:r>
              <a:rPr sz="1000" spc="5" dirty="0">
                <a:solidFill>
                  <a:srgbClr val="231F20"/>
                </a:solidFill>
                <a:latin typeface="Arial"/>
                <a:cs typeface="Arial"/>
              </a:rPr>
              <a:t> </a:t>
            </a:r>
            <a:r>
              <a:rPr sz="1000" spc="-20" dirty="0">
                <a:solidFill>
                  <a:srgbClr val="231F20"/>
                </a:solidFill>
                <a:latin typeface="Arial"/>
                <a:cs typeface="Arial"/>
              </a:rPr>
              <a:t>This </a:t>
            </a:r>
            <a:r>
              <a:rPr sz="1000" dirty="0">
                <a:solidFill>
                  <a:srgbClr val="231F20"/>
                </a:solidFill>
                <a:latin typeface="Arial"/>
                <a:cs typeface="Arial"/>
              </a:rPr>
              <a:t>outing</a:t>
            </a:r>
            <a:r>
              <a:rPr sz="1000" spc="15" dirty="0">
                <a:solidFill>
                  <a:srgbClr val="231F20"/>
                </a:solidFill>
                <a:latin typeface="Arial"/>
                <a:cs typeface="Arial"/>
              </a:rPr>
              <a:t> </a:t>
            </a:r>
            <a:r>
              <a:rPr sz="1000" dirty="0">
                <a:solidFill>
                  <a:srgbClr val="231F20"/>
                </a:solidFill>
                <a:latin typeface="Arial"/>
                <a:cs typeface="Arial"/>
              </a:rPr>
              <a:t>allowed</a:t>
            </a:r>
            <a:r>
              <a:rPr sz="1000" spc="15" dirty="0">
                <a:solidFill>
                  <a:srgbClr val="231F20"/>
                </a:solidFill>
                <a:latin typeface="Arial"/>
                <a:cs typeface="Arial"/>
              </a:rPr>
              <a:t> </a:t>
            </a:r>
            <a:r>
              <a:rPr sz="1000" dirty="0">
                <a:solidFill>
                  <a:srgbClr val="231F20"/>
                </a:solidFill>
                <a:latin typeface="Arial"/>
                <a:cs typeface="Arial"/>
              </a:rPr>
              <a:t>for</a:t>
            </a:r>
            <a:r>
              <a:rPr sz="1000" spc="20" dirty="0">
                <a:solidFill>
                  <a:srgbClr val="231F20"/>
                </a:solidFill>
                <a:latin typeface="Arial"/>
                <a:cs typeface="Arial"/>
              </a:rPr>
              <a:t> </a:t>
            </a:r>
            <a:r>
              <a:rPr sz="1000" spc="-10" dirty="0">
                <a:solidFill>
                  <a:srgbClr val="231F20"/>
                </a:solidFill>
                <a:latin typeface="Arial"/>
                <a:cs typeface="Arial"/>
              </a:rPr>
              <a:t>socializing</a:t>
            </a:r>
            <a:r>
              <a:rPr sz="1000" spc="1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family</a:t>
            </a:r>
            <a:r>
              <a:rPr sz="1000" spc="15" dirty="0">
                <a:solidFill>
                  <a:srgbClr val="231F20"/>
                </a:solidFill>
                <a:latin typeface="Arial"/>
                <a:cs typeface="Arial"/>
              </a:rPr>
              <a:t> </a:t>
            </a:r>
            <a:r>
              <a:rPr sz="1000" dirty="0">
                <a:solidFill>
                  <a:srgbClr val="231F20"/>
                </a:solidFill>
                <a:latin typeface="Arial"/>
                <a:cs typeface="Arial"/>
              </a:rPr>
              <a:t>engagement</a:t>
            </a:r>
            <a:r>
              <a:rPr sz="1000" spc="15" dirty="0">
                <a:solidFill>
                  <a:srgbClr val="231F20"/>
                </a:solidFill>
                <a:latin typeface="Arial"/>
                <a:cs typeface="Arial"/>
              </a:rPr>
              <a:t> </a:t>
            </a:r>
            <a:r>
              <a:rPr sz="1000" dirty="0">
                <a:solidFill>
                  <a:srgbClr val="231F20"/>
                </a:solidFill>
                <a:latin typeface="Arial"/>
                <a:cs typeface="Arial"/>
              </a:rPr>
              <a:t>on</a:t>
            </a:r>
            <a:r>
              <a:rPr sz="1000" spc="2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beautiful</a:t>
            </a:r>
            <a:r>
              <a:rPr sz="1000" spc="15" dirty="0">
                <a:solidFill>
                  <a:srgbClr val="231F20"/>
                </a:solidFill>
                <a:latin typeface="Arial"/>
                <a:cs typeface="Arial"/>
              </a:rPr>
              <a:t> </a:t>
            </a:r>
            <a:r>
              <a:rPr sz="1000" dirty="0">
                <a:solidFill>
                  <a:srgbClr val="231F20"/>
                </a:solidFill>
                <a:latin typeface="Arial"/>
                <a:cs typeface="Arial"/>
              </a:rPr>
              <a:t>fall</a:t>
            </a:r>
            <a:r>
              <a:rPr sz="1000" spc="20" dirty="0">
                <a:solidFill>
                  <a:srgbClr val="231F20"/>
                </a:solidFill>
                <a:latin typeface="Arial"/>
                <a:cs typeface="Arial"/>
              </a:rPr>
              <a:t> </a:t>
            </a:r>
            <a:r>
              <a:rPr sz="1000" spc="-20" dirty="0">
                <a:solidFill>
                  <a:srgbClr val="231F20"/>
                </a:solidFill>
                <a:latin typeface="Arial"/>
                <a:cs typeface="Arial"/>
              </a:rPr>
              <a:t>day.</a:t>
            </a:r>
            <a:endParaRPr sz="1000">
              <a:latin typeface="Arial"/>
              <a:cs typeface="Arial"/>
            </a:endParaRPr>
          </a:p>
          <a:p>
            <a:pPr marL="12700" marR="135890">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December</a:t>
            </a:r>
            <a:r>
              <a:rPr sz="1000" spc="5" dirty="0">
                <a:solidFill>
                  <a:srgbClr val="231F20"/>
                </a:solidFill>
                <a:latin typeface="Arial"/>
                <a:cs typeface="Arial"/>
              </a:rPr>
              <a:t> </a:t>
            </a:r>
            <a:r>
              <a:rPr sz="1000" dirty="0">
                <a:solidFill>
                  <a:srgbClr val="231F20"/>
                </a:solidFill>
                <a:latin typeface="Arial"/>
                <a:cs typeface="Arial"/>
              </a:rPr>
              <a:t>2023,</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headed</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Autobahn </a:t>
            </a:r>
            <a:r>
              <a:rPr sz="1000" spc="-25" dirty="0">
                <a:solidFill>
                  <a:srgbClr val="231F20"/>
                </a:solidFill>
                <a:latin typeface="Arial"/>
                <a:cs typeface="Arial"/>
              </a:rPr>
              <a:t>Raceway</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Jessup,</a:t>
            </a:r>
            <a:r>
              <a:rPr sz="1000" spc="-15" dirty="0">
                <a:solidFill>
                  <a:srgbClr val="231F20"/>
                </a:solidFill>
                <a:latin typeface="Arial"/>
                <a:cs typeface="Arial"/>
              </a:rPr>
              <a:t> </a:t>
            </a:r>
            <a:r>
              <a:rPr sz="1000" spc="-40" dirty="0">
                <a:solidFill>
                  <a:srgbClr val="231F20"/>
                </a:solidFill>
                <a:latin typeface="Arial"/>
                <a:cs typeface="Arial"/>
              </a:rPr>
              <a:t>MD,</a:t>
            </a:r>
            <a:r>
              <a:rPr sz="1000" spc="-10"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exciting</a:t>
            </a:r>
            <a:r>
              <a:rPr sz="1000" spc="-10" dirty="0">
                <a:solidFill>
                  <a:srgbClr val="231F20"/>
                </a:solidFill>
                <a:latin typeface="Arial"/>
                <a:cs typeface="Arial"/>
              </a:rPr>
              <a:t> </a:t>
            </a:r>
            <a:r>
              <a:rPr sz="1000" spc="-55" dirty="0">
                <a:solidFill>
                  <a:srgbClr val="231F20"/>
                </a:solidFill>
                <a:latin typeface="Arial"/>
                <a:cs typeface="Arial"/>
              </a:rPr>
              <a:t>STEM-</a:t>
            </a:r>
            <a:r>
              <a:rPr sz="1000" spc="-10" dirty="0">
                <a:solidFill>
                  <a:srgbClr val="231F20"/>
                </a:solidFill>
                <a:latin typeface="Arial"/>
                <a:cs typeface="Arial"/>
              </a:rPr>
              <a:t>focused </a:t>
            </a:r>
            <a:r>
              <a:rPr sz="1000" dirty="0">
                <a:solidFill>
                  <a:srgbClr val="231F20"/>
                </a:solidFill>
                <a:latin typeface="Arial"/>
                <a:cs typeface="Arial"/>
              </a:rPr>
              <a:t>racing</a:t>
            </a:r>
            <a:r>
              <a:rPr sz="1000" spc="-10" dirty="0">
                <a:solidFill>
                  <a:srgbClr val="231F20"/>
                </a:solidFill>
                <a:latin typeface="Arial"/>
                <a:cs typeface="Arial"/>
              </a:rPr>
              <a:t> </a:t>
            </a:r>
            <a:r>
              <a:rPr sz="1000" dirty="0">
                <a:solidFill>
                  <a:srgbClr val="231F20"/>
                </a:solidFill>
                <a:latin typeface="Arial"/>
                <a:cs typeface="Arial"/>
              </a:rPr>
              <a:t>activity.</a:t>
            </a:r>
            <a:r>
              <a:rPr sz="1000" spc="-5" dirty="0">
                <a:solidFill>
                  <a:srgbClr val="231F20"/>
                </a:solidFill>
                <a:latin typeface="Arial"/>
                <a:cs typeface="Arial"/>
              </a:rPr>
              <a:t> </a:t>
            </a:r>
            <a:r>
              <a:rPr sz="1000" dirty="0">
                <a:solidFill>
                  <a:srgbClr val="231F20"/>
                </a:solidFill>
                <a:latin typeface="Arial"/>
                <a:cs typeface="Arial"/>
              </a:rPr>
              <a:t>Participants</a:t>
            </a:r>
            <a:r>
              <a:rPr sz="1000" spc="-10" dirty="0">
                <a:solidFill>
                  <a:srgbClr val="231F20"/>
                </a:solidFill>
                <a:latin typeface="Arial"/>
                <a:cs typeface="Arial"/>
              </a:rPr>
              <a:t> </a:t>
            </a:r>
            <a:r>
              <a:rPr sz="1000" dirty="0">
                <a:solidFill>
                  <a:srgbClr val="231F20"/>
                </a:solidFill>
                <a:latin typeface="Arial"/>
                <a:cs typeface="Arial"/>
              </a:rPr>
              <a:t>raced</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speedway,</a:t>
            </a:r>
            <a:r>
              <a:rPr sz="1000" spc="-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a</a:t>
            </a:r>
            <a:r>
              <a:rPr sz="1000" spc="-10" dirty="0">
                <a:solidFill>
                  <a:srgbClr val="231F20"/>
                </a:solidFill>
                <a:latin typeface="Arial"/>
                <a:cs typeface="Arial"/>
              </a:rPr>
              <a:t> </a:t>
            </a:r>
            <a:r>
              <a:rPr sz="1000" spc="-65" dirty="0">
                <a:solidFill>
                  <a:srgbClr val="231F20"/>
                </a:solidFill>
                <a:latin typeface="Arial"/>
                <a:cs typeface="Arial"/>
              </a:rPr>
              <a:t>STEM</a:t>
            </a:r>
            <a:r>
              <a:rPr sz="1000" spc="-5" dirty="0">
                <a:solidFill>
                  <a:srgbClr val="231F20"/>
                </a:solidFill>
                <a:latin typeface="Arial"/>
                <a:cs typeface="Arial"/>
              </a:rPr>
              <a:t> </a:t>
            </a:r>
            <a:r>
              <a:rPr sz="1000" dirty="0">
                <a:solidFill>
                  <a:srgbClr val="231F20"/>
                </a:solidFill>
                <a:latin typeface="Arial"/>
                <a:cs typeface="Arial"/>
              </a:rPr>
              <a:t>twist</a:t>
            </a:r>
            <a:r>
              <a:rPr sz="1000" spc="-5" dirty="0">
                <a:solidFill>
                  <a:srgbClr val="231F20"/>
                </a:solidFill>
                <a:latin typeface="Arial"/>
                <a:cs typeface="Arial"/>
              </a:rPr>
              <a:t> </a:t>
            </a:r>
            <a:r>
              <a:rPr sz="1000" spc="-10" dirty="0">
                <a:solidFill>
                  <a:srgbClr val="231F20"/>
                </a:solidFill>
                <a:latin typeface="Arial"/>
                <a:cs typeface="Arial"/>
              </a:rPr>
              <a:t>as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analyzed</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speed</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driving </a:t>
            </a:r>
            <a:r>
              <a:rPr sz="1000" dirty="0">
                <a:solidFill>
                  <a:srgbClr val="231F20"/>
                </a:solidFill>
                <a:latin typeface="Arial"/>
                <a:cs typeface="Arial"/>
              </a:rPr>
              <a:t>performance.</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ended</a:t>
            </a:r>
            <a:r>
              <a:rPr sz="1000" spc="-10" dirty="0">
                <a:solidFill>
                  <a:srgbClr val="231F20"/>
                </a:solidFill>
                <a:latin typeface="Arial"/>
                <a:cs typeface="Arial"/>
              </a:rPr>
              <a:t> </a:t>
            </a:r>
            <a:r>
              <a:rPr sz="1000" dirty="0">
                <a:solidFill>
                  <a:srgbClr val="231F20"/>
                </a:solidFill>
                <a:latin typeface="Arial"/>
                <a:cs typeface="Arial"/>
              </a:rPr>
              <a:t>with</a:t>
            </a:r>
            <a:r>
              <a:rPr sz="1000" spc="-5" dirty="0">
                <a:solidFill>
                  <a:srgbClr val="231F20"/>
                </a:solidFill>
                <a:latin typeface="Arial"/>
                <a:cs typeface="Arial"/>
              </a:rPr>
              <a:t> </a:t>
            </a:r>
            <a:r>
              <a:rPr sz="1000" spc="-10" dirty="0">
                <a:solidFill>
                  <a:srgbClr val="231F20"/>
                </a:solidFill>
                <a:latin typeface="Arial"/>
                <a:cs typeface="Arial"/>
              </a:rPr>
              <a:t>pizza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socializing, </a:t>
            </a:r>
            <a:r>
              <a:rPr sz="1000" dirty="0">
                <a:solidFill>
                  <a:srgbClr val="231F20"/>
                </a:solidFill>
                <a:latin typeface="Arial"/>
                <a:cs typeface="Arial"/>
              </a:rPr>
              <a:t>blending</a:t>
            </a:r>
            <a:r>
              <a:rPr sz="1000" spc="25" dirty="0">
                <a:solidFill>
                  <a:srgbClr val="231F20"/>
                </a:solidFill>
                <a:latin typeface="Arial"/>
                <a:cs typeface="Arial"/>
              </a:rPr>
              <a:t> </a:t>
            </a:r>
            <a:r>
              <a:rPr sz="1000" dirty="0">
                <a:solidFill>
                  <a:srgbClr val="231F20"/>
                </a:solidFill>
                <a:latin typeface="Arial"/>
                <a:cs typeface="Arial"/>
              </a:rPr>
              <a:t>learning</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spc="-20" dirty="0">
                <a:solidFill>
                  <a:srgbClr val="231F20"/>
                </a:solidFill>
                <a:latin typeface="Arial"/>
                <a:cs typeface="Arial"/>
              </a:rPr>
              <a:t>fun.</a:t>
            </a:r>
            <a:endParaRPr sz="1000">
              <a:latin typeface="Arial"/>
              <a:cs typeface="Arial"/>
            </a:endParaRPr>
          </a:p>
          <a:p>
            <a:pPr marL="12700" marR="97790">
              <a:lnSpc>
                <a:spcPct val="100000"/>
              </a:lnSpc>
              <a:spcBef>
                <a:spcPts val="900"/>
              </a:spcBef>
            </a:pPr>
            <a:r>
              <a:rPr sz="1000" dirty="0">
                <a:solidFill>
                  <a:srgbClr val="231F20"/>
                </a:solidFill>
                <a:latin typeface="Arial"/>
                <a:cs typeface="Arial"/>
              </a:rPr>
              <a:t>Group</a:t>
            </a:r>
            <a:r>
              <a:rPr sz="1000" spc="-30" dirty="0">
                <a:solidFill>
                  <a:srgbClr val="231F20"/>
                </a:solidFill>
                <a:latin typeface="Arial"/>
                <a:cs typeface="Arial"/>
              </a:rPr>
              <a:t> </a:t>
            </a:r>
            <a:r>
              <a:rPr sz="1000" dirty="0">
                <a:solidFill>
                  <a:srgbClr val="231F20"/>
                </a:solidFill>
                <a:latin typeface="Arial"/>
                <a:cs typeface="Arial"/>
              </a:rPr>
              <a:t>5’s</a:t>
            </a:r>
            <a:r>
              <a:rPr sz="1000" spc="-30" dirty="0">
                <a:solidFill>
                  <a:srgbClr val="231F20"/>
                </a:solidFill>
                <a:latin typeface="Arial"/>
                <a:cs typeface="Arial"/>
              </a:rPr>
              <a:t> </a:t>
            </a:r>
            <a:r>
              <a:rPr sz="1000" dirty="0">
                <a:solidFill>
                  <a:srgbClr val="231F20"/>
                </a:solidFill>
                <a:latin typeface="Arial"/>
                <a:cs typeface="Arial"/>
              </a:rPr>
              <a:t>signature</a:t>
            </a:r>
            <a:r>
              <a:rPr sz="1000" spc="-30" dirty="0">
                <a:solidFill>
                  <a:srgbClr val="231F20"/>
                </a:solidFill>
                <a:latin typeface="Arial"/>
                <a:cs typeface="Arial"/>
              </a:rPr>
              <a:t> </a:t>
            </a:r>
            <a:r>
              <a:rPr sz="1000" dirty="0">
                <a:solidFill>
                  <a:srgbClr val="231F20"/>
                </a:solidFill>
                <a:latin typeface="Arial"/>
                <a:cs typeface="Arial"/>
              </a:rPr>
              <a:t>Civil</a:t>
            </a:r>
            <a:r>
              <a:rPr sz="1000" spc="-30" dirty="0">
                <a:solidFill>
                  <a:srgbClr val="231F20"/>
                </a:solidFill>
                <a:latin typeface="Arial"/>
                <a:cs typeface="Arial"/>
              </a:rPr>
              <a:t> </a:t>
            </a:r>
            <a:r>
              <a:rPr sz="1000" spc="-10" dirty="0">
                <a:solidFill>
                  <a:srgbClr val="231F20"/>
                </a:solidFill>
                <a:latin typeface="Arial"/>
                <a:cs typeface="Arial"/>
              </a:rPr>
              <a:t>Rights</a:t>
            </a:r>
            <a:r>
              <a:rPr sz="1000" spc="-30" dirty="0">
                <a:solidFill>
                  <a:srgbClr val="231F20"/>
                </a:solidFill>
                <a:latin typeface="Arial"/>
                <a:cs typeface="Arial"/>
              </a:rPr>
              <a:t> </a:t>
            </a:r>
            <a:r>
              <a:rPr sz="1000" spc="-20" dirty="0">
                <a:solidFill>
                  <a:srgbClr val="231F20"/>
                </a:solidFill>
                <a:latin typeface="Arial"/>
                <a:cs typeface="Arial"/>
              </a:rPr>
              <a:t>Tour</a:t>
            </a:r>
            <a:r>
              <a:rPr sz="1000" spc="-30" dirty="0">
                <a:solidFill>
                  <a:srgbClr val="231F20"/>
                </a:solidFill>
                <a:latin typeface="Arial"/>
                <a:cs typeface="Arial"/>
              </a:rPr>
              <a:t> </a:t>
            </a:r>
            <a:r>
              <a:rPr sz="1000" dirty="0">
                <a:solidFill>
                  <a:srgbClr val="231F20"/>
                </a:solidFill>
                <a:latin typeface="Arial"/>
                <a:cs typeface="Arial"/>
              </a:rPr>
              <a:t>over</a:t>
            </a:r>
            <a:r>
              <a:rPr sz="1000" spc="-30" dirty="0">
                <a:solidFill>
                  <a:srgbClr val="231F20"/>
                </a:solidFill>
                <a:latin typeface="Arial"/>
                <a:cs typeface="Arial"/>
              </a:rPr>
              <a:t> </a:t>
            </a:r>
            <a:r>
              <a:rPr sz="1000" dirty="0">
                <a:solidFill>
                  <a:srgbClr val="231F20"/>
                </a:solidFill>
                <a:latin typeface="Arial"/>
                <a:cs typeface="Arial"/>
              </a:rPr>
              <a:t>Martin</a:t>
            </a:r>
            <a:r>
              <a:rPr sz="1000" spc="-30" dirty="0">
                <a:solidFill>
                  <a:srgbClr val="231F20"/>
                </a:solidFill>
                <a:latin typeface="Arial"/>
                <a:cs typeface="Arial"/>
              </a:rPr>
              <a:t> </a:t>
            </a:r>
            <a:r>
              <a:rPr sz="1000" spc="-10" dirty="0">
                <a:solidFill>
                  <a:srgbClr val="231F20"/>
                </a:solidFill>
                <a:latin typeface="Arial"/>
                <a:cs typeface="Arial"/>
              </a:rPr>
              <a:t>Luther </a:t>
            </a:r>
            <a:r>
              <a:rPr sz="1000" dirty="0">
                <a:solidFill>
                  <a:srgbClr val="231F20"/>
                </a:solidFill>
                <a:latin typeface="Arial"/>
                <a:cs typeface="Arial"/>
              </a:rPr>
              <a:t>King </a:t>
            </a:r>
            <a:r>
              <a:rPr sz="1000" spc="-40" dirty="0">
                <a:solidFill>
                  <a:srgbClr val="231F20"/>
                </a:solidFill>
                <a:latin typeface="Arial"/>
                <a:cs typeface="Arial"/>
              </a:rPr>
              <a:t>Jr.</a:t>
            </a:r>
            <a:r>
              <a:rPr sz="1000" dirty="0">
                <a:solidFill>
                  <a:srgbClr val="231F20"/>
                </a:solidFill>
                <a:latin typeface="Arial"/>
                <a:cs typeface="Arial"/>
              </a:rPr>
              <a:t> weekend</a:t>
            </a:r>
            <a:r>
              <a:rPr sz="1000" spc="5" dirty="0">
                <a:solidFill>
                  <a:srgbClr val="231F20"/>
                </a:solidFill>
                <a:latin typeface="Arial"/>
                <a:cs typeface="Arial"/>
              </a:rPr>
              <a:t> </a:t>
            </a:r>
            <a:r>
              <a:rPr sz="1000" dirty="0">
                <a:solidFill>
                  <a:srgbClr val="231F20"/>
                </a:solidFill>
                <a:latin typeface="Arial"/>
                <a:cs typeface="Arial"/>
              </a:rPr>
              <a:t>in January 2024</a:t>
            </a:r>
            <a:r>
              <a:rPr sz="1000" spc="5" dirty="0">
                <a:solidFill>
                  <a:srgbClr val="231F20"/>
                </a:solidFill>
                <a:latin typeface="Arial"/>
                <a:cs typeface="Arial"/>
              </a:rPr>
              <a:t> </a:t>
            </a:r>
            <a:r>
              <a:rPr sz="1000" dirty="0">
                <a:solidFill>
                  <a:srgbClr val="231F20"/>
                </a:solidFill>
                <a:latin typeface="Arial"/>
                <a:cs typeface="Arial"/>
              </a:rPr>
              <a:t>took them to</a:t>
            </a:r>
            <a:r>
              <a:rPr sz="1000" spc="5" dirty="0">
                <a:solidFill>
                  <a:srgbClr val="231F20"/>
                </a:solidFill>
                <a:latin typeface="Arial"/>
                <a:cs typeface="Arial"/>
              </a:rPr>
              <a:t> </a:t>
            </a:r>
            <a:r>
              <a:rPr sz="1000" spc="-10" dirty="0">
                <a:solidFill>
                  <a:srgbClr val="231F20"/>
                </a:solidFill>
                <a:latin typeface="Arial"/>
                <a:cs typeface="Arial"/>
              </a:rPr>
              <a:t>Atlanta, </a:t>
            </a:r>
            <a:r>
              <a:rPr sz="1000" spc="-20" dirty="0">
                <a:solidFill>
                  <a:srgbClr val="231F20"/>
                </a:solidFill>
                <a:latin typeface="Arial"/>
                <a:cs typeface="Arial"/>
              </a:rPr>
              <a:t>GA,</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they</a:t>
            </a:r>
            <a:r>
              <a:rPr sz="1000" spc="5" dirty="0">
                <a:solidFill>
                  <a:srgbClr val="231F20"/>
                </a:solidFill>
                <a:latin typeface="Arial"/>
                <a:cs typeface="Arial"/>
              </a:rPr>
              <a:t> </a:t>
            </a:r>
            <a:r>
              <a:rPr sz="1000" dirty="0">
                <a:solidFill>
                  <a:srgbClr val="231F20"/>
                </a:solidFill>
                <a:latin typeface="Arial"/>
                <a:cs typeface="Arial"/>
              </a:rPr>
              <a:t>toured</a:t>
            </a:r>
            <a:r>
              <a:rPr sz="1000" spc="5" dirty="0">
                <a:solidFill>
                  <a:srgbClr val="231F20"/>
                </a:solidFill>
                <a:latin typeface="Arial"/>
                <a:cs typeface="Arial"/>
              </a:rPr>
              <a:t> </a:t>
            </a:r>
            <a:r>
              <a:rPr sz="1000" spc="-10" dirty="0">
                <a:solidFill>
                  <a:srgbClr val="231F20"/>
                </a:solidFill>
                <a:latin typeface="Arial"/>
                <a:cs typeface="Arial"/>
              </a:rPr>
              <a:t>Spelman</a:t>
            </a:r>
            <a:r>
              <a:rPr sz="1000" spc="5" dirty="0">
                <a:solidFill>
                  <a:srgbClr val="231F20"/>
                </a:solidFill>
                <a:latin typeface="Arial"/>
                <a:cs typeface="Arial"/>
              </a:rPr>
              <a:t> </a:t>
            </a:r>
            <a:r>
              <a:rPr sz="1000" dirty="0">
                <a:solidFill>
                  <a:srgbClr val="231F20"/>
                </a:solidFill>
                <a:latin typeface="Arial"/>
                <a:cs typeface="Arial"/>
              </a:rPr>
              <a:t>College</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Morehouse </a:t>
            </a:r>
            <a:r>
              <a:rPr sz="1000" dirty="0">
                <a:solidFill>
                  <a:srgbClr val="231F20"/>
                </a:solidFill>
                <a:latin typeface="Arial"/>
                <a:cs typeface="Arial"/>
              </a:rPr>
              <a:t>College,</a:t>
            </a:r>
            <a:r>
              <a:rPr sz="1000" spc="5" dirty="0">
                <a:solidFill>
                  <a:srgbClr val="231F20"/>
                </a:solidFill>
                <a:latin typeface="Arial"/>
                <a:cs typeface="Arial"/>
              </a:rPr>
              <a:t> </a:t>
            </a:r>
            <a:r>
              <a:rPr sz="1000" dirty="0">
                <a:solidFill>
                  <a:srgbClr val="231F20"/>
                </a:solidFill>
                <a:latin typeface="Arial"/>
                <a:cs typeface="Arial"/>
              </a:rPr>
              <a:t>gaining</a:t>
            </a:r>
            <a:r>
              <a:rPr sz="1000" spc="5" dirty="0">
                <a:solidFill>
                  <a:srgbClr val="231F20"/>
                </a:solidFill>
                <a:latin typeface="Arial"/>
                <a:cs typeface="Arial"/>
              </a:rPr>
              <a:t> </a:t>
            </a:r>
            <a:r>
              <a:rPr sz="1000" dirty="0">
                <a:solidFill>
                  <a:srgbClr val="231F20"/>
                </a:solidFill>
                <a:latin typeface="Arial"/>
                <a:cs typeface="Arial"/>
              </a:rPr>
              <a:t>insight</a:t>
            </a:r>
            <a:r>
              <a:rPr sz="1000" spc="5" dirty="0">
                <a:solidFill>
                  <a:srgbClr val="231F20"/>
                </a:solidFill>
                <a:latin typeface="Arial"/>
                <a:cs typeface="Arial"/>
              </a:rPr>
              <a:t> </a:t>
            </a:r>
            <a:r>
              <a:rPr sz="1000" dirty="0">
                <a:solidFill>
                  <a:srgbClr val="231F20"/>
                </a:solidFill>
                <a:latin typeface="Arial"/>
                <a:cs typeface="Arial"/>
              </a:rPr>
              <a:t>into</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25" dirty="0">
                <a:solidFill>
                  <a:srgbClr val="231F20"/>
                </a:solidFill>
                <a:latin typeface="Arial"/>
                <a:cs typeface="Arial"/>
              </a:rPr>
              <a:t>HBCU</a:t>
            </a:r>
            <a:r>
              <a:rPr sz="1000" spc="5" dirty="0">
                <a:solidFill>
                  <a:srgbClr val="231F20"/>
                </a:solidFill>
                <a:latin typeface="Arial"/>
                <a:cs typeface="Arial"/>
              </a:rPr>
              <a:t> </a:t>
            </a:r>
            <a:r>
              <a:rPr sz="1000" spc="-10" dirty="0">
                <a:solidFill>
                  <a:srgbClr val="231F20"/>
                </a:solidFill>
                <a:latin typeface="Arial"/>
                <a:cs typeface="Arial"/>
              </a:rPr>
              <a:t>experience.</a:t>
            </a:r>
            <a:endParaRPr sz="1000">
              <a:latin typeface="Arial"/>
              <a:cs typeface="Arial"/>
            </a:endParaRPr>
          </a:p>
          <a:p>
            <a:pPr marL="12700" marR="170180">
              <a:lnSpc>
                <a:spcPct val="100000"/>
              </a:lnSpc>
            </a:pPr>
            <a:r>
              <a:rPr sz="1000" dirty="0">
                <a:solidFill>
                  <a:srgbClr val="231F20"/>
                </a:solidFill>
                <a:latin typeface="Arial"/>
                <a:cs typeface="Arial"/>
              </a:rPr>
              <a:t>Highlights</a:t>
            </a:r>
            <a:r>
              <a:rPr sz="1000" spc="5" dirty="0">
                <a:solidFill>
                  <a:srgbClr val="231F20"/>
                </a:solidFill>
                <a:latin typeface="Arial"/>
                <a:cs typeface="Arial"/>
              </a:rPr>
              <a:t> </a:t>
            </a:r>
            <a:r>
              <a:rPr sz="1000" dirty="0">
                <a:solidFill>
                  <a:srgbClr val="231F20"/>
                </a:solidFill>
                <a:latin typeface="Arial"/>
                <a:cs typeface="Arial"/>
              </a:rPr>
              <a:t>included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tour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40" dirty="0">
                <a:solidFill>
                  <a:srgbClr val="231F20"/>
                </a:solidFill>
                <a:latin typeface="Arial"/>
                <a:cs typeface="Arial"/>
              </a:rPr>
              <a:t>Dr.</a:t>
            </a:r>
            <a:r>
              <a:rPr sz="1000" spc="5" dirty="0">
                <a:solidFill>
                  <a:srgbClr val="231F20"/>
                </a:solidFill>
                <a:latin typeface="Arial"/>
                <a:cs typeface="Arial"/>
              </a:rPr>
              <a:t> </a:t>
            </a:r>
            <a:r>
              <a:rPr sz="1000" dirty="0">
                <a:solidFill>
                  <a:srgbClr val="231F20"/>
                </a:solidFill>
                <a:latin typeface="Arial"/>
                <a:cs typeface="Arial"/>
              </a:rPr>
              <a:t>Martin</a:t>
            </a:r>
            <a:r>
              <a:rPr sz="1000" spc="5" dirty="0">
                <a:solidFill>
                  <a:srgbClr val="231F20"/>
                </a:solidFill>
                <a:latin typeface="Arial"/>
                <a:cs typeface="Arial"/>
              </a:rPr>
              <a:t> </a:t>
            </a:r>
            <a:r>
              <a:rPr sz="1000" dirty="0">
                <a:solidFill>
                  <a:srgbClr val="231F20"/>
                </a:solidFill>
                <a:latin typeface="Arial"/>
                <a:cs typeface="Arial"/>
              </a:rPr>
              <a:t>Luther</a:t>
            </a:r>
            <a:r>
              <a:rPr sz="1000" spc="5" dirty="0">
                <a:solidFill>
                  <a:srgbClr val="231F20"/>
                </a:solidFill>
                <a:latin typeface="Arial"/>
                <a:cs typeface="Arial"/>
              </a:rPr>
              <a:t> </a:t>
            </a:r>
            <a:r>
              <a:rPr sz="1000" spc="-10" dirty="0">
                <a:solidFill>
                  <a:srgbClr val="231F20"/>
                </a:solidFill>
                <a:latin typeface="Arial"/>
                <a:cs typeface="Arial"/>
              </a:rPr>
              <a:t>King’s </a:t>
            </a:r>
            <a:r>
              <a:rPr sz="1000" dirty="0">
                <a:solidFill>
                  <a:srgbClr val="231F20"/>
                </a:solidFill>
                <a:latin typeface="Arial"/>
                <a:cs typeface="Arial"/>
              </a:rPr>
              <a:t>birthplace, visiting </a:t>
            </a:r>
            <a:r>
              <a:rPr sz="1000" spc="-10" dirty="0">
                <a:solidFill>
                  <a:srgbClr val="231F20"/>
                </a:solidFill>
                <a:latin typeface="Arial"/>
                <a:cs typeface="Arial"/>
              </a:rPr>
              <a:t>Ebenezer</a:t>
            </a:r>
            <a:r>
              <a:rPr sz="1000" spc="5" dirty="0">
                <a:solidFill>
                  <a:srgbClr val="231F20"/>
                </a:solidFill>
                <a:latin typeface="Arial"/>
                <a:cs typeface="Arial"/>
              </a:rPr>
              <a:t> </a:t>
            </a:r>
            <a:r>
              <a:rPr sz="1000" dirty="0">
                <a:solidFill>
                  <a:srgbClr val="231F20"/>
                </a:solidFill>
                <a:latin typeface="Arial"/>
                <a:cs typeface="Arial"/>
              </a:rPr>
              <a:t>Baptist </a:t>
            </a:r>
            <a:r>
              <a:rPr sz="1000" spc="-10" dirty="0">
                <a:solidFill>
                  <a:srgbClr val="231F20"/>
                </a:solidFill>
                <a:latin typeface="Arial"/>
                <a:cs typeface="Arial"/>
              </a:rPr>
              <a:t>Church</a:t>
            </a:r>
            <a:r>
              <a:rPr sz="1000" spc="5" dirty="0">
                <a:solidFill>
                  <a:srgbClr val="231F20"/>
                </a:solidFill>
                <a:latin typeface="Arial"/>
                <a:cs typeface="Arial"/>
              </a:rPr>
              <a:t> </a:t>
            </a:r>
            <a:r>
              <a:rPr sz="1000" dirty="0">
                <a:solidFill>
                  <a:srgbClr val="231F20"/>
                </a:solidFill>
                <a:latin typeface="Arial"/>
                <a:cs typeface="Arial"/>
              </a:rPr>
              <a:t>for </a:t>
            </a:r>
            <a:r>
              <a:rPr sz="1000" spc="-10" dirty="0">
                <a:solidFill>
                  <a:srgbClr val="231F20"/>
                </a:solidFill>
                <a:latin typeface="Arial"/>
                <a:cs typeface="Arial"/>
              </a:rPr>
              <a:t>Sunday </a:t>
            </a:r>
            <a:r>
              <a:rPr sz="1000" dirty="0">
                <a:solidFill>
                  <a:srgbClr val="231F20"/>
                </a:solidFill>
                <a:latin typeface="Arial"/>
                <a:cs typeface="Arial"/>
              </a:rPr>
              <a:t>worship</a:t>
            </a:r>
            <a:r>
              <a:rPr sz="1000" spc="-2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50" dirty="0">
                <a:solidFill>
                  <a:srgbClr val="231F20"/>
                </a:solidFill>
                <a:latin typeface="Arial"/>
                <a:cs typeface="Arial"/>
              </a:rPr>
              <a:t>U.S.</a:t>
            </a:r>
            <a:r>
              <a:rPr sz="1000" spc="-20" dirty="0">
                <a:solidFill>
                  <a:srgbClr val="231F20"/>
                </a:solidFill>
                <a:latin typeface="Arial"/>
                <a:cs typeface="Arial"/>
              </a:rPr>
              <a:t> </a:t>
            </a:r>
            <a:r>
              <a:rPr sz="1000" dirty="0">
                <a:solidFill>
                  <a:srgbClr val="231F20"/>
                </a:solidFill>
                <a:latin typeface="Arial"/>
                <a:cs typeface="Arial"/>
              </a:rPr>
              <a:t>Senator</a:t>
            </a:r>
            <a:r>
              <a:rPr sz="1000" spc="-15" dirty="0">
                <a:solidFill>
                  <a:srgbClr val="231F20"/>
                </a:solidFill>
                <a:latin typeface="Arial"/>
                <a:cs typeface="Arial"/>
              </a:rPr>
              <a:t> </a:t>
            </a:r>
            <a:r>
              <a:rPr sz="1000" spc="-20" dirty="0">
                <a:solidFill>
                  <a:srgbClr val="231F20"/>
                </a:solidFill>
                <a:latin typeface="Arial"/>
                <a:cs typeface="Arial"/>
              </a:rPr>
              <a:t>Raphael </a:t>
            </a:r>
            <a:r>
              <a:rPr sz="1000" spc="-10" dirty="0">
                <a:solidFill>
                  <a:srgbClr val="231F20"/>
                </a:solidFill>
                <a:latin typeface="Arial"/>
                <a:cs typeface="Arial"/>
              </a:rPr>
              <a:t>Warnock,</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stop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National</a:t>
            </a:r>
            <a:r>
              <a:rPr sz="1000" spc="-15" dirty="0">
                <a:solidFill>
                  <a:srgbClr val="231F20"/>
                </a:solidFill>
                <a:latin typeface="Arial"/>
                <a:cs typeface="Arial"/>
              </a:rPr>
              <a:t> </a:t>
            </a:r>
            <a:r>
              <a:rPr sz="1000" dirty="0">
                <a:solidFill>
                  <a:srgbClr val="231F20"/>
                </a:solidFill>
                <a:latin typeface="Arial"/>
                <a:cs typeface="Arial"/>
              </a:rPr>
              <a:t>Center</a:t>
            </a:r>
            <a:r>
              <a:rPr sz="1000" spc="-1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Civil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Human</a:t>
            </a:r>
            <a:r>
              <a:rPr sz="1000" spc="-15" dirty="0">
                <a:solidFill>
                  <a:srgbClr val="231F20"/>
                </a:solidFill>
                <a:latin typeface="Arial"/>
                <a:cs typeface="Arial"/>
              </a:rPr>
              <a:t> </a:t>
            </a:r>
            <a:r>
              <a:rPr sz="1000" spc="-20" dirty="0">
                <a:solidFill>
                  <a:srgbClr val="231F20"/>
                </a:solidFill>
                <a:latin typeface="Arial"/>
                <a:cs typeface="Arial"/>
              </a:rPr>
              <a:t>Rights.</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experience</a:t>
            </a:r>
            <a:r>
              <a:rPr sz="1000" spc="15" dirty="0">
                <a:solidFill>
                  <a:srgbClr val="231F20"/>
                </a:solidFill>
                <a:latin typeface="Arial"/>
                <a:cs typeface="Arial"/>
              </a:rPr>
              <a:t> </a:t>
            </a:r>
            <a:r>
              <a:rPr sz="1000" dirty="0">
                <a:solidFill>
                  <a:srgbClr val="231F20"/>
                </a:solidFill>
                <a:latin typeface="Arial"/>
                <a:cs typeface="Arial"/>
              </a:rPr>
              <a:t>was</a:t>
            </a:r>
            <a:r>
              <a:rPr sz="1000" spc="15" dirty="0">
                <a:solidFill>
                  <a:srgbClr val="231F20"/>
                </a:solidFill>
                <a:latin typeface="Arial"/>
                <a:cs typeface="Arial"/>
              </a:rPr>
              <a:t> </a:t>
            </a:r>
            <a:r>
              <a:rPr sz="1000" dirty="0">
                <a:solidFill>
                  <a:srgbClr val="231F20"/>
                </a:solidFill>
                <a:latin typeface="Arial"/>
                <a:cs typeface="Arial"/>
              </a:rPr>
              <a:t>profound,</a:t>
            </a:r>
            <a:r>
              <a:rPr sz="1000" spc="15"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students</a:t>
            </a:r>
            <a:r>
              <a:rPr sz="1000" spc="15" dirty="0">
                <a:solidFill>
                  <a:srgbClr val="231F20"/>
                </a:solidFill>
                <a:latin typeface="Arial"/>
                <a:cs typeface="Arial"/>
              </a:rPr>
              <a:t> </a:t>
            </a:r>
            <a:r>
              <a:rPr sz="1000" dirty="0">
                <a:solidFill>
                  <a:srgbClr val="231F20"/>
                </a:solidFill>
                <a:latin typeface="Arial"/>
                <a:cs typeface="Arial"/>
              </a:rPr>
              <a:t>connected</a:t>
            </a:r>
            <a:r>
              <a:rPr sz="1000" spc="1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civil rights</a:t>
            </a:r>
            <a:r>
              <a:rPr sz="1000" spc="5"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current</a:t>
            </a:r>
            <a:r>
              <a:rPr sz="1000" spc="5" dirty="0">
                <a:solidFill>
                  <a:srgbClr val="231F20"/>
                </a:solidFill>
                <a:latin typeface="Arial"/>
                <a:cs typeface="Arial"/>
              </a:rPr>
              <a:t> </a:t>
            </a:r>
            <a:r>
              <a:rPr sz="1000" spc="-10" dirty="0">
                <a:solidFill>
                  <a:srgbClr val="231F20"/>
                </a:solidFill>
                <a:latin typeface="Arial"/>
                <a:cs typeface="Arial"/>
              </a:rPr>
              <a:t>leadership.</a:t>
            </a:r>
            <a:endParaRPr sz="1000">
              <a:latin typeface="Arial"/>
              <a:cs typeface="Arial"/>
            </a:endParaRPr>
          </a:p>
          <a:p>
            <a:pPr marL="12700" marR="146685">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February 2024, Group 5 partnered</a:t>
            </a:r>
            <a:r>
              <a:rPr sz="1000" spc="-5" dirty="0">
                <a:solidFill>
                  <a:srgbClr val="231F20"/>
                </a:solidFill>
                <a:latin typeface="Arial"/>
                <a:cs typeface="Arial"/>
              </a:rPr>
              <a:t> </a:t>
            </a:r>
            <a:r>
              <a:rPr sz="1000" dirty="0">
                <a:solidFill>
                  <a:srgbClr val="231F20"/>
                </a:solidFill>
                <a:latin typeface="Arial"/>
                <a:cs typeface="Arial"/>
              </a:rPr>
              <a:t>with</a:t>
            </a:r>
            <a:r>
              <a:rPr sz="1000" spc="275" dirty="0">
                <a:solidFill>
                  <a:srgbClr val="231F20"/>
                </a:solidFill>
                <a:latin typeface="Arial"/>
                <a:cs typeface="Arial"/>
              </a:rPr>
              <a:t> </a:t>
            </a:r>
            <a:r>
              <a:rPr sz="1000" spc="-10" dirty="0">
                <a:solidFill>
                  <a:srgbClr val="231F20"/>
                </a:solidFill>
                <a:latin typeface="Arial"/>
                <a:cs typeface="Arial"/>
              </a:rPr>
              <a:t>Children’s </a:t>
            </a:r>
            <a:r>
              <a:rPr sz="1000" dirty="0">
                <a:solidFill>
                  <a:srgbClr val="231F20"/>
                </a:solidFill>
                <a:latin typeface="Arial"/>
                <a:cs typeface="Arial"/>
              </a:rPr>
              <a:t>National</a:t>
            </a:r>
            <a:r>
              <a:rPr sz="1000" spc="-10" dirty="0">
                <a:solidFill>
                  <a:srgbClr val="231F20"/>
                </a:solidFill>
                <a:latin typeface="Arial"/>
                <a:cs typeface="Arial"/>
              </a:rPr>
              <a:t> </a:t>
            </a:r>
            <a:r>
              <a:rPr sz="1000" dirty="0">
                <a:solidFill>
                  <a:srgbClr val="231F20"/>
                </a:solidFill>
                <a:latin typeface="Arial"/>
                <a:cs typeface="Arial"/>
              </a:rPr>
              <a:t>Hospital</a:t>
            </a:r>
            <a:r>
              <a:rPr sz="1000" spc="-10"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“Hair</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You”</a:t>
            </a:r>
            <a:r>
              <a:rPr sz="1000" spc="-5" dirty="0">
                <a:solidFill>
                  <a:srgbClr val="231F20"/>
                </a:solidFill>
                <a:latin typeface="Arial"/>
                <a:cs typeface="Arial"/>
              </a:rPr>
              <a:t> </a:t>
            </a:r>
            <a:r>
              <a:rPr sz="1000" dirty="0">
                <a:solidFill>
                  <a:srgbClr val="231F20"/>
                </a:solidFill>
                <a:latin typeface="Arial"/>
                <a:cs typeface="Arial"/>
              </a:rPr>
              <a:t>task</a:t>
            </a:r>
            <a:r>
              <a:rPr sz="1000" spc="-10" dirty="0">
                <a:solidFill>
                  <a:srgbClr val="231F20"/>
                </a:solidFill>
                <a:latin typeface="Arial"/>
                <a:cs typeface="Arial"/>
              </a:rPr>
              <a:t> force, </a:t>
            </a:r>
            <a:r>
              <a:rPr sz="1000" dirty="0">
                <a:solidFill>
                  <a:srgbClr val="231F20"/>
                </a:solidFill>
                <a:latin typeface="Arial"/>
                <a:cs typeface="Arial"/>
              </a:rPr>
              <a:t>providing</a:t>
            </a:r>
            <a:r>
              <a:rPr sz="1000" spc="-10" dirty="0">
                <a:solidFill>
                  <a:srgbClr val="231F20"/>
                </a:solidFill>
                <a:latin typeface="Arial"/>
                <a:cs typeface="Arial"/>
              </a:rPr>
              <a:t> </a:t>
            </a:r>
            <a:r>
              <a:rPr sz="1000" dirty="0">
                <a:solidFill>
                  <a:srgbClr val="231F20"/>
                </a:solidFill>
                <a:latin typeface="Arial"/>
                <a:cs typeface="Arial"/>
              </a:rPr>
              <a:t>hair</a:t>
            </a:r>
            <a:r>
              <a:rPr sz="1000" spc="-10" dirty="0">
                <a:solidFill>
                  <a:srgbClr val="231F20"/>
                </a:solidFill>
                <a:latin typeface="Arial"/>
                <a:cs typeface="Arial"/>
              </a:rPr>
              <a:t> </a:t>
            </a:r>
            <a:r>
              <a:rPr sz="1000" dirty="0">
                <a:solidFill>
                  <a:srgbClr val="231F20"/>
                </a:solidFill>
                <a:latin typeface="Arial"/>
                <a:cs typeface="Arial"/>
              </a:rPr>
              <a:t>care</a:t>
            </a:r>
            <a:r>
              <a:rPr sz="1000" spc="-10" dirty="0">
                <a:solidFill>
                  <a:srgbClr val="231F20"/>
                </a:solidFill>
                <a:latin typeface="Arial"/>
                <a:cs typeface="Arial"/>
              </a:rPr>
              <a:t> </a:t>
            </a:r>
            <a:r>
              <a:rPr sz="1000" dirty="0">
                <a:solidFill>
                  <a:srgbClr val="231F20"/>
                </a:solidFill>
                <a:latin typeface="Arial"/>
                <a:cs typeface="Arial"/>
              </a:rPr>
              <a:t>kits</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spc="-35" dirty="0">
                <a:solidFill>
                  <a:srgbClr val="231F20"/>
                </a:solidFill>
                <a:latin typeface="Arial"/>
                <a:cs typeface="Arial"/>
              </a:rPr>
              <a:t>BIPOC</a:t>
            </a:r>
            <a:r>
              <a:rPr sz="1000" spc="-10"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initiative</a:t>
            </a:r>
            <a:endParaRPr sz="1000">
              <a:latin typeface="Arial"/>
              <a:cs typeface="Arial"/>
            </a:endParaRPr>
          </a:p>
        </p:txBody>
      </p:sp>
      <p:sp>
        <p:nvSpPr>
          <p:cNvPr id="4" name="object 4"/>
          <p:cNvSpPr txBox="1">
            <a:spLocks noGrp="1"/>
          </p:cNvSpPr>
          <p:nvPr>
            <p:ph type="sldNum" sz="quarter" idx="7"/>
          </p:nvPr>
        </p:nvSpPr>
        <p:spPr>
          <a:xfrm>
            <a:off x="7067295" y="9529590"/>
            <a:ext cx="232030"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5</a:t>
            </a:r>
            <a:endParaRPr spc="-25" dirty="0"/>
          </a:p>
        </p:txBody>
      </p:sp>
      <p:sp>
        <p:nvSpPr>
          <p:cNvPr id="3" name="object 3"/>
          <p:cNvSpPr txBox="1"/>
          <p:nvPr/>
        </p:nvSpPr>
        <p:spPr>
          <a:xfrm>
            <a:off x="4016375" y="1304797"/>
            <a:ext cx="3282950" cy="7454900"/>
          </a:xfrm>
          <a:prstGeom prst="rect">
            <a:avLst/>
          </a:prstGeom>
        </p:spPr>
        <p:txBody>
          <a:bodyPr vert="horz" wrap="square" lIns="0" tIns="12700" rIns="0" bIns="0" rtlCol="0">
            <a:spAutoFit/>
          </a:bodyPr>
          <a:lstStyle/>
          <a:p>
            <a:pPr marL="12700" marR="146050">
              <a:lnSpc>
                <a:spcPct val="100000"/>
              </a:lnSpc>
              <a:spcBef>
                <a:spcPts val="100"/>
              </a:spcBef>
            </a:pPr>
            <a:r>
              <a:rPr sz="1000" dirty="0">
                <a:solidFill>
                  <a:srgbClr val="231F20"/>
                </a:solidFill>
                <a:latin typeface="Arial"/>
                <a:cs typeface="Arial"/>
              </a:rPr>
              <a:t>supported</a:t>
            </a:r>
            <a:r>
              <a:rPr sz="1000" spc="25" dirty="0">
                <a:solidFill>
                  <a:srgbClr val="231F20"/>
                </a:solidFill>
                <a:latin typeface="Arial"/>
                <a:cs typeface="Arial"/>
              </a:rPr>
              <a:t> </a:t>
            </a:r>
            <a:r>
              <a:rPr sz="1000" spc="-10" dirty="0">
                <a:solidFill>
                  <a:srgbClr val="231F20"/>
                </a:solidFill>
                <a:latin typeface="Arial"/>
                <a:cs typeface="Arial"/>
              </a:rPr>
              <a:t>CNH</a:t>
            </a:r>
            <a:r>
              <a:rPr sz="1000" spc="25" dirty="0">
                <a:solidFill>
                  <a:srgbClr val="231F20"/>
                </a:solidFill>
                <a:latin typeface="Arial"/>
                <a:cs typeface="Arial"/>
              </a:rPr>
              <a:t> </a:t>
            </a:r>
            <a:r>
              <a:rPr sz="1000" dirty="0">
                <a:solidFill>
                  <a:srgbClr val="231F20"/>
                </a:solidFill>
                <a:latin typeface="Arial"/>
                <a:cs typeface="Arial"/>
              </a:rPr>
              <a:t>patients</a:t>
            </a:r>
            <a:r>
              <a:rPr sz="1000" spc="25"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textured</a:t>
            </a:r>
            <a:r>
              <a:rPr sz="1000" spc="25" dirty="0">
                <a:solidFill>
                  <a:srgbClr val="231F20"/>
                </a:solidFill>
                <a:latin typeface="Arial"/>
                <a:cs typeface="Arial"/>
              </a:rPr>
              <a:t> </a:t>
            </a:r>
            <a:r>
              <a:rPr sz="1000" spc="-20" dirty="0">
                <a:solidFill>
                  <a:srgbClr val="231F20"/>
                </a:solidFill>
                <a:latin typeface="Arial"/>
                <a:cs typeface="Arial"/>
              </a:rPr>
              <a:t>hair,</a:t>
            </a:r>
            <a:r>
              <a:rPr sz="1000" spc="25" dirty="0">
                <a:solidFill>
                  <a:srgbClr val="231F20"/>
                </a:solidFill>
                <a:latin typeface="Arial"/>
                <a:cs typeface="Arial"/>
              </a:rPr>
              <a:t> </a:t>
            </a:r>
            <a:r>
              <a:rPr sz="1000" spc="-10" dirty="0">
                <a:solidFill>
                  <a:srgbClr val="231F20"/>
                </a:solidFill>
                <a:latin typeface="Arial"/>
                <a:cs typeface="Arial"/>
              </a:rPr>
              <a:t>contributing 100</a:t>
            </a:r>
            <a:r>
              <a:rPr sz="1000" spc="-5" dirty="0">
                <a:solidFill>
                  <a:srgbClr val="231F20"/>
                </a:solidFill>
                <a:latin typeface="Arial"/>
                <a:cs typeface="Arial"/>
              </a:rPr>
              <a:t> </a:t>
            </a:r>
            <a:r>
              <a:rPr sz="1000" dirty="0">
                <a:solidFill>
                  <a:srgbClr val="231F20"/>
                </a:solidFill>
                <a:latin typeface="Arial"/>
                <a:cs typeface="Arial"/>
              </a:rPr>
              <a:t>kits and raising </a:t>
            </a:r>
            <a:r>
              <a:rPr sz="1000" spc="-10" dirty="0">
                <a:solidFill>
                  <a:srgbClr val="231F20"/>
                </a:solidFill>
                <a:latin typeface="Arial"/>
                <a:cs typeface="Arial"/>
              </a:rPr>
              <a:t>awareness</a:t>
            </a:r>
            <a:r>
              <a:rPr sz="1000" spc="-5" dirty="0">
                <a:solidFill>
                  <a:srgbClr val="231F20"/>
                </a:solidFill>
                <a:latin typeface="Arial"/>
                <a:cs typeface="Arial"/>
              </a:rPr>
              <a:t> </a:t>
            </a:r>
            <a:r>
              <a:rPr sz="1000" dirty="0">
                <a:solidFill>
                  <a:srgbClr val="231F20"/>
                </a:solidFill>
                <a:latin typeface="Arial"/>
                <a:cs typeface="Arial"/>
              </a:rPr>
              <a:t>about representation </a:t>
            </a:r>
            <a:r>
              <a:rPr sz="1000" spc="-25" dirty="0">
                <a:solidFill>
                  <a:srgbClr val="231F20"/>
                </a:solidFill>
                <a:latin typeface="Arial"/>
                <a:cs typeface="Arial"/>
              </a:rPr>
              <a:t>in </a:t>
            </a:r>
            <a:r>
              <a:rPr sz="1000" spc="-10" dirty="0">
                <a:solidFill>
                  <a:srgbClr val="231F20"/>
                </a:solidFill>
                <a:latin typeface="Arial"/>
                <a:cs typeface="Arial"/>
              </a:rPr>
              <a:t>healthcare.</a:t>
            </a:r>
            <a:endParaRPr sz="1000">
              <a:latin typeface="Arial"/>
              <a:cs typeface="Arial"/>
            </a:endParaRPr>
          </a:p>
          <a:p>
            <a:pPr marL="12700" marR="29209">
              <a:lnSpc>
                <a:spcPct val="100000"/>
              </a:lnSpc>
              <a:spcBef>
                <a:spcPts val="900"/>
              </a:spcBef>
            </a:pPr>
            <a:r>
              <a:rPr sz="1000" dirty="0">
                <a:solidFill>
                  <a:srgbClr val="231F20"/>
                </a:solidFill>
                <a:latin typeface="Arial"/>
                <a:cs typeface="Arial"/>
              </a:rPr>
              <a:t>On</a:t>
            </a:r>
            <a:r>
              <a:rPr sz="1000" spc="5" dirty="0">
                <a:solidFill>
                  <a:srgbClr val="231F20"/>
                </a:solidFill>
                <a:latin typeface="Arial"/>
                <a:cs typeface="Arial"/>
              </a:rPr>
              <a:t> </a:t>
            </a:r>
            <a:r>
              <a:rPr sz="1000" spc="-10" dirty="0">
                <a:solidFill>
                  <a:srgbClr val="231F20"/>
                </a:solidFill>
                <a:latin typeface="Arial"/>
                <a:cs typeface="Arial"/>
              </a:rPr>
              <a:t>March</a:t>
            </a:r>
            <a:r>
              <a:rPr sz="1000" spc="5" dirty="0">
                <a:solidFill>
                  <a:srgbClr val="231F20"/>
                </a:solidFill>
                <a:latin typeface="Arial"/>
                <a:cs typeface="Arial"/>
              </a:rPr>
              <a:t> </a:t>
            </a:r>
            <a:r>
              <a:rPr sz="1000" spc="-130" dirty="0">
                <a:solidFill>
                  <a:srgbClr val="231F20"/>
                </a:solidFill>
                <a:latin typeface="Arial"/>
                <a:cs typeface="Arial"/>
              </a:rPr>
              <a:t>1,</a:t>
            </a:r>
            <a:r>
              <a:rPr sz="1000" spc="10"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toured</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50" dirty="0">
                <a:solidFill>
                  <a:srgbClr val="231F20"/>
                </a:solidFill>
                <a:latin typeface="Arial"/>
                <a:cs typeface="Arial"/>
              </a:rPr>
              <a:t>U.S.</a:t>
            </a:r>
            <a:r>
              <a:rPr sz="1000" spc="10" dirty="0">
                <a:solidFill>
                  <a:srgbClr val="231F20"/>
                </a:solidFill>
                <a:latin typeface="Arial"/>
                <a:cs typeface="Arial"/>
              </a:rPr>
              <a:t> </a:t>
            </a:r>
            <a:r>
              <a:rPr sz="1000" spc="-10" dirty="0">
                <a:solidFill>
                  <a:srgbClr val="231F20"/>
                </a:solidFill>
                <a:latin typeface="Arial"/>
                <a:cs typeface="Arial"/>
              </a:rPr>
              <a:t>Department</a:t>
            </a:r>
            <a:r>
              <a:rPr sz="1000" spc="500" dirty="0">
                <a:solidFill>
                  <a:srgbClr val="231F20"/>
                </a:solidFill>
                <a:latin typeface="Arial"/>
                <a:cs typeface="Arial"/>
              </a:rPr>
              <a:t> </a:t>
            </a:r>
            <a:r>
              <a:rPr sz="1000" dirty="0">
                <a:solidFill>
                  <a:srgbClr val="231F20"/>
                </a:solidFill>
                <a:latin typeface="Arial"/>
                <a:cs typeface="Arial"/>
              </a:rPr>
              <a:t>of </a:t>
            </a:r>
            <a:r>
              <a:rPr sz="1000" spc="-20" dirty="0">
                <a:solidFill>
                  <a:srgbClr val="231F20"/>
                </a:solidFill>
                <a:latin typeface="Arial"/>
                <a:cs typeface="Arial"/>
              </a:rPr>
              <a:t>State,</a:t>
            </a:r>
            <a:r>
              <a:rPr sz="1000" dirty="0">
                <a:solidFill>
                  <a:srgbClr val="231F20"/>
                </a:solidFill>
                <a:latin typeface="Arial"/>
                <a:cs typeface="Arial"/>
              </a:rPr>
              <a:t> visiting</a:t>
            </a:r>
            <a:r>
              <a:rPr sz="1000" spc="5" dirty="0">
                <a:solidFill>
                  <a:srgbClr val="231F20"/>
                </a:solidFill>
                <a:latin typeface="Arial"/>
                <a:cs typeface="Arial"/>
              </a:rPr>
              <a:t> </a:t>
            </a:r>
            <a:r>
              <a:rPr sz="1000" dirty="0">
                <a:solidFill>
                  <a:srgbClr val="231F20"/>
                </a:solidFill>
                <a:latin typeface="Arial"/>
                <a:cs typeface="Arial"/>
              </a:rPr>
              <a:t>the National </a:t>
            </a:r>
            <a:r>
              <a:rPr sz="1000" spc="-10" dirty="0">
                <a:solidFill>
                  <a:srgbClr val="231F20"/>
                </a:solidFill>
                <a:latin typeface="Arial"/>
                <a:cs typeface="Arial"/>
              </a:rPr>
              <a:t>Museum</a:t>
            </a:r>
            <a:r>
              <a:rPr sz="1000" spc="5" dirty="0">
                <a:solidFill>
                  <a:srgbClr val="231F20"/>
                </a:solidFill>
                <a:latin typeface="Arial"/>
                <a:cs typeface="Arial"/>
              </a:rPr>
              <a:t> </a:t>
            </a:r>
            <a:r>
              <a:rPr sz="1000" dirty="0">
                <a:solidFill>
                  <a:srgbClr val="231F20"/>
                </a:solidFill>
                <a:latin typeface="Arial"/>
                <a:cs typeface="Arial"/>
              </a:rPr>
              <a:t>of </a:t>
            </a:r>
            <a:r>
              <a:rPr sz="1000" spc="-10" dirty="0">
                <a:solidFill>
                  <a:srgbClr val="231F20"/>
                </a:solidFill>
                <a:latin typeface="Arial"/>
                <a:cs typeface="Arial"/>
              </a:rPr>
              <a:t>American Diplomacy,</a:t>
            </a:r>
            <a:r>
              <a:rPr sz="1000" spc="15" dirty="0">
                <a:solidFill>
                  <a:srgbClr val="231F20"/>
                </a:solidFill>
                <a:latin typeface="Arial"/>
                <a:cs typeface="Arial"/>
              </a:rPr>
              <a:t> </a:t>
            </a:r>
            <a:r>
              <a:rPr sz="1000" dirty="0">
                <a:solidFill>
                  <a:srgbClr val="231F20"/>
                </a:solidFill>
                <a:latin typeface="Arial"/>
                <a:cs typeface="Arial"/>
              </a:rPr>
              <a:t>meeting</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10" dirty="0">
                <a:solidFill>
                  <a:srgbClr val="231F20"/>
                </a:solidFill>
                <a:latin typeface="Arial"/>
                <a:cs typeface="Arial"/>
              </a:rPr>
              <a:t>Ambassador</a:t>
            </a:r>
            <a:r>
              <a:rPr sz="1000" spc="15" dirty="0">
                <a:solidFill>
                  <a:srgbClr val="231F20"/>
                </a:solidFill>
                <a:latin typeface="Arial"/>
                <a:cs typeface="Arial"/>
              </a:rPr>
              <a:t> </a:t>
            </a:r>
            <a:r>
              <a:rPr sz="1000" dirty="0">
                <a:solidFill>
                  <a:srgbClr val="231F20"/>
                </a:solidFill>
                <a:latin typeface="Arial"/>
                <a:cs typeface="Arial"/>
              </a:rPr>
              <a:t>Dereck</a:t>
            </a:r>
            <a:r>
              <a:rPr sz="1000" spc="15" dirty="0">
                <a:solidFill>
                  <a:srgbClr val="231F20"/>
                </a:solidFill>
                <a:latin typeface="Arial"/>
                <a:cs typeface="Arial"/>
              </a:rPr>
              <a:t> </a:t>
            </a:r>
            <a:r>
              <a:rPr sz="1000" spc="-10" dirty="0">
                <a:solidFill>
                  <a:srgbClr val="231F20"/>
                </a:solidFill>
                <a:latin typeface="Arial"/>
                <a:cs typeface="Arial"/>
              </a:rPr>
              <a:t>Hogan,</a:t>
            </a:r>
            <a:r>
              <a:rPr sz="1000" spc="50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exploring</a:t>
            </a:r>
            <a:r>
              <a:rPr sz="1000" spc="-15" dirty="0">
                <a:solidFill>
                  <a:srgbClr val="231F20"/>
                </a:solidFill>
                <a:latin typeface="Arial"/>
                <a:cs typeface="Arial"/>
              </a:rPr>
              <a:t> </a:t>
            </a:r>
            <a:r>
              <a:rPr sz="1000" dirty="0">
                <a:solidFill>
                  <a:srgbClr val="231F20"/>
                </a:solidFill>
                <a:latin typeface="Arial"/>
                <a:cs typeface="Arial"/>
              </a:rPr>
              <a:t>career</a:t>
            </a:r>
            <a:r>
              <a:rPr sz="1000" spc="-15" dirty="0">
                <a:solidFill>
                  <a:srgbClr val="231F20"/>
                </a:solidFill>
                <a:latin typeface="Arial"/>
                <a:cs typeface="Arial"/>
              </a:rPr>
              <a:t> </a:t>
            </a:r>
            <a:r>
              <a:rPr sz="1000" dirty="0">
                <a:solidFill>
                  <a:srgbClr val="231F20"/>
                </a:solidFill>
                <a:latin typeface="Arial"/>
                <a:cs typeface="Arial"/>
              </a:rPr>
              <a:t>paths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diplomacy.</a:t>
            </a:r>
            <a:r>
              <a:rPr sz="1000" spc="-15" dirty="0">
                <a:solidFill>
                  <a:srgbClr val="231F20"/>
                </a:solidFill>
                <a:latin typeface="Arial"/>
                <a:cs typeface="Arial"/>
              </a:rPr>
              <a:t> </a:t>
            </a:r>
            <a:r>
              <a:rPr sz="1000" spc="-10" dirty="0">
                <a:solidFill>
                  <a:srgbClr val="231F20"/>
                </a:solidFill>
                <a:latin typeface="Arial"/>
                <a:cs typeface="Arial"/>
              </a:rPr>
              <a:t>This</a:t>
            </a:r>
            <a:r>
              <a:rPr sz="1000" spc="-15" dirty="0">
                <a:solidFill>
                  <a:srgbClr val="231F20"/>
                </a:solidFill>
                <a:latin typeface="Arial"/>
                <a:cs typeface="Arial"/>
              </a:rPr>
              <a:t> </a:t>
            </a:r>
            <a:r>
              <a:rPr sz="1000" spc="-20" dirty="0">
                <a:solidFill>
                  <a:srgbClr val="231F20"/>
                </a:solidFill>
                <a:latin typeface="Arial"/>
                <a:cs typeface="Arial"/>
              </a:rPr>
              <a:t>tour</a:t>
            </a:r>
            <a:r>
              <a:rPr sz="1000" spc="500" dirty="0">
                <a:solidFill>
                  <a:srgbClr val="231F20"/>
                </a:solidFill>
                <a:latin typeface="Arial"/>
                <a:cs typeface="Arial"/>
              </a:rPr>
              <a:t>  </a:t>
            </a:r>
            <a:r>
              <a:rPr sz="1000" dirty="0">
                <a:solidFill>
                  <a:srgbClr val="231F20"/>
                </a:solidFill>
                <a:latin typeface="Arial"/>
                <a:cs typeface="Arial"/>
              </a:rPr>
              <a:t>offered</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rare</a:t>
            </a:r>
            <a:r>
              <a:rPr sz="1000" spc="10" dirty="0">
                <a:solidFill>
                  <a:srgbClr val="231F20"/>
                </a:solidFill>
                <a:latin typeface="Arial"/>
                <a:cs typeface="Arial"/>
              </a:rPr>
              <a:t> </a:t>
            </a:r>
            <a:r>
              <a:rPr sz="1000" dirty="0">
                <a:solidFill>
                  <a:srgbClr val="231F20"/>
                </a:solidFill>
                <a:latin typeface="Arial"/>
                <a:cs typeface="Arial"/>
              </a:rPr>
              <a:t>glimpse</a:t>
            </a:r>
            <a:r>
              <a:rPr sz="1000" spc="5" dirty="0">
                <a:solidFill>
                  <a:srgbClr val="231F20"/>
                </a:solidFill>
                <a:latin typeface="Arial"/>
                <a:cs typeface="Arial"/>
              </a:rPr>
              <a:t> </a:t>
            </a:r>
            <a:r>
              <a:rPr sz="1000" dirty="0">
                <a:solidFill>
                  <a:srgbClr val="231F20"/>
                </a:solidFill>
                <a:latin typeface="Arial"/>
                <a:cs typeface="Arial"/>
              </a:rPr>
              <a:t>into</a:t>
            </a:r>
            <a:r>
              <a:rPr sz="1000" spc="10" dirty="0">
                <a:solidFill>
                  <a:srgbClr val="231F20"/>
                </a:solidFill>
                <a:latin typeface="Arial"/>
                <a:cs typeface="Arial"/>
              </a:rPr>
              <a:t> </a:t>
            </a:r>
            <a:r>
              <a:rPr sz="1000" spc="-50" dirty="0">
                <a:solidFill>
                  <a:srgbClr val="231F20"/>
                </a:solidFill>
                <a:latin typeface="Arial"/>
                <a:cs typeface="Arial"/>
              </a:rPr>
              <a:t>U.S.</a:t>
            </a:r>
            <a:r>
              <a:rPr sz="1000" spc="5" dirty="0">
                <a:solidFill>
                  <a:srgbClr val="231F20"/>
                </a:solidFill>
                <a:latin typeface="Arial"/>
                <a:cs typeface="Arial"/>
              </a:rPr>
              <a:t> </a:t>
            </a:r>
            <a:r>
              <a:rPr sz="1000" dirty="0">
                <a:solidFill>
                  <a:srgbClr val="231F20"/>
                </a:solidFill>
                <a:latin typeface="Arial"/>
                <a:cs typeface="Arial"/>
              </a:rPr>
              <a:t>diplomatic</a:t>
            </a:r>
            <a:r>
              <a:rPr sz="1000" spc="10" dirty="0">
                <a:solidFill>
                  <a:srgbClr val="231F20"/>
                </a:solidFill>
                <a:latin typeface="Arial"/>
                <a:cs typeface="Arial"/>
              </a:rPr>
              <a:t> </a:t>
            </a:r>
            <a:r>
              <a:rPr sz="1000" dirty="0">
                <a:solidFill>
                  <a:srgbClr val="231F20"/>
                </a:solidFill>
                <a:latin typeface="Arial"/>
                <a:cs typeface="Arial"/>
              </a:rPr>
              <a:t>operations</a:t>
            </a:r>
            <a:r>
              <a:rPr sz="1000" spc="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international</a:t>
            </a:r>
            <a:r>
              <a:rPr sz="1000" spc="20" dirty="0">
                <a:solidFill>
                  <a:srgbClr val="231F20"/>
                </a:solidFill>
                <a:latin typeface="Arial"/>
                <a:cs typeface="Arial"/>
              </a:rPr>
              <a:t> </a:t>
            </a:r>
            <a:r>
              <a:rPr sz="1000" spc="-10" dirty="0">
                <a:solidFill>
                  <a:srgbClr val="231F20"/>
                </a:solidFill>
                <a:latin typeface="Arial"/>
                <a:cs typeface="Arial"/>
              </a:rPr>
              <a:t>relations.</a:t>
            </a:r>
            <a:endParaRPr sz="1000">
              <a:latin typeface="Arial"/>
              <a:cs typeface="Arial"/>
            </a:endParaRPr>
          </a:p>
          <a:p>
            <a:pPr marL="12700" marR="65405">
              <a:lnSpc>
                <a:spcPct val="100000"/>
              </a:lnSpc>
              <a:spcBef>
                <a:spcPts val="900"/>
              </a:spcBef>
            </a:pP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month</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April</a:t>
            </a:r>
            <a:r>
              <a:rPr sz="1000" spc="5"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5</a:t>
            </a:r>
            <a:r>
              <a:rPr sz="1000" spc="5" dirty="0">
                <a:solidFill>
                  <a:srgbClr val="231F20"/>
                </a:solidFill>
                <a:latin typeface="Arial"/>
                <a:cs typeface="Arial"/>
              </a:rPr>
              <a:t> </a:t>
            </a:r>
            <a:r>
              <a:rPr sz="1000" dirty="0">
                <a:solidFill>
                  <a:srgbClr val="231F20"/>
                </a:solidFill>
                <a:latin typeface="Arial"/>
                <a:cs typeface="Arial"/>
              </a:rPr>
              <a:t>will</a:t>
            </a:r>
            <a:r>
              <a:rPr sz="1000" spc="5" dirty="0">
                <a:solidFill>
                  <a:srgbClr val="231F20"/>
                </a:solidFill>
                <a:latin typeface="Arial"/>
                <a:cs typeface="Arial"/>
              </a:rPr>
              <a:t> </a:t>
            </a:r>
            <a:r>
              <a:rPr sz="1000" dirty="0">
                <a:solidFill>
                  <a:srgbClr val="231F20"/>
                </a:solidFill>
                <a:latin typeface="Arial"/>
                <a:cs typeface="Arial"/>
              </a:rPr>
              <a:t>engaged</a:t>
            </a:r>
            <a:r>
              <a:rPr sz="1000" spc="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spc="-50" dirty="0">
                <a:solidFill>
                  <a:srgbClr val="231F20"/>
                </a:solidFill>
                <a:latin typeface="Arial"/>
                <a:cs typeface="Arial"/>
              </a:rPr>
              <a:t>a </a:t>
            </a:r>
            <a:r>
              <a:rPr sz="1000" spc="-35" dirty="0">
                <a:solidFill>
                  <a:srgbClr val="231F20"/>
                </a:solidFill>
                <a:latin typeface="Arial"/>
                <a:cs typeface="Arial"/>
              </a:rPr>
              <a:t>Farm-</a:t>
            </a:r>
            <a:r>
              <a:rPr sz="1000" spc="-10" dirty="0">
                <a:solidFill>
                  <a:srgbClr val="231F20"/>
                </a:solidFill>
                <a:latin typeface="Arial"/>
                <a:cs typeface="Arial"/>
              </a:rPr>
              <a:t>to-</a:t>
            </a:r>
            <a:r>
              <a:rPr sz="1000" spc="-20" dirty="0">
                <a:solidFill>
                  <a:srgbClr val="231F20"/>
                </a:solidFill>
                <a:latin typeface="Arial"/>
                <a:cs typeface="Arial"/>
              </a:rPr>
              <a:t>Table</a:t>
            </a:r>
            <a:r>
              <a:rPr sz="1000" spc="25" dirty="0">
                <a:solidFill>
                  <a:srgbClr val="231F20"/>
                </a:solidFill>
                <a:latin typeface="Arial"/>
                <a:cs typeface="Arial"/>
              </a:rPr>
              <a:t> </a:t>
            </a:r>
            <a:r>
              <a:rPr sz="1000" dirty="0">
                <a:solidFill>
                  <a:srgbClr val="231F20"/>
                </a:solidFill>
                <a:latin typeface="Arial"/>
                <a:cs typeface="Arial"/>
              </a:rPr>
              <a:t>cooking</a:t>
            </a:r>
            <a:r>
              <a:rPr sz="1000" spc="20" dirty="0">
                <a:solidFill>
                  <a:srgbClr val="231F20"/>
                </a:solidFill>
                <a:latin typeface="Arial"/>
                <a:cs typeface="Arial"/>
              </a:rPr>
              <a:t> </a:t>
            </a:r>
            <a:r>
              <a:rPr sz="1000" dirty="0">
                <a:solidFill>
                  <a:srgbClr val="231F20"/>
                </a:solidFill>
                <a:latin typeface="Arial"/>
                <a:cs typeface="Arial"/>
              </a:rPr>
              <a:t>challenge</a:t>
            </a:r>
            <a:r>
              <a:rPr sz="1000" spc="25" dirty="0">
                <a:solidFill>
                  <a:srgbClr val="231F20"/>
                </a:solidFill>
                <a:latin typeface="Arial"/>
                <a:cs typeface="Arial"/>
              </a:rPr>
              <a:t> </a:t>
            </a:r>
            <a:r>
              <a:rPr sz="1000" dirty="0">
                <a:solidFill>
                  <a:srgbClr val="231F20"/>
                </a:solidFill>
                <a:latin typeface="Arial"/>
                <a:cs typeface="Arial"/>
              </a:rPr>
              <a:t>that</a:t>
            </a:r>
            <a:r>
              <a:rPr sz="1000" spc="25" dirty="0">
                <a:solidFill>
                  <a:srgbClr val="231F20"/>
                </a:solidFill>
                <a:latin typeface="Arial"/>
                <a:cs typeface="Arial"/>
              </a:rPr>
              <a:t> </a:t>
            </a:r>
            <a:r>
              <a:rPr sz="1000" dirty="0">
                <a:solidFill>
                  <a:srgbClr val="231F20"/>
                </a:solidFill>
                <a:latin typeface="Arial"/>
                <a:cs typeface="Arial"/>
              </a:rPr>
              <a:t>focused</a:t>
            </a:r>
            <a:r>
              <a:rPr sz="1000" spc="25" dirty="0">
                <a:solidFill>
                  <a:srgbClr val="231F20"/>
                </a:solidFill>
                <a:latin typeface="Arial"/>
                <a:cs typeface="Arial"/>
              </a:rPr>
              <a:t> </a:t>
            </a:r>
            <a:r>
              <a:rPr sz="1000" dirty="0">
                <a:solidFill>
                  <a:srgbClr val="231F20"/>
                </a:solidFill>
                <a:latin typeface="Arial"/>
                <a:cs typeface="Arial"/>
              </a:rPr>
              <a:t>on</a:t>
            </a:r>
            <a:r>
              <a:rPr sz="1000" spc="25" dirty="0">
                <a:solidFill>
                  <a:srgbClr val="231F20"/>
                </a:solidFill>
                <a:latin typeface="Arial"/>
                <a:cs typeface="Arial"/>
              </a:rPr>
              <a:t> </a:t>
            </a:r>
            <a:r>
              <a:rPr sz="1000" spc="-10" dirty="0">
                <a:solidFill>
                  <a:srgbClr val="231F20"/>
                </a:solidFill>
                <a:latin typeface="Arial"/>
                <a:cs typeface="Arial"/>
              </a:rPr>
              <a:t>healthy </a:t>
            </a:r>
            <a:r>
              <a:rPr sz="1000" dirty="0">
                <a:solidFill>
                  <a:srgbClr val="231F20"/>
                </a:solidFill>
                <a:latin typeface="Arial"/>
                <a:cs typeface="Arial"/>
              </a:rPr>
              <a:t>eating,</a:t>
            </a:r>
            <a:r>
              <a:rPr sz="1000" spc="10" dirty="0">
                <a:solidFill>
                  <a:srgbClr val="231F20"/>
                </a:solidFill>
                <a:latin typeface="Arial"/>
                <a:cs typeface="Arial"/>
              </a:rPr>
              <a:t> </a:t>
            </a:r>
            <a:r>
              <a:rPr sz="1000" spc="-60" dirty="0">
                <a:solidFill>
                  <a:srgbClr val="231F20"/>
                </a:solidFill>
                <a:latin typeface="Arial"/>
                <a:cs typeface="Arial"/>
              </a:rPr>
              <a:t>STEM,</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environmentally</a:t>
            </a:r>
            <a:r>
              <a:rPr sz="1000" spc="15" dirty="0">
                <a:solidFill>
                  <a:srgbClr val="231F20"/>
                </a:solidFill>
                <a:latin typeface="Arial"/>
                <a:cs typeface="Arial"/>
              </a:rPr>
              <a:t> </a:t>
            </a:r>
            <a:r>
              <a:rPr sz="1000" dirty="0">
                <a:solidFill>
                  <a:srgbClr val="231F20"/>
                </a:solidFill>
                <a:latin typeface="Arial"/>
                <a:cs typeface="Arial"/>
              </a:rPr>
              <a:t>friendly</a:t>
            </a:r>
            <a:r>
              <a:rPr sz="1000" spc="15" dirty="0">
                <a:solidFill>
                  <a:srgbClr val="231F20"/>
                </a:solidFill>
                <a:latin typeface="Arial"/>
                <a:cs typeface="Arial"/>
              </a:rPr>
              <a:t> </a:t>
            </a:r>
            <a:r>
              <a:rPr sz="1000" spc="-10" dirty="0">
                <a:solidFill>
                  <a:srgbClr val="231F20"/>
                </a:solidFill>
                <a:latin typeface="Arial"/>
                <a:cs typeface="Arial"/>
              </a:rPr>
              <a:t>practices.</a:t>
            </a:r>
            <a:endParaRPr sz="1000">
              <a:latin typeface="Arial"/>
              <a:cs typeface="Arial"/>
            </a:endParaRPr>
          </a:p>
          <a:p>
            <a:pPr marL="12700" marR="67310">
              <a:lnSpc>
                <a:spcPct val="100000"/>
              </a:lnSpc>
            </a:pPr>
            <a:r>
              <a:rPr sz="1000" dirty="0">
                <a:solidFill>
                  <a:srgbClr val="231F20"/>
                </a:solidFill>
                <a:latin typeface="Arial"/>
                <a:cs typeface="Arial"/>
              </a:rPr>
              <a:t>After touring</a:t>
            </a:r>
            <a:r>
              <a:rPr sz="1000" spc="5" dirty="0">
                <a:solidFill>
                  <a:srgbClr val="231F20"/>
                </a:solidFill>
                <a:latin typeface="Arial"/>
                <a:cs typeface="Arial"/>
              </a:rPr>
              <a:t> </a:t>
            </a:r>
            <a:r>
              <a:rPr sz="1000" dirty="0">
                <a:solidFill>
                  <a:srgbClr val="231F20"/>
                </a:solidFill>
                <a:latin typeface="Arial"/>
                <a:cs typeface="Arial"/>
              </a:rPr>
              <a:t>a </a:t>
            </a:r>
            <a:r>
              <a:rPr sz="1000" spc="-10" dirty="0">
                <a:solidFill>
                  <a:srgbClr val="231F20"/>
                </a:solidFill>
                <a:latin typeface="Arial"/>
                <a:cs typeface="Arial"/>
              </a:rPr>
              <a:t>research</a:t>
            </a:r>
            <a:r>
              <a:rPr sz="1000" spc="5" dirty="0">
                <a:solidFill>
                  <a:srgbClr val="231F20"/>
                </a:solidFill>
                <a:latin typeface="Arial"/>
                <a:cs typeface="Arial"/>
              </a:rPr>
              <a:t> </a:t>
            </a:r>
            <a:r>
              <a:rPr sz="1000" dirty="0">
                <a:solidFill>
                  <a:srgbClr val="231F20"/>
                </a:solidFill>
                <a:latin typeface="Arial"/>
                <a:cs typeface="Arial"/>
              </a:rPr>
              <a:t>farm and</a:t>
            </a:r>
            <a:r>
              <a:rPr sz="1000" spc="5" dirty="0">
                <a:solidFill>
                  <a:srgbClr val="231F20"/>
                </a:solidFill>
                <a:latin typeface="Arial"/>
                <a:cs typeface="Arial"/>
              </a:rPr>
              <a:t> </a:t>
            </a:r>
            <a:r>
              <a:rPr sz="1000" dirty="0">
                <a:solidFill>
                  <a:srgbClr val="231F20"/>
                </a:solidFill>
                <a:latin typeface="Arial"/>
                <a:cs typeface="Arial"/>
              </a:rPr>
              <a:t>learning about</a:t>
            </a:r>
            <a:r>
              <a:rPr sz="1000" spc="5" dirty="0">
                <a:solidFill>
                  <a:srgbClr val="231F20"/>
                </a:solidFill>
                <a:latin typeface="Arial"/>
                <a:cs typeface="Arial"/>
              </a:rPr>
              <a:t> </a:t>
            </a:r>
            <a:r>
              <a:rPr sz="1000" spc="-20" dirty="0">
                <a:solidFill>
                  <a:srgbClr val="231F20"/>
                </a:solidFill>
                <a:latin typeface="Arial"/>
                <a:cs typeface="Arial"/>
              </a:rPr>
              <a:t>food </a:t>
            </a:r>
            <a:r>
              <a:rPr sz="1000" spc="-10" dirty="0">
                <a:solidFill>
                  <a:srgbClr val="231F20"/>
                </a:solidFill>
                <a:latin typeface="Arial"/>
                <a:cs typeface="Arial"/>
              </a:rPr>
              <a:t>sustainability,</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Junior</a:t>
            </a:r>
            <a:r>
              <a:rPr sz="1000" spc="15" dirty="0">
                <a:solidFill>
                  <a:srgbClr val="231F20"/>
                </a:solidFill>
                <a:latin typeface="Arial"/>
                <a:cs typeface="Arial"/>
              </a:rPr>
              <a:t> </a:t>
            </a:r>
            <a:r>
              <a:rPr sz="1000" spc="-20" dirty="0">
                <a:solidFill>
                  <a:srgbClr val="231F20"/>
                </a:solidFill>
                <a:latin typeface="Arial"/>
                <a:cs typeface="Arial"/>
              </a:rPr>
              <a:t>Teens</a:t>
            </a:r>
            <a:r>
              <a:rPr sz="1000" spc="15" dirty="0">
                <a:solidFill>
                  <a:srgbClr val="231F20"/>
                </a:solidFill>
                <a:latin typeface="Arial"/>
                <a:cs typeface="Arial"/>
              </a:rPr>
              <a:t> </a:t>
            </a:r>
            <a:r>
              <a:rPr sz="1000" dirty="0">
                <a:solidFill>
                  <a:srgbClr val="231F20"/>
                </a:solidFill>
                <a:latin typeface="Arial"/>
                <a:cs typeface="Arial"/>
              </a:rPr>
              <a:t>will</a:t>
            </a:r>
            <a:r>
              <a:rPr sz="1000" spc="20" dirty="0">
                <a:solidFill>
                  <a:srgbClr val="231F20"/>
                </a:solidFill>
                <a:latin typeface="Arial"/>
                <a:cs typeface="Arial"/>
              </a:rPr>
              <a:t> </a:t>
            </a:r>
            <a:r>
              <a:rPr sz="1000" dirty="0">
                <a:solidFill>
                  <a:srgbClr val="231F20"/>
                </a:solidFill>
                <a:latin typeface="Arial"/>
                <a:cs typeface="Arial"/>
              </a:rPr>
              <a:t>worked</a:t>
            </a:r>
            <a:r>
              <a:rPr sz="1000" spc="15"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10" dirty="0">
                <a:solidFill>
                  <a:srgbClr val="231F20"/>
                </a:solidFill>
                <a:latin typeface="Arial"/>
                <a:cs typeface="Arial"/>
              </a:rPr>
              <a:t>African </a:t>
            </a:r>
            <a:r>
              <a:rPr sz="1000" dirty="0">
                <a:solidFill>
                  <a:srgbClr val="231F20"/>
                </a:solidFill>
                <a:latin typeface="Arial"/>
                <a:cs typeface="Arial"/>
              </a:rPr>
              <a:t>American</a:t>
            </a:r>
            <a:r>
              <a:rPr sz="1000" spc="-5" dirty="0">
                <a:solidFill>
                  <a:srgbClr val="231F20"/>
                </a:solidFill>
                <a:latin typeface="Arial"/>
                <a:cs typeface="Arial"/>
              </a:rPr>
              <a:t> </a:t>
            </a:r>
            <a:r>
              <a:rPr sz="1000" dirty="0">
                <a:solidFill>
                  <a:srgbClr val="231F20"/>
                </a:solidFill>
                <a:latin typeface="Arial"/>
                <a:cs typeface="Arial"/>
              </a:rPr>
              <a:t>chefs to prepare healthy </a:t>
            </a:r>
            <a:r>
              <a:rPr sz="1000" spc="-20" dirty="0">
                <a:solidFill>
                  <a:srgbClr val="231F20"/>
                </a:solidFill>
                <a:latin typeface="Arial"/>
                <a:cs typeface="Arial"/>
              </a:rPr>
              <a:t>meals,</a:t>
            </a:r>
            <a:r>
              <a:rPr sz="1000" dirty="0">
                <a:solidFill>
                  <a:srgbClr val="231F20"/>
                </a:solidFill>
                <a:latin typeface="Arial"/>
                <a:cs typeface="Arial"/>
              </a:rPr>
              <a:t> gaining</a:t>
            </a:r>
            <a:r>
              <a:rPr sz="1000" spc="-5" dirty="0">
                <a:solidFill>
                  <a:srgbClr val="231F20"/>
                </a:solidFill>
                <a:latin typeface="Arial"/>
                <a:cs typeface="Arial"/>
              </a:rPr>
              <a:t> </a:t>
            </a:r>
            <a:r>
              <a:rPr sz="1000" spc="-10" dirty="0">
                <a:solidFill>
                  <a:srgbClr val="231F20"/>
                </a:solidFill>
                <a:latin typeface="Arial"/>
                <a:cs typeface="Arial"/>
              </a:rPr>
              <a:t>hands- </a:t>
            </a:r>
            <a:r>
              <a:rPr sz="1000" dirty="0">
                <a:solidFill>
                  <a:srgbClr val="231F20"/>
                </a:solidFill>
                <a:latin typeface="Arial"/>
                <a:cs typeface="Arial"/>
              </a:rPr>
              <a:t>on culinary experience</a:t>
            </a:r>
            <a:r>
              <a:rPr sz="1000" spc="5" dirty="0">
                <a:solidFill>
                  <a:srgbClr val="231F20"/>
                </a:solidFill>
                <a:latin typeface="Arial"/>
                <a:cs typeface="Arial"/>
              </a:rPr>
              <a:t> </a:t>
            </a:r>
            <a:r>
              <a:rPr sz="1000" dirty="0">
                <a:solidFill>
                  <a:srgbClr val="231F20"/>
                </a:solidFill>
                <a:latin typeface="Arial"/>
                <a:cs typeface="Arial"/>
              </a:rPr>
              <a:t>and valuable </a:t>
            </a:r>
            <a:r>
              <a:rPr sz="1000" spc="-10" dirty="0">
                <a:solidFill>
                  <a:srgbClr val="231F20"/>
                </a:solidFill>
                <a:latin typeface="Arial"/>
                <a:cs typeface="Arial"/>
              </a:rPr>
              <a:t>lessons</a:t>
            </a:r>
            <a:r>
              <a:rPr sz="1000" spc="5" dirty="0">
                <a:solidFill>
                  <a:srgbClr val="231F20"/>
                </a:solidFill>
                <a:latin typeface="Arial"/>
                <a:cs typeface="Arial"/>
              </a:rPr>
              <a:t> </a:t>
            </a:r>
            <a:r>
              <a:rPr sz="1000" dirty="0">
                <a:solidFill>
                  <a:srgbClr val="231F20"/>
                </a:solidFill>
                <a:latin typeface="Arial"/>
                <a:cs typeface="Arial"/>
              </a:rPr>
              <a:t>on </a:t>
            </a:r>
            <a:r>
              <a:rPr sz="1000" spc="-20" dirty="0">
                <a:solidFill>
                  <a:srgbClr val="231F20"/>
                </a:solidFill>
                <a:latin typeface="Arial"/>
                <a:cs typeface="Arial"/>
              </a:rPr>
              <a:t>food </a:t>
            </a:r>
            <a:r>
              <a:rPr sz="1000" dirty="0">
                <a:solidFill>
                  <a:srgbClr val="231F20"/>
                </a:solidFill>
                <a:latin typeface="Arial"/>
                <a:cs typeface="Arial"/>
              </a:rPr>
              <a:t>sourcing</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nutrition.</a:t>
            </a:r>
            <a:endParaRPr sz="1000">
              <a:latin typeface="Arial"/>
              <a:cs typeface="Arial"/>
            </a:endParaRPr>
          </a:p>
          <a:p>
            <a:pPr marL="12700" algn="just">
              <a:lnSpc>
                <a:spcPct val="100000"/>
              </a:lnSpc>
              <a:spcBef>
                <a:spcPts val="900"/>
              </a:spcBef>
            </a:pPr>
            <a:r>
              <a:rPr sz="1000" spc="-10" dirty="0">
                <a:solidFill>
                  <a:srgbClr val="231F20"/>
                </a:solidFill>
                <a:latin typeface="Arial"/>
                <a:cs typeface="Arial"/>
              </a:rPr>
              <a:t>This</a:t>
            </a:r>
            <a:r>
              <a:rPr sz="1000" spc="-5" dirty="0">
                <a:solidFill>
                  <a:srgbClr val="231F20"/>
                </a:solidFill>
                <a:latin typeface="Arial"/>
                <a:cs typeface="Arial"/>
              </a:rPr>
              <a:t> </a:t>
            </a:r>
            <a:r>
              <a:rPr sz="1000" dirty="0">
                <a:solidFill>
                  <a:srgbClr val="231F20"/>
                </a:solidFill>
                <a:latin typeface="Arial"/>
                <a:cs typeface="Arial"/>
              </a:rPr>
              <a:t>activity-packed year </a:t>
            </a:r>
            <a:r>
              <a:rPr sz="1000" spc="-10" dirty="0">
                <a:solidFill>
                  <a:srgbClr val="231F20"/>
                </a:solidFill>
                <a:latin typeface="Arial"/>
                <a:cs typeface="Arial"/>
              </a:rPr>
              <a:t>has</a:t>
            </a:r>
            <a:r>
              <a:rPr sz="1000" dirty="0">
                <a:solidFill>
                  <a:srgbClr val="231F20"/>
                </a:solidFill>
                <a:latin typeface="Arial"/>
                <a:cs typeface="Arial"/>
              </a:rPr>
              <a:t> allowed Group 5 to </a:t>
            </a:r>
            <a:r>
              <a:rPr sz="1000" spc="-20" dirty="0">
                <a:solidFill>
                  <a:srgbClr val="231F20"/>
                </a:solidFill>
                <a:latin typeface="Arial"/>
                <a:cs typeface="Arial"/>
              </a:rPr>
              <a:t>blend</a:t>
            </a:r>
            <a:endParaRPr sz="1000">
              <a:latin typeface="Arial"/>
              <a:cs typeface="Arial"/>
            </a:endParaRPr>
          </a:p>
          <a:p>
            <a:pPr marL="12700" marR="40640" algn="just">
              <a:lnSpc>
                <a:spcPct val="100000"/>
              </a:lnSpc>
            </a:pPr>
            <a:r>
              <a:rPr sz="1000" spc="-10" dirty="0">
                <a:solidFill>
                  <a:srgbClr val="231F20"/>
                </a:solidFill>
                <a:latin typeface="Arial"/>
                <a:cs typeface="Arial"/>
              </a:rPr>
              <a:t>**cultural</a:t>
            </a:r>
            <a:r>
              <a:rPr sz="1000" spc="-20" dirty="0">
                <a:solidFill>
                  <a:srgbClr val="231F20"/>
                </a:solidFill>
                <a:latin typeface="Arial"/>
                <a:cs typeface="Arial"/>
              </a:rPr>
              <a:t> </a:t>
            </a:r>
            <a:r>
              <a:rPr sz="1000" dirty="0">
                <a:solidFill>
                  <a:srgbClr val="231F20"/>
                </a:solidFill>
                <a:latin typeface="Arial"/>
                <a:cs typeface="Arial"/>
              </a:rPr>
              <a:t>enrichment,</a:t>
            </a:r>
            <a:r>
              <a:rPr sz="1000" spc="-15" dirty="0">
                <a:solidFill>
                  <a:srgbClr val="231F20"/>
                </a:solidFill>
                <a:latin typeface="Arial"/>
                <a:cs typeface="Arial"/>
              </a:rPr>
              <a:t> </a:t>
            </a:r>
            <a:r>
              <a:rPr sz="1000" dirty="0">
                <a:solidFill>
                  <a:srgbClr val="231F20"/>
                </a:solidFill>
                <a:latin typeface="Arial"/>
                <a:cs typeface="Arial"/>
              </a:rPr>
              <a:t>social</a:t>
            </a:r>
            <a:r>
              <a:rPr sz="1000" spc="-10" dirty="0">
                <a:solidFill>
                  <a:srgbClr val="231F20"/>
                </a:solidFill>
                <a:latin typeface="Arial"/>
                <a:cs typeface="Arial"/>
              </a:rPr>
              <a:t> </a:t>
            </a:r>
            <a:r>
              <a:rPr sz="1000" dirty="0">
                <a:solidFill>
                  <a:srgbClr val="231F20"/>
                </a:solidFill>
                <a:latin typeface="Arial"/>
                <a:cs typeface="Arial"/>
              </a:rPr>
              <a:t>bonding,</a:t>
            </a:r>
            <a:r>
              <a:rPr sz="1000" spc="-10" dirty="0">
                <a:solidFill>
                  <a:srgbClr val="231F20"/>
                </a:solidFill>
                <a:latin typeface="Arial"/>
                <a:cs typeface="Arial"/>
              </a:rPr>
              <a:t> </a:t>
            </a:r>
            <a:r>
              <a:rPr sz="1000" spc="-65" dirty="0">
                <a:solidFill>
                  <a:srgbClr val="231F20"/>
                </a:solidFill>
                <a:latin typeface="Arial"/>
                <a:cs typeface="Arial"/>
              </a:rPr>
              <a:t>STEM</a:t>
            </a:r>
            <a:r>
              <a:rPr sz="1000" spc="-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community</a:t>
            </a:r>
            <a:r>
              <a:rPr sz="1000" spc="25" dirty="0">
                <a:solidFill>
                  <a:srgbClr val="231F20"/>
                </a:solidFill>
                <a:latin typeface="Arial"/>
                <a:cs typeface="Arial"/>
              </a:rPr>
              <a:t> </a:t>
            </a:r>
            <a:r>
              <a:rPr sz="1000" dirty="0">
                <a:solidFill>
                  <a:srgbClr val="231F20"/>
                </a:solidFill>
                <a:latin typeface="Arial"/>
                <a:cs typeface="Arial"/>
              </a:rPr>
              <a:t>service,</a:t>
            </a:r>
            <a:r>
              <a:rPr sz="1000" spc="30" dirty="0">
                <a:solidFill>
                  <a:srgbClr val="231F20"/>
                </a:solidFill>
                <a:latin typeface="Arial"/>
                <a:cs typeface="Arial"/>
              </a:rPr>
              <a:t> </a:t>
            </a:r>
            <a:r>
              <a:rPr sz="1000" dirty="0">
                <a:solidFill>
                  <a:srgbClr val="231F20"/>
                </a:solidFill>
                <a:latin typeface="Arial"/>
                <a:cs typeface="Arial"/>
              </a:rPr>
              <a:t>fostering</a:t>
            </a:r>
            <a:r>
              <a:rPr sz="1000" spc="30" dirty="0">
                <a:solidFill>
                  <a:srgbClr val="231F20"/>
                </a:solidFill>
                <a:latin typeface="Arial"/>
                <a:cs typeface="Arial"/>
              </a:rPr>
              <a:t> </a:t>
            </a:r>
            <a:r>
              <a:rPr sz="1000" dirty="0">
                <a:solidFill>
                  <a:srgbClr val="231F20"/>
                </a:solidFill>
                <a:latin typeface="Arial"/>
                <a:cs typeface="Arial"/>
              </a:rPr>
              <a:t>well-rounded</a:t>
            </a:r>
            <a:r>
              <a:rPr sz="1000" spc="30" dirty="0">
                <a:solidFill>
                  <a:srgbClr val="231F20"/>
                </a:solidFill>
                <a:latin typeface="Arial"/>
                <a:cs typeface="Arial"/>
              </a:rPr>
              <a:t> </a:t>
            </a:r>
            <a:r>
              <a:rPr sz="1000" dirty="0">
                <a:solidFill>
                  <a:srgbClr val="231F20"/>
                </a:solidFill>
                <a:latin typeface="Arial"/>
                <a:cs typeface="Arial"/>
              </a:rPr>
              <a:t>growth</a:t>
            </a:r>
            <a:r>
              <a:rPr sz="1000" spc="30" dirty="0">
                <a:solidFill>
                  <a:srgbClr val="231F20"/>
                </a:solidFill>
                <a:latin typeface="Arial"/>
                <a:cs typeface="Arial"/>
              </a:rPr>
              <a:t> </a:t>
            </a:r>
            <a:r>
              <a:rPr sz="1000" dirty="0">
                <a:solidFill>
                  <a:srgbClr val="231F20"/>
                </a:solidFill>
                <a:latin typeface="Arial"/>
                <a:cs typeface="Arial"/>
              </a:rPr>
              <a:t>for</a:t>
            </a:r>
            <a:r>
              <a:rPr sz="1000" spc="3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Junior</a:t>
            </a:r>
            <a:r>
              <a:rPr sz="1000" spc="-15" dirty="0">
                <a:solidFill>
                  <a:srgbClr val="231F20"/>
                </a:solidFill>
                <a:latin typeface="Arial"/>
                <a:cs typeface="Arial"/>
              </a:rPr>
              <a:t> </a:t>
            </a:r>
            <a:r>
              <a:rPr sz="1000" spc="-10" dirty="0">
                <a:solidFill>
                  <a:srgbClr val="231F20"/>
                </a:solidFill>
                <a:latin typeface="Arial"/>
                <a:cs typeface="Arial"/>
              </a:rPr>
              <a:t>Teens.</a:t>
            </a:r>
            <a:endParaRPr sz="1000">
              <a:latin typeface="Arial"/>
              <a:cs typeface="Arial"/>
            </a:endParaRPr>
          </a:p>
          <a:p>
            <a:pPr marL="12700" marR="81280">
              <a:lnSpc>
                <a:spcPct val="100000"/>
              </a:lnSpc>
              <a:spcBef>
                <a:spcPts val="900"/>
              </a:spcBef>
            </a:pP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Annual</a:t>
            </a:r>
            <a:r>
              <a:rPr sz="1000" spc="-10" dirty="0">
                <a:solidFill>
                  <a:srgbClr val="231F20"/>
                </a:solidFill>
                <a:latin typeface="Arial"/>
                <a:cs typeface="Arial"/>
              </a:rPr>
              <a:t> </a:t>
            </a:r>
            <a:r>
              <a:rPr sz="1000" dirty="0">
                <a:solidFill>
                  <a:srgbClr val="231F20"/>
                </a:solidFill>
                <a:latin typeface="Arial"/>
                <a:cs typeface="Arial"/>
              </a:rPr>
              <a:t>Senior</a:t>
            </a:r>
            <a:r>
              <a:rPr sz="1000" spc="-15" dirty="0">
                <a:solidFill>
                  <a:srgbClr val="231F20"/>
                </a:solidFill>
                <a:latin typeface="Arial"/>
                <a:cs typeface="Arial"/>
              </a:rPr>
              <a:t> </a:t>
            </a:r>
            <a:r>
              <a:rPr sz="1000" spc="-20" dirty="0">
                <a:solidFill>
                  <a:srgbClr val="231F20"/>
                </a:solidFill>
                <a:latin typeface="Arial"/>
                <a:cs typeface="Arial"/>
              </a:rPr>
              <a:t>Teen</a:t>
            </a:r>
            <a:r>
              <a:rPr sz="1000" spc="-15" dirty="0">
                <a:solidFill>
                  <a:srgbClr val="231F20"/>
                </a:solidFill>
                <a:latin typeface="Arial"/>
                <a:cs typeface="Arial"/>
              </a:rPr>
              <a:t> </a:t>
            </a:r>
            <a:r>
              <a:rPr sz="1000" spc="-10" dirty="0">
                <a:solidFill>
                  <a:srgbClr val="231F20"/>
                </a:solidFill>
                <a:latin typeface="Arial"/>
                <a:cs typeface="Arial"/>
              </a:rPr>
              <a:t>Retreat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6</a:t>
            </a:r>
            <a:r>
              <a:rPr sz="1000" spc="-10" dirty="0">
                <a:solidFill>
                  <a:srgbClr val="231F20"/>
                </a:solidFill>
                <a:latin typeface="Arial"/>
                <a:cs typeface="Arial"/>
              </a:rPr>
              <a:t> </a:t>
            </a:r>
            <a:r>
              <a:rPr sz="1000" spc="-20" dirty="0">
                <a:solidFill>
                  <a:srgbClr val="231F20"/>
                </a:solidFill>
                <a:latin typeface="Arial"/>
                <a:cs typeface="Arial"/>
              </a:rPr>
              <a:t>(9th </a:t>
            </a:r>
            <a:r>
              <a:rPr sz="1000" dirty="0">
                <a:solidFill>
                  <a:srgbClr val="231F20"/>
                </a:solidFill>
                <a:latin typeface="Arial"/>
                <a:cs typeface="Arial"/>
              </a:rPr>
              <a:t>thru</a:t>
            </a:r>
            <a:r>
              <a:rPr sz="1000" spc="-5" dirty="0">
                <a:solidFill>
                  <a:srgbClr val="231F20"/>
                </a:solidFill>
                <a:latin typeface="Arial"/>
                <a:cs typeface="Arial"/>
              </a:rPr>
              <a:t> </a:t>
            </a:r>
            <a:r>
              <a:rPr sz="1000" spc="-35" dirty="0">
                <a:solidFill>
                  <a:srgbClr val="231F20"/>
                </a:solidFill>
                <a:latin typeface="Arial"/>
                <a:cs typeface="Arial"/>
              </a:rPr>
              <a:t>12th</a:t>
            </a:r>
            <a:r>
              <a:rPr sz="1000" spc="-5" dirty="0">
                <a:solidFill>
                  <a:srgbClr val="231F20"/>
                </a:solidFill>
                <a:latin typeface="Arial"/>
                <a:cs typeface="Arial"/>
              </a:rPr>
              <a:t> </a:t>
            </a:r>
            <a:r>
              <a:rPr sz="1000" spc="-30" dirty="0">
                <a:solidFill>
                  <a:srgbClr val="231F20"/>
                </a:solidFill>
                <a:latin typeface="Arial"/>
                <a:cs typeface="Arial"/>
              </a:rPr>
              <a:t>Grades),</a:t>
            </a:r>
            <a:r>
              <a:rPr sz="1000" spc="-5" dirty="0">
                <a:solidFill>
                  <a:srgbClr val="231F20"/>
                </a:solidFill>
                <a:latin typeface="Arial"/>
                <a:cs typeface="Arial"/>
              </a:rPr>
              <a:t> </a:t>
            </a:r>
            <a:r>
              <a:rPr sz="1000" dirty="0">
                <a:solidFill>
                  <a:srgbClr val="231F20"/>
                </a:solidFill>
                <a:latin typeface="Arial"/>
                <a:cs typeface="Arial"/>
              </a:rPr>
              <a:t>held by</a:t>
            </a:r>
            <a:r>
              <a:rPr sz="1000" spc="-5" dirty="0">
                <a:solidFill>
                  <a:srgbClr val="231F20"/>
                </a:solidFill>
                <a:latin typeface="Arial"/>
                <a:cs typeface="Arial"/>
              </a:rPr>
              <a:t> </a:t>
            </a:r>
            <a:r>
              <a:rPr sz="1000" spc="-10" dirty="0">
                <a:solidFill>
                  <a:srgbClr val="231F20"/>
                </a:solidFill>
                <a:latin typeface="Arial"/>
                <a:cs typeface="Arial"/>
              </a:rPr>
              <a:t>Kendall</a:t>
            </a:r>
            <a:r>
              <a:rPr sz="1000" spc="-5" dirty="0">
                <a:solidFill>
                  <a:srgbClr val="231F20"/>
                </a:solidFill>
                <a:latin typeface="Arial"/>
                <a:cs typeface="Arial"/>
              </a:rPr>
              <a:t> </a:t>
            </a:r>
            <a:r>
              <a:rPr sz="1000" spc="-10" dirty="0">
                <a:solidFill>
                  <a:srgbClr val="231F20"/>
                </a:solidFill>
                <a:latin typeface="Arial"/>
                <a:cs typeface="Arial"/>
              </a:rPr>
              <a:t>Alexander,</a:t>
            </a:r>
            <a:r>
              <a:rPr sz="1000" spc="-5" dirty="0">
                <a:solidFill>
                  <a:srgbClr val="231F20"/>
                </a:solidFill>
                <a:latin typeface="Arial"/>
                <a:cs typeface="Arial"/>
              </a:rPr>
              <a:t> </a:t>
            </a:r>
            <a:r>
              <a:rPr sz="1000" spc="-10" dirty="0">
                <a:solidFill>
                  <a:srgbClr val="231F20"/>
                </a:solidFill>
                <a:latin typeface="Arial"/>
                <a:cs typeface="Arial"/>
              </a:rPr>
              <a:t>Zachary </a:t>
            </a:r>
            <a:r>
              <a:rPr sz="1000" dirty="0">
                <a:solidFill>
                  <a:srgbClr val="231F20"/>
                </a:solidFill>
                <a:latin typeface="Arial"/>
                <a:cs typeface="Arial"/>
              </a:rPr>
              <a:t>Johnson,</a:t>
            </a:r>
            <a:r>
              <a:rPr sz="1000" spc="-45" dirty="0">
                <a:solidFill>
                  <a:srgbClr val="231F20"/>
                </a:solidFill>
                <a:latin typeface="Arial"/>
                <a:cs typeface="Arial"/>
              </a:rPr>
              <a:t> </a:t>
            </a:r>
            <a:r>
              <a:rPr sz="1000" spc="-10" dirty="0">
                <a:solidFill>
                  <a:srgbClr val="231F20"/>
                </a:solidFill>
                <a:latin typeface="Arial"/>
                <a:cs typeface="Arial"/>
              </a:rPr>
              <a:t>Leila</a:t>
            </a:r>
            <a:r>
              <a:rPr sz="1000" spc="-45" dirty="0">
                <a:solidFill>
                  <a:srgbClr val="231F20"/>
                </a:solidFill>
                <a:latin typeface="Arial"/>
                <a:cs typeface="Arial"/>
              </a:rPr>
              <a:t> </a:t>
            </a:r>
            <a:r>
              <a:rPr sz="1000" spc="-10" dirty="0">
                <a:solidFill>
                  <a:srgbClr val="231F20"/>
                </a:solidFill>
                <a:latin typeface="Arial"/>
                <a:cs typeface="Arial"/>
              </a:rPr>
              <a:t>McCarthy,</a:t>
            </a:r>
            <a:r>
              <a:rPr sz="1000" spc="-45" dirty="0">
                <a:solidFill>
                  <a:srgbClr val="231F20"/>
                </a:solidFill>
                <a:latin typeface="Arial"/>
                <a:cs typeface="Arial"/>
              </a:rPr>
              <a:t> </a:t>
            </a:r>
            <a:r>
              <a:rPr sz="1000" dirty="0">
                <a:solidFill>
                  <a:srgbClr val="231F20"/>
                </a:solidFill>
                <a:latin typeface="Arial"/>
                <a:cs typeface="Arial"/>
              </a:rPr>
              <a:t>Amari</a:t>
            </a:r>
            <a:r>
              <a:rPr sz="1000" spc="-45" dirty="0">
                <a:solidFill>
                  <a:srgbClr val="231F20"/>
                </a:solidFill>
                <a:latin typeface="Arial"/>
                <a:cs typeface="Arial"/>
              </a:rPr>
              <a:t> </a:t>
            </a:r>
            <a:r>
              <a:rPr sz="1000" dirty="0">
                <a:solidFill>
                  <a:srgbClr val="231F20"/>
                </a:solidFill>
                <a:latin typeface="Arial"/>
                <a:cs typeface="Arial"/>
              </a:rPr>
              <a:t>Mhoon,</a:t>
            </a:r>
            <a:r>
              <a:rPr sz="1000" spc="-45" dirty="0">
                <a:solidFill>
                  <a:srgbClr val="231F20"/>
                </a:solidFill>
                <a:latin typeface="Arial"/>
                <a:cs typeface="Arial"/>
              </a:rPr>
              <a:t> </a:t>
            </a:r>
            <a:r>
              <a:rPr sz="1000" spc="-10" dirty="0">
                <a:solidFill>
                  <a:srgbClr val="231F20"/>
                </a:solidFill>
                <a:latin typeface="Arial"/>
                <a:cs typeface="Arial"/>
              </a:rPr>
              <a:t>Grace</a:t>
            </a:r>
            <a:r>
              <a:rPr sz="1000" spc="-45" dirty="0">
                <a:solidFill>
                  <a:srgbClr val="231F20"/>
                </a:solidFill>
                <a:latin typeface="Arial"/>
                <a:cs typeface="Arial"/>
              </a:rPr>
              <a:t> </a:t>
            </a:r>
            <a:r>
              <a:rPr sz="1000" spc="-10" dirty="0">
                <a:solidFill>
                  <a:srgbClr val="231F20"/>
                </a:solidFill>
                <a:latin typeface="Arial"/>
                <a:cs typeface="Arial"/>
              </a:rPr>
              <a:t>Sampson, </a:t>
            </a:r>
            <a:r>
              <a:rPr sz="1000" spc="-25" dirty="0">
                <a:solidFill>
                  <a:srgbClr val="231F20"/>
                </a:solidFill>
                <a:latin typeface="Arial"/>
                <a:cs typeface="Arial"/>
              </a:rPr>
              <a:t>Evan </a:t>
            </a:r>
            <a:r>
              <a:rPr sz="1000" spc="-10" dirty="0">
                <a:solidFill>
                  <a:srgbClr val="231F20"/>
                </a:solidFill>
                <a:latin typeface="Arial"/>
                <a:cs typeface="Arial"/>
              </a:rPr>
              <a:t>Winters,</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Malcolm</a:t>
            </a:r>
            <a:r>
              <a:rPr sz="1000" spc="-25" dirty="0">
                <a:solidFill>
                  <a:srgbClr val="231F20"/>
                </a:solidFill>
                <a:latin typeface="Arial"/>
                <a:cs typeface="Arial"/>
              </a:rPr>
              <a:t> </a:t>
            </a:r>
            <a:r>
              <a:rPr sz="1000" dirty="0">
                <a:solidFill>
                  <a:srgbClr val="231F20"/>
                </a:solidFill>
                <a:latin typeface="Arial"/>
                <a:cs typeface="Arial"/>
              </a:rPr>
              <a:t>Wyatt,</a:t>
            </a:r>
            <a:r>
              <a:rPr sz="1000" spc="-25" dirty="0">
                <a:solidFill>
                  <a:srgbClr val="231F20"/>
                </a:solidFill>
                <a:latin typeface="Arial"/>
                <a:cs typeface="Arial"/>
              </a:rPr>
              <a:t> </a:t>
            </a:r>
            <a:r>
              <a:rPr sz="1000" dirty="0">
                <a:solidFill>
                  <a:srgbClr val="231F20"/>
                </a:solidFill>
                <a:latin typeface="Arial"/>
                <a:cs typeface="Arial"/>
              </a:rPr>
              <a:t>was</a:t>
            </a:r>
            <a:r>
              <a:rPr sz="1000" spc="-25"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teen-led</a:t>
            </a:r>
            <a:r>
              <a:rPr sz="1000" spc="-25" dirty="0">
                <a:solidFill>
                  <a:srgbClr val="231F20"/>
                </a:solidFill>
                <a:latin typeface="Arial"/>
                <a:cs typeface="Arial"/>
              </a:rPr>
              <a:t> </a:t>
            </a:r>
            <a:r>
              <a:rPr sz="1000" spc="-20" dirty="0">
                <a:solidFill>
                  <a:srgbClr val="231F20"/>
                </a:solidFill>
                <a:latin typeface="Arial"/>
                <a:cs typeface="Arial"/>
              </a:rPr>
              <a:t>event </a:t>
            </a:r>
            <a:r>
              <a:rPr sz="1000" dirty="0">
                <a:solidFill>
                  <a:srgbClr val="231F20"/>
                </a:solidFill>
                <a:latin typeface="Arial"/>
                <a:cs typeface="Arial"/>
              </a:rPr>
              <a:t>filled</a:t>
            </a:r>
            <a:r>
              <a:rPr sz="1000" spc="10"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fun</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spc="-10" dirty="0">
                <a:solidFill>
                  <a:srgbClr val="231F20"/>
                </a:solidFill>
                <a:latin typeface="Arial"/>
                <a:cs typeface="Arial"/>
              </a:rPr>
              <a:t>self-</a:t>
            </a:r>
            <a:r>
              <a:rPr sz="1000" dirty="0">
                <a:solidFill>
                  <a:srgbClr val="231F20"/>
                </a:solidFill>
                <a:latin typeface="Arial"/>
                <a:cs typeface="Arial"/>
              </a:rPr>
              <a:t>reflection.</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retreat</a:t>
            </a:r>
            <a:r>
              <a:rPr sz="1000" spc="10" dirty="0">
                <a:solidFill>
                  <a:srgbClr val="231F20"/>
                </a:solidFill>
                <a:latin typeface="Arial"/>
                <a:cs typeface="Arial"/>
              </a:rPr>
              <a:t> </a:t>
            </a:r>
            <a:r>
              <a:rPr sz="1000" spc="-10" dirty="0">
                <a:solidFill>
                  <a:srgbClr val="231F20"/>
                </a:solidFill>
                <a:latin typeface="Arial"/>
                <a:cs typeface="Arial"/>
              </a:rPr>
              <a:t>included </a:t>
            </a:r>
            <a:r>
              <a:rPr sz="1000" dirty="0">
                <a:solidFill>
                  <a:srgbClr val="231F20"/>
                </a:solidFill>
                <a:latin typeface="Arial"/>
                <a:cs typeface="Arial"/>
              </a:rPr>
              <a:t>icebreakers</a:t>
            </a:r>
            <a:r>
              <a:rPr sz="1000" spc="-10" dirty="0">
                <a:solidFill>
                  <a:srgbClr val="231F20"/>
                </a:solidFill>
                <a:latin typeface="Arial"/>
                <a:cs typeface="Arial"/>
              </a:rPr>
              <a:t> </a:t>
            </a:r>
            <a:r>
              <a:rPr sz="1000" dirty="0">
                <a:solidFill>
                  <a:srgbClr val="231F20"/>
                </a:solidFill>
                <a:latin typeface="Arial"/>
                <a:cs typeface="Arial"/>
              </a:rPr>
              <a:t>like</a:t>
            </a:r>
            <a:r>
              <a:rPr sz="1000" spc="-5" dirty="0">
                <a:solidFill>
                  <a:srgbClr val="231F20"/>
                </a:solidFill>
                <a:latin typeface="Arial"/>
                <a:cs typeface="Arial"/>
              </a:rPr>
              <a:t> </a:t>
            </a:r>
            <a:r>
              <a:rPr sz="1000" dirty="0">
                <a:solidFill>
                  <a:srgbClr val="231F20"/>
                </a:solidFill>
                <a:latin typeface="Arial"/>
                <a:cs typeface="Arial"/>
              </a:rPr>
              <a:t>Bingo</a:t>
            </a:r>
            <a:r>
              <a:rPr sz="1000" spc="-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Pictionary,</a:t>
            </a:r>
            <a:r>
              <a:rPr sz="1000" spc="-5" dirty="0">
                <a:solidFill>
                  <a:srgbClr val="231F20"/>
                </a:solidFill>
                <a:latin typeface="Arial"/>
                <a:cs typeface="Arial"/>
              </a:rPr>
              <a:t> </a:t>
            </a:r>
            <a:r>
              <a:rPr sz="1000" dirty="0">
                <a:solidFill>
                  <a:srgbClr val="231F20"/>
                </a:solidFill>
                <a:latin typeface="Arial"/>
                <a:cs typeface="Arial"/>
              </a:rPr>
              <a:t>an</a:t>
            </a:r>
            <a:r>
              <a:rPr sz="1000" spc="-5" dirty="0">
                <a:solidFill>
                  <a:srgbClr val="231F20"/>
                </a:solidFill>
                <a:latin typeface="Arial"/>
                <a:cs typeface="Arial"/>
              </a:rPr>
              <a:t> </a:t>
            </a:r>
            <a:r>
              <a:rPr sz="1000" spc="-10" dirty="0">
                <a:solidFill>
                  <a:srgbClr val="231F20"/>
                </a:solidFill>
                <a:latin typeface="Arial"/>
                <a:cs typeface="Arial"/>
              </a:rPr>
              <a:t>Olympic-</a:t>
            </a:r>
            <a:r>
              <a:rPr sz="1000" spc="-20" dirty="0">
                <a:solidFill>
                  <a:srgbClr val="231F20"/>
                </a:solidFill>
                <a:latin typeface="Arial"/>
                <a:cs typeface="Arial"/>
              </a:rPr>
              <a:t>style </a:t>
            </a:r>
            <a:r>
              <a:rPr sz="1000" dirty="0">
                <a:solidFill>
                  <a:srgbClr val="231F20"/>
                </a:solidFill>
                <a:latin typeface="Arial"/>
                <a:cs typeface="Arial"/>
              </a:rPr>
              <a:t>gym</a:t>
            </a:r>
            <a:r>
              <a:rPr sz="1000" spc="25" dirty="0">
                <a:solidFill>
                  <a:srgbClr val="231F20"/>
                </a:solidFill>
                <a:latin typeface="Arial"/>
                <a:cs typeface="Arial"/>
              </a:rPr>
              <a:t> </a:t>
            </a:r>
            <a:r>
              <a:rPr sz="1000" dirty="0">
                <a:solidFill>
                  <a:srgbClr val="231F20"/>
                </a:solidFill>
                <a:latin typeface="Arial"/>
                <a:cs typeface="Arial"/>
              </a:rPr>
              <a:t>competition</a:t>
            </a:r>
            <a:r>
              <a:rPr sz="1000" spc="30" dirty="0">
                <a:solidFill>
                  <a:srgbClr val="231F20"/>
                </a:solidFill>
                <a:latin typeface="Arial"/>
                <a:cs typeface="Arial"/>
              </a:rPr>
              <a:t> </a:t>
            </a:r>
            <a:r>
              <a:rPr sz="1000" dirty="0">
                <a:solidFill>
                  <a:srgbClr val="231F20"/>
                </a:solidFill>
                <a:latin typeface="Arial"/>
                <a:cs typeface="Arial"/>
              </a:rPr>
              <a:t>that</a:t>
            </a:r>
            <a:r>
              <a:rPr sz="1000" spc="30" dirty="0">
                <a:solidFill>
                  <a:srgbClr val="231F20"/>
                </a:solidFill>
                <a:latin typeface="Arial"/>
                <a:cs typeface="Arial"/>
              </a:rPr>
              <a:t> </a:t>
            </a:r>
            <a:r>
              <a:rPr sz="1000" dirty="0">
                <a:solidFill>
                  <a:srgbClr val="231F20"/>
                </a:solidFill>
                <a:latin typeface="Arial"/>
                <a:cs typeface="Arial"/>
              </a:rPr>
              <a:t>concluded</a:t>
            </a:r>
            <a:r>
              <a:rPr sz="1000" spc="25" dirty="0">
                <a:solidFill>
                  <a:srgbClr val="231F20"/>
                </a:solidFill>
                <a:latin typeface="Arial"/>
                <a:cs typeface="Arial"/>
              </a:rPr>
              <a:t> </a:t>
            </a:r>
            <a:r>
              <a:rPr sz="1000" dirty="0">
                <a:solidFill>
                  <a:srgbClr val="231F20"/>
                </a:solidFill>
                <a:latin typeface="Arial"/>
                <a:cs typeface="Arial"/>
              </a:rPr>
              <a:t>with</a:t>
            </a:r>
            <a:r>
              <a:rPr sz="1000" spc="30" dirty="0">
                <a:solidFill>
                  <a:srgbClr val="231F20"/>
                </a:solidFill>
                <a:latin typeface="Arial"/>
                <a:cs typeface="Arial"/>
              </a:rPr>
              <a:t> </a:t>
            </a:r>
            <a:r>
              <a:rPr sz="1000" dirty="0">
                <a:solidFill>
                  <a:srgbClr val="231F20"/>
                </a:solidFill>
                <a:latin typeface="Arial"/>
                <a:cs typeface="Arial"/>
              </a:rPr>
              <a:t>a</a:t>
            </a:r>
            <a:r>
              <a:rPr sz="1000" spc="30" dirty="0">
                <a:solidFill>
                  <a:srgbClr val="231F20"/>
                </a:solidFill>
                <a:latin typeface="Arial"/>
                <a:cs typeface="Arial"/>
              </a:rPr>
              <a:t> </a:t>
            </a:r>
            <a:r>
              <a:rPr sz="1000" dirty="0">
                <a:solidFill>
                  <a:srgbClr val="231F20"/>
                </a:solidFill>
                <a:latin typeface="Arial"/>
                <a:cs typeface="Arial"/>
              </a:rPr>
              <a:t>lively</a:t>
            </a:r>
            <a:r>
              <a:rPr sz="1000" spc="25" dirty="0">
                <a:solidFill>
                  <a:srgbClr val="231F20"/>
                </a:solidFill>
                <a:latin typeface="Arial"/>
                <a:cs typeface="Arial"/>
              </a:rPr>
              <a:t> </a:t>
            </a:r>
            <a:r>
              <a:rPr sz="1000" dirty="0">
                <a:solidFill>
                  <a:srgbClr val="231F20"/>
                </a:solidFill>
                <a:latin typeface="Arial"/>
                <a:cs typeface="Arial"/>
              </a:rPr>
              <a:t>dance-</a:t>
            </a:r>
            <a:r>
              <a:rPr sz="1000" spc="-20" dirty="0">
                <a:solidFill>
                  <a:srgbClr val="231F20"/>
                </a:solidFill>
                <a:latin typeface="Arial"/>
                <a:cs typeface="Arial"/>
              </a:rPr>
              <a:t>off, </a:t>
            </a:r>
            <a:r>
              <a:rPr sz="1000" dirty="0">
                <a:solidFill>
                  <a:srgbClr val="231F20"/>
                </a:solidFill>
                <a:latin typeface="Arial"/>
                <a:cs typeface="Arial"/>
              </a:rPr>
              <a:t>and a</a:t>
            </a:r>
            <a:r>
              <a:rPr sz="1000" spc="5" dirty="0">
                <a:solidFill>
                  <a:srgbClr val="231F20"/>
                </a:solidFill>
                <a:latin typeface="Arial"/>
                <a:cs typeface="Arial"/>
              </a:rPr>
              <a:t> </a:t>
            </a:r>
            <a:r>
              <a:rPr sz="1000" dirty="0">
                <a:solidFill>
                  <a:srgbClr val="231F20"/>
                </a:solidFill>
                <a:latin typeface="Arial"/>
                <a:cs typeface="Arial"/>
              </a:rPr>
              <a:t>wellness workshop</a:t>
            </a:r>
            <a:r>
              <a:rPr sz="1000" spc="5" dirty="0">
                <a:solidFill>
                  <a:srgbClr val="231F20"/>
                </a:solidFill>
                <a:latin typeface="Arial"/>
                <a:cs typeface="Arial"/>
              </a:rPr>
              <a:t> </a:t>
            </a:r>
            <a:r>
              <a:rPr sz="1000" dirty="0">
                <a:solidFill>
                  <a:srgbClr val="231F20"/>
                </a:solidFill>
                <a:latin typeface="Arial"/>
                <a:cs typeface="Arial"/>
              </a:rPr>
              <a:t>where</a:t>
            </a:r>
            <a:r>
              <a:rPr sz="1000" spc="5" dirty="0">
                <a:solidFill>
                  <a:srgbClr val="231F20"/>
                </a:solidFill>
                <a:latin typeface="Arial"/>
                <a:cs typeface="Arial"/>
              </a:rPr>
              <a:t> </a:t>
            </a:r>
            <a:r>
              <a:rPr sz="1000" dirty="0">
                <a:solidFill>
                  <a:srgbClr val="231F20"/>
                </a:solidFill>
                <a:latin typeface="Arial"/>
                <a:cs typeface="Arial"/>
              </a:rPr>
              <a:t>participants </a:t>
            </a:r>
            <a:r>
              <a:rPr sz="1000" spc="-10" dirty="0">
                <a:solidFill>
                  <a:srgbClr val="231F20"/>
                </a:solidFill>
                <a:latin typeface="Arial"/>
                <a:cs typeface="Arial"/>
              </a:rPr>
              <a:t>meditated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reflected on</a:t>
            </a:r>
            <a:r>
              <a:rPr sz="1000" spc="-5" dirty="0">
                <a:solidFill>
                  <a:srgbClr val="231F20"/>
                </a:solidFill>
                <a:latin typeface="Arial"/>
                <a:cs typeface="Arial"/>
              </a:rPr>
              <a:t> </a:t>
            </a:r>
            <a:r>
              <a:rPr sz="1000" dirty="0">
                <a:solidFill>
                  <a:srgbClr val="231F20"/>
                </a:solidFill>
                <a:latin typeface="Arial"/>
                <a:cs typeface="Arial"/>
              </a:rPr>
              <a:t>their </a:t>
            </a:r>
            <a:r>
              <a:rPr sz="1000" spc="-10" dirty="0">
                <a:solidFill>
                  <a:srgbClr val="231F20"/>
                </a:solidFill>
                <a:latin typeface="Arial"/>
                <a:cs typeface="Arial"/>
              </a:rPr>
              <a:t>lives.</a:t>
            </a:r>
            <a:r>
              <a:rPr sz="1000" spc="-5" dirty="0">
                <a:solidFill>
                  <a:srgbClr val="231F20"/>
                </a:solidFill>
                <a:latin typeface="Arial"/>
                <a:cs typeface="Arial"/>
              </a:rPr>
              <a:t> </a:t>
            </a:r>
            <a:r>
              <a:rPr sz="1000" spc="-20" dirty="0">
                <a:solidFill>
                  <a:srgbClr val="231F20"/>
                </a:solidFill>
                <a:latin typeface="Arial"/>
                <a:cs typeface="Arial"/>
              </a:rPr>
              <a:t>Teens</a:t>
            </a:r>
            <a:r>
              <a:rPr sz="1000" dirty="0">
                <a:solidFill>
                  <a:srgbClr val="231F20"/>
                </a:solidFill>
                <a:latin typeface="Arial"/>
                <a:cs typeface="Arial"/>
              </a:rPr>
              <a:t> discussed</a:t>
            </a:r>
            <a:r>
              <a:rPr sz="1000" spc="-5" dirty="0">
                <a:solidFill>
                  <a:srgbClr val="231F20"/>
                </a:solidFill>
                <a:latin typeface="Arial"/>
                <a:cs typeface="Arial"/>
              </a:rPr>
              <a:t> </a:t>
            </a:r>
            <a:r>
              <a:rPr sz="1000" spc="-10" dirty="0">
                <a:solidFill>
                  <a:srgbClr val="231F20"/>
                </a:solidFill>
                <a:latin typeface="Arial"/>
                <a:cs typeface="Arial"/>
              </a:rPr>
              <a:t>aspects</a:t>
            </a:r>
            <a:endParaRPr sz="1000">
              <a:latin typeface="Arial"/>
              <a:cs typeface="Arial"/>
            </a:endParaRPr>
          </a:p>
          <a:p>
            <a:pPr marL="12700" marR="76200">
              <a:lnSpc>
                <a:spcPct val="100000"/>
              </a:lnSpc>
            </a:pP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social,</a:t>
            </a:r>
            <a:r>
              <a:rPr sz="1000" spc="-15" dirty="0">
                <a:solidFill>
                  <a:srgbClr val="231F20"/>
                </a:solidFill>
                <a:latin typeface="Arial"/>
                <a:cs typeface="Arial"/>
              </a:rPr>
              <a:t> </a:t>
            </a:r>
            <a:r>
              <a:rPr sz="1000" spc="-10" dirty="0">
                <a:solidFill>
                  <a:srgbClr val="231F20"/>
                </a:solidFill>
                <a:latin typeface="Arial"/>
                <a:cs typeface="Arial"/>
              </a:rPr>
              <a:t>academic,</a:t>
            </a:r>
            <a:r>
              <a:rPr sz="1000" spc="-15" dirty="0">
                <a:solidFill>
                  <a:srgbClr val="231F20"/>
                </a:solidFill>
                <a:latin typeface="Arial"/>
                <a:cs typeface="Arial"/>
              </a:rPr>
              <a:t> </a:t>
            </a:r>
            <a:r>
              <a:rPr sz="1000" dirty="0">
                <a:solidFill>
                  <a:srgbClr val="231F20"/>
                </a:solidFill>
                <a:latin typeface="Arial"/>
                <a:cs typeface="Arial"/>
              </a:rPr>
              <a:t>spiritual,</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physical</a:t>
            </a:r>
            <a:r>
              <a:rPr sz="1000" spc="-15" dirty="0">
                <a:solidFill>
                  <a:srgbClr val="231F20"/>
                </a:solidFill>
                <a:latin typeface="Arial"/>
                <a:cs typeface="Arial"/>
              </a:rPr>
              <a:t> </a:t>
            </a:r>
            <a:r>
              <a:rPr sz="1000" spc="-20" dirty="0">
                <a:solidFill>
                  <a:srgbClr val="231F20"/>
                </a:solidFill>
                <a:latin typeface="Arial"/>
                <a:cs typeface="Arial"/>
              </a:rPr>
              <a:t>well- </a:t>
            </a:r>
            <a:r>
              <a:rPr sz="1000" dirty="0">
                <a:solidFill>
                  <a:srgbClr val="231F20"/>
                </a:solidFill>
                <a:latin typeface="Arial"/>
                <a:cs typeface="Arial"/>
              </a:rPr>
              <a:t>being,</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wrote</a:t>
            </a:r>
            <a:r>
              <a:rPr sz="1000" spc="15" dirty="0">
                <a:solidFill>
                  <a:srgbClr val="231F20"/>
                </a:solidFill>
                <a:latin typeface="Arial"/>
                <a:cs typeface="Arial"/>
              </a:rPr>
              <a:t> </a:t>
            </a:r>
            <a:r>
              <a:rPr sz="1000" dirty="0">
                <a:solidFill>
                  <a:srgbClr val="231F20"/>
                </a:solidFill>
                <a:latin typeface="Arial"/>
                <a:cs typeface="Arial"/>
              </a:rPr>
              <a:t>down</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10" dirty="0">
                <a:solidFill>
                  <a:srgbClr val="231F20"/>
                </a:solidFill>
                <a:latin typeface="Arial"/>
                <a:cs typeface="Arial"/>
              </a:rPr>
              <a:t>names</a:t>
            </a:r>
            <a:r>
              <a:rPr sz="1000" spc="15"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three</a:t>
            </a:r>
            <a:r>
              <a:rPr sz="1000" spc="15" dirty="0">
                <a:solidFill>
                  <a:srgbClr val="231F20"/>
                </a:solidFill>
                <a:latin typeface="Arial"/>
                <a:cs typeface="Arial"/>
              </a:rPr>
              <a:t> </a:t>
            </a:r>
            <a:r>
              <a:rPr sz="1000" dirty="0">
                <a:solidFill>
                  <a:srgbClr val="231F20"/>
                </a:solidFill>
                <a:latin typeface="Arial"/>
                <a:cs typeface="Arial"/>
              </a:rPr>
              <a:t>trusted</a:t>
            </a:r>
            <a:r>
              <a:rPr sz="1000" spc="10" dirty="0">
                <a:solidFill>
                  <a:srgbClr val="231F20"/>
                </a:solidFill>
                <a:latin typeface="Arial"/>
                <a:cs typeface="Arial"/>
              </a:rPr>
              <a:t> </a:t>
            </a:r>
            <a:r>
              <a:rPr sz="1000" spc="-10" dirty="0">
                <a:solidFill>
                  <a:srgbClr val="231F20"/>
                </a:solidFill>
                <a:latin typeface="Arial"/>
                <a:cs typeface="Arial"/>
              </a:rPr>
              <a:t>adults </a:t>
            </a:r>
            <a:r>
              <a:rPr sz="1000" dirty="0">
                <a:solidFill>
                  <a:srgbClr val="231F20"/>
                </a:solidFill>
                <a:latin typeface="Arial"/>
                <a:cs typeface="Arial"/>
              </a:rPr>
              <a:t>they</a:t>
            </a:r>
            <a:r>
              <a:rPr sz="1000" spc="10" dirty="0">
                <a:solidFill>
                  <a:srgbClr val="231F20"/>
                </a:solidFill>
                <a:latin typeface="Arial"/>
                <a:cs typeface="Arial"/>
              </a:rPr>
              <a:t> </a:t>
            </a:r>
            <a:r>
              <a:rPr sz="1000" dirty="0">
                <a:solidFill>
                  <a:srgbClr val="231F20"/>
                </a:solidFill>
                <a:latin typeface="Arial"/>
                <a:cs typeface="Arial"/>
              </a:rPr>
              <a:t>could</a:t>
            </a:r>
            <a:r>
              <a:rPr sz="1000" spc="15" dirty="0">
                <a:solidFill>
                  <a:srgbClr val="231F20"/>
                </a:solidFill>
                <a:latin typeface="Arial"/>
                <a:cs typeface="Arial"/>
              </a:rPr>
              <a:t> </a:t>
            </a:r>
            <a:r>
              <a:rPr sz="1000" dirty="0">
                <a:solidFill>
                  <a:srgbClr val="231F20"/>
                </a:solidFill>
                <a:latin typeface="Arial"/>
                <a:cs typeface="Arial"/>
              </a:rPr>
              <a:t>turn</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for</a:t>
            </a:r>
            <a:r>
              <a:rPr sz="1000" spc="15" dirty="0">
                <a:solidFill>
                  <a:srgbClr val="231F20"/>
                </a:solidFill>
                <a:latin typeface="Arial"/>
                <a:cs typeface="Arial"/>
              </a:rPr>
              <a:t> </a:t>
            </a:r>
            <a:r>
              <a:rPr sz="1000" dirty="0">
                <a:solidFill>
                  <a:srgbClr val="231F20"/>
                </a:solidFill>
                <a:latin typeface="Arial"/>
                <a:cs typeface="Arial"/>
              </a:rPr>
              <a:t>support.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retreat</a:t>
            </a:r>
            <a:r>
              <a:rPr sz="1000" spc="15" dirty="0">
                <a:solidFill>
                  <a:srgbClr val="231F20"/>
                </a:solidFill>
                <a:latin typeface="Arial"/>
                <a:cs typeface="Arial"/>
              </a:rPr>
              <a:t> </a:t>
            </a:r>
            <a:r>
              <a:rPr sz="1000" dirty="0">
                <a:solidFill>
                  <a:srgbClr val="231F20"/>
                </a:solidFill>
                <a:latin typeface="Arial"/>
                <a:cs typeface="Arial"/>
              </a:rPr>
              <a:t>ended</a:t>
            </a:r>
            <a:r>
              <a:rPr sz="1000" spc="15" dirty="0">
                <a:solidFill>
                  <a:srgbClr val="231F20"/>
                </a:solidFill>
                <a:latin typeface="Arial"/>
                <a:cs typeface="Arial"/>
              </a:rPr>
              <a:t> </a:t>
            </a:r>
            <a:r>
              <a:rPr sz="1000" spc="-20" dirty="0">
                <a:solidFill>
                  <a:srgbClr val="231F20"/>
                </a:solidFill>
                <a:latin typeface="Arial"/>
                <a:cs typeface="Arial"/>
              </a:rPr>
              <a:t>with</a:t>
            </a:r>
            <a:endParaRPr sz="1000">
              <a:latin typeface="Arial"/>
              <a:cs typeface="Arial"/>
            </a:endParaRPr>
          </a:p>
          <a:p>
            <a:pPr marL="12700" marR="262890">
              <a:lnSpc>
                <a:spcPct val="100000"/>
              </a:lnSpc>
            </a:pPr>
            <a:r>
              <a:rPr sz="1000" dirty="0">
                <a:solidFill>
                  <a:srgbClr val="231F20"/>
                </a:solidFill>
                <a:latin typeface="Arial"/>
                <a:cs typeface="Arial"/>
              </a:rPr>
              <a:t>an</a:t>
            </a:r>
            <a:r>
              <a:rPr sz="1000" spc="-5" dirty="0">
                <a:solidFill>
                  <a:srgbClr val="231F20"/>
                </a:solidFill>
                <a:latin typeface="Arial"/>
                <a:cs typeface="Arial"/>
              </a:rPr>
              <a:t> </a:t>
            </a:r>
            <a:r>
              <a:rPr sz="1000" dirty="0">
                <a:solidFill>
                  <a:srgbClr val="231F20"/>
                </a:solidFill>
                <a:latin typeface="Arial"/>
                <a:cs typeface="Arial"/>
              </a:rPr>
              <a:t>evening</a:t>
            </a:r>
            <a:r>
              <a:rPr sz="1000" spc="-5" dirty="0">
                <a:solidFill>
                  <a:srgbClr val="231F20"/>
                </a:solidFill>
                <a:latin typeface="Arial"/>
                <a:cs typeface="Arial"/>
              </a:rPr>
              <a:t> </a:t>
            </a:r>
            <a:r>
              <a:rPr sz="1000" dirty="0">
                <a:solidFill>
                  <a:srgbClr val="231F20"/>
                </a:solidFill>
                <a:latin typeface="Arial"/>
                <a:cs typeface="Arial"/>
              </a:rPr>
              <a:t>bonfire,</a:t>
            </a:r>
            <a:r>
              <a:rPr sz="1000" spc="-5" dirty="0">
                <a:solidFill>
                  <a:srgbClr val="231F20"/>
                </a:solidFill>
                <a:latin typeface="Arial"/>
                <a:cs typeface="Arial"/>
              </a:rPr>
              <a:t> </a:t>
            </a:r>
            <a:r>
              <a:rPr sz="1000" dirty="0">
                <a:solidFill>
                  <a:srgbClr val="231F20"/>
                </a:solidFill>
                <a:latin typeface="Arial"/>
                <a:cs typeface="Arial"/>
              </a:rPr>
              <a:t>spontaneous dancing,</a:t>
            </a:r>
            <a:r>
              <a:rPr sz="1000" spc="-5"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spc="-10" dirty="0">
                <a:solidFill>
                  <a:srgbClr val="231F20"/>
                </a:solidFill>
                <a:latin typeface="Arial"/>
                <a:cs typeface="Arial"/>
              </a:rPr>
              <a:t>pizza, </a:t>
            </a:r>
            <a:r>
              <a:rPr sz="1000" dirty="0">
                <a:solidFill>
                  <a:srgbClr val="231F20"/>
                </a:solidFill>
                <a:latin typeface="Arial"/>
                <a:cs typeface="Arial"/>
              </a:rPr>
              <a:t>followed</a:t>
            </a:r>
            <a:r>
              <a:rPr sz="1000" spc="25" dirty="0">
                <a:solidFill>
                  <a:srgbClr val="231F20"/>
                </a:solidFill>
                <a:latin typeface="Arial"/>
                <a:cs typeface="Arial"/>
              </a:rPr>
              <a:t> </a:t>
            </a:r>
            <a:r>
              <a:rPr sz="1000" dirty="0">
                <a:solidFill>
                  <a:srgbClr val="231F20"/>
                </a:solidFill>
                <a:latin typeface="Arial"/>
                <a:cs typeface="Arial"/>
              </a:rPr>
              <a:t>by</a:t>
            </a:r>
            <a:r>
              <a:rPr sz="1000" spc="30" dirty="0">
                <a:solidFill>
                  <a:srgbClr val="231F20"/>
                </a:solidFill>
                <a:latin typeface="Arial"/>
                <a:cs typeface="Arial"/>
              </a:rPr>
              <a:t> </a:t>
            </a:r>
            <a:r>
              <a:rPr sz="1000" dirty="0">
                <a:solidFill>
                  <a:srgbClr val="231F20"/>
                </a:solidFill>
                <a:latin typeface="Arial"/>
                <a:cs typeface="Arial"/>
              </a:rPr>
              <a:t>breakfast</a:t>
            </a:r>
            <a:r>
              <a:rPr sz="1000" spc="30"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next</a:t>
            </a:r>
            <a:r>
              <a:rPr sz="1000" spc="30" dirty="0">
                <a:solidFill>
                  <a:srgbClr val="231F20"/>
                </a:solidFill>
                <a:latin typeface="Arial"/>
                <a:cs typeface="Arial"/>
              </a:rPr>
              <a:t> </a:t>
            </a:r>
            <a:r>
              <a:rPr sz="1000" dirty="0">
                <a:solidFill>
                  <a:srgbClr val="231F20"/>
                </a:solidFill>
                <a:latin typeface="Arial"/>
                <a:cs typeface="Arial"/>
              </a:rPr>
              <a:t>morning</a:t>
            </a:r>
            <a:r>
              <a:rPr sz="1000" spc="30" dirty="0">
                <a:solidFill>
                  <a:srgbClr val="231F20"/>
                </a:solidFill>
                <a:latin typeface="Arial"/>
                <a:cs typeface="Arial"/>
              </a:rPr>
              <a:t> </a:t>
            </a:r>
            <a:r>
              <a:rPr sz="1000" dirty="0">
                <a:solidFill>
                  <a:srgbClr val="231F20"/>
                </a:solidFill>
                <a:latin typeface="Arial"/>
                <a:cs typeface="Arial"/>
              </a:rPr>
              <a:t>before</a:t>
            </a:r>
            <a:r>
              <a:rPr sz="1000" spc="25" dirty="0">
                <a:solidFill>
                  <a:srgbClr val="231F20"/>
                </a:solidFill>
                <a:latin typeface="Arial"/>
                <a:cs typeface="Arial"/>
              </a:rPr>
              <a:t> </a:t>
            </a:r>
            <a:r>
              <a:rPr sz="1000" spc="-10" dirty="0">
                <a:solidFill>
                  <a:srgbClr val="231F20"/>
                </a:solidFill>
                <a:latin typeface="Arial"/>
                <a:cs typeface="Arial"/>
              </a:rPr>
              <a:t>parent pickup.</a:t>
            </a:r>
            <a:endParaRPr sz="1000">
              <a:latin typeface="Arial"/>
              <a:cs typeface="Arial"/>
            </a:endParaRPr>
          </a:p>
          <a:p>
            <a:pPr marL="12700" marR="5080">
              <a:lnSpc>
                <a:spcPct val="100000"/>
              </a:lnSpc>
              <a:spcBef>
                <a:spcPts val="900"/>
              </a:spcBef>
            </a:pPr>
            <a:r>
              <a:rPr sz="1000" dirty="0">
                <a:solidFill>
                  <a:srgbClr val="231F20"/>
                </a:solidFill>
                <a:latin typeface="Arial"/>
                <a:cs typeface="Arial"/>
              </a:rPr>
              <a:t>On October </a:t>
            </a:r>
            <a:r>
              <a:rPr sz="1000" spc="-75" dirty="0">
                <a:solidFill>
                  <a:srgbClr val="231F20"/>
                </a:solidFill>
                <a:latin typeface="Arial"/>
                <a:cs typeface="Arial"/>
              </a:rPr>
              <a:t>21,</a:t>
            </a:r>
            <a:r>
              <a:rPr sz="1000" spc="5" dirty="0">
                <a:solidFill>
                  <a:srgbClr val="231F20"/>
                </a:solidFill>
                <a:latin typeface="Arial"/>
                <a:cs typeface="Arial"/>
              </a:rPr>
              <a:t> </a:t>
            </a:r>
            <a:r>
              <a:rPr sz="1000" dirty="0">
                <a:solidFill>
                  <a:srgbClr val="231F20"/>
                </a:solidFill>
                <a:latin typeface="Arial"/>
                <a:cs typeface="Arial"/>
              </a:rPr>
              <a:t>2023, the</a:t>
            </a:r>
            <a:r>
              <a:rPr sz="1000" spc="5" dirty="0">
                <a:solidFill>
                  <a:srgbClr val="231F20"/>
                </a:solidFill>
                <a:latin typeface="Arial"/>
                <a:cs typeface="Arial"/>
              </a:rPr>
              <a:t> </a:t>
            </a:r>
            <a:r>
              <a:rPr sz="1000" dirty="0">
                <a:solidFill>
                  <a:srgbClr val="231F20"/>
                </a:solidFill>
                <a:latin typeface="Arial"/>
                <a:cs typeface="Arial"/>
              </a:rPr>
              <a:t>Senior </a:t>
            </a:r>
            <a:r>
              <a:rPr sz="1000" spc="-2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embarked on </a:t>
            </a:r>
            <a:r>
              <a:rPr sz="1000" spc="-50" dirty="0">
                <a:solidFill>
                  <a:srgbClr val="231F20"/>
                </a:solidFill>
                <a:latin typeface="Arial"/>
                <a:cs typeface="Arial"/>
              </a:rPr>
              <a:t>a </a:t>
            </a:r>
            <a:r>
              <a:rPr sz="1000" spc="-10" dirty="0">
                <a:solidFill>
                  <a:srgbClr val="231F20"/>
                </a:solidFill>
                <a:latin typeface="Arial"/>
                <a:cs typeface="Arial"/>
              </a:rPr>
              <a:t>self-</a:t>
            </a:r>
            <a:r>
              <a:rPr sz="1000" dirty="0">
                <a:solidFill>
                  <a:srgbClr val="231F20"/>
                </a:solidFill>
                <a:latin typeface="Arial"/>
                <a:cs typeface="Arial"/>
              </a:rPr>
              <a:t>guided</a:t>
            </a:r>
            <a:r>
              <a:rPr sz="1000" spc="30" dirty="0">
                <a:solidFill>
                  <a:srgbClr val="231F20"/>
                </a:solidFill>
                <a:latin typeface="Arial"/>
                <a:cs typeface="Arial"/>
              </a:rPr>
              <a:t> </a:t>
            </a:r>
            <a:r>
              <a:rPr sz="1000" dirty="0">
                <a:solidFill>
                  <a:srgbClr val="231F20"/>
                </a:solidFill>
                <a:latin typeface="Arial"/>
                <a:cs typeface="Arial"/>
              </a:rPr>
              <a:t>tour</a:t>
            </a:r>
            <a:r>
              <a:rPr sz="1000" spc="30" dirty="0">
                <a:solidFill>
                  <a:srgbClr val="231F20"/>
                </a:solidFill>
                <a:latin typeface="Arial"/>
                <a:cs typeface="Arial"/>
              </a:rPr>
              <a:t> </a:t>
            </a:r>
            <a:r>
              <a:rPr sz="1000" dirty="0">
                <a:solidFill>
                  <a:srgbClr val="231F20"/>
                </a:solidFill>
                <a:latin typeface="Arial"/>
                <a:cs typeface="Arial"/>
              </a:rPr>
              <a:t>and</a:t>
            </a:r>
            <a:r>
              <a:rPr sz="1000" spc="30" dirty="0">
                <a:solidFill>
                  <a:srgbClr val="231F20"/>
                </a:solidFill>
                <a:latin typeface="Arial"/>
                <a:cs typeface="Arial"/>
              </a:rPr>
              <a:t> </a:t>
            </a:r>
            <a:r>
              <a:rPr sz="1000" dirty="0">
                <a:solidFill>
                  <a:srgbClr val="231F20"/>
                </a:solidFill>
                <a:latin typeface="Arial"/>
                <a:cs typeface="Arial"/>
              </a:rPr>
              <a:t>hike</a:t>
            </a:r>
            <a:r>
              <a:rPr sz="1000" spc="30" dirty="0">
                <a:solidFill>
                  <a:srgbClr val="231F20"/>
                </a:solidFill>
                <a:latin typeface="Arial"/>
                <a:cs typeface="Arial"/>
              </a:rPr>
              <a:t> </a:t>
            </a:r>
            <a:r>
              <a:rPr sz="1000" dirty="0">
                <a:solidFill>
                  <a:srgbClr val="231F20"/>
                </a:solidFill>
                <a:latin typeface="Arial"/>
                <a:cs typeface="Arial"/>
              </a:rPr>
              <a:t>along</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Underground</a:t>
            </a:r>
            <a:r>
              <a:rPr sz="1000" spc="30" dirty="0">
                <a:solidFill>
                  <a:srgbClr val="231F20"/>
                </a:solidFill>
                <a:latin typeface="Arial"/>
                <a:cs typeface="Arial"/>
              </a:rPr>
              <a:t> </a:t>
            </a:r>
            <a:r>
              <a:rPr sz="1000" spc="-10" dirty="0">
                <a:solidFill>
                  <a:srgbClr val="231F20"/>
                </a:solidFill>
                <a:latin typeface="Arial"/>
                <a:cs typeface="Arial"/>
              </a:rPr>
              <a:t>Railroad </a:t>
            </a:r>
            <a:r>
              <a:rPr sz="1000" spc="-25" dirty="0">
                <a:solidFill>
                  <a:srgbClr val="231F20"/>
                </a:solidFill>
                <a:latin typeface="Arial"/>
                <a:cs typeface="Arial"/>
              </a:rPr>
              <a:t>Trail</a:t>
            </a:r>
            <a:r>
              <a:rPr sz="1000" spc="-15"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Sandy </a:t>
            </a:r>
            <a:r>
              <a:rPr sz="1000" dirty="0">
                <a:solidFill>
                  <a:srgbClr val="231F20"/>
                </a:solidFill>
                <a:latin typeface="Arial"/>
                <a:cs typeface="Arial"/>
              </a:rPr>
              <a:t>Spring,</a:t>
            </a:r>
            <a:r>
              <a:rPr sz="1000" spc="-10" dirty="0">
                <a:solidFill>
                  <a:srgbClr val="231F20"/>
                </a:solidFill>
                <a:latin typeface="Arial"/>
                <a:cs typeface="Arial"/>
              </a:rPr>
              <a:t> </a:t>
            </a:r>
            <a:r>
              <a:rPr sz="1000" spc="-40" dirty="0">
                <a:solidFill>
                  <a:srgbClr val="231F20"/>
                </a:solidFill>
                <a:latin typeface="Arial"/>
                <a:cs typeface="Arial"/>
              </a:rPr>
              <a:t>MD,</a:t>
            </a:r>
            <a:r>
              <a:rPr sz="1000" spc="-10" dirty="0">
                <a:solidFill>
                  <a:srgbClr val="231F20"/>
                </a:solidFill>
                <a:latin typeface="Arial"/>
                <a:cs typeface="Arial"/>
              </a:rPr>
              <a:t> </a:t>
            </a:r>
            <a:r>
              <a:rPr sz="1000" dirty="0">
                <a:solidFill>
                  <a:srgbClr val="231F20"/>
                </a:solidFill>
                <a:latin typeface="Arial"/>
                <a:cs typeface="Arial"/>
              </a:rPr>
              <a:t>learning</a:t>
            </a:r>
            <a:r>
              <a:rPr sz="1000" spc="-10"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historic </a:t>
            </a:r>
            <a:r>
              <a:rPr sz="1000" dirty="0">
                <a:solidFill>
                  <a:srgbClr val="231F20"/>
                </a:solidFill>
                <a:latin typeface="Arial"/>
                <a:cs typeface="Arial"/>
              </a:rPr>
              <a:t>Woodlawn</a:t>
            </a:r>
            <a:r>
              <a:rPr sz="1000" spc="5" dirty="0">
                <a:solidFill>
                  <a:srgbClr val="231F20"/>
                </a:solidFill>
                <a:latin typeface="Arial"/>
                <a:cs typeface="Arial"/>
              </a:rPr>
              <a:t> </a:t>
            </a:r>
            <a:r>
              <a:rPr sz="1000" dirty="0">
                <a:solidFill>
                  <a:srgbClr val="231F20"/>
                </a:solidFill>
                <a:latin typeface="Arial"/>
                <a:cs typeface="Arial"/>
              </a:rPr>
              <a:t>Manor</a:t>
            </a:r>
            <a:r>
              <a:rPr sz="1000" spc="10" dirty="0">
                <a:solidFill>
                  <a:srgbClr val="231F20"/>
                </a:solidFill>
                <a:latin typeface="Arial"/>
                <a:cs typeface="Arial"/>
              </a:rPr>
              <a:t> </a:t>
            </a:r>
            <a:r>
              <a:rPr sz="1000" dirty="0">
                <a:solidFill>
                  <a:srgbClr val="231F20"/>
                </a:solidFill>
                <a:latin typeface="Arial"/>
                <a:cs typeface="Arial"/>
              </a:rPr>
              <a:t>estate</a:t>
            </a:r>
            <a:r>
              <a:rPr sz="1000" spc="10" dirty="0">
                <a:solidFill>
                  <a:srgbClr val="231F20"/>
                </a:solidFill>
                <a:latin typeface="Arial"/>
                <a:cs typeface="Arial"/>
              </a:rPr>
              <a:t>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its</a:t>
            </a:r>
            <a:r>
              <a:rPr sz="1000" spc="10" dirty="0">
                <a:solidFill>
                  <a:srgbClr val="231F20"/>
                </a:solidFill>
                <a:latin typeface="Arial"/>
                <a:cs typeface="Arial"/>
              </a:rPr>
              <a:t> </a:t>
            </a:r>
            <a:r>
              <a:rPr sz="1000" dirty="0">
                <a:solidFill>
                  <a:srgbClr val="231F20"/>
                </a:solidFill>
                <a:latin typeface="Arial"/>
                <a:cs typeface="Arial"/>
              </a:rPr>
              <a:t>connection</a:t>
            </a:r>
            <a:r>
              <a:rPr sz="1000" spc="10"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fight</a:t>
            </a:r>
            <a:r>
              <a:rPr sz="1000" spc="10" dirty="0">
                <a:solidFill>
                  <a:srgbClr val="231F20"/>
                </a:solidFill>
                <a:latin typeface="Arial"/>
                <a:cs typeface="Arial"/>
              </a:rPr>
              <a:t> </a:t>
            </a:r>
            <a:r>
              <a:rPr sz="1000" spc="-25" dirty="0">
                <a:solidFill>
                  <a:srgbClr val="231F20"/>
                </a:solidFill>
                <a:latin typeface="Arial"/>
                <a:cs typeface="Arial"/>
              </a:rPr>
              <a:t>for </a:t>
            </a:r>
            <a:r>
              <a:rPr sz="1000" dirty="0">
                <a:solidFill>
                  <a:srgbClr val="231F20"/>
                </a:solidFill>
                <a:latin typeface="Arial"/>
                <a:cs typeface="Arial"/>
              </a:rPr>
              <a:t>freedom.</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estate,</a:t>
            </a:r>
            <a:r>
              <a:rPr sz="1000" spc="-15" dirty="0">
                <a:solidFill>
                  <a:srgbClr val="231F20"/>
                </a:solidFill>
                <a:latin typeface="Arial"/>
                <a:cs typeface="Arial"/>
              </a:rPr>
              <a:t> </a:t>
            </a:r>
            <a:r>
              <a:rPr sz="1000" dirty="0">
                <a:solidFill>
                  <a:srgbClr val="231F20"/>
                </a:solidFill>
                <a:latin typeface="Arial"/>
                <a:cs typeface="Arial"/>
              </a:rPr>
              <a:t>once</a:t>
            </a:r>
            <a:r>
              <a:rPr sz="1000" spc="-15" dirty="0">
                <a:solidFill>
                  <a:srgbClr val="231F20"/>
                </a:solidFill>
                <a:latin typeface="Arial"/>
                <a:cs typeface="Arial"/>
              </a:rPr>
              <a:t> </a:t>
            </a:r>
            <a:r>
              <a:rPr sz="1000" dirty="0">
                <a:solidFill>
                  <a:srgbClr val="231F20"/>
                </a:solidFill>
                <a:latin typeface="Arial"/>
                <a:cs typeface="Arial"/>
              </a:rPr>
              <a:t>home</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spc="-20" dirty="0">
                <a:solidFill>
                  <a:srgbClr val="231F20"/>
                </a:solidFill>
                <a:latin typeface="Arial"/>
                <a:cs typeface="Arial"/>
              </a:rPr>
              <a:t>slaves,</a:t>
            </a:r>
            <a:r>
              <a:rPr sz="1000" spc="-15" dirty="0">
                <a:solidFill>
                  <a:srgbClr val="231F20"/>
                </a:solidFill>
                <a:latin typeface="Arial"/>
                <a:cs typeface="Arial"/>
              </a:rPr>
              <a:t> </a:t>
            </a:r>
            <a:r>
              <a:rPr sz="1000" dirty="0">
                <a:solidFill>
                  <a:srgbClr val="231F20"/>
                </a:solidFill>
                <a:latin typeface="Arial"/>
                <a:cs typeface="Arial"/>
              </a:rPr>
              <a:t>played</a:t>
            </a:r>
            <a:r>
              <a:rPr sz="1000" spc="-15"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spc="-20" dirty="0">
                <a:solidFill>
                  <a:srgbClr val="231F20"/>
                </a:solidFill>
                <a:latin typeface="Arial"/>
                <a:cs typeface="Arial"/>
              </a:rPr>
              <a:t>vital </a:t>
            </a:r>
            <a:r>
              <a:rPr sz="1000" dirty="0">
                <a:solidFill>
                  <a:srgbClr val="231F20"/>
                </a:solidFill>
                <a:latin typeface="Arial"/>
                <a:cs typeface="Arial"/>
              </a:rPr>
              <a:t>role</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Underground</a:t>
            </a:r>
            <a:r>
              <a:rPr sz="1000" spc="20" dirty="0">
                <a:solidFill>
                  <a:srgbClr val="231F20"/>
                </a:solidFill>
                <a:latin typeface="Arial"/>
                <a:cs typeface="Arial"/>
              </a:rPr>
              <a:t> </a:t>
            </a:r>
            <a:r>
              <a:rPr sz="1000" spc="-20" dirty="0">
                <a:solidFill>
                  <a:srgbClr val="231F20"/>
                </a:solidFill>
                <a:latin typeface="Arial"/>
                <a:cs typeface="Arial"/>
              </a:rPr>
              <a:t>Railroad,</a:t>
            </a:r>
            <a:r>
              <a:rPr sz="1000" spc="20" dirty="0">
                <a:solidFill>
                  <a:srgbClr val="231F20"/>
                </a:solidFill>
                <a:latin typeface="Arial"/>
                <a:cs typeface="Arial"/>
              </a:rPr>
              <a:t> </a:t>
            </a:r>
            <a:r>
              <a:rPr sz="1000" dirty="0">
                <a:solidFill>
                  <a:srgbClr val="231F20"/>
                </a:solidFill>
                <a:latin typeface="Arial"/>
                <a:cs typeface="Arial"/>
              </a:rPr>
              <a:t>with</a:t>
            </a:r>
            <a:r>
              <a:rPr sz="1000" spc="20" dirty="0">
                <a:solidFill>
                  <a:srgbClr val="231F20"/>
                </a:solidFill>
                <a:latin typeface="Arial"/>
                <a:cs typeface="Arial"/>
              </a:rPr>
              <a:t> </a:t>
            </a:r>
            <a:r>
              <a:rPr sz="1000" dirty="0">
                <a:solidFill>
                  <a:srgbClr val="231F20"/>
                </a:solidFill>
                <a:latin typeface="Arial"/>
                <a:cs typeface="Arial"/>
              </a:rPr>
              <a:t>support</a:t>
            </a:r>
            <a:r>
              <a:rPr sz="1000" spc="15" dirty="0">
                <a:solidFill>
                  <a:srgbClr val="231F20"/>
                </a:solidFill>
                <a:latin typeface="Arial"/>
                <a:cs typeface="Arial"/>
              </a:rPr>
              <a:t> </a:t>
            </a:r>
            <a:r>
              <a:rPr sz="1000" dirty="0">
                <a:solidFill>
                  <a:srgbClr val="231F20"/>
                </a:solidFill>
                <a:latin typeface="Arial"/>
                <a:cs typeface="Arial"/>
              </a:rPr>
              <a:t>from</a:t>
            </a:r>
            <a:r>
              <a:rPr sz="1000" spc="2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local</a:t>
            </a:r>
            <a:r>
              <a:rPr sz="1000" spc="-20" dirty="0">
                <a:solidFill>
                  <a:srgbClr val="231F20"/>
                </a:solidFill>
                <a:latin typeface="Arial"/>
                <a:cs typeface="Arial"/>
              </a:rPr>
              <a:t> </a:t>
            </a:r>
            <a:r>
              <a:rPr sz="1000" dirty="0">
                <a:solidFill>
                  <a:srgbClr val="231F20"/>
                </a:solidFill>
                <a:latin typeface="Arial"/>
                <a:cs typeface="Arial"/>
              </a:rPr>
              <a:t>Quaker</a:t>
            </a:r>
            <a:r>
              <a:rPr sz="1000" spc="-15" dirty="0">
                <a:solidFill>
                  <a:srgbClr val="231F20"/>
                </a:solidFill>
                <a:latin typeface="Arial"/>
                <a:cs typeface="Arial"/>
              </a:rPr>
              <a:t> </a:t>
            </a:r>
            <a:r>
              <a:rPr sz="1000" spc="-10" dirty="0">
                <a:solidFill>
                  <a:srgbClr val="231F20"/>
                </a:solidFill>
                <a:latin typeface="Arial"/>
                <a:cs typeface="Arial"/>
              </a:rPr>
              <a:t>community.</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spc="-10" dirty="0">
                <a:solidFill>
                  <a:srgbClr val="231F20"/>
                </a:solidFill>
                <a:latin typeface="Arial"/>
                <a:cs typeface="Arial"/>
              </a:rPr>
              <a:t>museum</a:t>
            </a:r>
            <a:r>
              <a:rPr sz="1000" spc="-15" dirty="0">
                <a:solidFill>
                  <a:srgbClr val="231F20"/>
                </a:solidFill>
                <a:latin typeface="Arial"/>
                <a:cs typeface="Arial"/>
              </a:rPr>
              <a:t> </a:t>
            </a:r>
            <a:r>
              <a:rPr sz="1000" dirty="0">
                <a:solidFill>
                  <a:srgbClr val="231F20"/>
                </a:solidFill>
                <a:latin typeface="Arial"/>
                <a:cs typeface="Arial"/>
              </a:rPr>
              <a:t>at</a:t>
            </a:r>
            <a:r>
              <a:rPr sz="1000" spc="-15" dirty="0">
                <a:solidFill>
                  <a:srgbClr val="231F20"/>
                </a:solidFill>
                <a:latin typeface="Arial"/>
                <a:cs typeface="Arial"/>
              </a:rPr>
              <a:t> </a:t>
            </a:r>
            <a:r>
              <a:rPr sz="1000" dirty="0">
                <a:solidFill>
                  <a:srgbClr val="231F20"/>
                </a:solidFill>
                <a:latin typeface="Arial"/>
                <a:cs typeface="Arial"/>
              </a:rPr>
              <a:t>the</a:t>
            </a:r>
            <a:r>
              <a:rPr sz="1000" spc="-20" dirty="0">
                <a:solidFill>
                  <a:srgbClr val="231F20"/>
                </a:solidFill>
                <a:latin typeface="Arial"/>
                <a:cs typeface="Arial"/>
              </a:rPr>
              <a:t> </a:t>
            </a:r>
            <a:r>
              <a:rPr sz="1000" dirty="0">
                <a:solidFill>
                  <a:srgbClr val="231F20"/>
                </a:solidFill>
                <a:latin typeface="Arial"/>
                <a:cs typeface="Arial"/>
              </a:rPr>
              <a:t>site</a:t>
            </a:r>
            <a:r>
              <a:rPr sz="1000" spc="-15" dirty="0">
                <a:solidFill>
                  <a:srgbClr val="231F20"/>
                </a:solidFill>
                <a:latin typeface="Arial"/>
                <a:cs typeface="Arial"/>
              </a:rPr>
              <a:t> </a:t>
            </a:r>
            <a:r>
              <a:rPr sz="1000" spc="-10" dirty="0">
                <a:solidFill>
                  <a:srgbClr val="231F20"/>
                </a:solidFill>
                <a:latin typeface="Arial"/>
                <a:cs typeface="Arial"/>
              </a:rPr>
              <a:t>featured </a:t>
            </a:r>
            <a:r>
              <a:rPr sz="1000" dirty="0">
                <a:solidFill>
                  <a:srgbClr val="231F20"/>
                </a:solidFill>
                <a:latin typeface="Arial"/>
                <a:cs typeface="Arial"/>
              </a:rPr>
              <a:t>photos</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audio</a:t>
            </a:r>
            <a:r>
              <a:rPr sz="1000" spc="10" dirty="0">
                <a:solidFill>
                  <a:srgbClr val="231F20"/>
                </a:solidFill>
                <a:latin typeface="Arial"/>
                <a:cs typeface="Arial"/>
              </a:rPr>
              <a:t> </a:t>
            </a:r>
            <a:r>
              <a:rPr sz="1000" dirty="0">
                <a:solidFill>
                  <a:srgbClr val="231F20"/>
                </a:solidFill>
                <a:latin typeface="Arial"/>
                <a:cs typeface="Arial"/>
              </a:rPr>
              <a:t>stories</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both</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enslaved</a:t>
            </a:r>
            <a:r>
              <a:rPr sz="1000" spc="15" dirty="0">
                <a:solidFill>
                  <a:srgbClr val="231F20"/>
                </a:solidFill>
                <a:latin typeface="Arial"/>
                <a:cs typeface="Arial"/>
              </a:rPr>
              <a:t> </a:t>
            </a:r>
            <a:r>
              <a:rPr sz="1000" spc="-25" dirty="0">
                <a:solidFill>
                  <a:srgbClr val="231F20"/>
                </a:solidFill>
                <a:latin typeface="Arial"/>
                <a:cs typeface="Arial"/>
              </a:rPr>
              <a:t>and</a:t>
            </a:r>
            <a:r>
              <a:rPr sz="1000" spc="500" dirty="0">
                <a:solidFill>
                  <a:srgbClr val="231F20"/>
                </a:solidFill>
                <a:latin typeface="Arial"/>
                <a:cs typeface="Arial"/>
              </a:rPr>
              <a:t> </a:t>
            </a:r>
            <a:r>
              <a:rPr sz="1000" dirty="0">
                <a:solidFill>
                  <a:srgbClr val="231F20"/>
                </a:solidFill>
                <a:latin typeface="Arial"/>
                <a:cs typeface="Arial"/>
              </a:rPr>
              <a:t>their</a:t>
            </a:r>
            <a:r>
              <a:rPr sz="1000" spc="55" dirty="0">
                <a:solidFill>
                  <a:srgbClr val="231F20"/>
                </a:solidFill>
                <a:latin typeface="Arial"/>
                <a:cs typeface="Arial"/>
              </a:rPr>
              <a:t> </a:t>
            </a:r>
            <a:r>
              <a:rPr sz="1000" dirty="0">
                <a:solidFill>
                  <a:srgbClr val="231F20"/>
                </a:solidFill>
                <a:latin typeface="Arial"/>
                <a:cs typeface="Arial"/>
              </a:rPr>
              <a:t>abolitionist</a:t>
            </a:r>
            <a:r>
              <a:rPr sz="1000" spc="55" dirty="0">
                <a:solidFill>
                  <a:srgbClr val="231F20"/>
                </a:solidFill>
                <a:latin typeface="Arial"/>
                <a:cs typeface="Arial"/>
              </a:rPr>
              <a:t> </a:t>
            </a:r>
            <a:r>
              <a:rPr sz="1000" spc="-10" dirty="0">
                <a:solidFill>
                  <a:srgbClr val="231F20"/>
                </a:solidFill>
                <a:latin typeface="Arial"/>
                <a:cs typeface="Arial"/>
              </a:rPr>
              <a:t>allies.</a:t>
            </a:r>
            <a:endParaRPr sz="100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569973"/>
            <a:ext cx="3303270" cy="7454900"/>
          </a:xfrm>
          <a:prstGeom prst="rect">
            <a:avLst/>
          </a:prstGeom>
        </p:spPr>
        <p:txBody>
          <a:bodyPr vert="horz" wrap="square" lIns="0" tIns="12700" rIns="0" bIns="0" rtlCol="0">
            <a:spAutoFit/>
          </a:bodyPr>
          <a:lstStyle/>
          <a:p>
            <a:pPr marL="12700" marR="41910">
              <a:lnSpc>
                <a:spcPct val="100000"/>
              </a:lnSpc>
              <a:spcBef>
                <a:spcPts val="100"/>
              </a:spcBef>
            </a:pPr>
            <a:r>
              <a:rPr sz="1000" dirty="0">
                <a:solidFill>
                  <a:srgbClr val="231F20"/>
                </a:solidFill>
                <a:latin typeface="Arial"/>
                <a:cs typeface="Arial"/>
              </a:rPr>
              <a:t>On</a:t>
            </a:r>
            <a:r>
              <a:rPr sz="1000" spc="10" dirty="0">
                <a:solidFill>
                  <a:srgbClr val="231F20"/>
                </a:solidFill>
                <a:latin typeface="Arial"/>
                <a:cs typeface="Arial"/>
              </a:rPr>
              <a:t> </a:t>
            </a:r>
            <a:r>
              <a:rPr sz="1000" dirty="0">
                <a:solidFill>
                  <a:srgbClr val="231F20"/>
                </a:solidFill>
                <a:latin typeface="Arial"/>
                <a:cs typeface="Arial"/>
              </a:rPr>
              <a:t>November</a:t>
            </a:r>
            <a:r>
              <a:rPr sz="1000" spc="15" dirty="0">
                <a:solidFill>
                  <a:srgbClr val="231F20"/>
                </a:solidFill>
                <a:latin typeface="Arial"/>
                <a:cs typeface="Arial"/>
              </a:rPr>
              <a:t> </a:t>
            </a:r>
            <a:r>
              <a:rPr sz="1000" spc="-160" dirty="0">
                <a:solidFill>
                  <a:srgbClr val="231F20"/>
                </a:solidFill>
                <a:latin typeface="Arial"/>
                <a:cs typeface="Arial"/>
              </a:rPr>
              <a:t>11,</a:t>
            </a:r>
            <a:r>
              <a:rPr sz="1000" spc="15" dirty="0">
                <a:solidFill>
                  <a:srgbClr val="231F20"/>
                </a:solidFill>
                <a:latin typeface="Arial"/>
                <a:cs typeface="Arial"/>
              </a:rPr>
              <a:t> </a:t>
            </a:r>
            <a:r>
              <a:rPr sz="1000" dirty="0">
                <a:solidFill>
                  <a:srgbClr val="231F20"/>
                </a:solidFill>
                <a:latin typeface="Arial"/>
                <a:cs typeface="Arial"/>
              </a:rPr>
              <a:t>2023,</a:t>
            </a:r>
            <a:r>
              <a:rPr sz="1000" spc="15" dirty="0">
                <a:solidFill>
                  <a:srgbClr val="231F20"/>
                </a:solidFill>
                <a:latin typeface="Arial"/>
                <a:cs typeface="Arial"/>
              </a:rPr>
              <a:t> </a:t>
            </a:r>
            <a:r>
              <a:rPr sz="1000" dirty="0">
                <a:solidFill>
                  <a:srgbClr val="231F20"/>
                </a:solidFill>
                <a:latin typeface="Arial"/>
                <a:cs typeface="Arial"/>
              </a:rPr>
              <a:t>Group</a:t>
            </a:r>
            <a:r>
              <a:rPr sz="1000" spc="15" dirty="0">
                <a:solidFill>
                  <a:srgbClr val="231F20"/>
                </a:solidFill>
                <a:latin typeface="Arial"/>
                <a:cs typeface="Arial"/>
              </a:rPr>
              <a:t> </a:t>
            </a:r>
            <a:r>
              <a:rPr sz="1000" dirty="0">
                <a:solidFill>
                  <a:srgbClr val="231F20"/>
                </a:solidFill>
                <a:latin typeface="Arial"/>
                <a:cs typeface="Arial"/>
              </a:rPr>
              <a:t>6</a:t>
            </a:r>
            <a:r>
              <a:rPr sz="1000" spc="15" dirty="0">
                <a:solidFill>
                  <a:srgbClr val="231F20"/>
                </a:solidFill>
                <a:latin typeface="Arial"/>
                <a:cs typeface="Arial"/>
              </a:rPr>
              <a:t> </a:t>
            </a:r>
            <a:r>
              <a:rPr sz="1000" dirty="0">
                <a:solidFill>
                  <a:srgbClr val="231F20"/>
                </a:solidFill>
                <a:latin typeface="Arial"/>
                <a:cs typeface="Arial"/>
              </a:rPr>
              <a:t>partnered</a:t>
            </a:r>
            <a:r>
              <a:rPr sz="1000" spc="10" dirty="0">
                <a:solidFill>
                  <a:srgbClr val="231F20"/>
                </a:solidFill>
                <a:latin typeface="Arial"/>
                <a:cs typeface="Arial"/>
              </a:rPr>
              <a:t> </a:t>
            </a:r>
            <a:r>
              <a:rPr sz="1000" dirty="0">
                <a:solidFill>
                  <a:srgbClr val="231F20"/>
                </a:solidFill>
                <a:latin typeface="Arial"/>
                <a:cs typeface="Arial"/>
              </a:rPr>
              <a:t>with</a:t>
            </a:r>
            <a:r>
              <a:rPr sz="1000" spc="15" dirty="0">
                <a:solidFill>
                  <a:srgbClr val="231F20"/>
                </a:solidFill>
                <a:latin typeface="Arial"/>
                <a:cs typeface="Arial"/>
              </a:rPr>
              <a:t> </a:t>
            </a:r>
            <a:r>
              <a:rPr sz="1000" spc="-10" dirty="0">
                <a:solidFill>
                  <a:srgbClr val="231F20"/>
                </a:solidFill>
                <a:latin typeface="Arial"/>
                <a:cs typeface="Arial"/>
              </a:rPr>
              <a:t>Kingdom </a:t>
            </a:r>
            <a:r>
              <a:rPr sz="1000" spc="-70" dirty="0">
                <a:solidFill>
                  <a:srgbClr val="231F20"/>
                </a:solidFill>
                <a:latin typeface="Arial"/>
                <a:cs typeface="Arial"/>
              </a:rPr>
              <a:t>CARES</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address</a:t>
            </a:r>
            <a:r>
              <a:rPr sz="1000" spc="20" dirty="0">
                <a:solidFill>
                  <a:srgbClr val="231F20"/>
                </a:solidFill>
                <a:latin typeface="Arial"/>
                <a:cs typeface="Arial"/>
              </a:rPr>
              <a:t> </a:t>
            </a:r>
            <a:r>
              <a:rPr sz="1000" dirty="0">
                <a:solidFill>
                  <a:srgbClr val="231F20"/>
                </a:solidFill>
                <a:latin typeface="Arial"/>
                <a:cs typeface="Arial"/>
              </a:rPr>
              <a:t>food</a:t>
            </a:r>
            <a:r>
              <a:rPr sz="1000" spc="15" dirty="0">
                <a:solidFill>
                  <a:srgbClr val="231F20"/>
                </a:solidFill>
                <a:latin typeface="Arial"/>
                <a:cs typeface="Arial"/>
              </a:rPr>
              <a:t> </a:t>
            </a:r>
            <a:r>
              <a:rPr sz="1000" dirty="0">
                <a:solidFill>
                  <a:srgbClr val="231F20"/>
                </a:solidFill>
                <a:latin typeface="Arial"/>
                <a:cs typeface="Arial"/>
              </a:rPr>
              <a:t>insecurity</a:t>
            </a:r>
            <a:r>
              <a:rPr sz="1000" spc="1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dirty="0">
                <a:solidFill>
                  <a:srgbClr val="231F20"/>
                </a:solidFill>
                <a:latin typeface="Arial"/>
                <a:cs typeface="Arial"/>
              </a:rPr>
              <a:t>Montgomery</a:t>
            </a:r>
            <a:r>
              <a:rPr sz="1000" spc="15" dirty="0">
                <a:solidFill>
                  <a:srgbClr val="231F20"/>
                </a:solidFill>
                <a:latin typeface="Arial"/>
                <a:cs typeface="Arial"/>
              </a:rPr>
              <a:t> </a:t>
            </a:r>
            <a:r>
              <a:rPr sz="1000" spc="-10" dirty="0">
                <a:solidFill>
                  <a:srgbClr val="231F20"/>
                </a:solidFill>
                <a:latin typeface="Arial"/>
                <a:cs typeface="Arial"/>
              </a:rPr>
              <a:t>County.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packed</a:t>
            </a:r>
            <a:r>
              <a:rPr sz="1000" spc="-5" dirty="0">
                <a:solidFill>
                  <a:srgbClr val="231F20"/>
                </a:solidFill>
                <a:latin typeface="Arial"/>
                <a:cs typeface="Arial"/>
              </a:rPr>
              <a:t> </a:t>
            </a:r>
            <a:r>
              <a:rPr sz="1000" dirty="0">
                <a:solidFill>
                  <a:srgbClr val="231F20"/>
                </a:solidFill>
                <a:latin typeface="Arial"/>
                <a:cs typeface="Arial"/>
              </a:rPr>
              <a:t>287</a:t>
            </a:r>
            <a:r>
              <a:rPr sz="1000" spc="-5" dirty="0">
                <a:solidFill>
                  <a:srgbClr val="231F20"/>
                </a:solidFill>
                <a:latin typeface="Arial"/>
                <a:cs typeface="Arial"/>
              </a:rPr>
              <a:t> </a:t>
            </a:r>
            <a:r>
              <a:rPr sz="1000" dirty="0">
                <a:solidFill>
                  <a:srgbClr val="231F20"/>
                </a:solidFill>
                <a:latin typeface="Arial"/>
                <a:cs typeface="Arial"/>
              </a:rPr>
              <a:t>boxes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food</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local</a:t>
            </a:r>
            <a:r>
              <a:rPr sz="1000" spc="-10" dirty="0">
                <a:solidFill>
                  <a:srgbClr val="231F20"/>
                </a:solidFill>
                <a:latin typeface="Arial"/>
                <a:cs typeface="Arial"/>
              </a:rPr>
              <a:t> </a:t>
            </a:r>
            <a:r>
              <a:rPr sz="1000" dirty="0">
                <a:solidFill>
                  <a:srgbClr val="231F20"/>
                </a:solidFill>
                <a:latin typeface="Arial"/>
                <a:cs typeface="Arial"/>
              </a:rPr>
              <a:t>families</a:t>
            </a:r>
            <a:r>
              <a:rPr sz="1000" spc="-5" dirty="0">
                <a:solidFill>
                  <a:srgbClr val="231F20"/>
                </a:solidFill>
                <a:latin typeface="Arial"/>
                <a:cs typeface="Arial"/>
              </a:rPr>
              <a:t> </a:t>
            </a:r>
            <a:r>
              <a:rPr sz="1000" spc="-25" dirty="0">
                <a:solidFill>
                  <a:srgbClr val="231F20"/>
                </a:solidFill>
                <a:latin typeface="Arial"/>
                <a:cs typeface="Arial"/>
              </a:rPr>
              <a:t>in </a:t>
            </a:r>
            <a:r>
              <a:rPr sz="1000" dirty="0">
                <a:solidFill>
                  <a:srgbClr val="231F20"/>
                </a:solidFill>
                <a:latin typeface="Arial"/>
                <a:cs typeface="Arial"/>
              </a:rPr>
              <a:t>need,</a:t>
            </a:r>
            <a:r>
              <a:rPr sz="1000" spc="35" dirty="0">
                <a:solidFill>
                  <a:srgbClr val="231F20"/>
                </a:solidFill>
                <a:latin typeface="Arial"/>
                <a:cs typeface="Arial"/>
              </a:rPr>
              <a:t> </a:t>
            </a:r>
            <a:r>
              <a:rPr sz="1000" dirty="0">
                <a:solidFill>
                  <a:srgbClr val="231F20"/>
                </a:solidFill>
                <a:latin typeface="Arial"/>
                <a:cs typeface="Arial"/>
              </a:rPr>
              <a:t>contributing</a:t>
            </a:r>
            <a:r>
              <a:rPr sz="1000" spc="40" dirty="0">
                <a:solidFill>
                  <a:srgbClr val="231F20"/>
                </a:solidFill>
                <a:latin typeface="Arial"/>
                <a:cs typeface="Arial"/>
              </a:rPr>
              <a:t> </a:t>
            </a:r>
            <a:r>
              <a:rPr sz="1000" dirty="0">
                <a:solidFill>
                  <a:srgbClr val="231F20"/>
                </a:solidFill>
                <a:latin typeface="Arial"/>
                <a:cs typeface="Arial"/>
              </a:rPr>
              <a:t>to</a:t>
            </a:r>
            <a:r>
              <a:rPr sz="1000" spc="35" dirty="0">
                <a:solidFill>
                  <a:srgbClr val="231F20"/>
                </a:solidFill>
                <a:latin typeface="Arial"/>
                <a:cs typeface="Arial"/>
              </a:rPr>
              <a:t> </a:t>
            </a:r>
            <a:r>
              <a:rPr sz="1000" dirty="0">
                <a:solidFill>
                  <a:srgbClr val="231F20"/>
                </a:solidFill>
                <a:latin typeface="Arial"/>
                <a:cs typeface="Arial"/>
              </a:rPr>
              <a:t>their</a:t>
            </a:r>
            <a:r>
              <a:rPr sz="1000" spc="40" dirty="0">
                <a:solidFill>
                  <a:srgbClr val="231F20"/>
                </a:solidFill>
                <a:latin typeface="Arial"/>
                <a:cs typeface="Arial"/>
              </a:rPr>
              <a:t> </a:t>
            </a:r>
            <a:r>
              <a:rPr sz="1000" dirty="0">
                <a:solidFill>
                  <a:srgbClr val="231F20"/>
                </a:solidFill>
                <a:latin typeface="Arial"/>
                <a:cs typeface="Arial"/>
              </a:rPr>
              <a:t>community</a:t>
            </a:r>
            <a:r>
              <a:rPr sz="1000" spc="35" dirty="0">
                <a:solidFill>
                  <a:srgbClr val="231F20"/>
                </a:solidFill>
                <a:latin typeface="Arial"/>
                <a:cs typeface="Arial"/>
              </a:rPr>
              <a:t> </a:t>
            </a:r>
            <a:r>
              <a:rPr sz="1000" dirty="0">
                <a:solidFill>
                  <a:srgbClr val="231F20"/>
                </a:solidFill>
                <a:latin typeface="Arial"/>
                <a:cs typeface="Arial"/>
              </a:rPr>
              <a:t>while</a:t>
            </a:r>
            <a:r>
              <a:rPr sz="1000" spc="40" dirty="0">
                <a:solidFill>
                  <a:srgbClr val="231F20"/>
                </a:solidFill>
                <a:latin typeface="Arial"/>
                <a:cs typeface="Arial"/>
              </a:rPr>
              <a:t> </a:t>
            </a:r>
            <a:r>
              <a:rPr sz="1000" dirty="0">
                <a:solidFill>
                  <a:srgbClr val="231F20"/>
                </a:solidFill>
                <a:latin typeface="Arial"/>
                <a:cs typeface="Arial"/>
              </a:rPr>
              <a:t>bonding</a:t>
            </a:r>
            <a:r>
              <a:rPr sz="1000" spc="3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each other.</a:t>
            </a:r>
            <a:r>
              <a:rPr sz="1000" spc="5" dirty="0">
                <a:solidFill>
                  <a:srgbClr val="231F20"/>
                </a:solidFill>
                <a:latin typeface="Arial"/>
                <a:cs typeface="Arial"/>
              </a:rPr>
              <a:t> </a:t>
            </a:r>
            <a:r>
              <a:rPr sz="1000" dirty="0">
                <a:solidFill>
                  <a:srgbClr val="231F20"/>
                </a:solidFill>
                <a:latin typeface="Arial"/>
                <a:cs typeface="Arial"/>
              </a:rPr>
              <a:t>Volunteering</a:t>
            </a:r>
            <a:r>
              <a:rPr sz="1000" spc="5" dirty="0">
                <a:solidFill>
                  <a:srgbClr val="231F20"/>
                </a:solidFill>
                <a:latin typeface="Arial"/>
                <a:cs typeface="Arial"/>
              </a:rPr>
              <a:t> </a:t>
            </a:r>
            <a:r>
              <a:rPr sz="1000" dirty="0">
                <a:solidFill>
                  <a:srgbClr val="231F20"/>
                </a:solidFill>
                <a:latin typeface="Arial"/>
                <a:cs typeface="Arial"/>
              </a:rPr>
              <a:t>not</a:t>
            </a:r>
            <a:r>
              <a:rPr sz="1000" spc="5" dirty="0">
                <a:solidFill>
                  <a:srgbClr val="231F20"/>
                </a:solidFill>
                <a:latin typeface="Arial"/>
                <a:cs typeface="Arial"/>
              </a:rPr>
              <a:t> </a:t>
            </a:r>
            <a:r>
              <a:rPr sz="1000" dirty="0">
                <a:solidFill>
                  <a:srgbClr val="231F20"/>
                </a:solidFill>
                <a:latin typeface="Arial"/>
                <a:cs typeface="Arial"/>
              </a:rPr>
              <a:t>only</a:t>
            </a:r>
            <a:r>
              <a:rPr sz="1000" spc="5" dirty="0">
                <a:solidFill>
                  <a:srgbClr val="231F20"/>
                </a:solidFill>
                <a:latin typeface="Arial"/>
                <a:cs typeface="Arial"/>
              </a:rPr>
              <a:t> </a:t>
            </a:r>
            <a:r>
              <a:rPr sz="1000" dirty="0">
                <a:solidFill>
                  <a:srgbClr val="231F20"/>
                </a:solidFill>
                <a:latin typeface="Arial"/>
                <a:cs typeface="Arial"/>
              </a:rPr>
              <a:t>allowed</a:t>
            </a:r>
            <a:r>
              <a:rPr sz="1000" spc="5" dirty="0">
                <a:solidFill>
                  <a:srgbClr val="231F20"/>
                </a:solidFill>
                <a:latin typeface="Arial"/>
                <a:cs typeface="Arial"/>
              </a:rPr>
              <a:t> </a:t>
            </a:r>
            <a:r>
              <a:rPr sz="1000" dirty="0">
                <a:solidFill>
                  <a:srgbClr val="231F20"/>
                </a:solidFill>
                <a:latin typeface="Arial"/>
                <a:cs typeface="Arial"/>
              </a:rPr>
              <a:t>them</a:t>
            </a:r>
            <a:r>
              <a:rPr sz="1000" spc="5" dirty="0">
                <a:solidFill>
                  <a:srgbClr val="231F20"/>
                </a:solidFill>
                <a:latin typeface="Arial"/>
                <a:cs typeface="Arial"/>
              </a:rPr>
              <a:t> </a:t>
            </a:r>
            <a:r>
              <a:rPr sz="1000" dirty="0">
                <a:solidFill>
                  <a:srgbClr val="231F20"/>
                </a:solidFill>
                <a:latin typeface="Arial"/>
                <a:cs typeface="Arial"/>
              </a:rPr>
              <a:t>to</a:t>
            </a:r>
            <a:r>
              <a:rPr sz="1000" spc="5" dirty="0">
                <a:solidFill>
                  <a:srgbClr val="231F20"/>
                </a:solidFill>
                <a:latin typeface="Arial"/>
                <a:cs typeface="Arial"/>
              </a:rPr>
              <a:t> </a:t>
            </a:r>
            <a:r>
              <a:rPr sz="1000" spc="-20" dirty="0">
                <a:solidFill>
                  <a:srgbClr val="231F20"/>
                </a:solidFill>
                <a:latin typeface="Arial"/>
                <a:cs typeface="Arial"/>
              </a:rPr>
              <a:t>make</a:t>
            </a:r>
            <a:endParaRPr sz="1000">
              <a:latin typeface="Arial"/>
              <a:cs typeface="Arial"/>
            </a:endParaRPr>
          </a:p>
          <a:p>
            <a:pPr marL="12700" marR="64135">
              <a:lnSpc>
                <a:spcPct val="100000"/>
              </a:lnSpc>
            </a:pP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difference</a:t>
            </a:r>
            <a:r>
              <a:rPr sz="1000" spc="20" dirty="0">
                <a:solidFill>
                  <a:srgbClr val="231F20"/>
                </a:solidFill>
                <a:latin typeface="Arial"/>
                <a:cs typeface="Arial"/>
              </a:rPr>
              <a:t> </a:t>
            </a:r>
            <a:r>
              <a:rPr sz="1000" dirty="0">
                <a:solidFill>
                  <a:srgbClr val="231F20"/>
                </a:solidFill>
                <a:latin typeface="Arial"/>
                <a:cs typeface="Arial"/>
              </a:rPr>
              <a:t>but</a:t>
            </a:r>
            <a:r>
              <a:rPr sz="1000" spc="20" dirty="0">
                <a:solidFill>
                  <a:srgbClr val="231F20"/>
                </a:solidFill>
                <a:latin typeface="Arial"/>
                <a:cs typeface="Arial"/>
              </a:rPr>
              <a:t> </a:t>
            </a:r>
            <a:r>
              <a:rPr sz="1000" dirty="0">
                <a:solidFill>
                  <a:srgbClr val="231F20"/>
                </a:solidFill>
                <a:latin typeface="Arial"/>
                <a:cs typeface="Arial"/>
              </a:rPr>
              <a:t>also</a:t>
            </a:r>
            <a:r>
              <a:rPr sz="1000" spc="15" dirty="0">
                <a:solidFill>
                  <a:srgbClr val="231F20"/>
                </a:solidFill>
                <a:latin typeface="Arial"/>
                <a:cs typeface="Arial"/>
              </a:rPr>
              <a:t> </a:t>
            </a:r>
            <a:r>
              <a:rPr sz="1000" dirty="0">
                <a:solidFill>
                  <a:srgbClr val="231F20"/>
                </a:solidFill>
                <a:latin typeface="Arial"/>
                <a:cs typeface="Arial"/>
              </a:rPr>
              <a:t>boosted</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confidence</a:t>
            </a:r>
            <a:r>
              <a:rPr sz="1000" spc="2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20" dirty="0">
                <a:solidFill>
                  <a:srgbClr val="231F20"/>
                </a:solidFill>
                <a:latin typeface="Arial"/>
                <a:cs typeface="Arial"/>
              </a:rPr>
              <a:t>self- esteem—</a:t>
            </a:r>
            <a:r>
              <a:rPr sz="1000" dirty="0">
                <a:solidFill>
                  <a:srgbClr val="231F20"/>
                </a:solidFill>
                <a:latin typeface="Arial"/>
                <a:cs typeface="Arial"/>
              </a:rPr>
              <a:t>crucial</a:t>
            </a:r>
            <a:r>
              <a:rPr sz="1000" spc="-5" dirty="0">
                <a:solidFill>
                  <a:srgbClr val="231F20"/>
                </a:solidFill>
                <a:latin typeface="Arial"/>
                <a:cs typeface="Arial"/>
              </a:rPr>
              <a:t> </a:t>
            </a:r>
            <a:r>
              <a:rPr sz="1000" dirty="0">
                <a:solidFill>
                  <a:srgbClr val="231F20"/>
                </a:solidFill>
                <a:latin typeface="Arial"/>
                <a:cs typeface="Arial"/>
              </a:rPr>
              <a:t>for</a:t>
            </a:r>
            <a:r>
              <a:rPr sz="1000" spc="-5" dirty="0">
                <a:solidFill>
                  <a:srgbClr val="231F20"/>
                </a:solidFill>
                <a:latin typeface="Arial"/>
                <a:cs typeface="Arial"/>
              </a:rPr>
              <a:t> </a:t>
            </a:r>
            <a:r>
              <a:rPr sz="1000" dirty="0">
                <a:solidFill>
                  <a:srgbClr val="231F20"/>
                </a:solidFill>
                <a:latin typeface="Arial"/>
                <a:cs typeface="Arial"/>
              </a:rPr>
              <a:t>their</a:t>
            </a:r>
            <a:r>
              <a:rPr sz="1000" spc="-5" dirty="0">
                <a:solidFill>
                  <a:srgbClr val="231F20"/>
                </a:solidFill>
                <a:latin typeface="Arial"/>
                <a:cs typeface="Arial"/>
              </a:rPr>
              <a:t> </a:t>
            </a:r>
            <a:r>
              <a:rPr sz="1000" dirty="0">
                <a:solidFill>
                  <a:srgbClr val="231F20"/>
                </a:solidFill>
                <a:latin typeface="Arial"/>
                <a:cs typeface="Arial"/>
              </a:rPr>
              <a:t>mental</a:t>
            </a:r>
            <a:r>
              <a:rPr sz="1000" spc="-5" dirty="0">
                <a:solidFill>
                  <a:srgbClr val="231F20"/>
                </a:solidFill>
                <a:latin typeface="Arial"/>
                <a:cs typeface="Arial"/>
              </a:rPr>
              <a:t> </a:t>
            </a:r>
            <a:r>
              <a:rPr sz="1000" dirty="0">
                <a:solidFill>
                  <a:srgbClr val="231F20"/>
                </a:solidFill>
                <a:latin typeface="Arial"/>
                <a:cs typeface="Arial"/>
              </a:rPr>
              <a:t>health and</a:t>
            </a:r>
            <a:r>
              <a:rPr sz="1000" spc="-5" dirty="0">
                <a:solidFill>
                  <a:srgbClr val="231F20"/>
                </a:solidFill>
                <a:latin typeface="Arial"/>
                <a:cs typeface="Arial"/>
              </a:rPr>
              <a:t> </a:t>
            </a:r>
            <a:r>
              <a:rPr sz="1000" spc="-10" dirty="0">
                <a:solidFill>
                  <a:srgbClr val="231F20"/>
                </a:solidFill>
                <a:latin typeface="Arial"/>
                <a:cs typeface="Arial"/>
              </a:rPr>
              <a:t>development.</a:t>
            </a:r>
            <a:endParaRPr sz="1000">
              <a:latin typeface="Arial"/>
              <a:cs typeface="Arial"/>
            </a:endParaRPr>
          </a:p>
          <a:p>
            <a:pPr marL="12700" marR="206375">
              <a:lnSpc>
                <a:spcPct val="100000"/>
              </a:lnSpc>
              <a:spcBef>
                <a:spcPts val="900"/>
              </a:spcBef>
            </a:pPr>
            <a:r>
              <a:rPr sz="1000" dirty="0">
                <a:solidFill>
                  <a:srgbClr val="231F20"/>
                </a:solidFill>
                <a:latin typeface="Arial"/>
                <a:cs typeface="Arial"/>
              </a:rPr>
              <a:t>December</a:t>
            </a:r>
            <a:r>
              <a:rPr sz="1000" spc="10" dirty="0">
                <a:solidFill>
                  <a:srgbClr val="231F20"/>
                </a:solidFill>
                <a:latin typeface="Arial"/>
                <a:cs typeface="Arial"/>
              </a:rPr>
              <a:t> </a:t>
            </a:r>
            <a:r>
              <a:rPr sz="1000" spc="-45" dirty="0">
                <a:solidFill>
                  <a:srgbClr val="231F20"/>
                </a:solidFill>
                <a:latin typeface="Arial"/>
                <a:cs typeface="Arial"/>
              </a:rPr>
              <a:t>27,</a:t>
            </a:r>
            <a:r>
              <a:rPr sz="1000" spc="10" dirty="0">
                <a:solidFill>
                  <a:srgbClr val="231F20"/>
                </a:solidFill>
                <a:latin typeface="Arial"/>
                <a:cs typeface="Arial"/>
              </a:rPr>
              <a:t> </a:t>
            </a:r>
            <a:r>
              <a:rPr sz="1000" dirty="0">
                <a:solidFill>
                  <a:srgbClr val="231F20"/>
                </a:solidFill>
                <a:latin typeface="Arial"/>
                <a:cs typeface="Arial"/>
              </a:rPr>
              <a:t>2023,</a:t>
            </a:r>
            <a:r>
              <a:rPr sz="1000" spc="10" dirty="0">
                <a:solidFill>
                  <a:srgbClr val="231F20"/>
                </a:solidFill>
                <a:latin typeface="Arial"/>
                <a:cs typeface="Arial"/>
              </a:rPr>
              <a:t> </a:t>
            </a:r>
            <a:r>
              <a:rPr sz="1000" dirty="0">
                <a:solidFill>
                  <a:srgbClr val="231F20"/>
                </a:solidFill>
                <a:latin typeface="Arial"/>
                <a:cs typeface="Arial"/>
              </a:rPr>
              <a:t>brought</a:t>
            </a:r>
            <a:r>
              <a:rPr sz="1000" spc="15" dirty="0">
                <a:solidFill>
                  <a:srgbClr val="231F20"/>
                </a:solidFill>
                <a:latin typeface="Arial"/>
                <a:cs typeface="Arial"/>
              </a:rPr>
              <a:t> </a:t>
            </a:r>
            <a:r>
              <a:rPr sz="1000" dirty="0">
                <a:solidFill>
                  <a:srgbClr val="231F20"/>
                </a:solidFill>
                <a:latin typeface="Arial"/>
                <a:cs typeface="Arial"/>
              </a:rPr>
              <a:t>an</a:t>
            </a:r>
            <a:r>
              <a:rPr sz="1000" spc="10" dirty="0">
                <a:solidFill>
                  <a:srgbClr val="231F20"/>
                </a:solidFill>
                <a:latin typeface="Arial"/>
                <a:cs typeface="Arial"/>
              </a:rPr>
              <a:t> </a:t>
            </a:r>
            <a:r>
              <a:rPr sz="1000" dirty="0">
                <a:solidFill>
                  <a:srgbClr val="231F20"/>
                </a:solidFill>
                <a:latin typeface="Arial"/>
                <a:cs typeface="Arial"/>
              </a:rPr>
              <a:t>exciting</a:t>
            </a:r>
            <a:r>
              <a:rPr sz="1000" spc="10" dirty="0">
                <a:solidFill>
                  <a:srgbClr val="231F20"/>
                </a:solidFill>
                <a:latin typeface="Arial"/>
                <a:cs typeface="Arial"/>
              </a:rPr>
              <a:t> </a:t>
            </a:r>
            <a:r>
              <a:rPr sz="1000" dirty="0">
                <a:solidFill>
                  <a:srgbClr val="231F20"/>
                </a:solidFill>
                <a:latin typeface="Arial"/>
                <a:cs typeface="Arial"/>
              </a:rPr>
              <a:t>trip</a:t>
            </a:r>
            <a:r>
              <a:rPr sz="1000" spc="15"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25" dirty="0">
                <a:solidFill>
                  <a:srgbClr val="231F20"/>
                </a:solidFill>
                <a:latin typeface="Arial"/>
                <a:cs typeface="Arial"/>
              </a:rPr>
              <a:t>New </a:t>
            </a:r>
            <a:r>
              <a:rPr sz="1000" spc="-10" dirty="0">
                <a:solidFill>
                  <a:srgbClr val="231F20"/>
                </a:solidFill>
                <a:latin typeface="Arial"/>
                <a:cs typeface="Arial"/>
              </a:rPr>
              <a:t>York</a:t>
            </a:r>
            <a:r>
              <a:rPr sz="1000" dirty="0">
                <a:solidFill>
                  <a:srgbClr val="231F20"/>
                </a:solidFill>
                <a:latin typeface="Arial"/>
                <a:cs typeface="Arial"/>
              </a:rPr>
              <a:t> </a:t>
            </a:r>
            <a:r>
              <a:rPr sz="1000" spc="-10" dirty="0">
                <a:solidFill>
                  <a:srgbClr val="231F20"/>
                </a:solidFill>
                <a:latin typeface="Arial"/>
                <a:cs typeface="Arial"/>
              </a:rPr>
              <a:t>City,</a:t>
            </a:r>
            <a:r>
              <a:rPr sz="1000" dirty="0">
                <a:solidFill>
                  <a:srgbClr val="231F20"/>
                </a:solidFill>
                <a:latin typeface="Arial"/>
                <a:cs typeface="Arial"/>
              </a:rPr>
              <a:t> where Group</a:t>
            </a:r>
            <a:r>
              <a:rPr sz="1000" spc="5" dirty="0">
                <a:solidFill>
                  <a:srgbClr val="231F20"/>
                </a:solidFill>
                <a:latin typeface="Arial"/>
                <a:cs typeface="Arial"/>
              </a:rPr>
              <a:t> </a:t>
            </a:r>
            <a:r>
              <a:rPr sz="1000" dirty="0">
                <a:solidFill>
                  <a:srgbClr val="231F20"/>
                </a:solidFill>
                <a:latin typeface="Arial"/>
                <a:cs typeface="Arial"/>
              </a:rPr>
              <a:t>6 teens attended</a:t>
            </a:r>
            <a:r>
              <a:rPr sz="1000" spc="5" dirty="0">
                <a:solidFill>
                  <a:srgbClr val="231F20"/>
                </a:solidFill>
                <a:latin typeface="Arial"/>
                <a:cs typeface="Arial"/>
              </a:rPr>
              <a:t> </a:t>
            </a:r>
            <a:r>
              <a:rPr sz="1000" dirty="0">
                <a:solidFill>
                  <a:srgbClr val="231F20"/>
                </a:solidFill>
                <a:latin typeface="Arial"/>
                <a:cs typeface="Arial"/>
              </a:rPr>
              <a:t>the </a:t>
            </a:r>
            <a:r>
              <a:rPr sz="1000" spc="-25" dirty="0">
                <a:solidFill>
                  <a:srgbClr val="231F20"/>
                </a:solidFill>
                <a:latin typeface="Arial"/>
                <a:cs typeface="Arial"/>
              </a:rPr>
              <a:t>New</a:t>
            </a:r>
            <a:r>
              <a:rPr sz="1000" spc="500" dirty="0">
                <a:solidFill>
                  <a:srgbClr val="231F20"/>
                </a:solidFill>
                <a:latin typeface="Arial"/>
                <a:cs typeface="Arial"/>
              </a:rPr>
              <a:t> </a:t>
            </a:r>
            <a:r>
              <a:rPr sz="1000" spc="-10" dirty="0">
                <a:solidFill>
                  <a:srgbClr val="231F20"/>
                </a:solidFill>
                <a:latin typeface="Arial"/>
                <a:cs typeface="Arial"/>
              </a:rPr>
              <a:t>York </a:t>
            </a:r>
            <a:r>
              <a:rPr sz="1000" dirty="0">
                <a:solidFill>
                  <a:srgbClr val="231F20"/>
                </a:solidFill>
                <a:latin typeface="Arial"/>
                <a:cs typeface="Arial"/>
              </a:rPr>
              <a:t>Metropolitan</a:t>
            </a:r>
            <a:r>
              <a:rPr sz="1000" spc="-15" dirty="0">
                <a:solidFill>
                  <a:srgbClr val="231F20"/>
                </a:solidFill>
                <a:latin typeface="Arial"/>
                <a:cs typeface="Arial"/>
              </a:rPr>
              <a:t> </a:t>
            </a:r>
            <a:r>
              <a:rPr sz="1000" spc="-10" dirty="0">
                <a:solidFill>
                  <a:srgbClr val="231F20"/>
                </a:solidFill>
                <a:latin typeface="Arial"/>
                <a:cs typeface="Arial"/>
              </a:rPr>
              <a:t>Chapter’s </a:t>
            </a:r>
            <a:r>
              <a:rPr sz="1000" spc="-50" dirty="0">
                <a:solidFill>
                  <a:srgbClr val="231F20"/>
                </a:solidFill>
                <a:latin typeface="Arial"/>
                <a:cs typeface="Arial"/>
              </a:rPr>
              <a:t>COPA</a:t>
            </a:r>
            <a:r>
              <a:rPr sz="1000" spc="-10" dirty="0">
                <a:solidFill>
                  <a:srgbClr val="231F20"/>
                </a:solidFill>
                <a:latin typeface="Arial"/>
                <a:cs typeface="Arial"/>
              </a:rPr>
              <a:t> </a:t>
            </a:r>
            <a:r>
              <a:rPr sz="1000" dirty="0">
                <a:solidFill>
                  <a:srgbClr val="231F20"/>
                </a:solidFill>
                <a:latin typeface="Arial"/>
                <a:cs typeface="Arial"/>
              </a:rPr>
              <a:t>Dance</a:t>
            </a:r>
            <a:r>
              <a:rPr sz="1000" spc="-10" dirty="0">
                <a:solidFill>
                  <a:srgbClr val="231F20"/>
                </a:solidFill>
                <a:latin typeface="Arial"/>
                <a:cs typeface="Arial"/>
              </a:rPr>
              <a:t> </a:t>
            </a:r>
            <a:r>
              <a:rPr sz="1000" dirty="0">
                <a:solidFill>
                  <a:srgbClr val="231F20"/>
                </a:solidFill>
                <a:latin typeface="Arial"/>
                <a:cs typeface="Arial"/>
              </a:rPr>
              <a:t>fundraiser</a:t>
            </a:r>
            <a:r>
              <a:rPr sz="1000" spc="-10" dirty="0">
                <a:solidFill>
                  <a:srgbClr val="231F20"/>
                </a:solidFill>
                <a:latin typeface="Arial"/>
                <a:cs typeface="Arial"/>
              </a:rPr>
              <a:t> </a:t>
            </a:r>
            <a:r>
              <a:rPr sz="1000" spc="-25" dirty="0">
                <a:solidFill>
                  <a:srgbClr val="231F20"/>
                </a:solidFill>
                <a:latin typeface="Arial"/>
                <a:cs typeface="Arial"/>
              </a:rPr>
              <a:t>at</a:t>
            </a:r>
            <a:endParaRPr sz="1000">
              <a:latin typeface="Arial"/>
              <a:cs typeface="Arial"/>
            </a:endParaRPr>
          </a:p>
          <a:p>
            <a:pPr marL="12700" marR="21590">
              <a:lnSpc>
                <a:spcPct val="100000"/>
              </a:lnSpc>
            </a:pPr>
            <a:r>
              <a:rPr sz="1000" spc="-10" dirty="0">
                <a:solidFill>
                  <a:srgbClr val="231F20"/>
                </a:solidFill>
                <a:latin typeface="Arial"/>
                <a:cs typeface="Arial"/>
              </a:rPr>
              <a:t>Capitale.</a:t>
            </a:r>
            <a:r>
              <a:rPr sz="1000" spc="5" dirty="0">
                <a:solidFill>
                  <a:srgbClr val="231F20"/>
                </a:solidFill>
                <a:latin typeface="Arial"/>
                <a:cs typeface="Arial"/>
              </a:rPr>
              <a:t> </a:t>
            </a:r>
            <a:r>
              <a:rPr sz="1000" dirty="0">
                <a:solidFill>
                  <a:srgbClr val="231F20"/>
                </a:solidFill>
                <a:latin typeface="Arial"/>
                <a:cs typeface="Arial"/>
              </a:rPr>
              <a:t>Before</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dance,</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explored</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10" dirty="0">
                <a:solidFill>
                  <a:srgbClr val="231F20"/>
                </a:solidFill>
                <a:latin typeface="Arial"/>
                <a:cs typeface="Arial"/>
              </a:rPr>
              <a:t>African Burial</a:t>
            </a:r>
            <a:r>
              <a:rPr sz="1000" spc="10" dirty="0">
                <a:solidFill>
                  <a:srgbClr val="231F20"/>
                </a:solidFill>
                <a:latin typeface="Arial"/>
                <a:cs typeface="Arial"/>
              </a:rPr>
              <a:t> </a:t>
            </a:r>
            <a:r>
              <a:rPr sz="1000" spc="-10" dirty="0">
                <a:solidFill>
                  <a:srgbClr val="231F20"/>
                </a:solidFill>
                <a:latin typeface="Arial"/>
                <a:cs typeface="Arial"/>
              </a:rPr>
              <a:t>Grounds,</a:t>
            </a:r>
            <a:r>
              <a:rPr sz="1000" spc="15" dirty="0">
                <a:solidFill>
                  <a:srgbClr val="231F20"/>
                </a:solidFill>
                <a:latin typeface="Arial"/>
                <a:cs typeface="Arial"/>
              </a:rPr>
              <a:t> </a:t>
            </a:r>
            <a:r>
              <a:rPr sz="1000" dirty="0">
                <a:solidFill>
                  <a:srgbClr val="231F20"/>
                </a:solidFill>
                <a:latin typeface="Arial"/>
                <a:cs typeface="Arial"/>
              </a:rPr>
              <a:t>learning</a:t>
            </a:r>
            <a:r>
              <a:rPr sz="1000" spc="15" dirty="0">
                <a:solidFill>
                  <a:srgbClr val="231F20"/>
                </a:solidFill>
                <a:latin typeface="Arial"/>
                <a:cs typeface="Arial"/>
              </a:rPr>
              <a:t> </a:t>
            </a:r>
            <a:r>
              <a:rPr sz="1000" dirty="0">
                <a:solidFill>
                  <a:srgbClr val="231F20"/>
                </a:solidFill>
                <a:latin typeface="Arial"/>
                <a:cs typeface="Arial"/>
              </a:rPr>
              <a:t>about</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deep</a:t>
            </a:r>
            <a:r>
              <a:rPr sz="1000" spc="15" dirty="0">
                <a:solidFill>
                  <a:srgbClr val="231F20"/>
                </a:solidFill>
                <a:latin typeface="Arial"/>
                <a:cs typeface="Arial"/>
              </a:rPr>
              <a:t> </a:t>
            </a:r>
            <a:r>
              <a:rPr sz="1000" dirty="0">
                <a:solidFill>
                  <a:srgbClr val="231F20"/>
                </a:solidFill>
                <a:latin typeface="Arial"/>
                <a:cs typeface="Arial"/>
              </a:rPr>
              <a:t>cultural</a:t>
            </a:r>
            <a:r>
              <a:rPr sz="1000" spc="15" dirty="0">
                <a:solidFill>
                  <a:srgbClr val="231F20"/>
                </a:solidFill>
                <a:latin typeface="Arial"/>
                <a:cs typeface="Arial"/>
              </a:rPr>
              <a:t> </a:t>
            </a:r>
            <a:r>
              <a:rPr sz="1000" spc="-10" dirty="0">
                <a:solidFill>
                  <a:srgbClr val="231F20"/>
                </a:solidFill>
                <a:latin typeface="Arial"/>
                <a:cs typeface="Arial"/>
              </a:rPr>
              <a:t>history </a:t>
            </a:r>
            <a:r>
              <a:rPr sz="1000" dirty="0">
                <a:solidFill>
                  <a:srgbClr val="231F20"/>
                </a:solidFill>
                <a:latin typeface="Arial"/>
                <a:cs typeface="Arial"/>
              </a:rPr>
              <a:t>and</a:t>
            </a:r>
            <a:r>
              <a:rPr sz="1000" spc="-5" dirty="0">
                <a:solidFill>
                  <a:srgbClr val="231F20"/>
                </a:solidFill>
                <a:latin typeface="Arial"/>
                <a:cs typeface="Arial"/>
              </a:rPr>
              <a:t> </a:t>
            </a:r>
            <a:r>
              <a:rPr sz="1000" dirty="0">
                <a:solidFill>
                  <a:srgbClr val="231F20"/>
                </a:solidFill>
                <a:latin typeface="Arial"/>
                <a:cs typeface="Arial"/>
              </a:rPr>
              <a:t>the resilience</a:t>
            </a:r>
            <a:r>
              <a:rPr sz="1000" spc="-5" dirty="0">
                <a:solidFill>
                  <a:srgbClr val="231F20"/>
                </a:solidFill>
                <a:latin typeface="Arial"/>
                <a:cs typeface="Arial"/>
              </a:rPr>
              <a:t> </a:t>
            </a:r>
            <a:r>
              <a:rPr sz="1000" dirty="0">
                <a:solidFill>
                  <a:srgbClr val="231F20"/>
                </a:solidFill>
                <a:latin typeface="Arial"/>
                <a:cs typeface="Arial"/>
              </a:rPr>
              <a:t>of African</a:t>
            </a:r>
            <a:r>
              <a:rPr sz="1000" spc="-5" dirty="0">
                <a:solidFill>
                  <a:srgbClr val="231F20"/>
                </a:solidFill>
                <a:latin typeface="Arial"/>
                <a:cs typeface="Arial"/>
              </a:rPr>
              <a:t> </a:t>
            </a:r>
            <a:r>
              <a:rPr sz="1000" spc="-10" dirty="0">
                <a:solidFill>
                  <a:srgbClr val="231F20"/>
                </a:solidFill>
                <a:latin typeface="Arial"/>
                <a:cs typeface="Arial"/>
              </a:rPr>
              <a:t>Americans</a:t>
            </a:r>
            <a:r>
              <a:rPr sz="1000" dirty="0">
                <a:solidFill>
                  <a:srgbClr val="231F20"/>
                </a:solidFill>
                <a:latin typeface="Arial"/>
                <a:cs typeface="Arial"/>
              </a:rPr>
              <a:t> in the</a:t>
            </a:r>
            <a:r>
              <a:rPr sz="1000" spc="-5" dirty="0">
                <a:solidFill>
                  <a:srgbClr val="231F20"/>
                </a:solidFill>
                <a:latin typeface="Arial"/>
                <a:cs typeface="Arial"/>
              </a:rPr>
              <a:t> </a:t>
            </a:r>
            <a:r>
              <a:rPr sz="1000" spc="-20" dirty="0">
                <a:solidFill>
                  <a:srgbClr val="231F20"/>
                </a:solidFill>
                <a:latin typeface="Arial"/>
                <a:cs typeface="Arial"/>
              </a:rPr>
              <a:t>city.</a:t>
            </a:r>
            <a:endParaRPr sz="1000">
              <a:latin typeface="Arial"/>
              <a:cs typeface="Arial"/>
            </a:endParaRPr>
          </a:p>
          <a:p>
            <a:pPr marL="12700" marR="136525">
              <a:lnSpc>
                <a:spcPct val="100000"/>
              </a:lnSpc>
              <a:spcBef>
                <a:spcPts val="900"/>
              </a:spcBef>
            </a:pPr>
            <a:r>
              <a:rPr sz="1000" dirty="0">
                <a:solidFill>
                  <a:srgbClr val="231F20"/>
                </a:solidFill>
                <a:latin typeface="Arial"/>
                <a:cs typeface="Arial"/>
              </a:rPr>
              <a:t>As</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kicked</a:t>
            </a:r>
            <a:r>
              <a:rPr sz="1000" spc="-5"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spc="-25" dirty="0">
                <a:solidFill>
                  <a:srgbClr val="231F20"/>
                </a:solidFill>
                <a:latin typeface="Arial"/>
                <a:cs typeface="Arial"/>
              </a:rPr>
              <a:t>year,</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January</a:t>
            </a:r>
            <a:r>
              <a:rPr sz="1000" spc="-5" dirty="0">
                <a:solidFill>
                  <a:srgbClr val="231F20"/>
                </a:solidFill>
                <a:latin typeface="Arial"/>
                <a:cs typeface="Arial"/>
              </a:rPr>
              <a:t> </a:t>
            </a:r>
            <a:r>
              <a:rPr sz="1000" spc="-20" dirty="0">
                <a:solidFill>
                  <a:srgbClr val="231F20"/>
                </a:solidFill>
                <a:latin typeface="Arial"/>
                <a:cs typeface="Arial"/>
              </a:rPr>
              <a:t>2024, </a:t>
            </a:r>
            <a:r>
              <a:rPr sz="1000" dirty="0">
                <a:solidFill>
                  <a:srgbClr val="231F20"/>
                </a:solidFill>
                <a:latin typeface="Arial"/>
                <a:cs typeface="Arial"/>
              </a:rPr>
              <a:t>they also</a:t>
            </a:r>
            <a:r>
              <a:rPr sz="1000" spc="5" dirty="0">
                <a:solidFill>
                  <a:srgbClr val="231F20"/>
                </a:solidFill>
                <a:latin typeface="Arial"/>
                <a:cs typeface="Arial"/>
              </a:rPr>
              <a:t> </a:t>
            </a:r>
            <a:r>
              <a:rPr sz="1000" dirty="0">
                <a:solidFill>
                  <a:srgbClr val="231F20"/>
                </a:solidFill>
                <a:latin typeface="Arial"/>
                <a:cs typeface="Arial"/>
              </a:rPr>
              <a:t>participated</a:t>
            </a:r>
            <a:r>
              <a:rPr sz="1000" spc="5" dirty="0">
                <a:solidFill>
                  <a:srgbClr val="231F20"/>
                </a:solidFill>
                <a:latin typeface="Arial"/>
                <a:cs typeface="Arial"/>
              </a:rPr>
              <a:t> </a:t>
            </a:r>
            <a:r>
              <a:rPr sz="1000" dirty="0">
                <a:solidFill>
                  <a:srgbClr val="231F20"/>
                </a:solidFill>
                <a:latin typeface="Arial"/>
                <a:cs typeface="Arial"/>
              </a:rPr>
              <a:t>in an</a:t>
            </a:r>
            <a:r>
              <a:rPr sz="1000" spc="5" dirty="0">
                <a:solidFill>
                  <a:srgbClr val="231F20"/>
                </a:solidFill>
                <a:latin typeface="Arial"/>
                <a:cs typeface="Arial"/>
              </a:rPr>
              <a:t> </a:t>
            </a:r>
            <a:r>
              <a:rPr sz="1000" dirty="0">
                <a:solidFill>
                  <a:srgbClr val="231F20"/>
                </a:solidFill>
                <a:latin typeface="Arial"/>
                <a:cs typeface="Arial"/>
              </a:rPr>
              <a:t>interactive,</a:t>
            </a:r>
            <a:r>
              <a:rPr sz="1000" spc="5" dirty="0">
                <a:solidFill>
                  <a:srgbClr val="231F20"/>
                </a:solidFill>
                <a:latin typeface="Arial"/>
                <a:cs typeface="Arial"/>
              </a:rPr>
              <a:t> </a:t>
            </a:r>
            <a:r>
              <a:rPr sz="1000" dirty="0">
                <a:solidFill>
                  <a:srgbClr val="231F20"/>
                </a:solidFill>
                <a:latin typeface="Arial"/>
                <a:cs typeface="Arial"/>
              </a:rPr>
              <a:t>live-</a:t>
            </a:r>
            <a:r>
              <a:rPr sz="1000" spc="-10" dirty="0">
                <a:solidFill>
                  <a:srgbClr val="231F20"/>
                </a:solidFill>
                <a:latin typeface="Arial"/>
                <a:cs typeface="Arial"/>
              </a:rPr>
              <a:t>action </a:t>
            </a:r>
            <a:r>
              <a:rPr sz="1000" dirty="0">
                <a:solidFill>
                  <a:srgbClr val="231F20"/>
                </a:solidFill>
                <a:latin typeface="Arial"/>
                <a:cs typeface="Arial"/>
              </a:rPr>
              <a:t>version 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spc="-65" dirty="0">
                <a:solidFill>
                  <a:srgbClr val="231F20"/>
                </a:solidFill>
                <a:latin typeface="Arial"/>
                <a:cs typeface="Arial"/>
              </a:rPr>
              <a:t>LIFE</a:t>
            </a:r>
            <a:r>
              <a:rPr sz="1000" spc="5" dirty="0">
                <a:solidFill>
                  <a:srgbClr val="231F20"/>
                </a:solidFill>
                <a:latin typeface="Arial"/>
                <a:cs typeface="Arial"/>
              </a:rPr>
              <a:t> </a:t>
            </a:r>
            <a:r>
              <a:rPr sz="1000" dirty="0">
                <a:solidFill>
                  <a:srgbClr val="231F20"/>
                </a:solidFill>
                <a:latin typeface="Arial"/>
                <a:cs typeface="Arial"/>
              </a:rPr>
              <a:t>board</a:t>
            </a:r>
            <a:r>
              <a:rPr sz="1000" spc="5" dirty="0">
                <a:solidFill>
                  <a:srgbClr val="231F20"/>
                </a:solidFill>
                <a:latin typeface="Arial"/>
                <a:cs typeface="Arial"/>
              </a:rPr>
              <a:t> </a:t>
            </a:r>
            <a:r>
              <a:rPr sz="1000" spc="-10" dirty="0">
                <a:solidFill>
                  <a:srgbClr val="231F20"/>
                </a:solidFill>
                <a:latin typeface="Arial"/>
                <a:cs typeface="Arial"/>
              </a:rPr>
              <a:t>game,</a:t>
            </a:r>
            <a:r>
              <a:rPr sz="1000" spc="5" dirty="0">
                <a:solidFill>
                  <a:srgbClr val="231F20"/>
                </a:solidFill>
                <a:latin typeface="Arial"/>
                <a:cs typeface="Arial"/>
              </a:rPr>
              <a:t> </a:t>
            </a:r>
            <a:r>
              <a:rPr sz="1000" dirty="0">
                <a:solidFill>
                  <a:srgbClr val="231F20"/>
                </a:solidFill>
                <a:latin typeface="Arial"/>
                <a:cs typeface="Arial"/>
              </a:rPr>
              <a:t>practicing</a:t>
            </a:r>
            <a:r>
              <a:rPr sz="1000" spc="5" dirty="0">
                <a:solidFill>
                  <a:srgbClr val="231F20"/>
                </a:solidFill>
                <a:latin typeface="Arial"/>
                <a:cs typeface="Arial"/>
              </a:rPr>
              <a:t> </a:t>
            </a:r>
            <a:r>
              <a:rPr sz="1000" dirty="0">
                <a:solidFill>
                  <a:srgbClr val="231F20"/>
                </a:solidFill>
                <a:latin typeface="Arial"/>
                <a:cs typeface="Arial"/>
              </a:rPr>
              <a:t>essential</a:t>
            </a:r>
            <a:r>
              <a:rPr sz="1000" spc="5" dirty="0">
                <a:solidFill>
                  <a:srgbClr val="231F20"/>
                </a:solidFill>
                <a:latin typeface="Arial"/>
                <a:cs typeface="Arial"/>
              </a:rPr>
              <a:t> </a:t>
            </a:r>
            <a:r>
              <a:rPr sz="1000" spc="-20" dirty="0">
                <a:solidFill>
                  <a:srgbClr val="231F20"/>
                </a:solidFill>
                <a:latin typeface="Arial"/>
                <a:cs typeface="Arial"/>
              </a:rPr>
              <a:t>life </a:t>
            </a:r>
            <a:r>
              <a:rPr sz="1000" dirty="0">
                <a:solidFill>
                  <a:srgbClr val="231F20"/>
                </a:solidFill>
                <a:latin typeface="Arial"/>
                <a:cs typeface="Arial"/>
              </a:rPr>
              <a:t>skills such </a:t>
            </a:r>
            <a:r>
              <a:rPr sz="1000" spc="-10" dirty="0">
                <a:solidFill>
                  <a:srgbClr val="231F20"/>
                </a:solidFill>
                <a:latin typeface="Arial"/>
                <a:cs typeface="Arial"/>
              </a:rPr>
              <a:t>as</a:t>
            </a:r>
            <a:r>
              <a:rPr sz="1000" dirty="0">
                <a:solidFill>
                  <a:srgbClr val="231F20"/>
                </a:solidFill>
                <a:latin typeface="Arial"/>
                <a:cs typeface="Arial"/>
              </a:rPr>
              <a:t> budgeting and decision-making that </a:t>
            </a:r>
            <a:r>
              <a:rPr sz="1000" spc="-20" dirty="0">
                <a:solidFill>
                  <a:srgbClr val="231F20"/>
                </a:solidFill>
                <a:latin typeface="Arial"/>
                <a:cs typeface="Arial"/>
              </a:rPr>
              <a:t>made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Leadership</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Financial</a:t>
            </a:r>
            <a:r>
              <a:rPr sz="1000" spc="-15" dirty="0">
                <a:solidFill>
                  <a:srgbClr val="231F20"/>
                </a:solidFill>
                <a:latin typeface="Arial"/>
                <a:cs typeface="Arial"/>
              </a:rPr>
              <a:t> </a:t>
            </a:r>
            <a:r>
              <a:rPr sz="1000" dirty="0">
                <a:solidFill>
                  <a:srgbClr val="231F20"/>
                </a:solidFill>
                <a:latin typeface="Arial"/>
                <a:cs typeface="Arial"/>
              </a:rPr>
              <a:t>Modules</a:t>
            </a:r>
            <a:r>
              <a:rPr sz="1000" spc="-15" dirty="0">
                <a:solidFill>
                  <a:srgbClr val="231F20"/>
                </a:solidFill>
                <a:latin typeface="Arial"/>
                <a:cs typeface="Arial"/>
              </a:rPr>
              <a:t> </a:t>
            </a:r>
            <a:r>
              <a:rPr sz="1000" dirty="0">
                <a:solidFill>
                  <a:srgbClr val="231F20"/>
                </a:solidFill>
                <a:latin typeface="Arial"/>
                <a:cs typeface="Arial"/>
              </a:rPr>
              <a:t>come</a:t>
            </a:r>
            <a:r>
              <a:rPr sz="1000" spc="-15" dirty="0">
                <a:solidFill>
                  <a:srgbClr val="231F20"/>
                </a:solidFill>
                <a:latin typeface="Arial"/>
                <a:cs typeface="Arial"/>
              </a:rPr>
              <a:t> </a:t>
            </a:r>
            <a:r>
              <a:rPr sz="1000" dirty="0">
                <a:solidFill>
                  <a:srgbClr val="231F20"/>
                </a:solidFill>
                <a:latin typeface="Arial"/>
                <a:cs typeface="Arial"/>
              </a:rPr>
              <a:t>life</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spc="-20" dirty="0">
                <a:solidFill>
                  <a:srgbClr val="231F20"/>
                </a:solidFill>
                <a:latin typeface="Arial"/>
                <a:cs typeface="Arial"/>
              </a:rPr>
              <a:t>this </a:t>
            </a:r>
            <a:r>
              <a:rPr sz="1000" spc="-10" dirty="0">
                <a:solidFill>
                  <a:srgbClr val="231F20"/>
                </a:solidFill>
                <a:latin typeface="Arial"/>
                <a:cs typeface="Arial"/>
              </a:rPr>
              <a:t>experience.</a:t>
            </a:r>
            <a:endParaRPr sz="1000">
              <a:latin typeface="Arial"/>
              <a:cs typeface="Arial"/>
            </a:endParaRPr>
          </a:p>
          <a:p>
            <a:pPr marL="12700" marR="41275">
              <a:lnSpc>
                <a:spcPct val="100000"/>
              </a:lnSpc>
              <a:spcBef>
                <a:spcPts val="900"/>
              </a:spcBef>
            </a:pP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teens</a:t>
            </a:r>
            <a:r>
              <a:rPr sz="1000" spc="-5" dirty="0">
                <a:solidFill>
                  <a:srgbClr val="231F20"/>
                </a:solidFill>
                <a:latin typeface="Arial"/>
                <a:cs typeface="Arial"/>
              </a:rPr>
              <a:t> </a:t>
            </a:r>
            <a:r>
              <a:rPr sz="1000" dirty="0">
                <a:solidFill>
                  <a:srgbClr val="231F20"/>
                </a:solidFill>
                <a:latin typeface="Arial"/>
                <a:cs typeface="Arial"/>
              </a:rPr>
              <a:t>kicked</a:t>
            </a:r>
            <a:r>
              <a:rPr sz="1000" spc="-10" dirty="0">
                <a:solidFill>
                  <a:srgbClr val="231F20"/>
                </a:solidFill>
                <a:latin typeface="Arial"/>
                <a:cs typeface="Arial"/>
              </a:rPr>
              <a:t> </a:t>
            </a:r>
            <a:r>
              <a:rPr sz="1000" dirty="0">
                <a:solidFill>
                  <a:srgbClr val="231F20"/>
                </a:solidFill>
                <a:latin typeface="Arial"/>
                <a:cs typeface="Arial"/>
              </a:rPr>
              <a:t>off</a:t>
            </a:r>
            <a:r>
              <a:rPr sz="1000" spc="-5"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dirty="0">
                <a:solidFill>
                  <a:srgbClr val="231F20"/>
                </a:solidFill>
                <a:latin typeface="Arial"/>
                <a:cs typeface="Arial"/>
              </a:rPr>
              <a:t>History</a:t>
            </a:r>
            <a:r>
              <a:rPr sz="1000" spc="-5" dirty="0">
                <a:solidFill>
                  <a:srgbClr val="231F20"/>
                </a:solidFill>
                <a:latin typeface="Arial"/>
                <a:cs typeface="Arial"/>
              </a:rPr>
              <a:t> </a:t>
            </a:r>
            <a:r>
              <a:rPr sz="1000" dirty="0">
                <a:solidFill>
                  <a:srgbClr val="231F20"/>
                </a:solidFill>
                <a:latin typeface="Arial"/>
                <a:cs typeface="Arial"/>
              </a:rPr>
              <a:t>Month</a:t>
            </a:r>
            <a:r>
              <a:rPr sz="1000" spc="-10" dirty="0">
                <a:solidFill>
                  <a:srgbClr val="231F20"/>
                </a:solidFill>
                <a:latin typeface="Arial"/>
                <a:cs typeface="Arial"/>
              </a:rPr>
              <a:t> </a:t>
            </a:r>
            <a:r>
              <a:rPr sz="1000" dirty="0">
                <a:solidFill>
                  <a:srgbClr val="231F20"/>
                </a:solidFill>
                <a:latin typeface="Arial"/>
                <a:cs typeface="Arial"/>
              </a:rPr>
              <a:t>on</a:t>
            </a:r>
            <a:r>
              <a:rPr sz="1000" spc="-5" dirty="0">
                <a:solidFill>
                  <a:srgbClr val="231F20"/>
                </a:solidFill>
                <a:latin typeface="Arial"/>
                <a:cs typeface="Arial"/>
              </a:rPr>
              <a:t> </a:t>
            </a:r>
            <a:r>
              <a:rPr sz="1000" dirty="0">
                <a:solidFill>
                  <a:srgbClr val="231F20"/>
                </a:solidFill>
                <a:latin typeface="Arial"/>
                <a:cs typeface="Arial"/>
              </a:rPr>
              <a:t>February</a:t>
            </a:r>
            <a:r>
              <a:rPr sz="1000" spc="-10" dirty="0">
                <a:solidFill>
                  <a:srgbClr val="231F20"/>
                </a:solidFill>
                <a:latin typeface="Arial"/>
                <a:cs typeface="Arial"/>
              </a:rPr>
              <a:t> </a:t>
            </a:r>
            <a:r>
              <a:rPr sz="1000" spc="-25" dirty="0">
                <a:solidFill>
                  <a:srgbClr val="231F20"/>
                </a:solidFill>
                <a:latin typeface="Arial"/>
                <a:cs typeface="Arial"/>
              </a:rPr>
              <a:t>3, </a:t>
            </a:r>
            <a:r>
              <a:rPr sz="1000" dirty="0">
                <a:solidFill>
                  <a:srgbClr val="231F20"/>
                </a:solidFill>
                <a:latin typeface="Arial"/>
                <a:cs typeface="Arial"/>
              </a:rPr>
              <a:t>2024, with a deeply enriching</a:t>
            </a:r>
            <a:r>
              <a:rPr sz="1000" spc="5" dirty="0">
                <a:solidFill>
                  <a:srgbClr val="231F20"/>
                </a:solidFill>
                <a:latin typeface="Arial"/>
                <a:cs typeface="Arial"/>
              </a:rPr>
              <a:t> </a:t>
            </a:r>
            <a:r>
              <a:rPr sz="1000" dirty="0">
                <a:solidFill>
                  <a:srgbClr val="231F20"/>
                </a:solidFill>
                <a:latin typeface="Arial"/>
                <a:cs typeface="Arial"/>
              </a:rPr>
              <a:t>day in Annapolis, </a:t>
            </a:r>
            <a:r>
              <a:rPr sz="1000" spc="-10" dirty="0">
                <a:solidFill>
                  <a:srgbClr val="231F20"/>
                </a:solidFill>
                <a:latin typeface="Arial"/>
                <a:cs typeface="Arial"/>
              </a:rPr>
              <a:t>Maryland, </a:t>
            </a:r>
            <a:r>
              <a:rPr sz="1000" dirty="0">
                <a:solidFill>
                  <a:srgbClr val="231F20"/>
                </a:solidFill>
                <a:latin typeface="Arial"/>
                <a:cs typeface="Arial"/>
              </a:rPr>
              <a:t>tracing</a:t>
            </a:r>
            <a:r>
              <a:rPr sz="1000" spc="-25" dirty="0">
                <a:solidFill>
                  <a:srgbClr val="231F20"/>
                </a:solidFill>
                <a:latin typeface="Arial"/>
                <a:cs typeface="Arial"/>
              </a:rPr>
              <a:t> </a:t>
            </a:r>
            <a:r>
              <a:rPr sz="1000" dirty="0">
                <a:solidFill>
                  <a:srgbClr val="231F20"/>
                </a:solidFill>
                <a:latin typeface="Arial"/>
                <a:cs typeface="Arial"/>
              </a:rPr>
              <a:t>the</a:t>
            </a:r>
            <a:r>
              <a:rPr sz="1000" spc="-25" dirty="0">
                <a:solidFill>
                  <a:srgbClr val="231F20"/>
                </a:solidFill>
                <a:latin typeface="Arial"/>
                <a:cs typeface="Arial"/>
              </a:rPr>
              <a:t> </a:t>
            </a:r>
            <a:r>
              <a:rPr sz="1000" dirty="0">
                <a:solidFill>
                  <a:srgbClr val="231F20"/>
                </a:solidFill>
                <a:latin typeface="Arial"/>
                <a:cs typeface="Arial"/>
              </a:rPr>
              <a:t>arc</a:t>
            </a:r>
            <a:r>
              <a:rPr sz="1000" spc="-25" dirty="0">
                <a:solidFill>
                  <a:srgbClr val="231F20"/>
                </a:solidFill>
                <a:latin typeface="Arial"/>
                <a:cs typeface="Arial"/>
              </a:rPr>
              <a:t> </a:t>
            </a:r>
            <a:r>
              <a:rPr sz="1000" dirty="0">
                <a:solidFill>
                  <a:srgbClr val="231F20"/>
                </a:solidFill>
                <a:latin typeface="Arial"/>
                <a:cs typeface="Arial"/>
              </a:rPr>
              <a:t>of</a:t>
            </a:r>
            <a:r>
              <a:rPr sz="1000" spc="-25" dirty="0">
                <a:solidFill>
                  <a:srgbClr val="231F20"/>
                </a:solidFill>
                <a:latin typeface="Arial"/>
                <a:cs typeface="Arial"/>
              </a:rPr>
              <a:t> </a:t>
            </a:r>
            <a:r>
              <a:rPr sz="1000" dirty="0">
                <a:solidFill>
                  <a:srgbClr val="231F20"/>
                </a:solidFill>
                <a:latin typeface="Arial"/>
                <a:cs typeface="Arial"/>
              </a:rPr>
              <a:t>African</a:t>
            </a:r>
            <a:r>
              <a:rPr sz="1000" spc="-20" dirty="0">
                <a:solidFill>
                  <a:srgbClr val="231F20"/>
                </a:solidFill>
                <a:latin typeface="Arial"/>
                <a:cs typeface="Arial"/>
              </a:rPr>
              <a:t> </a:t>
            </a:r>
            <a:r>
              <a:rPr sz="1000" dirty="0">
                <a:solidFill>
                  <a:srgbClr val="231F20"/>
                </a:solidFill>
                <a:latin typeface="Arial"/>
                <a:cs typeface="Arial"/>
              </a:rPr>
              <a:t>American</a:t>
            </a:r>
            <a:r>
              <a:rPr sz="1000" spc="-25" dirty="0">
                <a:solidFill>
                  <a:srgbClr val="231F20"/>
                </a:solidFill>
                <a:latin typeface="Arial"/>
                <a:cs typeface="Arial"/>
              </a:rPr>
              <a:t> </a:t>
            </a:r>
            <a:r>
              <a:rPr sz="1000" dirty="0">
                <a:solidFill>
                  <a:srgbClr val="231F20"/>
                </a:solidFill>
                <a:latin typeface="Arial"/>
                <a:cs typeface="Arial"/>
              </a:rPr>
              <a:t>history.</a:t>
            </a:r>
            <a:r>
              <a:rPr sz="1000" spc="-25" dirty="0">
                <a:solidFill>
                  <a:srgbClr val="231F20"/>
                </a:solidFill>
                <a:latin typeface="Arial"/>
                <a:cs typeface="Arial"/>
              </a:rPr>
              <a:t> </a:t>
            </a:r>
            <a:r>
              <a:rPr sz="1000" spc="-10" dirty="0">
                <a:solidFill>
                  <a:srgbClr val="231F20"/>
                </a:solidFill>
                <a:latin typeface="Arial"/>
                <a:cs typeface="Arial"/>
              </a:rPr>
              <a:t>Renowned </a:t>
            </a:r>
            <a:r>
              <a:rPr sz="1000" dirty="0">
                <a:solidFill>
                  <a:srgbClr val="231F20"/>
                </a:solidFill>
                <a:latin typeface="Arial"/>
                <a:cs typeface="Arial"/>
              </a:rPr>
              <a:t>historian,</a:t>
            </a:r>
            <a:r>
              <a:rPr sz="1000" spc="-5" dirty="0">
                <a:solidFill>
                  <a:srgbClr val="231F20"/>
                </a:solidFill>
                <a:latin typeface="Arial"/>
                <a:cs typeface="Arial"/>
              </a:rPr>
              <a:t> </a:t>
            </a:r>
            <a:r>
              <a:rPr sz="1000" dirty="0">
                <a:solidFill>
                  <a:srgbClr val="231F20"/>
                </a:solidFill>
                <a:latin typeface="Arial"/>
                <a:cs typeface="Arial"/>
              </a:rPr>
              <a:t>Anthony</a:t>
            </a:r>
            <a:r>
              <a:rPr sz="1000" spc="-5" dirty="0">
                <a:solidFill>
                  <a:srgbClr val="231F20"/>
                </a:solidFill>
                <a:latin typeface="Arial"/>
                <a:cs typeface="Arial"/>
              </a:rPr>
              <a:t> </a:t>
            </a:r>
            <a:r>
              <a:rPr sz="1000" dirty="0">
                <a:solidFill>
                  <a:srgbClr val="231F20"/>
                </a:solidFill>
                <a:latin typeface="Arial"/>
                <a:cs typeface="Arial"/>
              </a:rPr>
              <a:t>Cohen,</a:t>
            </a:r>
            <a:r>
              <a:rPr sz="1000" spc="-5" dirty="0">
                <a:solidFill>
                  <a:srgbClr val="231F20"/>
                </a:solidFill>
                <a:latin typeface="Arial"/>
                <a:cs typeface="Arial"/>
              </a:rPr>
              <a:t> </a:t>
            </a:r>
            <a:r>
              <a:rPr sz="1000" dirty="0">
                <a:solidFill>
                  <a:srgbClr val="231F20"/>
                </a:solidFill>
                <a:latin typeface="Arial"/>
                <a:cs typeface="Arial"/>
              </a:rPr>
              <a:t>led them</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a tour</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city,</a:t>
            </a:r>
            <a:r>
              <a:rPr sz="1000" spc="-5" dirty="0">
                <a:solidFill>
                  <a:srgbClr val="231F20"/>
                </a:solidFill>
                <a:latin typeface="Arial"/>
                <a:cs typeface="Arial"/>
              </a:rPr>
              <a:t> </a:t>
            </a:r>
            <a:r>
              <a:rPr sz="1000" dirty="0">
                <a:solidFill>
                  <a:srgbClr val="231F20"/>
                </a:solidFill>
                <a:latin typeface="Arial"/>
                <a:cs typeface="Arial"/>
              </a:rPr>
              <a:t>highlighting</a:t>
            </a:r>
            <a:r>
              <a:rPr sz="1000" spc="-5" dirty="0">
                <a:solidFill>
                  <a:srgbClr val="231F20"/>
                </a:solidFill>
                <a:latin typeface="Arial"/>
                <a:cs typeface="Arial"/>
              </a:rPr>
              <a:t> </a:t>
            </a:r>
            <a:r>
              <a:rPr sz="1000" dirty="0">
                <a:solidFill>
                  <a:srgbClr val="231F20"/>
                </a:solidFill>
                <a:latin typeface="Arial"/>
                <a:cs typeface="Arial"/>
              </a:rPr>
              <a:t>historic</a:t>
            </a:r>
            <a:r>
              <a:rPr sz="1000" spc="-5" dirty="0">
                <a:solidFill>
                  <a:srgbClr val="231F20"/>
                </a:solidFill>
                <a:latin typeface="Arial"/>
                <a:cs typeface="Arial"/>
              </a:rPr>
              <a:t> </a:t>
            </a:r>
            <a:r>
              <a:rPr sz="1000" dirty="0">
                <a:solidFill>
                  <a:srgbClr val="231F20"/>
                </a:solidFill>
                <a:latin typeface="Arial"/>
                <a:cs typeface="Arial"/>
              </a:rPr>
              <a:t>African</a:t>
            </a:r>
            <a:r>
              <a:rPr sz="1000" spc="-5" dirty="0">
                <a:solidFill>
                  <a:srgbClr val="231F20"/>
                </a:solidFill>
                <a:latin typeface="Arial"/>
                <a:cs typeface="Arial"/>
              </a:rPr>
              <a:t> </a:t>
            </a:r>
            <a:r>
              <a:rPr sz="1000" dirty="0">
                <a:solidFill>
                  <a:srgbClr val="231F20"/>
                </a:solidFill>
                <a:latin typeface="Arial"/>
                <a:cs typeface="Arial"/>
              </a:rPr>
              <a:t>American</a:t>
            </a:r>
            <a:r>
              <a:rPr sz="1000" spc="-5" dirty="0">
                <a:solidFill>
                  <a:srgbClr val="231F20"/>
                </a:solidFill>
                <a:latin typeface="Arial"/>
                <a:cs typeface="Arial"/>
              </a:rPr>
              <a:t> </a:t>
            </a:r>
            <a:r>
              <a:rPr sz="1000" spc="-10" dirty="0">
                <a:solidFill>
                  <a:srgbClr val="231F20"/>
                </a:solidFill>
                <a:latin typeface="Arial"/>
                <a:cs typeface="Arial"/>
              </a:rPr>
              <a:t>landmarks</a:t>
            </a:r>
            <a:endParaRPr sz="1000">
              <a:latin typeface="Arial"/>
              <a:cs typeface="Arial"/>
            </a:endParaRPr>
          </a:p>
          <a:p>
            <a:pPr marL="12700" marR="133350">
              <a:lnSpc>
                <a:spcPct val="100000"/>
              </a:lnSpc>
            </a:pPr>
            <a:r>
              <a:rPr sz="1000" dirty="0">
                <a:solidFill>
                  <a:srgbClr val="231F20"/>
                </a:solidFill>
                <a:latin typeface="Arial"/>
                <a:cs typeface="Arial"/>
              </a:rPr>
              <a:t>like</a:t>
            </a:r>
            <a:r>
              <a:rPr sz="1000" spc="-15" dirty="0">
                <a:solidFill>
                  <a:srgbClr val="231F20"/>
                </a:solidFill>
                <a:latin typeface="Arial"/>
                <a:cs typeface="Arial"/>
              </a:rPr>
              <a:t> </a:t>
            </a:r>
            <a:r>
              <a:rPr sz="1000" dirty="0">
                <a:solidFill>
                  <a:srgbClr val="231F20"/>
                </a:solidFill>
                <a:latin typeface="Arial"/>
                <a:cs typeface="Arial"/>
              </a:rPr>
              <a:t>Highland</a:t>
            </a:r>
            <a:r>
              <a:rPr sz="1000" spc="-15" dirty="0">
                <a:solidFill>
                  <a:srgbClr val="231F20"/>
                </a:solidFill>
                <a:latin typeface="Arial"/>
                <a:cs typeface="Arial"/>
              </a:rPr>
              <a:t> </a:t>
            </a:r>
            <a:r>
              <a:rPr sz="1000" dirty="0">
                <a:solidFill>
                  <a:srgbClr val="231F20"/>
                </a:solidFill>
                <a:latin typeface="Arial"/>
                <a:cs typeface="Arial"/>
              </a:rPr>
              <a:t>Beach</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Alex</a:t>
            </a:r>
            <a:r>
              <a:rPr sz="1000" spc="-15" dirty="0">
                <a:solidFill>
                  <a:srgbClr val="231F20"/>
                </a:solidFill>
                <a:latin typeface="Arial"/>
                <a:cs typeface="Arial"/>
              </a:rPr>
              <a:t> </a:t>
            </a:r>
            <a:r>
              <a:rPr sz="1000" dirty="0">
                <a:solidFill>
                  <a:srgbClr val="231F20"/>
                </a:solidFill>
                <a:latin typeface="Arial"/>
                <a:cs typeface="Arial"/>
              </a:rPr>
              <a:t>Haley</a:t>
            </a:r>
            <a:r>
              <a:rPr sz="1000" spc="-15" dirty="0">
                <a:solidFill>
                  <a:srgbClr val="231F20"/>
                </a:solidFill>
                <a:latin typeface="Arial"/>
                <a:cs typeface="Arial"/>
              </a:rPr>
              <a:t> </a:t>
            </a:r>
            <a:r>
              <a:rPr sz="1000" spc="-10" dirty="0">
                <a:solidFill>
                  <a:srgbClr val="231F20"/>
                </a:solidFill>
                <a:latin typeface="Arial"/>
                <a:cs typeface="Arial"/>
              </a:rPr>
              <a:t>Memorial.</a:t>
            </a:r>
            <a:r>
              <a:rPr sz="1000" spc="-15" dirty="0">
                <a:solidFill>
                  <a:srgbClr val="231F20"/>
                </a:solidFill>
                <a:latin typeface="Arial"/>
                <a:cs typeface="Arial"/>
              </a:rPr>
              <a:t> </a:t>
            </a:r>
            <a:r>
              <a:rPr sz="1000" spc="-50" dirty="0">
                <a:solidFill>
                  <a:srgbClr val="231F20"/>
                </a:solidFill>
                <a:latin typeface="Arial"/>
                <a:cs typeface="Arial"/>
              </a:rPr>
              <a:t>A</a:t>
            </a:r>
            <a:r>
              <a:rPr sz="1000" spc="500" dirty="0">
                <a:solidFill>
                  <a:srgbClr val="231F20"/>
                </a:solidFill>
                <a:latin typeface="Arial"/>
                <a:cs typeface="Arial"/>
              </a:rPr>
              <a:t> </a:t>
            </a:r>
            <a:r>
              <a:rPr sz="1000" dirty="0">
                <a:solidFill>
                  <a:srgbClr val="231F20"/>
                </a:solidFill>
                <a:latin typeface="Arial"/>
                <a:cs typeface="Arial"/>
              </a:rPr>
              <a:t>visit</a:t>
            </a:r>
            <a:r>
              <a:rPr sz="1000" spc="-15" dirty="0">
                <a:solidFill>
                  <a:srgbClr val="231F20"/>
                </a:solidFill>
                <a:latin typeface="Arial"/>
                <a:cs typeface="Arial"/>
              </a:rPr>
              <a:t> </a:t>
            </a:r>
            <a:r>
              <a:rPr sz="1000" dirty="0">
                <a:solidFill>
                  <a:srgbClr val="231F20"/>
                </a:solidFill>
                <a:latin typeface="Arial"/>
                <a:cs typeface="Arial"/>
              </a:rPr>
              <a:t>to</a:t>
            </a:r>
            <a:r>
              <a:rPr sz="1000" spc="-15"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Banneker</a:t>
            </a:r>
            <a:r>
              <a:rPr sz="1000" spc="-15" dirty="0">
                <a:solidFill>
                  <a:srgbClr val="231F20"/>
                </a:solidFill>
                <a:latin typeface="Arial"/>
                <a:cs typeface="Arial"/>
              </a:rPr>
              <a:t> </a:t>
            </a:r>
            <a:r>
              <a:rPr sz="1000" dirty="0">
                <a:solidFill>
                  <a:srgbClr val="231F20"/>
                </a:solidFill>
                <a:latin typeface="Arial"/>
                <a:cs typeface="Arial"/>
              </a:rPr>
              <a:t>Douglass</a:t>
            </a:r>
            <a:r>
              <a:rPr sz="1000" spc="-15" dirty="0">
                <a:solidFill>
                  <a:srgbClr val="231F20"/>
                </a:solidFill>
                <a:latin typeface="Arial"/>
                <a:cs typeface="Arial"/>
              </a:rPr>
              <a:t> </a:t>
            </a:r>
            <a:r>
              <a:rPr sz="1000" spc="-10" dirty="0">
                <a:solidFill>
                  <a:srgbClr val="231F20"/>
                </a:solidFill>
                <a:latin typeface="Arial"/>
                <a:cs typeface="Arial"/>
              </a:rPr>
              <a:t>Museum</a:t>
            </a:r>
            <a:r>
              <a:rPr sz="1000" spc="-15" dirty="0">
                <a:solidFill>
                  <a:srgbClr val="231F20"/>
                </a:solidFill>
                <a:latin typeface="Arial"/>
                <a:cs typeface="Arial"/>
              </a:rPr>
              <a:t> </a:t>
            </a:r>
            <a:r>
              <a:rPr sz="1000" spc="-10" dirty="0">
                <a:solidFill>
                  <a:srgbClr val="231F20"/>
                </a:solidFill>
                <a:latin typeface="Arial"/>
                <a:cs typeface="Arial"/>
              </a:rPr>
              <a:t>emphasized</a:t>
            </a:r>
            <a:r>
              <a:rPr sz="1000" spc="-1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importance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preserving</a:t>
            </a:r>
            <a:r>
              <a:rPr sz="1000" spc="10"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dirty="0">
                <a:solidFill>
                  <a:srgbClr val="231F20"/>
                </a:solidFill>
                <a:latin typeface="Arial"/>
                <a:cs typeface="Arial"/>
              </a:rPr>
              <a:t>history</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10" dirty="0">
                <a:solidFill>
                  <a:srgbClr val="231F20"/>
                </a:solidFill>
                <a:latin typeface="Arial"/>
                <a:cs typeface="Arial"/>
              </a:rPr>
              <a:t>celebrating</a:t>
            </a:r>
            <a:endParaRPr sz="1000">
              <a:latin typeface="Arial"/>
              <a:cs typeface="Arial"/>
            </a:endParaRPr>
          </a:p>
          <a:p>
            <a:pPr marL="12700" marR="5080">
              <a:lnSpc>
                <a:spcPct val="100000"/>
              </a:lnSpc>
            </a:pPr>
            <a:r>
              <a:rPr sz="1000" dirty="0">
                <a:solidFill>
                  <a:srgbClr val="231F20"/>
                </a:solidFill>
                <a:latin typeface="Arial"/>
                <a:cs typeface="Arial"/>
              </a:rPr>
              <a:t>community</a:t>
            </a:r>
            <a:r>
              <a:rPr sz="1000" spc="-35" dirty="0">
                <a:solidFill>
                  <a:srgbClr val="231F20"/>
                </a:solidFill>
                <a:latin typeface="Arial"/>
                <a:cs typeface="Arial"/>
              </a:rPr>
              <a:t> </a:t>
            </a:r>
            <a:r>
              <a:rPr sz="1000" dirty="0">
                <a:solidFill>
                  <a:srgbClr val="231F20"/>
                </a:solidFill>
                <a:latin typeface="Arial"/>
                <a:cs typeface="Arial"/>
              </a:rPr>
              <a:t>activism.</a:t>
            </a:r>
            <a:r>
              <a:rPr sz="1000" spc="-30" dirty="0">
                <a:solidFill>
                  <a:srgbClr val="231F20"/>
                </a:solidFill>
                <a:latin typeface="Arial"/>
                <a:cs typeface="Arial"/>
              </a:rPr>
              <a:t> </a:t>
            </a:r>
            <a:r>
              <a:rPr sz="1000" dirty="0">
                <a:solidFill>
                  <a:srgbClr val="231F20"/>
                </a:solidFill>
                <a:latin typeface="Arial"/>
                <a:cs typeface="Arial"/>
              </a:rPr>
              <a:t>The</a:t>
            </a:r>
            <a:r>
              <a:rPr sz="1000" spc="-30" dirty="0">
                <a:solidFill>
                  <a:srgbClr val="231F20"/>
                </a:solidFill>
                <a:latin typeface="Arial"/>
                <a:cs typeface="Arial"/>
              </a:rPr>
              <a:t> </a:t>
            </a:r>
            <a:r>
              <a:rPr sz="1000" dirty="0">
                <a:solidFill>
                  <a:srgbClr val="231F20"/>
                </a:solidFill>
                <a:latin typeface="Arial"/>
                <a:cs typeface="Arial"/>
              </a:rPr>
              <a:t>day</a:t>
            </a:r>
            <a:r>
              <a:rPr sz="1000" spc="-35" dirty="0">
                <a:solidFill>
                  <a:srgbClr val="231F20"/>
                </a:solidFill>
                <a:latin typeface="Arial"/>
                <a:cs typeface="Arial"/>
              </a:rPr>
              <a:t> </a:t>
            </a:r>
            <a:r>
              <a:rPr sz="1000" dirty="0">
                <a:solidFill>
                  <a:srgbClr val="231F20"/>
                </a:solidFill>
                <a:latin typeface="Arial"/>
                <a:cs typeface="Arial"/>
              </a:rPr>
              <a:t>culminated</a:t>
            </a:r>
            <a:r>
              <a:rPr sz="1000" spc="-30" dirty="0">
                <a:solidFill>
                  <a:srgbClr val="231F20"/>
                </a:solidFill>
                <a:latin typeface="Arial"/>
                <a:cs typeface="Arial"/>
              </a:rPr>
              <a:t> </a:t>
            </a:r>
            <a:r>
              <a:rPr sz="1000" dirty="0">
                <a:solidFill>
                  <a:srgbClr val="231F20"/>
                </a:solidFill>
                <a:latin typeface="Arial"/>
                <a:cs typeface="Arial"/>
              </a:rPr>
              <a:t>in</a:t>
            </a:r>
            <a:r>
              <a:rPr sz="1000" spc="-30" dirty="0">
                <a:solidFill>
                  <a:srgbClr val="231F20"/>
                </a:solidFill>
                <a:latin typeface="Arial"/>
                <a:cs typeface="Arial"/>
              </a:rPr>
              <a:t> </a:t>
            </a:r>
            <a:r>
              <a:rPr sz="1000" dirty="0">
                <a:solidFill>
                  <a:srgbClr val="231F20"/>
                </a:solidFill>
                <a:latin typeface="Arial"/>
                <a:cs typeface="Arial"/>
              </a:rPr>
              <a:t>a</a:t>
            </a:r>
            <a:r>
              <a:rPr sz="1000" spc="-35" dirty="0">
                <a:solidFill>
                  <a:srgbClr val="231F20"/>
                </a:solidFill>
                <a:latin typeface="Arial"/>
                <a:cs typeface="Arial"/>
              </a:rPr>
              <a:t> </a:t>
            </a:r>
            <a:r>
              <a:rPr sz="1000" spc="-10" dirty="0">
                <a:solidFill>
                  <a:srgbClr val="231F20"/>
                </a:solidFill>
                <a:latin typeface="Arial"/>
                <a:cs typeface="Arial"/>
              </a:rPr>
              <a:t>memorable </a:t>
            </a:r>
            <a:r>
              <a:rPr sz="1000" dirty="0">
                <a:solidFill>
                  <a:srgbClr val="231F20"/>
                </a:solidFill>
                <a:latin typeface="Arial"/>
                <a:cs typeface="Arial"/>
              </a:rPr>
              <a:t>meeting</a:t>
            </a:r>
            <a:r>
              <a:rPr sz="1000" spc="-15" dirty="0">
                <a:solidFill>
                  <a:srgbClr val="231F20"/>
                </a:solidFill>
                <a:latin typeface="Arial"/>
                <a:cs typeface="Arial"/>
              </a:rPr>
              <a:t>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Governor</a:t>
            </a:r>
            <a:r>
              <a:rPr sz="1000" spc="-10" dirty="0">
                <a:solidFill>
                  <a:srgbClr val="231F20"/>
                </a:solidFill>
                <a:latin typeface="Arial"/>
                <a:cs typeface="Arial"/>
              </a:rPr>
              <a:t> </a:t>
            </a:r>
            <a:r>
              <a:rPr sz="1000" spc="-40" dirty="0">
                <a:solidFill>
                  <a:srgbClr val="231F20"/>
                </a:solidFill>
                <a:latin typeface="Arial"/>
                <a:cs typeface="Arial"/>
              </a:rPr>
              <a:t>Wes</a:t>
            </a:r>
            <a:r>
              <a:rPr sz="1000" spc="-10" dirty="0">
                <a:solidFill>
                  <a:srgbClr val="231F20"/>
                </a:solidFill>
                <a:latin typeface="Arial"/>
                <a:cs typeface="Arial"/>
              </a:rPr>
              <a:t> </a:t>
            </a:r>
            <a:r>
              <a:rPr sz="1000" dirty="0">
                <a:solidFill>
                  <a:srgbClr val="231F20"/>
                </a:solidFill>
                <a:latin typeface="Arial"/>
                <a:cs typeface="Arial"/>
              </a:rPr>
              <a:t>Moore,</a:t>
            </a:r>
            <a:r>
              <a:rPr sz="1000" spc="-15" dirty="0">
                <a:solidFill>
                  <a:srgbClr val="231F20"/>
                </a:solidFill>
                <a:latin typeface="Arial"/>
                <a:cs typeface="Arial"/>
              </a:rPr>
              <a:t> </a:t>
            </a:r>
            <a:r>
              <a:rPr sz="1000" dirty="0">
                <a:solidFill>
                  <a:srgbClr val="231F20"/>
                </a:solidFill>
                <a:latin typeface="Arial"/>
                <a:cs typeface="Arial"/>
              </a:rPr>
              <a:t>Maryland's</a:t>
            </a:r>
            <a:r>
              <a:rPr sz="1000" spc="-10" dirty="0">
                <a:solidFill>
                  <a:srgbClr val="231F20"/>
                </a:solidFill>
                <a:latin typeface="Arial"/>
                <a:cs typeface="Arial"/>
              </a:rPr>
              <a:t> </a:t>
            </a:r>
            <a:r>
              <a:rPr sz="1000" spc="-20" dirty="0">
                <a:solidFill>
                  <a:srgbClr val="231F20"/>
                </a:solidFill>
                <a:latin typeface="Arial"/>
                <a:cs typeface="Arial"/>
              </a:rPr>
              <a:t>first</a:t>
            </a:r>
            <a:r>
              <a:rPr sz="1000" spc="500" dirty="0">
                <a:solidFill>
                  <a:srgbClr val="231F20"/>
                </a:solidFill>
                <a:latin typeface="Arial"/>
                <a:cs typeface="Arial"/>
              </a:rPr>
              <a:t> </a:t>
            </a:r>
            <a:r>
              <a:rPr sz="1000" dirty="0">
                <a:solidFill>
                  <a:srgbClr val="231F20"/>
                </a:solidFill>
                <a:latin typeface="Arial"/>
                <a:cs typeface="Arial"/>
              </a:rPr>
              <a:t>African</a:t>
            </a:r>
            <a:r>
              <a:rPr sz="1000" spc="-30" dirty="0">
                <a:solidFill>
                  <a:srgbClr val="231F20"/>
                </a:solidFill>
                <a:latin typeface="Arial"/>
                <a:cs typeface="Arial"/>
              </a:rPr>
              <a:t> </a:t>
            </a:r>
            <a:r>
              <a:rPr sz="1000" dirty="0">
                <a:solidFill>
                  <a:srgbClr val="231F20"/>
                </a:solidFill>
                <a:latin typeface="Arial"/>
                <a:cs typeface="Arial"/>
              </a:rPr>
              <a:t>American</a:t>
            </a:r>
            <a:r>
              <a:rPr sz="1000" spc="-25" dirty="0">
                <a:solidFill>
                  <a:srgbClr val="231F20"/>
                </a:solidFill>
                <a:latin typeface="Arial"/>
                <a:cs typeface="Arial"/>
              </a:rPr>
              <a:t> </a:t>
            </a:r>
            <a:r>
              <a:rPr sz="1000" spc="-10" dirty="0">
                <a:solidFill>
                  <a:srgbClr val="231F20"/>
                </a:solidFill>
                <a:latin typeface="Arial"/>
                <a:cs typeface="Arial"/>
              </a:rPr>
              <a:t>Governor,</a:t>
            </a:r>
            <a:r>
              <a:rPr sz="1000" spc="-25" dirty="0">
                <a:solidFill>
                  <a:srgbClr val="231F20"/>
                </a:solidFill>
                <a:latin typeface="Arial"/>
                <a:cs typeface="Arial"/>
              </a:rPr>
              <a:t> </a:t>
            </a:r>
            <a:r>
              <a:rPr sz="1000" dirty="0">
                <a:solidFill>
                  <a:srgbClr val="231F20"/>
                </a:solidFill>
                <a:latin typeface="Arial"/>
                <a:cs typeface="Arial"/>
              </a:rPr>
              <a:t>who</a:t>
            </a:r>
            <a:r>
              <a:rPr sz="1000" spc="-25" dirty="0">
                <a:solidFill>
                  <a:srgbClr val="231F20"/>
                </a:solidFill>
                <a:latin typeface="Arial"/>
                <a:cs typeface="Arial"/>
              </a:rPr>
              <a:t> </a:t>
            </a:r>
            <a:r>
              <a:rPr sz="1000" dirty="0">
                <a:solidFill>
                  <a:srgbClr val="231F20"/>
                </a:solidFill>
                <a:latin typeface="Arial"/>
                <a:cs typeface="Arial"/>
              </a:rPr>
              <a:t>shared</a:t>
            </a:r>
            <a:r>
              <a:rPr sz="1000" spc="-25" dirty="0">
                <a:solidFill>
                  <a:srgbClr val="231F20"/>
                </a:solidFill>
                <a:latin typeface="Arial"/>
                <a:cs typeface="Arial"/>
              </a:rPr>
              <a:t> </a:t>
            </a:r>
            <a:r>
              <a:rPr sz="1000" dirty="0">
                <a:solidFill>
                  <a:srgbClr val="231F20"/>
                </a:solidFill>
                <a:latin typeface="Arial"/>
                <a:cs typeface="Arial"/>
              </a:rPr>
              <a:t>his</a:t>
            </a:r>
            <a:r>
              <a:rPr sz="1000" spc="-25" dirty="0">
                <a:solidFill>
                  <a:srgbClr val="231F20"/>
                </a:solidFill>
                <a:latin typeface="Arial"/>
                <a:cs typeface="Arial"/>
              </a:rPr>
              <a:t> </a:t>
            </a:r>
            <a:r>
              <a:rPr sz="1000" dirty="0">
                <a:solidFill>
                  <a:srgbClr val="231F20"/>
                </a:solidFill>
                <a:latin typeface="Arial"/>
                <a:cs typeface="Arial"/>
              </a:rPr>
              <a:t>journey</a:t>
            </a:r>
            <a:r>
              <a:rPr sz="1000" spc="-25" dirty="0">
                <a:solidFill>
                  <a:srgbClr val="231F20"/>
                </a:solidFill>
                <a:latin typeface="Arial"/>
                <a:cs typeface="Arial"/>
              </a:rPr>
              <a:t> and</a:t>
            </a:r>
            <a:r>
              <a:rPr sz="1000" spc="50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significance</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service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leadership.</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experience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powerful reminder</a:t>
            </a:r>
            <a:r>
              <a:rPr sz="1000" spc="-5" dirty="0">
                <a:solidFill>
                  <a:srgbClr val="231F20"/>
                </a:solidFill>
                <a:latin typeface="Arial"/>
                <a:cs typeface="Arial"/>
              </a:rPr>
              <a:t> </a:t>
            </a:r>
            <a:r>
              <a:rPr sz="1000" dirty="0">
                <a:solidFill>
                  <a:srgbClr val="231F20"/>
                </a:solidFill>
                <a:latin typeface="Arial"/>
                <a:cs typeface="Arial"/>
              </a:rPr>
              <a:t>of how</a:t>
            </a:r>
            <a:r>
              <a:rPr sz="1000" spc="-5" dirty="0">
                <a:solidFill>
                  <a:srgbClr val="231F20"/>
                </a:solidFill>
                <a:latin typeface="Arial"/>
                <a:cs typeface="Arial"/>
              </a:rPr>
              <a:t> </a:t>
            </a:r>
            <a:r>
              <a:rPr sz="1000" dirty="0">
                <a:solidFill>
                  <a:srgbClr val="231F20"/>
                </a:solidFill>
                <a:latin typeface="Arial"/>
                <a:cs typeface="Arial"/>
              </a:rPr>
              <a:t>closely</a:t>
            </a:r>
            <a:r>
              <a:rPr sz="1000" spc="-5" dirty="0">
                <a:solidFill>
                  <a:srgbClr val="231F20"/>
                </a:solidFill>
                <a:latin typeface="Arial"/>
                <a:cs typeface="Arial"/>
              </a:rPr>
              <a:t> </a:t>
            </a:r>
            <a:r>
              <a:rPr sz="1000" dirty="0">
                <a:solidFill>
                  <a:srgbClr val="231F20"/>
                </a:solidFill>
                <a:latin typeface="Arial"/>
                <a:cs typeface="Arial"/>
              </a:rPr>
              <a:t>their lives</a:t>
            </a:r>
            <a:r>
              <a:rPr sz="1000" spc="-5" dirty="0">
                <a:solidFill>
                  <a:srgbClr val="231F20"/>
                </a:solidFill>
                <a:latin typeface="Arial"/>
                <a:cs typeface="Arial"/>
              </a:rPr>
              <a:t> </a:t>
            </a:r>
            <a:r>
              <a:rPr sz="1000" spc="-25" dirty="0">
                <a:solidFill>
                  <a:srgbClr val="231F20"/>
                </a:solidFill>
                <a:latin typeface="Arial"/>
                <a:cs typeface="Arial"/>
              </a:rPr>
              <a:t>are </a:t>
            </a:r>
            <a:r>
              <a:rPr sz="1000" dirty="0">
                <a:solidFill>
                  <a:srgbClr val="231F20"/>
                </a:solidFill>
                <a:latin typeface="Arial"/>
                <a:cs typeface="Arial"/>
              </a:rPr>
              <a:t>connected</a:t>
            </a:r>
            <a:r>
              <a:rPr sz="1000" spc="20"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both</a:t>
            </a:r>
            <a:r>
              <a:rPr sz="1000" spc="25"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ancestors</a:t>
            </a:r>
            <a:r>
              <a:rPr sz="1000" spc="25"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modern-day</a:t>
            </a:r>
            <a:r>
              <a:rPr sz="1000" spc="25" dirty="0">
                <a:solidFill>
                  <a:srgbClr val="231F20"/>
                </a:solidFill>
                <a:latin typeface="Arial"/>
                <a:cs typeface="Arial"/>
              </a:rPr>
              <a:t> </a:t>
            </a:r>
            <a:r>
              <a:rPr sz="1000" spc="-10" dirty="0">
                <a:solidFill>
                  <a:srgbClr val="231F20"/>
                </a:solidFill>
                <a:latin typeface="Arial"/>
                <a:cs typeface="Arial"/>
              </a:rPr>
              <a:t>history makers.</a:t>
            </a:r>
            <a:endParaRPr sz="1000">
              <a:latin typeface="Arial"/>
              <a:cs typeface="Arial"/>
            </a:endParaRPr>
          </a:p>
          <a:p>
            <a:pPr marL="12700" marR="41910">
              <a:lnSpc>
                <a:spcPct val="100000"/>
              </a:lnSpc>
              <a:spcBef>
                <a:spcPts val="900"/>
              </a:spcBef>
            </a:pPr>
            <a:r>
              <a:rPr sz="1000" dirty="0">
                <a:solidFill>
                  <a:srgbClr val="231F20"/>
                </a:solidFill>
                <a:latin typeface="Arial"/>
                <a:cs typeface="Arial"/>
              </a:rPr>
              <a:t>In </a:t>
            </a:r>
            <a:r>
              <a:rPr sz="1000" spc="-10" dirty="0">
                <a:solidFill>
                  <a:srgbClr val="231F20"/>
                </a:solidFill>
                <a:latin typeface="Arial"/>
                <a:cs typeface="Arial"/>
              </a:rPr>
              <a:t>March</a:t>
            </a:r>
            <a:r>
              <a:rPr sz="1000" dirty="0">
                <a:solidFill>
                  <a:srgbClr val="231F20"/>
                </a:solidFill>
                <a:latin typeface="Arial"/>
                <a:cs typeface="Arial"/>
              </a:rPr>
              <a:t> 2024, the teens</a:t>
            </a:r>
            <a:r>
              <a:rPr sz="1000" spc="5" dirty="0">
                <a:solidFill>
                  <a:srgbClr val="231F20"/>
                </a:solidFill>
                <a:latin typeface="Arial"/>
                <a:cs typeface="Arial"/>
              </a:rPr>
              <a:t> </a:t>
            </a:r>
            <a:r>
              <a:rPr sz="1000" dirty="0">
                <a:solidFill>
                  <a:srgbClr val="231F20"/>
                </a:solidFill>
                <a:latin typeface="Arial"/>
                <a:cs typeface="Arial"/>
              </a:rPr>
              <a:t>enjoyed a unique </a:t>
            </a:r>
            <a:r>
              <a:rPr sz="1000" spc="-10" dirty="0">
                <a:solidFill>
                  <a:srgbClr val="231F20"/>
                </a:solidFill>
                <a:latin typeface="Arial"/>
                <a:cs typeface="Arial"/>
              </a:rPr>
              <a:t>experience—</a:t>
            </a:r>
            <a:r>
              <a:rPr sz="1000" spc="-50" dirty="0">
                <a:solidFill>
                  <a:srgbClr val="231F20"/>
                </a:solidFill>
                <a:latin typeface="Arial"/>
                <a:cs typeface="Arial"/>
              </a:rPr>
              <a:t>a </a:t>
            </a:r>
            <a:r>
              <a:rPr sz="1000" dirty="0">
                <a:solidFill>
                  <a:srgbClr val="231F20"/>
                </a:solidFill>
                <a:latin typeface="Arial"/>
                <a:cs typeface="Arial"/>
              </a:rPr>
              <a:t>slumber</a:t>
            </a:r>
            <a:r>
              <a:rPr sz="1000" spc="-5" dirty="0">
                <a:solidFill>
                  <a:srgbClr val="231F20"/>
                </a:solidFill>
                <a:latin typeface="Arial"/>
                <a:cs typeface="Arial"/>
              </a:rPr>
              <a:t> </a:t>
            </a:r>
            <a:r>
              <a:rPr sz="1000" dirty="0">
                <a:solidFill>
                  <a:srgbClr val="231F20"/>
                </a:solidFill>
                <a:latin typeface="Arial"/>
                <a:cs typeface="Arial"/>
              </a:rPr>
              <a:t>party at an</a:t>
            </a:r>
            <a:r>
              <a:rPr sz="1000" spc="-5" dirty="0">
                <a:solidFill>
                  <a:srgbClr val="231F20"/>
                </a:solidFill>
                <a:latin typeface="Arial"/>
                <a:cs typeface="Arial"/>
              </a:rPr>
              <a:t> </a:t>
            </a:r>
            <a:r>
              <a:rPr sz="1000" spc="-10" dirty="0">
                <a:solidFill>
                  <a:srgbClr val="231F20"/>
                </a:solidFill>
                <a:latin typeface="Arial"/>
                <a:cs typeface="Arial"/>
              </a:rPr>
              <a:t>aquarium,</a:t>
            </a:r>
            <a:r>
              <a:rPr sz="1000" dirty="0">
                <a:solidFill>
                  <a:srgbClr val="231F20"/>
                </a:solidFill>
                <a:latin typeface="Arial"/>
                <a:cs typeface="Arial"/>
              </a:rPr>
              <a:t> where they</a:t>
            </a:r>
            <a:r>
              <a:rPr sz="1000" spc="-5" dirty="0">
                <a:solidFill>
                  <a:srgbClr val="231F20"/>
                </a:solidFill>
                <a:latin typeface="Arial"/>
                <a:cs typeface="Arial"/>
              </a:rPr>
              <a:t> </a:t>
            </a:r>
            <a:r>
              <a:rPr sz="1000" dirty="0">
                <a:solidFill>
                  <a:srgbClr val="231F20"/>
                </a:solidFill>
                <a:latin typeface="Arial"/>
                <a:cs typeface="Arial"/>
              </a:rPr>
              <a:t>spent the </a:t>
            </a:r>
            <a:r>
              <a:rPr sz="1000" spc="-20" dirty="0">
                <a:solidFill>
                  <a:srgbClr val="231F20"/>
                </a:solidFill>
                <a:latin typeface="Arial"/>
                <a:cs typeface="Arial"/>
              </a:rPr>
              <a:t>night </a:t>
            </a:r>
            <a:r>
              <a:rPr sz="1000" dirty="0">
                <a:solidFill>
                  <a:srgbClr val="231F20"/>
                </a:solidFill>
                <a:latin typeface="Arial"/>
                <a:cs typeface="Arial"/>
              </a:rPr>
              <a:t>among</a:t>
            </a:r>
            <a:r>
              <a:rPr sz="1000" spc="-10" dirty="0">
                <a:solidFill>
                  <a:srgbClr val="231F20"/>
                </a:solidFill>
                <a:latin typeface="Arial"/>
                <a:cs typeface="Arial"/>
              </a:rPr>
              <a:t> </a:t>
            </a:r>
            <a:r>
              <a:rPr sz="1000" dirty="0">
                <a:solidFill>
                  <a:srgbClr val="231F20"/>
                </a:solidFill>
                <a:latin typeface="Arial"/>
                <a:cs typeface="Arial"/>
              </a:rPr>
              <a:t>sea</a:t>
            </a:r>
            <a:r>
              <a:rPr sz="1000" spc="-5" dirty="0">
                <a:solidFill>
                  <a:srgbClr val="231F20"/>
                </a:solidFill>
                <a:latin typeface="Arial"/>
                <a:cs typeface="Arial"/>
              </a:rPr>
              <a:t> </a:t>
            </a:r>
            <a:r>
              <a:rPr sz="1000" spc="-10" dirty="0">
                <a:solidFill>
                  <a:srgbClr val="231F20"/>
                </a:solidFill>
                <a:latin typeface="Arial"/>
                <a:cs typeface="Arial"/>
              </a:rPr>
              <a:t>creatures.</a:t>
            </a:r>
            <a:r>
              <a:rPr sz="1000" spc="-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received</a:t>
            </a:r>
            <a:r>
              <a:rPr sz="1000" spc="-5" dirty="0">
                <a:solidFill>
                  <a:srgbClr val="231F20"/>
                </a:solidFill>
                <a:latin typeface="Arial"/>
                <a:cs typeface="Arial"/>
              </a:rPr>
              <a:t> </a:t>
            </a:r>
            <a:r>
              <a:rPr sz="1000" dirty="0">
                <a:solidFill>
                  <a:srgbClr val="231F20"/>
                </a:solidFill>
                <a:latin typeface="Arial"/>
                <a:cs typeface="Arial"/>
              </a:rPr>
              <a:t>private</a:t>
            </a:r>
            <a:r>
              <a:rPr sz="1000" spc="-5" dirty="0">
                <a:solidFill>
                  <a:srgbClr val="231F20"/>
                </a:solidFill>
                <a:latin typeface="Arial"/>
                <a:cs typeface="Arial"/>
              </a:rPr>
              <a:t> </a:t>
            </a:r>
            <a:r>
              <a:rPr sz="1000" dirty="0">
                <a:solidFill>
                  <a:srgbClr val="231F20"/>
                </a:solidFill>
                <a:latin typeface="Arial"/>
                <a:cs typeface="Arial"/>
              </a:rPr>
              <a:t>tours</a:t>
            </a:r>
            <a:r>
              <a:rPr sz="1000" spc="-10" dirty="0">
                <a:solidFill>
                  <a:srgbClr val="231F20"/>
                </a:solidFill>
                <a:latin typeface="Arial"/>
                <a:cs typeface="Arial"/>
              </a:rPr>
              <a:t> </a:t>
            </a:r>
            <a:r>
              <a:rPr sz="1000" spc="-25" dirty="0">
                <a:solidFill>
                  <a:srgbClr val="231F20"/>
                </a:solidFill>
                <a:latin typeface="Arial"/>
                <a:cs typeface="Arial"/>
              </a:rPr>
              <a:t>of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exhibits,</a:t>
            </a:r>
            <a:r>
              <a:rPr sz="1000" spc="-10" dirty="0">
                <a:solidFill>
                  <a:srgbClr val="231F20"/>
                </a:solidFill>
                <a:latin typeface="Arial"/>
                <a:cs typeface="Arial"/>
              </a:rPr>
              <a:t> </a:t>
            </a:r>
            <a:r>
              <a:rPr sz="1000" dirty="0">
                <a:solidFill>
                  <a:srgbClr val="231F20"/>
                </a:solidFill>
                <a:latin typeface="Arial"/>
                <a:cs typeface="Arial"/>
              </a:rPr>
              <a:t>watched</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4D</a:t>
            </a:r>
            <a:r>
              <a:rPr sz="1000" spc="-10" dirty="0">
                <a:solidFill>
                  <a:srgbClr val="231F20"/>
                </a:solidFill>
                <a:latin typeface="Arial"/>
                <a:cs typeface="Arial"/>
              </a:rPr>
              <a:t> </a:t>
            </a:r>
            <a:r>
              <a:rPr sz="1000" dirty="0">
                <a:solidFill>
                  <a:srgbClr val="231F20"/>
                </a:solidFill>
                <a:latin typeface="Arial"/>
                <a:cs typeface="Arial"/>
              </a:rPr>
              <a:t>movie,</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were</a:t>
            </a:r>
            <a:r>
              <a:rPr sz="1000" spc="-5" dirty="0">
                <a:solidFill>
                  <a:srgbClr val="231F20"/>
                </a:solidFill>
                <a:latin typeface="Arial"/>
                <a:cs typeface="Arial"/>
              </a:rPr>
              <a:t> </a:t>
            </a:r>
            <a:r>
              <a:rPr sz="1000" dirty="0">
                <a:solidFill>
                  <a:srgbClr val="231F20"/>
                </a:solidFill>
                <a:latin typeface="Arial"/>
                <a:cs typeface="Arial"/>
              </a:rPr>
              <a:t>treated</a:t>
            </a:r>
            <a:r>
              <a:rPr sz="1000" spc="-1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spc="-50" dirty="0">
                <a:solidFill>
                  <a:srgbClr val="231F20"/>
                </a:solidFill>
                <a:latin typeface="Arial"/>
                <a:cs typeface="Arial"/>
              </a:rPr>
              <a:t>a </a:t>
            </a:r>
            <a:r>
              <a:rPr sz="1000" dirty="0">
                <a:solidFill>
                  <a:srgbClr val="231F20"/>
                </a:solidFill>
                <a:latin typeface="Arial"/>
                <a:cs typeface="Arial"/>
              </a:rPr>
              <a:t>dolphin</a:t>
            </a:r>
            <a:r>
              <a:rPr sz="1000" spc="20" dirty="0">
                <a:solidFill>
                  <a:srgbClr val="231F20"/>
                </a:solidFill>
                <a:latin typeface="Arial"/>
                <a:cs typeface="Arial"/>
              </a:rPr>
              <a:t> </a:t>
            </a:r>
            <a:r>
              <a:rPr sz="1000" spc="-10" dirty="0">
                <a:solidFill>
                  <a:srgbClr val="231F20"/>
                </a:solidFill>
                <a:latin typeface="Arial"/>
                <a:cs typeface="Arial"/>
              </a:rPr>
              <a:t>show,</a:t>
            </a:r>
            <a:r>
              <a:rPr sz="1000" spc="20" dirty="0">
                <a:solidFill>
                  <a:srgbClr val="231F20"/>
                </a:solidFill>
                <a:latin typeface="Arial"/>
                <a:cs typeface="Arial"/>
              </a:rPr>
              <a:t> </a:t>
            </a:r>
            <a:r>
              <a:rPr sz="1000" dirty="0">
                <a:solidFill>
                  <a:srgbClr val="231F20"/>
                </a:solidFill>
                <a:latin typeface="Arial"/>
                <a:cs typeface="Arial"/>
              </a:rPr>
              <a:t>making</a:t>
            </a:r>
            <a:r>
              <a:rPr sz="1000" spc="20" dirty="0">
                <a:solidFill>
                  <a:srgbClr val="231F20"/>
                </a:solidFill>
                <a:latin typeface="Arial"/>
                <a:cs typeface="Arial"/>
              </a:rPr>
              <a:t> </a:t>
            </a:r>
            <a:r>
              <a:rPr sz="1000" dirty="0">
                <a:solidFill>
                  <a:srgbClr val="231F20"/>
                </a:solidFill>
                <a:latin typeface="Arial"/>
                <a:cs typeface="Arial"/>
              </a:rPr>
              <a:t>it</a:t>
            </a:r>
            <a:r>
              <a:rPr sz="1000" spc="20" dirty="0">
                <a:solidFill>
                  <a:srgbClr val="231F20"/>
                </a:solidFill>
                <a:latin typeface="Arial"/>
                <a:cs typeface="Arial"/>
              </a:rPr>
              <a:t> </a:t>
            </a:r>
            <a:r>
              <a:rPr sz="1000" dirty="0">
                <a:solidFill>
                  <a:srgbClr val="231F20"/>
                </a:solidFill>
                <a:latin typeface="Arial"/>
                <a:cs typeface="Arial"/>
              </a:rPr>
              <a:t>an</a:t>
            </a:r>
            <a:r>
              <a:rPr sz="1000" spc="20" dirty="0">
                <a:solidFill>
                  <a:srgbClr val="231F20"/>
                </a:solidFill>
                <a:latin typeface="Arial"/>
                <a:cs typeface="Arial"/>
              </a:rPr>
              <a:t> </a:t>
            </a:r>
            <a:r>
              <a:rPr sz="1000" dirty="0">
                <a:solidFill>
                  <a:srgbClr val="231F20"/>
                </a:solidFill>
                <a:latin typeface="Arial"/>
                <a:cs typeface="Arial"/>
              </a:rPr>
              <a:t>unforgettable</a:t>
            </a:r>
            <a:r>
              <a:rPr sz="1000" spc="20" dirty="0">
                <a:solidFill>
                  <a:srgbClr val="231F20"/>
                </a:solidFill>
                <a:latin typeface="Arial"/>
                <a:cs typeface="Arial"/>
              </a:rPr>
              <a:t> </a:t>
            </a:r>
            <a:r>
              <a:rPr sz="1000" dirty="0">
                <a:solidFill>
                  <a:srgbClr val="231F20"/>
                </a:solidFill>
                <a:latin typeface="Arial"/>
                <a:cs typeface="Arial"/>
              </a:rPr>
              <a:t>night</a:t>
            </a:r>
            <a:r>
              <a:rPr sz="1000" spc="20"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a:t>
            </a:r>
            <a:r>
              <a:rPr sz="1000" dirty="0">
                <a:solidFill>
                  <a:srgbClr val="231F20"/>
                </a:solidFill>
                <a:latin typeface="Arial"/>
                <a:cs typeface="Arial"/>
              </a:rPr>
              <a:t>fun</a:t>
            </a:r>
            <a:r>
              <a:rPr sz="1000" spc="20"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learning.</a:t>
            </a:r>
            <a:endParaRPr sz="1000">
              <a:latin typeface="Arial"/>
              <a:cs typeface="Arial"/>
            </a:endParaRPr>
          </a:p>
          <a:p>
            <a:pPr marL="12700" marR="102870">
              <a:lnSpc>
                <a:spcPct val="100000"/>
              </a:lnSpc>
              <a:spcBef>
                <a:spcPts val="900"/>
              </a:spcBef>
            </a:pPr>
            <a:r>
              <a:rPr sz="1000" spc="-20" dirty="0">
                <a:solidFill>
                  <a:srgbClr val="231F20"/>
                </a:solidFill>
                <a:latin typeface="Arial"/>
                <a:cs typeface="Arial"/>
              </a:rPr>
              <a:t>Finally,</a:t>
            </a:r>
            <a:r>
              <a:rPr sz="1000" spc="-10"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April</a:t>
            </a:r>
            <a:r>
              <a:rPr sz="1000" spc="-5" dirty="0">
                <a:solidFill>
                  <a:srgbClr val="231F20"/>
                </a:solidFill>
                <a:latin typeface="Arial"/>
                <a:cs typeface="Arial"/>
              </a:rPr>
              <a:t> </a:t>
            </a:r>
            <a:r>
              <a:rPr sz="1000" dirty="0">
                <a:solidFill>
                  <a:srgbClr val="231F20"/>
                </a:solidFill>
                <a:latin typeface="Arial"/>
                <a:cs typeface="Arial"/>
              </a:rPr>
              <a:t>2024,</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Senior</a:t>
            </a:r>
            <a:r>
              <a:rPr sz="1000" spc="-5"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gathered</a:t>
            </a:r>
            <a:r>
              <a:rPr sz="1000" spc="-5" dirty="0">
                <a:solidFill>
                  <a:srgbClr val="231F20"/>
                </a:solidFill>
                <a:latin typeface="Arial"/>
                <a:cs typeface="Arial"/>
              </a:rPr>
              <a:t> </a:t>
            </a:r>
            <a:r>
              <a:rPr sz="1000" dirty="0">
                <a:solidFill>
                  <a:srgbClr val="231F20"/>
                </a:solidFill>
                <a:latin typeface="Arial"/>
                <a:cs typeface="Arial"/>
              </a:rPr>
              <a:t>at</a:t>
            </a:r>
            <a:r>
              <a:rPr sz="1000" spc="-5" dirty="0">
                <a:solidFill>
                  <a:srgbClr val="231F20"/>
                </a:solidFill>
                <a:latin typeface="Arial"/>
                <a:cs typeface="Arial"/>
              </a:rPr>
              <a:t> </a:t>
            </a:r>
            <a:r>
              <a:rPr sz="1000" spc="-25" dirty="0">
                <a:solidFill>
                  <a:srgbClr val="231F20"/>
                </a:solidFill>
                <a:latin typeface="Arial"/>
                <a:cs typeface="Arial"/>
              </a:rPr>
              <a:t>Top </a:t>
            </a:r>
            <a:r>
              <a:rPr sz="1000" dirty="0">
                <a:solidFill>
                  <a:srgbClr val="231F20"/>
                </a:solidFill>
                <a:latin typeface="Arial"/>
                <a:cs typeface="Arial"/>
              </a:rPr>
              <a:t>Golf</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spc="-10" dirty="0">
                <a:solidFill>
                  <a:srgbClr val="231F20"/>
                </a:solidFill>
                <a:latin typeface="Arial"/>
                <a:cs typeface="Arial"/>
              </a:rPr>
              <a:t>Germantown,</a:t>
            </a:r>
            <a:r>
              <a:rPr sz="1000" dirty="0">
                <a:solidFill>
                  <a:srgbClr val="231F20"/>
                </a:solidFill>
                <a:latin typeface="Arial"/>
                <a:cs typeface="Arial"/>
              </a:rPr>
              <a:t> </a:t>
            </a:r>
            <a:r>
              <a:rPr sz="1000" spc="-40" dirty="0">
                <a:solidFill>
                  <a:srgbClr val="231F20"/>
                </a:solidFill>
                <a:latin typeface="Arial"/>
                <a:cs typeface="Arial"/>
              </a:rPr>
              <a:t>MD,</a:t>
            </a:r>
            <a:r>
              <a:rPr sz="1000" spc="-5" dirty="0">
                <a:solidFill>
                  <a:srgbClr val="231F20"/>
                </a:solidFill>
                <a:latin typeface="Arial"/>
                <a:cs typeface="Arial"/>
              </a:rPr>
              <a:t> </a:t>
            </a:r>
            <a:r>
              <a:rPr sz="1000" dirty="0">
                <a:solidFill>
                  <a:srgbClr val="231F20"/>
                </a:solidFill>
                <a:latin typeface="Arial"/>
                <a:cs typeface="Arial"/>
              </a:rPr>
              <a:t>for a</a:t>
            </a:r>
            <a:r>
              <a:rPr sz="1000" spc="-5" dirty="0">
                <a:solidFill>
                  <a:srgbClr val="231F20"/>
                </a:solidFill>
                <a:latin typeface="Arial"/>
                <a:cs typeface="Arial"/>
              </a:rPr>
              <a:t> </a:t>
            </a:r>
            <a:r>
              <a:rPr sz="1000" dirty="0">
                <a:solidFill>
                  <a:srgbClr val="231F20"/>
                </a:solidFill>
                <a:latin typeface="Arial"/>
                <a:cs typeface="Arial"/>
              </a:rPr>
              <a:t>day of</a:t>
            </a:r>
            <a:r>
              <a:rPr sz="1000" spc="-5" dirty="0">
                <a:solidFill>
                  <a:srgbClr val="231F20"/>
                </a:solidFill>
                <a:latin typeface="Arial"/>
                <a:cs typeface="Arial"/>
              </a:rPr>
              <a:t> </a:t>
            </a:r>
            <a:r>
              <a:rPr sz="1000" dirty="0">
                <a:solidFill>
                  <a:srgbClr val="231F20"/>
                </a:solidFill>
                <a:latin typeface="Arial"/>
                <a:cs typeface="Arial"/>
              </a:rPr>
              <a:t>competitive </a:t>
            </a:r>
            <a:r>
              <a:rPr sz="1000" spc="-20" dirty="0">
                <a:solidFill>
                  <a:srgbClr val="231F20"/>
                </a:solidFill>
                <a:latin typeface="Arial"/>
                <a:cs typeface="Arial"/>
              </a:rPr>
              <a:t>fun. </a:t>
            </a:r>
            <a:r>
              <a:rPr sz="1000" spc="-10" dirty="0">
                <a:solidFill>
                  <a:srgbClr val="231F20"/>
                </a:solidFill>
                <a:latin typeface="Arial"/>
                <a:cs typeface="Arial"/>
              </a:rPr>
              <a:t>Golf,</a:t>
            </a:r>
            <a:r>
              <a:rPr sz="1000" dirty="0">
                <a:solidFill>
                  <a:srgbClr val="231F20"/>
                </a:solidFill>
                <a:latin typeface="Arial"/>
                <a:cs typeface="Arial"/>
              </a:rPr>
              <a:t> which </a:t>
            </a:r>
            <a:r>
              <a:rPr sz="1000" spc="-10" dirty="0">
                <a:solidFill>
                  <a:srgbClr val="231F20"/>
                </a:solidFill>
                <a:latin typeface="Arial"/>
                <a:cs typeface="Arial"/>
              </a:rPr>
              <a:t>has</a:t>
            </a:r>
            <a:r>
              <a:rPr sz="1000" dirty="0">
                <a:solidFill>
                  <a:srgbClr val="231F20"/>
                </a:solidFill>
                <a:latin typeface="Arial"/>
                <a:cs typeface="Arial"/>
              </a:rPr>
              <a:t> been a sport historically dominated </a:t>
            </a:r>
            <a:r>
              <a:rPr sz="1000" spc="-25" dirty="0">
                <a:solidFill>
                  <a:srgbClr val="231F20"/>
                </a:solidFill>
                <a:latin typeface="Arial"/>
                <a:cs typeface="Arial"/>
              </a:rPr>
              <a:t>by </a:t>
            </a:r>
            <a:r>
              <a:rPr sz="1000" dirty="0">
                <a:solidFill>
                  <a:srgbClr val="231F20"/>
                </a:solidFill>
                <a:latin typeface="Arial"/>
                <a:cs typeface="Arial"/>
              </a:rPr>
              <a:t>barriers</a:t>
            </a:r>
            <a:r>
              <a:rPr sz="1000" spc="-30" dirty="0">
                <a:solidFill>
                  <a:srgbClr val="231F20"/>
                </a:solidFill>
                <a:latin typeface="Arial"/>
                <a:cs typeface="Arial"/>
              </a:rPr>
              <a:t> </a:t>
            </a:r>
            <a:r>
              <a:rPr sz="1000" dirty="0">
                <a:solidFill>
                  <a:srgbClr val="231F20"/>
                </a:solidFill>
                <a:latin typeface="Arial"/>
                <a:cs typeface="Arial"/>
              </a:rPr>
              <a:t>for</a:t>
            </a:r>
            <a:r>
              <a:rPr sz="1000" spc="-25" dirty="0">
                <a:solidFill>
                  <a:srgbClr val="231F20"/>
                </a:solidFill>
                <a:latin typeface="Arial"/>
                <a:cs typeface="Arial"/>
              </a:rPr>
              <a:t> </a:t>
            </a:r>
            <a:r>
              <a:rPr sz="1000" dirty="0">
                <a:solidFill>
                  <a:srgbClr val="231F20"/>
                </a:solidFill>
                <a:latin typeface="Arial"/>
                <a:cs typeface="Arial"/>
              </a:rPr>
              <a:t>African</a:t>
            </a:r>
            <a:r>
              <a:rPr sz="1000" spc="-30" dirty="0">
                <a:solidFill>
                  <a:srgbClr val="231F20"/>
                </a:solidFill>
                <a:latin typeface="Arial"/>
                <a:cs typeface="Arial"/>
              </a:rPr>
              <a:t> </a:t>
            </a:r>
            <a:r>
              <a:rPr sz="1000" spc="-10" dirty="0">
                <a:solidFill>
                  <a:srgbClr val="231F20"/>
                </a:solidFill>
                <a:latin typeface="Arial"/>
                <a:cs typeface="Arial"/>
              </a:rPr>
              <a:t>Americans,</a:t>
            </a:r>
            <a:r>
              <a:rPr sz="1000" spc="-25" dirty="0">
                <a:solidFill>
                  <a:srgbClr val="231F20"/>
                </a:solidFill>
                <a:latin typeface="Arial"/>
                <a:cs typeface="Arial"/>
              </a:rPr>
              <a:t> </a:t>
            </a:r>
            <a:r>
              <a:rPr sz="1000" dirty="0">
                <a:solidFill>
                  <a:srgbClr val="231F20"/>
                </a:solidFill>
                <a:latin typeface="Arial"/>
                <a:cs typeface="Arial"/>
              </a:rPr>
              <a:t>now</a:t>
            </a:r>
            <a:r>
              <a:rPr sz="1000" spc="-30" dirty="0">
                <a:solidFill>
                  <a:srgbClr val="231F20"/>
                </a:solidFill>
                <a:latin typeface="Arial"/>
                <a:cs typeface="Arial"/>
              </a:rPr>
              <a:t> </a:t>
            </a:r>
            <a:r>
              <a:rPr sz="1000" dirty="0">
                <a:solidFill>
                  <a:srgbClr val="231F20"/>
                </a:solidFill>
                <a:latin typeface="Arial"/>
                <a:cs typeface="Arial"/>
              </a:rPr>
              <a:t>serves</a:t>
            </a:r>
            <a:r>
              <a:rPr sz="1000" spc="-25" dirty="0">
                <a:solidFill>
                  <a:srgbClr val="231F20"/>
                </a:solidFill>
                <a:latin typeface="Arial"/>
                <a:cs typeface="Arial"/>
              </a:rPr>
              <a:t> </a:t>
            </a:r>
            <a:r>
              <a:rPr sz="1000" spc="-10" dirty="0">
                <a:solidFill>
                  <a:srgbClr val="231F20"/>
                </a:solidFill>
                <a:latin typeface="Arial"/>
                <a:cs typeface="Arial"/>
              </a:rPr>
              <a:t>as</a:t>
            </a:r>
            <a:r>
              <a:rPr sz="1000" spc="-30" dirty="0">
                <a:solidFill>
                  <a:srgbClr val="231F20"/>
                </a:solidFill>
                <a:latin typeface="Arial"/>
                <a:cs typeface="Arial"/>
              </a:rPr>
              <a:t> </a:t>
            </a:r>
            <a:r>
              <a:rPr sz="1000" dirty="0">
                <a:solidFill>
                  <a:srgbClr val="231F20"/>
                </a:solidFill>
                <a:latin typeface="Arial"/>
                <a:cs typeface="Arial"/>
              </a:rPr>
              <a:t>a</a:t>
            </a:r>
            <a:r>
              <a:rPr sz="1000" spc="-25" dirty="0">
                <a:solidFill>
                  <a:srgbClr val="231F20"/>
                </a:solidFill>
                <a:latin typeface="Arial"/>
                <a:cs typeface="Arial"/>
              </a:rPr>
              <a:t> </a:t>
            </a:r>
            <a:r>
              <a:rPr sz="1000" spc="-10" dirty="0">
                <a:solidFill>
                  <a:srgbClr val="231F20"/>
                </a:solidFill>
                <a:latin typeface="Arial"/>
                <a:cs typeface="Arial"/>
              </a:rPr>
              <a:t>symbol</a:t>
            </a:r>
            <a:r>
              <a:rPr sz="1000" spc="50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progress</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inclusion.</a:t>
            </a:r>
            <a:r>
              <a:rPr sz="1000" spc="-10" dirty="0">
                <a:solidFill>
                  <a:srgbClr val="231F20"/>
                </a:solidFill>
                <a:latin typeface="Arial"/>
                <a:cs typeface="Arial"/>
              </a:rPr>
              <a:t> </a:t>
            </a:r>
            <a:r>
              <a:rPr sz="1000" dirty="0">
                <a:solidFill>
                  <a:srgbClr val="231F20"/>
                </a:solidFill>
                <a:latin typeface="Arial"/>
                <a:cs typeface="Arial"/>
              </a:rPr>
              <a:t>Black</a:t>
            </a:r>
            <a:r>
              <a:rPr sz="1000" spc="-15" dirty="0">
                <a:solidFill>
                  <a:srgbClr val="231F20"/>
                </a:solidFill>
                <a:latin typeface="Arial"/>
                <a:cs typeface="Arial"/>
              </a:rPr>
              <a:t> </a:t>
            </a:r>
            <a:r>
              <a:rPr sz="1000" dirty="0">
                <a:solidFill>
                  <a:srgbClr val="231F20"/>
                </a:solidFill>
                <a:latin typeface="Arial"/>
                <a:cs typeface="Arial"/>
              </a:rPr>
              <a:t>golfers</a:t>
            </a:r>
            <a:r>
              <a:rPr sz="1000" spc="-15" dirty="0">
                <a:solidFill>
                  <a:srgbClr val="231F20"/>
                </a:solidFill>
                <a:latin typeface="Arial"/>
                <a:cs typeface="Arial"/>
              </a:rPr>
              <a:t> </a:t>
            </a:r>
            <a:r>
              <a:rPr sz="1000" dirty="0">
                <a:solidFill>
                  <a:srgbClr val="231F20"/>
                </a:solidFill>
                <a:latin typeface="Arial"/>
                <a:cs typeface="Arial"/>
              </a:rPr>
              <a:t>like</a:t>
            </a:r>
            <a:r>
              <a:rPr sz="1000" spc="-10" dirty="0">
                <a:solidFill>
                  <a:srgbClr val="231F20"/>
                </a:solidFill>
                <a:latin typeface="Arial"/>
                <a:cs typeface="Arial"/>
              </a:rPr>
              <a:t> </a:t>
            </a:r>
            <a:r>
              <a:rPr sz="1000" dirty="0">
                <a:solidFill>
                  <a:srgbClr val="231F20"/>
                </a:solidFill>
                <a:latin typeface="Arial"/>
                <a:cs typeface="Arial"/>
              </a:rPr>
              <a:t>Tiger</a:t>
            </a:r>
            <a:r>
              <a:rPr sz="1000" spc="-15" dirty="0">
                <a:solidFill>
                  <a:srgbClr val="231F20"/>
                </a:solidFill>
                <a:latin typeface="Arial"/>
                <a:cs typeface="Arial"/>
              </a:rPr>
              <a:t> </a:t>
            </a:r>
            <a:r>
              <a:rPr sz="1000" spc="-20" dirty="0">
                <a:solidFill>
                  <a:srgbClr val="231F20"/>
                </a:solidFill>
                <a:latin typeface="Arial"/>
                <a:cs typeface="Arial"/>
              </a:rPr>
              <a:t>Woods</a:t>
            </a:r>
            <a:endParaRPr sz="1000">
              <a:latin typeface="Arial"/>
              <a:cs typeface="Arial"/>
            </a:endParaRPr>
          </a:p>
        </p:txBody>
      </p:sp>
      <p:sp>
        <p:nvSpPr>
          <p:cNvPr id="4" name="object 4"/>
          <p:cNvSpPr txBox="1">
            <a:spLocks noGrp="1"/>
          </p:cNvSpPr>
          <p:nvPr>
            <p:ph type="sldNum" sz="quarter" idx="7"/>
          </p:nvPr>
        </p:nvSpPr>
        <p:spPr>
          <a:xfrm>
            <a:off x="7067294" y="9529590"/>
            <a:ext cx="247905" cy="157094"/>
          </a:xfrm>
          <a:prstGeom prst="rect">
            <a:avLst/>
          </a:prstGeom>
        </p:spPr>
        <p:txBody>
          <a:bodyPr vert="horz" wrap="square" lIns="0" tIns="18415" rIns="0" bIns="0" rtlCol="0">
            <a:spAutoFit/>
          </a:bodyPr>
          <a:lstStyle/>
          <a:p>
            <a:pPr marL="38100">
              <a:lnSpc>
                <a:spcPct val="100000"/>
              </a:lnSpc>
              <a:spcBef>
                <a:spcPts val="145"/>
              </a:spcBef>
            </a:pPr>
            <a:r>
              <a:rPr spc="-25" dirty="0"/>
              <a:t>5</a:t>
            </a:r>
            <a:r>
              <a:rPr lang="en-US" spc="-25" dirty="0"/>
              <a:t>6</a:t>
            </a:r>
            <a:endParaRPr spc="-25" dirty="0"/>
          </a:p>
        </p:txBody>
      </p:sp>
      <p:sp>
        <p:nvSpPr>
          <p:cNvPr id="3" name="object 3"/>
          <p:cNvSpPr txBox="1"/>
          <p:nvPr/>
        </p:nvSpPr>
        <p:spPr>
          <a:xfrm>
            <a:off x="4016375" y="1595119"/>
            <a:ext cx="3303904" cy="4064000"/>
          </a:xfrm>
          <a:prstGeom prst="rect">
            <a:avLst/>
          </a:prstGeom>
        </p:spPr>
        <p:txBody>
          <a:bodyPr vert="horz" wrap="square" lIns="0" tIns="12700" rIns="0" bIns="0" rtlCol="0">
            <a:spAutoFit/>
          </a:bodyPr>
          <a:lstStyle/>
          <a:p>
            <a:pPr marL="12700" marR="130810">
              <a:lnSpc>
                <a:spcPct val="100000"/>
              </a:lnSpc>
              <a:spcBef>
                <a:spcPts val="100"/>
              </a:spcBef>
            </a:pPr>
            <a:r>
              <a:rPr sz="1000" dirty="0">
                <a:solidFill>
                  <a:srgbClr val="231F20"/>
                </a:solidFill>
                <a:latin typeface="Arial"/>
                <a:cs typeface="Arial"/>
              </a:rPr>
              <a:t>have broken</a:t>
            </a:r>
            <a:r>
              <a:rPr sz="1000" spc="5" dirty="0">
                <a:solidFill>
                  <a:srgbClr val="231F20"/>
                </a:solidFill>
                <a:latin typeface="Arial"/>
                <a:cs typeface="Arial"/>
              </a:rPr>
              <a:t> </a:t>
            </a:r>
            <a:r>
              <a:rPr sz="1000" dirty="0">
                <a:solidFill>
                  <a:srgbClr val="231F20"/>
                </a:solidFill>
                <a:latin typeface="Arial"/>
                <a:cs typeface="Arial"/>
              </a:rPr>
              <a:t>these</a:t>
            </a:r>
            <a:r>
              <a:rPr sz="1000" spc="5" dirty="0">
                <a:solidFill>
                  <a:srgbClr val="231F20"/>
                </a:solidFill>
                <a:latin typeface="Arial"/>
                <a:cs typeface="Arial"/>
              </a:rPr>
              <a:t> </a:t>
            </a:r>
            <a:r>
              <a:rPr sz="1000" spc="-10" dirty="0">
                <a:solidFill>
                  <a:srgbClr val="231F20"/>
                </a:solidFill>
                <a:latin typeface="Arial"/>
                <a:cs typeface="Arial"/>
              </a:rPr>
              <a:t>barriers,</a:t>
            </a:r>
            <a:r>
              <a:rPr sz="1000" dirty="0">
                <a:solidFill>
                  <a:srgbClr val="231F20"/>
                </a:solidFill>
                <a:latin typeface="Arial"/>
                <a:cs typeface="Arial"/>
              </a:rPr>
              <a:t> inspiring</a:t>
            </a:r>
            <a:r>
              <a:rPr sz="1000" spc="5" dirty="0">
                <a:solidFill>
                  <a:srgbClr val="231F20"/>
                </a:solidFill>
                <a:latin typeface="Arial"/>
                <a:cs typeface="Arial"/>
              </a:rPr>
              <a:t> </a:t>
            </a:r>
            <a:r>
              <a:rPr sz="1000" dirty="0">
                <a:solidFill>
                  <a:srgbClr val="231F20"/>
                </a:solidFill>
                <a:latin typeface="Arial"/>
                <a:cs typeface="Arial"/>
              </a:rPr>
              <a:t>future</a:t>
            </a:r>
            <a:r>
              <a:rPr sz="1000" spc="5" dirty="0">
                <a:solidFill>
                  <a:srgbClr val="231F20"/>
                </a:solidFill>
                <a:latin typeface="Arial"/>
                <a:cs typeface="Arial"/>
              </a:rPr>
              <a:t> </a:t>
            </a:r>
            <a:r>
              <a:rPr sz="1000" spc="-10" dirty="0">
                <a:solidFill>
                  <a:srgbClr val="231F20"/>
                </a:solidFill>
                <a:latin typeface="Arial"/>
                <a:cs typeface="Arial"/>
              </a:rPr>
              <a:t>generations. </a:t>
            </a:r>
            <a:r>
              <a:rPr sz="1000" dirty="0">
                <a:solidFill>
                  <a:srgbClr val="231F20"/>
                </a:solidFill>
                <a:latin typeface="Arial"/>
                <a:cs typeface="Arial"/>
              </a:rPr>
              <a:t>The teens</a:t>
            </a:r>
            <a:r>
              <a:rPr sz="1000" spc="5" dirty="0">
                <a:solidFill>
                  <a:srgbClr val="231F20"/>
                </a:solidFill>
                <a:latin typeface="Arial"/>
                <a:cs typeface="Arial"/>
              </a:rPr>
              <a:t> </a:t>
            </a:r>
            <a:r>
              <a:rPr sz="1000" dirty="0">
                <a:solidFill>
                  <a:srgbClr val="231F20"/>
                </a:solidFill>
                <a:latin typeface="Arial"/>
                <a:cs typeface="Arial"/>
              </a:rPr>
              <a:t>embraced the</a:t>
            </a:r>
            <a:r>
              <a:rPr sz="1000" spc="5" dirty="0">
                <a:solidFill>
                  <a:srgbClr val="231F20"/>
                </a:solidFill>
                <a:latin typeface="Arial"/>
                <a:cs typeface="Arial"/>
              </a:rPr>
              <a:t> </a:t>
            </a:r>
            <a:r>
              <a:rPr sz="1000" dirty="0">
                <a:solidFill>
                  <a:srgbClr val="231F20"/>
                </a:solidFill>
                <a:latin typeface="Arial"/>
                <a:cs typeface="Arial"/>
              </a:rPr>
              <a:t>sport’s</a:t>
            </a:r>
            <a:r>
              <a:rPr sz="1000" spc="5" dirty="0">
                <a:solidFill>
                  <a:srgbClr val="231F20"/>
                </a:solidFill>
                <a:latin typeface="Arial"/>
                <a:cs typeface="Arial"/>
              </a:rPr>
              <a:t> </a:t>
            </a:r>
            <a:r>
              <a:rPr sz="1000" dirty="0">
                <a:solidFill>
                  <a:srgbClr val="231F20"/>
                </a:solidFill>
                <a:latin typeface="Arial"/>
                <a:cs typeface="Arial"/>
              </a:rPr>
              <a:t>legacy while</a:t>
            </a:r>
            <a:r>
              <a:rPr sz="1000" spc="5" dirty="0">
                <a:solidFill>
                  <a:srgbClr val="231F20"/>
                </a:solidFill>
                <a:latin typeface="Arial"/>
                <a:cs typeface="Arial"/>
              </a:rPr>
              <a:t> </a:t>
            </a:r>
            <a:r>
              <a:rPr sz="1000" spc="-10" dirty="0">
                <a:solidFill>
                  <a:srgbClr val="231F20"/>
                </a:solidFill>
                <a:latin typeface="Arial"/>
                <a:cs typeface="Arial"/>
              </a:rPr>
              <a:t>enjoying </a:t>
            </a:r>
            <a:r>
              <a:rPr sz="1000" dirty="0">
                <a:solidFill>
                  <a:srgbClr val="231F20"/>
                </a:solidFill>
                <a:latin typeface="Arial"/>
                <a:cs typeface="Arial"/>
              </a:rPr>
              <a:t>light</a:t>
            </a:r>
            <a:r>
              <a:rPr sz="1000" spc="10" dirty="0">
                <a:solidFill>
                  <a:srgbClr val="231F20"/>
                </a:solidFill>
                <a:latin typeface="Arial"/>
                <a:cs typeface="Arial"/>
              </a:rPr>
              <a:t> </a:t>
            </a:r>
            <a:r>
              <a:rPr sz="1000" dirty="0">
                <a:solidFill>
                  <a:srgbClr val="231F20"/>
                </a:solidFill>
                <a:latin typeface="Arial"/>
                <a:cs typeface="Arial"/>
              </a:rPr>
              <a:t>hors</a:t>
            </a:r>
            <a:r>
              <a:rPr sz="1000" spc="15" dirty="0">
                <a:solidFill>
                  <a:srgbClr val="231F20"/>
                </a:solidFill>
                <a:latin typeface="Arial"/>
                <a:cs typeface="Arial"/>
              </a:rPr>
              <a:t> </a:t>
            </a:r>
            <a:r>
              <a:rPr sz="1000" dirty="0">
                <a:solidFill>
                  <a:srgbClr val="231F20"/>
                </a:solidFill>
                <a:latin typeface="Arial"/>
                <a:cs typeface="Arial"/>
              </a:rPr>
              <a:t>d'oeuvres</a:t>
            </a:r>
            <a:r>
              <a:rPr sz="1000" spc="15"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friendly</a:t>
            </a:r>
            <a:r>
              <a:rPr sz="1000" spc="15" dirty="0">
                <a:solidFill>
                  <a:srgbClr val="231F20"/>
                </a:solidFill>
                <a:latin typeface="Arial"/>
                <a:cs typeface="Arial"/>
              </a:rPr>
              <a:t> </a:t>
            </a:r>
            <a:r>
              <a:rPr sz="1000" spc="-10" dirty="0">
                <a:solidFill>
                  <a:srgbClr val="231F20"/>
                </a:solidFill>
                <a:latin typeface="Arial"/>
                <a:cs typeface="Arial"/>
              </a:rPr>
              <a:t>competition.</a:t>
            </a:r>
            <a:endParaRPr sz="1000">
              <a:latin typeface="Arial"/>
              <a:cs typeface="Arial"/>
            </a:endParaRPr>
          </a:p>
          <a:p>
            <a:pPr marL="12700" marR="305435">
              <a:lnSpc>
                <a:spcPct val="100000"/>
              </a:lnSpc>
              <a:spcBef>
                <a:spcPts val="900"/>
              </a:spcBef>
            </a:pPr>
            <a:r>
              <a:rPr sz="1000" spc="-10" dirty="0">
                <a:solidFill>
                  <a:srgbClr val="231F20"/>
                </a:solidFill>
                <a:latin typeface="Arial"/>
                <a:cs typeface="Arial"/>
              </a:rPr>
              <a:t>This</a:t>
            </a:r>
            <a:r>
              <a:rPr sz="1000" spc="-5" dirty="0">
                <a:solidFill>
                  <a:srgbClr val="231F20"/>
                </a:solidFill>
                <a:latin typeface="Arial"/>
                <a:cs typeface="Arial"/>
              </a:rPr>
              <a:t> </a:t>
            </a:r>
            <a:r>
              <a:rPr sz="1000" spc="-10" dirty="0">
                <a:solidFill>
                  <a:srgbClr val="231F20"/>
                </a:solidFill>
                <a:latin typeface="Arial"/>
                <a:cs typeface="Arial"/>
              </a:rPr>
              <a:t>year’s</a:t>
            </a:r>
            <a:r>
              <a:rPr sz="1000" spc="-5" dirty="0">
                <a:solidFill>
                  <a:srgbClr val="231F20"/>
                </a:solidFill>
                <a:latin typeface="Arial"/>
                <a:cs typeface="Arial"/>
              </a:rPr>
              <a:t> </a:t>
            </a:r>
            <a:r>
              <a:rPr sz="1000" dirty="0">
                <a:solidFill>
                  <a:srgbClr val="231F20"/>
                </a:solidFill>
                <a:latin typeface="Arial"/>
                <a:cs typeface="Arial"/>
              </a:rPr>
              <a:t>activities</a:t>
            </a:r>
            <a:r>
              <a:rPr sz="1000" spc="-5" dirty="0">
                <a:solidFill>
                  <a:srgbClr val="231F20"/>
                </a:solidFill>
                <a:latin typeface="Arial"/>
                <a:cs typeface="Arial"/>
              </a:rPr>
              <a:t> </a:t>
            </a:r>
            <a:r>
              <a:rPr sz="1000" dirty="0">
                <a:solidFill>
                  <a:srgbClr val="231F20"/>
                </a:solidFill>
                <a:latin typeface="Arial"/>
                <a:cs typeface="Arial"/>
              </a:rPr>
              <a:t>have</a:t>
            </a:r>
            <a:r>
              <a:rPr sz="1000" spc="-5" dirty="0">
                <a:solidFill>
                  <a:srgbClr val="231F20"/>
                </a:solidFill>
                <a:latin typeface="Arial"/>
                <a:cs typeface="Arial"/>
              </a:rPr>
              <a:t> </a:t>
            </a:r>
            <a:r>
              <a:rPr sz="1000" dirty="0">
                <a:solidFill>
                  <a:srgbClr val="231F20"/>
                </a:solidFill>
                <a:latin typeface="Arial"/>
                <a:cs typeface="Arial"/>
              </a:rPr>
              <a:t>empowered</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6</a:t>
            </a:r>
            <a:r>
              <a:rPr sz="1000" spc="-5" dirty="0">
                <a:solidFill>
                  <a:srgbClr val="231F20"/>
                </a:solidFill>
                <a:latin typeface="Arial"/>
                <a:cs typeface="Arial"/>
              </a:rPr>
              <a:t> </a:t>
            </a:r>
            <a:r>
              <a:rPr sz="1000" spc="-20" dirty="0">
                <a:solidFill>
                  <a:srgbClr val="231F20"/>
                </a:solidFill>
                <a:latin typeface="Arial"/>
                <a:cs typeface="Arial"/>
              </a:rPr>
              <a:t>teens </a:t>
            </a:r>
            <a:r>
              <a:rPr sz="1000" dirty="0">
                <a:solidFill>
                  <a:srgbClr val="231F20"/>
                </a:solidFill>
                <a:latin typeface="Arial"/>
                <a:cs typeface="Arial"/>
              </a:rPr>
              <a:t>to build leadership </a:t>
            </a:r>
            <a:r>
              <a:rPr sz="1000" spc="-10" dirty="0">
                <a:solidFill>
                  <a:srgbClr val="231F20"/>
                </a:solidFill>
                <a:latin typeface="Arial"/>
                <a:cs typeface="Arial"/>
              </a:rPr>
              <a:t>skills,</a:t>
            </a:r>
            <a:r>
              <a:rPr sz="1000" dirty="0">
                <a:solidFill>
                  <a:srgbClr val="231F20"/>
                </a:solidFill>
                <a:latin typeface="Arial"/>
                <a:cs typeface="Arial"/>
              </a:rPr>
              <a:t> embrace their history, </a:t>
            </a:r>
            <a:r>
              <a:rPr sz="1000" spc="-25" dirty="0">
                <a:solidFill>
                  <a:srgbClr val="231F20"/>
                </a:solidFill>
                <a:latin typeface="Arial"/>
                <a:cs typeface="Arial"/>
              </a:rPr>
              <a:t>and</a:t>
            </a:r>
            <a:endParaRPr sz="1000">
              <a:latin typeface="Arial"/>
              <a:cs typeface="Arial"/>
            </a:endParaRPr>
          </a:p>
          <a:p>
            <a:pPr marL="12700" marR="21590">
              <a:lnSpc>
                <a:spcPct val="100000"/>
              </a:lnSpc>
            </a:pPr>
            <a:r>
              <a:rPr sz="1000" dirty="0">
                <a:solidFill>
                  <a:srgbClr val="231F20"/>
                </a:solidFill>
                <a:latin typeface="Arial"/>
                <a:cs typeface="Arial"/>
              </a:rPr>
              <a:t>strengthen</a:t>
            </a:r>
            <a:r>
              <a:rPr sz="1000" spc="20" dirty="0">
                <a:solidFill>
                  <a:srgbClr val="231F20"/>
                </a:solidFill>
                <a:latin typeface="Arial"/>
                <a:cs typeface="Arial"/>
              </a:rPr>
              <a:t> </a:t>
            </a:r>
            <a:r>
              <a:rPr sz="1000" dirty="0">
                <a:solidFill>
                  <a:srgbClr val="231F20"/>
                </a:solidFill>
                <a:latin typeface="Arial"/>
                <a:cs typeface="Arial"/>
              </a:rPr>
              <a:t>their</a:t>
            </a:r>
            <a:r>
              <a:rPr sz="1000" spc="20" dirty="0">
                <a:solidFill>
                  <a:srgbClr val="231F20"/>
                </a:solidFill>
                <a:latin typeface="Arial"/>
                <a:cs typeface="Arial"/>
              </a:rPr>
              <a:t> </a:t>
            </a:r>
            <a:r>
              <a:rPr sz="1000" dirty="0">
                <a:solidFill>
                  <a:srgbClr val="231F20"/>
                </a:solidFill>
                <a:latin typeface="Arial"/>
                <a:cs typeface="Arial"/>
              </a:rPr>
              <a:t>bonds</a:t>
            </a:r>
            <a:r>
              <a:rPr sz="1000" spc="20" dirty="0">
                <a:solidFill>
                  <a:srgbClr val="231F20"/>
                </a:solidFill>
                <a:latin typeface="Arial"/>
                <a:cs typeface="Arial"/>
              </a:rPr>
              <a:t> </a:t>
            </a:r>
            <a:r>
              <a:rPr sz="1000" dirty="0">
                <a:solidFill>
                  <a:srgbClr val="231F20"/>
                </a:solidFill>
                <a:latin typeface="Arial"/>
                <a:cs typeface="Arial"/>
              </a:rPr>
              <a:t>with</a:t>
            </a:r>
            <a:r>
              <a:rPr sz="1000" spc="25" dirty="0">
                <a:solidFill>
                  <a:srgbClr val="231F20"/>
                </a:solidFill>
                <a:latin typeface="Arial"/>
                <a:cs typeface="Arial"/>
              </a:rPr>
              <a:t> </a:t>
            </a:r>
            <a:r>
              <a:rPr sz="1000" dirty="0">
                <a:solidFill>
                  <a:srgbClr val="231F20"/>
                </a:solidFill>
                <a:latin typeface="Arial"/>
                <a:cs typeface="Arial"/>
              </a:rPr>
              <a:t>one</a:t>
            </a:r>
            <a:r>
              <a:rPr sz="1000" spc="20" dirty="0">
                <a:solidFill>
                  <a:srgbClr val="231F20"/>
                </a:solidFill>
                <a:latin typeface="Arial"/>
                <a:cs typeface="Arial"/>
              </a:rPr>
              <a:t> </a:t>
            </a:r>
            <a:r>
              <a:rPr sz="1000" spc="-10" dirty="0">
                <a:solidFill>
                  <a:srgbClr val="231F20"/>
                </a:solidFill>
                <a:latin typeface="Arial"/>
                <a:cs typeface="Arial"/>
              </a:rPr>
              <a:t>another.</a:t>
            </a:r>
            <a:r>
              <a:rPr sz="1000" spc="20" dirty="0">
                <a:solidFill>
                  <a:srgbClr val="231F20"/>
                </a:solidFill>
                <a:latin typeface="Arial"/>
                <a:cs typeface="Arial"/>
              </a:rPr>
              <a:t> </a:t>
            </a:r>
            <a:r>
              <a:rPr sz="1000" spc="-25" dirty="0">
                <a:solidFill>
                  <a:srgbClr val="231F20"/>
                </a:solidFill>
                <a:latin typeface="Arial"/>
                <a:cs typeface="Arial"/>
              </a:rPr>
              <a:t>Each</a:t>
            </a:r>
            <a:r>
              <a:rPr sz="1000" spc="20" dirty="0">
                <a:solidFill>
                  <a:srgbClr val="231F20"/>
                </a:solidFill>
                <a:latin typeface="Arial"/>
                <a:cs typeface="Arial"/>
              </a:rPr>
              <a:t> </a:t>
            </a:r>
            <a:r>
              <a:rPr sz="1000" spc="-10" dirty="0">
                <a:solidFill>
                  <a:srgbClr val="231F20"/>
                </a:solidFill>
                <a:latin typeface="Arial"/>
                <a:cs typeface="Arial"/>
              </a:rPr>
              <a:t>experience has</a:t>
            </a:r>
            <a:r>
              <a:rPr sz="1000" spc="15" dirty="0">
                <a:solidFill>
                  <a:srgbClr val="231F20"/>
                </a:solidFill>
                <a:latin typeface="Arial"/>
                <a:cs typeface="Arial"/>
              </a:rPr>
              <a:t> </a:t>
            </a:r>
            <a:r>
              <a:rPr sz="1000" dirty="0">
                <a:solidFill>
                  <a:srgbClr val="231F20"/>
                </a:solidFill>
                <a:latin typeface="Arial"/>
                <a:cs typeface="Arial"/>
              </a:rPr>
              <a:t>contributed</a:t>
            </a:r>
            <a:r>
              <a:rPr sz="1000" spc="15" dirty="0">
                <a:solidFill>
                  <a:srgbClr val="231F20"/>
                </a:solidFill>
                <a:latin typeface="Arial"/>
                <a:cs typeface="Arial"/>
              </a:rPr>
              <a:t> </a:t>
            </a:r>
            <a:r>
              <a:rPr sz="1000" dirty="0">
                <a:solidFill>
                  <a:srgbClr val="231F20"/>
                </a:solidFill>
                <a:latin typeface="Arial"/>
                <a:cs typeface="Arial"/>
              </a:rPr>
              <a:t>to</a:t>
            </a:r>
            <a:r>
              <a:rPr sz="1000" spc="20"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dirty="0">
                <a:solidFill>
                  <a:srgbClr val="231F20"/>
                </a:solidFill>
                <a:latin typeface="Arial"/>
                <a:cs typeface="Arial"/>
              </a:rPr>
              <a:t>growth</a:t>
            </a:r>
            <a:r>
              <a:rPr sz="1000" spc="20" dirty="0">
                <a:solidFill>
                  <a:srgbClr val="231F20"/>
                </a:solidFill>
                <a:latin typeface="Arial"/>
                <a:cs typeface="Arial"/>
              </a:rPr>
              <a:t> </a:t>
            </a:r>
            <a:r>
              <a:rPr sz="1000" spc="-10" dirty="0">
                <a:solidFill>
                  <a:srgbClr val="231F20"/>
                </a:solidFill>
                <a:latin typeface="Arial"/>
                <a:cs typeface="Arial"/>
              </a:rPr>
              <a:t>as</a:t>
            </a:r>
            <a:r>
              <a:rPr sz="1000" spc="15" dirty="0">
                <a:solidFill>
                  <a:srgbClr val="231F20"/>
                </a:solidFill>
                <a:latin typeface="Arial"/>
                <a:cs typeface="Arial"/>
              </a:rPr>
              <a:t> </a:t>
            </a:r>
            <a:r>
              <a:rPr sz="1000" dirty="0">
                <a:solidFill>
                  <a:srgbClr val="231F20"/>
                </a:solidFill>
                <a:latin typeface="Arial"/>
                <a:cs typeface="Arial"/>
              </a:rPr>
              <a:t>future</a:t>
            </a:r>
            <a:r>
              <a:rPr sz="1000" spc="20" dirty="0">
                <a:solidFill>
                  <a:srgbClr val="231F20"/>
                </a:solidFill>
                <a:latin typeface="Arial"/>
                <a:cs typeface="Arial"/>
              </a:rPr>
              <a:t> </a:t>
            </a:r>
            <a:r>
              <a:rPr sz="1000" dirty="0">
                <a:solidFill>
                  <a:srgbClr val="231F20"/>
                </a:solidFill>
                <a:latin typeface="Arial"/>
                <a:cs typeface="Arial"/>
              </a:rPr>
              <a:t>leaders</a:t>
            </a:r>
            <a:r>
              <a:rPr sz="1000" spc="15" dirty="0">
                <a:solidFill>
                  <a:srgbClr val="231F20"/>
                </a:solidFill>
                <a:latin typeface="Arial"/>
                <a:cs typeface="Arial"/>
              </a:rPr>
              <a:t> </a:t>
            </a:r>
            <a:r>
              <a:rPr sz="1000" spc="-25" dirty="0">
                <a:solidFill>
                  <a:srgbClr val="231F20"/>
                </a:solidFill>
                <a:latin typeface="Arial"/>
                <a:cs typeface="Arial"/>
              </a:rPr>
              <a:t>and </a:t>
            </a:r>
            <a:r>
              <a:rPr sz="1000" spc="-10" dirty="0">
                <a:solidFill>
                  <a:srgbClr val="231F20"/>
                </a:solidFill>
                <a:latin typeface="Arial"/>
                <a:cs typeface="Arial"/>
              </a:rPr>
              <a:t>changemakers</a:t>
            </a:r>
            <a:r>
              <a:rPr sz="1000" spc="15" dirty="0">
                <a:solidFill>
                  <a:srgbClr val="231F20"/>
                </a:solidFill>
                <a:latin typeface="Arial"/>
                <a:cs typeface="Arial"/>
              </a:rPr>
              <a:t> </a:t>
            </a:r>
            <a:r>
              <a:rPr sz="1000" dirty="0">
                <a:solidFill>
                  <a:srgbClr val="231F20"/>
                </a:solidFill>
                <a:latin typeface="Arial"/>
                <a:cs typeface="Arial"/>
              </a:rPr>
              <a:t>in</a:t>
            </a:r>
            <a:r>
              <a:rPr sz="1000" spc="15" dirty="0">
                <a:solidFill>
                  <a:srgbClr val="231F20"/>
                </a:solidFill>
                <a:latin typeface="Arial"/>
                <a:cs typeface="Arial"/>
              </a:rPr>
              <a:t> </a:t>
            </a:r>
            <a:r>
              <a:rPr sz="1000" dirty="0">
                <a:solidFill>
                  <a:srgbClr val="231F20"/>
                </a:solidFill>
                <a:latin typeface="Arial"/>
                <a:cs typeface="Arial"/>
              </a:rPr>
              <a:t>their</a:t>
            </a:r>
            <a:r>
              <a:rPr sz="1000" spc="15" dirty="0">
                <a:solidFill>
                  <a:srgbClr val="231F20"/>
                </a:solidFill>
                <a:latin typeface="Arial"/>
                <a:cs typeface="Arial"/>
              </a:rPr>
              <a:t> </a:t>
            </a:r>
            <a:r>
              <a:rPr sz="1000" spc="-10" dirty="0">
                <a:solidFill>
                  <a:srgbClr val="231F20"/>
                </a:solidFill>
                <a:latin typeface="Arial"/>
                <a:cs typeface="Arial"/>
              </a:rPr>
              <a:t>community.</a:t>
            </a:r>
            <a:endParaRPr sz="1000">
              <a:latin typeface="Arial"/>
              <a:cs typeface="Arial"/>
            </a:endParaRPr>
          </a:p>
          <a:p>
            <a:pPr marL="12700" marR="6985">
              <a:lnSpc>
                <a:spcPct val="100000"/>
              </a:lnSpc>
              <a:spcBef>
                <a:spcPts val="900"/>
              </a:spcBef>
            </a:pPr>
            <a:r>
              <a:rPr sz="1000" spc="-30" dirty="0">
                <a:solidFill>
                  <a:srgbClr val="231F20"/>
                </a:solidFill>
                <a:latin typeface="Arial"/>
                <a:cs typeface="Arial"/>
              </a:rPr>
              <a:t>JJMCMC</a:t>
            </a:r>
            <a:r>
              <a:rPr sz="1000" spc="10" dirty="0">
                <a:solidFill>
                  <a:srgbClr val="231F20"/>
                </a:solidFill>
                <a:latin typeface="Arial"/>
                <a:cs typeface="Arial"/>
              </a:rPr>
              <a:t> </a:t>
            </a:r>
            <a:r>
              <a:rPr sz="1000" dirty="0">
                <a:solidFill>
                  <a:srgbClr val="231F20"/>
                </a:solidFill>
                <a:latin typeface="Arial"/>
                <a:cs typeface="Arial"/>
              </a:rPr>
              <a:t>closed</a:t>
            </a:r>
            <a:r>
              <a:rPr sz="1000" spc="10" dirty="0">
                <a:solidFill>
                  <a:srgbClr val="231F20"/>
                </a:solidFill>
                <a:latin typeface="Arial"/>
                <a:cs typeface="Arial"/>
              </a:rPr>
              <a:t> </a:t>
            </a:r>
            <a:r>
              <a:rPr sz="1000" dirty="0">
                <a:solidFill>
                  <a:srgbClr val="231F20"/>
                </a:solidFill>
                <a:latin typeface="Arial"/>
                <a:cs typeface="Arial"/>
              </a:rPr>
              <a:t>out</a:t>
            </a:r>
            <a:r>
              <a:rPr sz="1000" spc="10" dirty="0">
                <a:solidFill>
                  <a:srgbClr val="231F20"/>
                </a:solidFill>
                <a:latin typeface="Arial"/>
                <a:cs typeface="Arial"/>
              </a:rPr>
              <a:t> </a:t>
            </a:r>
            <a:r>
              <a:rPr sz="1000" dirty="0">
                <a:solidFill>
                  <a:srgbClr val="231F20"/>
                </a:solidFill>
                <a:latin typeface="Arial"/>
                <a:cs typeface="Arial"/>
              </a:rPr>
              <a:t>another</a:t>
            </a:r>
            <a:r>
              <a:rPr sz="1000" spc="10" dirty="0">
                <a:solidFill>
                  <a:srgbClr val="231F20"/>
                </a:solidFill>
                <a:latin typeface="Arial"/>
                <a:cs typeface="Arial"/>
              </a:rPr>
              <a:t> </a:t>
            </a:r>
            <a:r>
              <a:rPr sz="1000" spc="-10" dirty="0">
                <a:solidFill>
                  <a:srgbClr val="231F20"/>
                </a:solidFill>
                <a:latin typeface="Arial"/>
                <a:cs typeface="Arial"/>
              </a:rPr>
              <a:t>successful</a:t>
            </a:r>
            <a:r>
              <a:rPr sz="1000" spc="10" dirty="0">
                <a:solidFill>
                  <a:srgbClr val="231F20"/>
                </a:solidFill>
                <a:latin typeface="Arial"/>
                <a:cs typeface="Arial"/>
              </a:rPr>
              <a:t> </a:t>
            </a:r>
            <a:r>
              <a:rPr sz="1000" dirty="0">
                <a:solidFill>
                  <a:srgbClr val="231F20"/>
                </a:solidFill>
                <a:latin typeface="Arial"/>
                <a:cs typeface="Arial"/>
              </a:rPr>
              <a:t>programming</a:t>
            </a:r>
            <a:r>
              <a:rPr sz="1000" spc="10" dirty="0">
                <a:solidFill>
                  <a:srgbClr val="231F20"/>
                </a:solidFill>
                <a:latin typeface="Arial"/>
                <a:cs typeface="Arial"/>
              </a:rPr>
              <a:t> </a:t>
            </a:r>
            <a:r>
              <a:rPr sz="1000" spc="-20" dirty="0">
                <a:solidFill>
                  <a:srgbClr val="231F20"/>
                </a:solidFill>
                <a:latin typeface="Arial"/>
                <a:cs typeface="Arial"/>
              </a:rPr>
              <a:t>year </a:t>
            </a:r>
            <a:r>
              <a:rPr sz="1000" dirty="0">
                <a:solidFill>
                  <a:srgbClr val="231F20"/>
                </a:solidFill>
                <a:latin typeface="Arial"/>
                <a:cs typeface="Arial"/>
              </a:rPr>
              <a:t>with</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celebration</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Black</a:t>
            </a:r>
            <a:r>
              <a:rPr sz="1000" spc="-10" dirty="0">
                <a:solidFill>
                  <a:srgbClr val="231F20"/>
                </a:solidFill>
                <a:latin typeface="Arial"/>
                <a:cs typeface="Arial"/>
              </a:rPr>
              <a:t> </a:t>
            </a:r>
            <a:r>
              <a:rPr sz="1000" spc="-20" dirty="0">
                <a:solidFill>
                  <a:srgbClr val="231F20"/>
                </a:solidFill>
                <a:latin typeface="Arial"/>
                <a:cs typeface="Arial"/>
              </a:rPr>
              <a:t>Family</a:t>
            </a:r>
            <a:r>
              <a:rPr sz="1000" spc="-10" dirty="0">
                <a:solidFill>
                  <a:srgbClr val="231F20"/>
                </a:solidFill>
                <a:latin typeface="Arial"/>
                <a:cs typeface="Arial"/>
              </a:rPr>
              <a:t> </a:t>
            </a:r>
            <a:r>
              <a:rPr sz="1000" spc="-2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at</a:t>
            </a:r>
            <a:r>
              <a:rPr sz="1000" spc="-10" dirty="0">
                <a:solidFill>
                  <a:srgbClr val="231F20"/>
                </a:solidFill>
                <a:latin typeface="Arial"/>
                <a:cs typeface="Arial"/>
              </a:rPr>
              <a:t> Morningside </a:t>
            </a:r>
            <a:r>
              <a:rPr sz="1000" dirty="0">
                <a:solidFill>
                  <a:srgbClr val="231F20"/>
                </a:solidFill>
                <a:latin typeface="Arial"/>
                <a:cs typeface="Arial"/>
              </a:rPr>
              <a:t>Education</a:t>
            </a:r>
            <a:r>
              <a:rPr sz="1000" spc="-25" dirty="0">
                <a:solidFill>
                  <a:srgbClr val="231F20"/>
                </a:solidFill>
                <a:latin typeface="Arial"/>
                <a:cs typeface="Arial"/>
              </a:rPr>
              <a:t> </a:t>
            </a:r>
            <a:r>
              <a:rPr sz="1000" dirty="0">
                <a:solidFill>
                  <a:srgbClr val="231F20"/>
                </a:solidFill>
                <a:latin typeface="Arial"/>
                <a:cs typeface="Arial"/>
              </a:rPr>
              <a:t>and</a:t>
            </a:r>
            <a:r>
              <a:rPr sz="1000" spc="-25" dirty="0">
                <a:solidFill>
                  <a:srgbClr val="231F20"/>
                </a:solidFill>
                <a:latin typeface="Arial"/>
                <a:cs typeface="Arial"/>
              </a:rPr>
              <a:t> </a:t>
            </a:r>
            <a:r>
              <a:rPr sz="1000" spc="-10" dirty="0">
                <a:solidFill>
                  <a:srgbClr val="231F20"/>
                </a:solidFill>
                <a:latin typeface="Arial"/>
                <a:cs typeface="Arial"/>
              </a:rPr>
              <a:t>Enrichment</a:t>
            </a:r>
            <a:r>
              <a:rPr sz="1000" spc="-25" dirty="0">
                <a:solidFill>
                  <a:srgbClr val="231F20"/>
                </a:solidFill>
                <a:latin typeface="Arial"/>
                <a:cs typeface="Arial"/>
              </a:rPr>
              <a:t> </a:t>
            </a:r>
            <a:r>
              <a:rPr sz="1000" dirty="0">
                <a:solidFill>
                  <a:srgbClr val="231F20"/>
                </a:solidFill>
                <a:latin typeface="Arial"/>
                <a:cs typeface="Arial"/>
              </a:rPr>
              <a:t>Center</a:t>
            </a:r>
            <a:r>
              <a:rPr sz="1000" spc="-25" dirty="0">
                <a:solidFill>
                  <a:srgbClr val="231F20"/>
                </a:solidFill>
                <a:latin typeface="Arial"/>
                <a:cs typeface="Arial"/>
              </a:rPr>
              <a:t> </a:t>
            </a:r>
            <a:r>
              <a:rPr sz="1000" dirty="0">
                <a:solidFill>
                  <a:srgbClr val="231F20"/>
                </a:solidFill>
                <a:latin typeface="Arial"/>
                <a:cs typeface="Arial"/>
              </a:rPr>
              <a:t>in</a:t>
            </a:r>
            <a:r>
              <a:rPr sz="1000" spc="-20" dirty="0">
                <a:solidFill>
                  <a:srgbClr val="231F20"/>
                </a:solidFill>
                <a:latin typeface="Arial"/>
                <a:cs typeface="Arial"/>
              </a:rPr>
              <a:t> </a:t>
            </a:r>
            <a:r>
              <a:rPr sz="1000" spc="-10" dirty="0">
                <a:solidFill>
                  <a:srgbClr val="231F20"/>
                </a:solidFill>
                <a:latin typeface="Arial"/>
                <a:cs typeface="Arial"/>
              </a:rPr>
              <a:t>Urbana,</a:t>
            </a:r>
            <a:r>
              <a:rPr sz="1000" spc="-25" dirty="0">
                <a:solidFill>
                  <a:srgbClr val="231F20"/>
                </a:solidFill>
                <a:latin typeface="Arial"/>
                <a:cs typeface="Arial"/>
              </a:rPr>
              <a:t> </a:t>
            </a:r>
            <a:r>
              <a:rPr sz="1000" spc="-10" dirty="0">
                <a:solidFill>
                  <a:srgbClr val="231F20"/>
                </a:solidFill>
                <a:latin typeface="Arial"/>
                <a:cs typeface="Arial"/>
              </a:rPr>
              <a:t>Maryland,</a:t>
            </a:r>
            <a:endParaRPr sz="1000">
              <a:latin typeface="Arial"/>
              <a:cs typeface="Arial"/>
            </a:endParaRPr>
          </a:p>
          <a:p>
            <a:pPr marL="12700" marR="5080">
              <a:lnSpc>
                <a:spcPct val="100000"/>
              </a:lnSpc>
            </a:pPr>
            <a:r>
              <a:rPr sz="1000" dirty="0">
                <a:solidFill>
                  <a:srgbClr val="231F20"/>
                </a:solidFill>
                <a:latin typeface="Arial"/>
                <a:cs typeface="Arial"/>
              </a:rPr>
              <a:t>on</a:t>
            </a:r>
            <a:r>
              <a:rPr sz="1000" spc="-20" dirty="0">
                <a:solidFill>
                  <a:srgbClr val="231F20"/>
                </a:solidFill>
                <a:latin typeface="Arial"/>
                <a:cs typeface="Arial"/>
              </a:rPr>
              <a:t> Saturday,</a:t>
            </a:r>
            <a:r>
              <a:rPr sz="1000" spc="-15" dirty="0">
                <a:solidFill>
                  <a:srgbClr val="231F20"/>
                </a:solidFill>
                <a:latin typeface="Arial"/>
                <a:cs typeface="Arial"/>
              </a:rPr>
              <a:t> </a:t>
            </a:r>
            <a:r>
              <a:rPr sz="1000" spc="-10" dirty="0">
                <a:solidFill>
                  <a:srgbClr val="231F20"/>
                </a:solidFill>
                <a:latin typeface="Arial"/>
                <a:cs typeface="Arial"/>
              </a:rPr>
              <a:t>May</a:t>
            </a:r>
            <a:r>
              <a:rPr sz="1000" spc="-15" dirty="0">
                <a:solidFill>
                  <a:srgbClr val="231F20"/>
                </a:solidFill>
                <a:latin typeface="Arial"/>
                <a:cs typeface="Arial"/>
              </a:rPr>
              <a:t> </a:t>
            </a:r>
            <a:r>
              <a:rPr sz="1000" spc="-160" dirty="0">
                <a:solidFill>
                  <a:srgbClr val="231F20"/>
                </a:solidFill>
                <a:latin typeface="Arial"/>
                <a:cs typeface="Arial"/>
              </a:rPr>
              <a:t>11,</a:t>
            </a:r>
            <a:r>
              <a:rPr sz="1000" spc="-15" dirty="0">
                <a:solidFill>
                  <a:srgbClr val="231F20"/>
                </a:solidFill>
                <a:latin typeface="Arial"/>
                <a:cs typeface="Arial"/>
              </a:rPr>
              <a:t> </a:t>
            </a:r>
            <a:r>
              <a:rPr sz="1000" dirty="0">
                <a:solidFill>
                  <a:srgbClr val="231F20"/>
                </a:solidFill>
                <a:latin typeface="Arial"/>
                <a:cs typeface="Arial"/>
              </a:rPr>
              <a:t>2024.</a:t>
            </a:r>
            <a:r>
              <a:rPr sz="1000" spc="-15" dirty="0">
                <a:solidFill>
                  <a:srgbClr val="231F20"/>
                </a:solidFill>
                <a:latin typeface="Arial"/>
                <a:cs typeface="Arial"/>
              </a:rPr>
              <a:t> </a:t>
            </a:r>
            <a:r>
              <a:rPr sz="1000" spc="-20" dirty="0">
                <a:solidFill>
                  <a:srgbClr val="231F20"/>
                </a:solidFill>
                <a:latin typeface="Arial"/>
                <a:cs typeface="Arial"/>
              </a:rPr>
              <a:t>Families </a:t>
            </a:r>
            <a:r>
              <a:rPr sz="1000" dirty="0">
                <a:solidFill>
                  <a:srgbClr val="231F20"/>
                </a:solidFill>
                <a:latin typeface="Arial"/>
                <a:cs typeface="Arial"/>
              </a:rPr>
              <a:t>from</a:t>
            </a:r>
            <a:r>
              <a:rPr sz="1000" spc="-15" dirty="0">
                <a:solidFill>
                  <a:srgbClr val="231F20"/>
                </a:solidFill>
                <a:latin typeface="Arial"/>
                <a:cs typeface="Arial"/>
              </a:rPr>
              <a:t> </a:t>
            </a:r>
            <a:r>
              <a:rPr sz="1000" dirty="0">
                <a:solidFill>
                  <a:srgbClr val="231F20"/>
                </a:solidFill>
                <a:latin typeface="Arial"/>
                <a:cs typeface="Arial"/>
              </a:rPr>
              <a:t>all</a:t>
            </a:r>
            <a:r>
              <a:rPr sz="1000" spc="-15" dirty="0">
                <a:solidFill>
                  <a:srgbClr val="231F20"/>
                </a:solidFill>
                <a:latin typeface="Arial"/>
                <a:cs typeface="Arial"/>
              </a:rPr>
              <a:t> </a:t>
            </a:r>
            <a:r>
              <a:rPr sz="1000" dirty="0">
                <a:solidFill>
                  <a:srgbClr val="231F20"/>
                </a:solidFill>
                <a:latin typeface="Arial"/>
                <a:cs typeface="Arial"/>
              </a:rPr>
              <a:t>age</a:t>
            </a:r>
            <a:r>
              <a:rPr sz="1000" spc="-15" dirty="0">
                <a:solidFill>
                  <a:srgbClr val="231F20"/>
                </a:solidFill>
                <a:latin typeface="Arial"/>
                <a:cs typeface="Arial"/>
              </a:rPr>
              <a:t> </a:t>
            </a:r>
            <a:r>
              <a:rPr sz="1000" spc="-10" dirty="0">
                <a:solidFill>
                  <a:srgbClr val="231F20"/>
                </a:solidFill>
                <a:latin typeface="Arial"/>
                <a:cs typeface="Arial"/>
              </a:rPr>
              <a:t>groups, </a:t>
            </a:r>
            <a:r>
              <a:rPr sz="1000" dirty="0">
                <a:solidFill>
                  <a:srgbClr val="231F20"/>
                </a:solidFill>
                <a:latin typeface="Arial"/>
                <a:cs typeface="Arial"/>
              </a:rPr>
              <a:t>Group</a:t>
            </a:r>
            <a:r>
              <a:rPr sz="1000" spc="-10" dirty="0">
                <a:solidFill>
                  <a:srgbClr val="231F20"/>
                </a:solidFill>
                <a:latin typeface="Arial"/>
                <a:cs typeface="Arial"/>
              </a:rPr>
              <a:t> </a:t>
            </a:r>
            <a:r>
              <a:rPr sz="1000" spc="-220" dirty="0">
                <a:solidFill>
                  <a:srgbClr val="231F20"/>
                </a:solidFill>
                <a:latin typeface="Arial"/>
                <a:cs typeface="Arial"/>
              </a:rPr>
              <a:t>1</a:t>
            </a:r>
            <a:r>
              <a:rPr sz="1000" spc="-5" dirty="0">
                <a:solidFill>
                  <a:srgbClr val="231F20"/>
                </a:solidFill>
                <a:latin typeface="Arial"/>
                <a:cs typeface="Arial"/>
              </a:rPr>
              <a:t> </a:t>
            </a:r>
            <a:r>
              <a:rPr sz="1000" dirty="0">
                <a:solidFill>
                  <a:srgbClr val="231F20"/>
                </a:solidFill>
                <a:latin typeface="Arial"/>
                <a:cs typeface="Arial"/>
              </a:rPr>
              <a:t>through</a:t>
            </a:r>
            <a:r>
              <a:rPr sz="1000" spc="-5" dirty="0">
                <a:solidFill>
                  <a:srgbClr val="231F20"/>
                </a:solidFill>
                <a:latin typeface="Arial"/>
                <a:cs typeface="Arial"/>
              </a:rPr>
              <a:t> </a:t>
            </a:r>
            <a:r>
              <a:rPr sz="1000" dirty="0">
                <a:solidFill>
                  <a:srgbClr val="231F20"/>
                </a:solidFill>
                <a:latin typeface="Arial"/>
                <a:cs typeface="Arial"/>
              </a:rPr>
              <a:t>Group</a:t>
            </a:r>
            <a:r>
              <a:rPr sz="1000" spc="-5" dirty="0">
                <a:solidFill>
                  <a:srgbClr val="231F20"/>
                </a:solidFill>
                <a:latin typeface="Arial"/>
                <a:cs typeface="Arial"/>
              </a:rPr>
              <a:t> </a:t>
            </a:r>
            <a:r>
              <a:rPr sz="1000" dirty="0">
                <a:solidFill>
                  <a:srgbClr val="231F20"/>
                </a:solidFill>
                <a:latin typeface="Arial"/>
                <a:cs typeface="Arial"/>
              </a:rPr>
              <a:t>6,</a:t>
            </a:r>
            <a:r>
              <a:rPr sz="1000" spc="-5" dirty="0">
                <a:solidFill>
                  <a:srgbClr val="231F20"/>
                </a:solidFill>
                <a:latin typeface="Arial"/>
                <a:cs typeface="Arial"/>
              </a:rPr>
              <a:t> </a:t>
            </a:r>
            <a:r>
              <a:rPr sz="1000" dirty="0">
                <a:solidFill>
                  <a:srgbClr val="231F20"/>
                </a:solidFill>
                <a:latin typeface="Arial"/>
                <a:cs typeface="Arial"/>
              </a:rPr>
              <a:t>came</a:t>
            </a:r>
            <a:r>
              <a:rPr sz="1000" spc="-5" dirty="0">
                <a:solidFill>
                  <a:srgbClr val="231F20"/>
                </a:solidFill>
                <a:latin typeface="Arial"/>
                <a:cs typeface="Arial"/>
              </a:rPr>
              <a:t> </a:t>
            </a:r>
            <a:r>
              <a:rPr sz="1000" dirty="0">
                <a:solidFill>
                  <a:srgbClr val="231F20"/>
                </a:solidFill>
                <a:latin typeface="Arial"/>
                <a:cs typeface="Arial"/>
              </a:rPr>
              <a:t>together</a:t>
            </a:r>
            <a:r>
              <a:rPr sz="1000" spc="-5" dirty="0">
                <a:solidFill>
                  <a:srgbClr val="231F20"/>
                </a:solidFill>
                <a:latin typeface="Arial"/>
                <a:cs typeface="Arial"/>
              </a:rPr>
              <a:t> </a:t>
            </a:r>
            <a:r>
              <a:rPr sz="1000" dirty="0">
                <a:solidFill>
                  <a:srgbClr val="231F20"/>
                </a:solidFill>
                <a:latin typeface="Arial"/>
                <a:cs typeface="Arial"/>
              </a:rPr>
              <a:t>for</a:t>
            </a:r>
            <a:r>
              <a:rPr sz="1000" spc="-10" dirty="0">
                <a:solidFill>
                  <a:srgbClr val="231F20"/>
                </a:solidFill>
                <a:latin typeface="Arial"/>
                <a:cs typeface="Arial"/>
              </a:rPr>
              <a:t> </a:t>
            </a:r>
            <a:r>
              <a:rPr sz="1000" dirty="0">
                <a:solidFill>
                  <a:srgbClr val="231F20"/>
                </a:solidFill>
                <a:latin typeface="Arial"/>
                <a:cs typeface="Arial"/>
              </a:rPr>
              <a:t>a</a:t>
            </a:r>
            <a:r>
              <a:rPr sz="1000" spc="-5" dirty="0">
                <a:solidFill>
                  <a:srgbClr val="231F20"/>
                </a:solidFill>
                <a:latin typeface="Arial"/>
                <a:cs typeface="Arial"/>
              </a:rPr>
              <a:t> </a:t>
            </a:r>
            <a:r>
              <a:rPr sz="1000" dirty="0">
                <a:solidFill>
                  <a:srgbClr val="231F20"/>
                </a:solidFill>
                <a:latin typeface="Arial"/>
                <a:cs typeface="Arial"/>
              </a:rPr>
              <a:t>day</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20" dirty="0">
                <a:solidFill>
                  <a:srgbClr val="231F20"/>
                </a:solidFill>
                <a:latin typeface="Arial"/>
                <a:cs typeface="Arial"/>
              </a:rPr>
              <a:t>food, </a:t>
            </a:r>
            <a:r>
              <a:rPr sz="1000" dirty="0">
                <a:solidFill>
                  <a:srgbClr val="231F20"/>
                </a:solidFill>
                <a:latin typeface="Arial"/>
                <a:cs typeface="Arial"/>
              </a:rPr>
              <a:t>fun, and</a:t>
            </a:r>
            <a:r>
              <a:rPr sz="1000" spc="5" dirty="0">
                <a:solidFill>
                  <a:srgbClr val="231F20"/>
                </a:solidFill>
                <a:latin typeface="Arial"/>
                <a:cs typeface="Arial"/>
              </a:rPr>
              <a:t> </a:t>
            </a:r>
            <a:r>
              <a:rPr sz="1000" spc="-10" dirty="0">
                <a:solidFill>
                  <a:srgbClr val="231F20"/>
                </a:solidFill>
                <a:latin typeface="Arial"/>
                <a:cs typeface="Arial"/>
              </a:rPr>
              <a:t>community.</a:t>
            </a:r>
            <a:r>
              <a:rPr sz="1000" spc="5" dirty="0">
                <a:solidFill>
                  <a:srgbClr val="231F20"/>
                </a:solidFill>
                <a:latin typeface="Arial"/>
                <a:cs typeface="Arial"/>
              </a:rPr>
              <a:t> </a:t>
            </a:r>
            <a:r>
              <a:rPr sz="1000" spc="-30" dirty="0">
                <a:solidFill>
                  <a:srgbClr val="231F20"/>
                </a:solidFill>
                <a:latin typeface="Arial"/>
                <a:cs typeface="Arial"/>
              </a:rPr>
              <a:t>DJ</a:t>
            </a:r>
            <a:r>
              <a:rPr sz="1000" spc="5" dirty="0">
                <a:solidFill>
                  <a:srgbClr val="231F20"/>
                </a:solidFill>
                <a:latin typeface="Arial"/>
                <a:cs typeface="Arial"/>
              </a:rPr>
              <a:t> </a:t>
            </a:r>
            <a:r>
              <a:rPr sz="1000" dirty="0">
                <a:solidFill>
                  <a:srgbClr val="231F20"/>
                </a:solidFill>
                <a:latin typeface="Arial"/>
                <a:cs typeface="Arial"/>
              </a:rPr>
              <a:t>24/7</a:t>
            </a:r>
            <a:r>
              <a:rPr sz="1000" spc="5" dirty="0">
                <a:solidFill>
                  <a:srgbClr val="231F20"/>
                </a:solidFill>
                <a:latin typeface="Arial"/>
                <a:cs typeface="Arial"/>
              </a:rPr>
              <a:t> </a:t>
            </a:r>
            <a:r>
              <a:rPr sz="1000" dirty="0">
                <a:solidFill>
                  <a:srgbClr val="231F20"/>
                </a:solidFill>
                <a:latin typeface="Arial"/>
                <a:cs typeface="Arial"/>
              </a:rPr>
              <a:t>kept the</a:t>
            </a:r>
            <a:r>
              <a:rPr sz="1000" spc="5" dirty="0">
                <a:solidFill>
                  <a:srgbClr val="231F20"/>
                </a:solidFill>
                <a:latin typeface="Arial"/>
                <a:cs typeface="Arial"/>
              </a:rPr>
              <a:t> </a:t>
            </a:r>
            <a:r>
              <a:rPr sz="1000" dirty="0">
                <a:solidFill>
                  <a:srgbClr val="231F20"/>
                </a:solidFill>
                <a:latin typeface="Arial"/>
                <a:cs typeface="Arial"/>
              </a:rPr>
              <a:t>energy</a:t>
            </a:r>
            <a:r>
              <a:rPr sz="1000" spc="5" dirty="0">
                <a:solidFill>
                  <a:srgbClr val="231F20"/>
                </a:solidFill>
                <a:latin typeface="Arial"/>
                <a:cs typeface="Arial"/>
              </a:rPr>
              <a:t> </a:t>
            </a:r>
            <a:r>
              <a:rPr sz="1000" dirty="0">
                <a:solidFill>
                  <a:srgbClr val="231F20"/>
                </a:solidFill>
                <a:latin typeface="Arial"/>
                <a:cs typeface="Arial"/>
              </a:rPr>
              <a:t>high</a:t>
            </a:r>
            <a:r>
              <a:rPr sz="1000" spc="5" dirty="0">
                <a:solidFill>
                  <a:srgbClr val="231F20"/>
                </a:solidFill>
                <a:latin typeface="Arial"/>
                <a:cs typeface="Arial"/>
              </a:rPr>
              <a:t> </a:t>
            </a:r>
            <a:r>
              <a:rPr sz="1000" spc="-20" dirty="0">
                <a:solidFill>
                  <a:srgbClr val="231F20"/>
                </a:solidFill>
                <a:latin typeface="Arial"/>
                <a:cs typeface="Arial"/>
              </a:rPr>
              <a:t>with </a:t>
            </a:r>
            <a:r>
              <a:rPr sz="1000" dirty="0">
                <a:solidFill>
                  <a:srgbClr val="231F20"/>
                </a:solidFill>
                <a:latin typeface="Arial"/>
                <a:cs typeface="Arial"/>
              </a:rPr>
              <a:t>great</a:t>
            </a:r>
            <a:r>
              <a:rPr sz="1000" spc="-5" dirty="0">
                <a:solidFill>
                  <a:srgbClr val="231F20"/>
                </a:solidFill>
                <a:latin typeface="Arial"/>
                <a:cs typeface="Arial"/>
              </a:rPr>
              <a:t> </a:t>
            </a:r>
            <a:r>
              <a:rPr sz="1000" spc="-10" dirty="0">
                <a:solidFill>
                  <a:srgbClr val="231F20"/>
                </a:solidFill>
                <a:latin typeface="Arial"/>
                <a:cs typeface="Arial"/>
              </a:rPr>
              <a:t>music</a:t>
            </a:r>
            <a:r>
              <a:rPr sz="1000" spc="-5" dirty="0">
                <a:solidFill>
                  <a:srgbClr val="231F20"/>
                </a:solidFill>
                <a:latin typeface="Arial"/>
                <a:cs typeface="Arial"/>
              </a:rPr>
              <a:t> </a:t>
            </a:r>
            <a:r>
              <a:rPr sz="1000" spc="-10" dirty="0">
                <a:solidFill>
                  <a:srgbClr val="231F20"/>
                </a:solidFill>
                <a:latin typeface="Arial"/>
                <a:cs typeface="Arial"/>
              </a:rPr>
              <a:t>as</a:t>
            </a:r>
            <a:r>
              <a:rPr sz="1000" dirty="0">
                <a:solidFill>
                  <a:srgbClr val="231F20"/>
                </a:solidFill>
                <a:latin typeface="Arial"/>
                <a:cs typeface="Arial"/>
              </a:rPr>
              <a:t> children</a:t>
            </a:r>
            <a:r>
              <a:rPr sz="1000" spc="-5" dirty="0">
                <a:solidFill>
                  <a:srgbClr val="231F20"/>
                </a:solidFill>
                <a:latin typeface="Arial"/>
                <a:cs typeface="Arial"/>
              </a:rPr>
              <a:t> </a:t>
            </a:r>
            <a:r>
              <a:rPr sz="1000" dirty="0">
                <a:solidFill>
                  <a:srgbClr val="231F20"/>
                </a:solidFill>
                <a:latin typeface="Arial"/>
                <a:cs typeface="Arial"/>
              </a:rPr>
              <a:t>tested their</a:t>
            </a:r>
            <a:r>
              <a:rPr sz="1000" spc="-5" dirty="0">
                <a:solidFill>
                  <a:srgbClr val="231F20"/>
                </a:solidFill>
                <a:latin typeface="Arial"/>
                <a:cs typeface="Arial"/>
              </a:rPr>
              <a:t> </a:t>
            </a:r>
            <a:r>
              <a:rPr sz="1000" dirty="0">
                <a:solidFill>
                  <a:srgbClr val="231F20"/>
                </a:solidFill>
                <a:latin typeface="Arial"/>
                <a:cs typeface="Arial"/>
              </a:rPr>
              <a:t>perseverance on</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ropes</a:t>
            </a:r>
            <a:r>
              <a:rPr sz="1000" spc="-15" dirty="0">
                <a:solidFill>
                  <a:srgbClr val="231F20"/>
                </a:solidFill>
                <a:latin typeface="Arial"/>
                <a:cs typeface="Arial"/>
              </a:rPr>
              <a:t> </a:t>
            </a:r>
            <a:r>
              <a:rPr sz="1000" dirty="0">
                <a:solidFill>
                  <a:srgbClr val="231F20"/>
                </a:solidFill>
                <a:latin typeface="Arial"/>
                <a:cs typeface="Arial"/>
              </a:rPr>
              <a:t>course</a:t>
            </a:r>
            <a:r>
              <a:rPr sz="1000" spc="-15"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dirty="0">
                <a:solidFill>
                  <a:srgbClr val="231F20"/>
                </a:solidFill>
                <a:latin typeface="Arial"/>
                <a:cs typeface="Arial"/>
              </a:rPr>
              <a:t>zipline,</a:t>
            </a:r>
            <a:r>
              <a:rPr sz="1000" spc="-15" dirty="0">
                <a:solidFill>
                  <a:srgbClr val="231F20"/>
                </a:solidFill>
                <a:latin typeface="Arial"/>
                <a:cs typeface="Arial"/>
              </a:rPr>
              <a:t> </a:t>
            </a:r>
            <a:r>
              <a:rPr sz="1000" dirty="0">
                <a:solidFill>
                  <a:srgbClr val="231F20"/>
                </a:solidFill>
                <a:latin typeface="Arial"/>
                <a:cs typeface="Arial"/>
              </a:rPr>
              <a:t>played</a:t>
            </a:r>
            <a:r>
              <a:rPr sz="1000" spc="-15" dirty="0">
                <a:solidFill>
                  <a:srgbClr val="231F20"/>
                </a:solidFill>
                <a:latin typeface="Arial"/>
                <a:cs typeface="Arial"/>
              </a:rPr>
              <a:t> </a:t>
            </a:r>
            <a:r>
              <a:rPr sz="1000" dirty="0">
                <a:solidFill>
                  <a:srgbClr val="231F20"/>
                </a:solidFill>
                <a:latin typeface="Arial"/>
                <a:cs typeface="Arial"/>
              </a:rPr>
              <a:t>basketball,</a:t>
            </a:r>
            <a:r>
              <a:rPr sz="1000" spc="-15" dirty="0">
                <a:solidFill>
                  <a:srgbClr val="231F20"/>
                </a:solidFill>
                <a:latin typeface="Arial"/>
                <a:cs typeface="Arial"/>
              </a:rPr>
              <a:t> </a:t>
            </a:r>
            <a:r>
              <a:rPr sz="1000" spc="-20" dirty="0">
                <a:solidFill>
                  <a:srgbClr val="231F20"/>
                </a:solidFill>
                <a:latin typeface="Arial"/>
                <a:cs typeface="Arial"/>
              </a:rPr>
              <a:t>soccer,</a:t>
            </a:r>
            <a:r>
              <a:rPr sz="1000" spc="-15" dirty="0">
                <a:solidFill>
                  <a:srgbClr val="231F20"/>
                </a:solidFill>
                <a:latin typeface="Arial"/>
                <a:cs typeface="Arial"/>
              </a:rPr>
              <a:t> </a:t>
            </a:r>
            <a:r>
              <a:rPr sz="1000" spc="-25" dirty="0">
                <a:solidFill>
                  <a:srgbClr val="231F20"/>
                </a:solidFill>
                <a:latin typeface="Arial"/>
                <a:cs typeface="Arial"/>
              </a:rPr>
              <a:t>and </a:t>
            </a:r>
            <a:r>
              <a:rPr sz="1000" dirty="0">
                <a:solidFill>
                  <a:srgbClr val="231F20"/>
                </a:solidFill>
                <a:latin typeface="Arial"/>
                <a:cs typeface="Arial"/>
              </a:rPr>
              <a:t>tug-of-</a:t>
            </a:r>
            <a:r>
              <a:rPr sz="1000" spc="-25" dirty="0">
                <a:solidFill>
                  <a:srgbClr val="231F20"/>
                </a:solidFill>
                <a:latin typeface="Arial"/>
                <a:cs typeface="Arial"/>
              </a:rPr>
              <a:t>war.</a:t>
            </a:r>
            <a:r>
              <a:rPr sz="1000" spc="5" dirty="0">
                <a:solidFill>
                  <a:srgbClr val="231F20"/>
                </a:solidFill>
                <a:latin typeface="Arial"/>
                <a:cs typeface="Arial"/>
              </a:rPr>
              <a:t> </a:t>
            </a:r>
            <a:r>
              <a:rPr sz="1000" dirty="0">
                <a:solidFill>
                  <a:srgbClr val="231F20"/>
                </a:solidFill>
                <a:latin typeface="Arial"/>
                <a:cs typeface="Arial"/>
              </a:rPr>
              <a:t>There</a:t>
            </a:r>
            <a:r>
              <a:rPr sz="1000" spc="10"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dirty="0">
                <a:solidFill>
                  <a:srgbClr val="231F20"/>
                </a:solidFill>
                <a:latin typeface="Arial"/>
                <a:cs typeface="Arial"/>
              </a:rPr>
              <a:t>two</a:t>
            </a:r>
            <a:r>
              <a:rPr sz="1000" spc="10" dirty="0">
                <a:solidFill>
                  <a:srgbClr val="231F20"/>
                </a:solidFill>
                <a:latin typeface="Arial"/>
                <a:cs typeface="Arial"/>
              </a:rPr>
              <a:t> </a:t>
            </a:r>
            <a:r>
              <a:rPr sz="1000" dirty="0">
                <a:solidFill>
                  <a:srgbClr val="231F20"/>
                </a:solidFill>
                <a:latin typeface="Arial"/>
                <a:cs typeface="Arial"/>
              </a:rPr>
              <a:t>highlights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0" dirty="0">
                <a:solidFill>
                  <a:srgbClr val="231F20"/>
                </a:solidFill>
                <a:latin typeface="Arial"/>
                <a:cs typeface="Arial"/>
              </a:rPr>
              <a:t>day,</a:t>
            </a:r>
            <a:r>
              <a:rPr sz="1000" spc="10" dirty="0">
                <a:solidFill>
                  <a:srgbClr val="231F20"/>
                </a:solidFill>
                <a:latin typeface="Arial"/>
                <a:cs typeface="Arial"/>
              </a:rPr>
              <a:t> </a:t>
            </a:r>
            <a:r>
              <a:rPr sz="1000" dirty="0">
                <a:solidFill>
                  <a:srgbClr val="231F20"/>
                </a:solidFill>
                <a:latin typeface="Arial"/>
                <a:cs typeface="Arial"/>
              </a:rPr>
              <a:t>first</a:t>
            </a:r>
            <a:r>
              <a:rPr sz="1000" spc="10"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host</a:t>
            </a:r>
            <a:r>
              <a:rPr sz="1000" spc="5" dirty="0">
                <a:solidFill>
                  <a:srgbClr val="231F20"/>
                </a:solidFill>
                <a:latin typeface="Arial"/>
                <a:cs typeface="Arial"/>
              </a:rPr>
              <a:t> </a:t>
            </a:r>
            <a:r>
              <a:rPr sz="1000" spc="-10" dirty="0">
                <a:solidFill>
                  <a:srgbClr val="231F20"/>
                </a:solidFill>
                <a:latin typeface="Arial"/>
                <a:cs typeface="Arial"/>
              </a:rPr>
              <a:t>moms</a:t>
            </a:r>
            <a:r>
              <a:rPr sz="1000" spc="5" dirty="0">
                <a:solidFill>
                  <a:srgbClr val="231F20"/>
                </a:solidFill>
                <a:latin typeface="Arial"/>
                <a:cs typeface="Arial"/>
              </a:rPr>
              <a:t> </a:t>
            </a:r>
            <a:r>
              <a:rPr sz="1000" dirty="0">
                <a:solidFill>
                  <a:srgbClr val="231F20"/>
                </a:solidFill>
                <a:latin typeface="Arial"/>
                <a:cs typeface="Arial"/>
              </a:rPr>
              <a:t>celebrated</a:t>
            </a:r>
            <a:r>
              <a:rPr sz="1000" spc="5" dirty="0">
                <a:solidFill>
                  <a:srgbClr val="231F20"/>
                </a:solidFill>
                <a:latin typeface="Arial"/>
                <a:cs typeface="Arial"/>
              </a:rPr>
              <a:t> </a:t>
            </a:r>
            <a:r>
              <a:rPr sz="1000" dirty="0">
                <a:solidFill>
                  <a:srgbClr val="231F20"/>
                </a:solidFill>
                <a:latin typeface="Arial"/>
                <a:cs typeface="Arial"/>
              </a:rPr>
              <a:t>all</a:t>
            </a:r>
            <a:r>
              <a:rPr sz="1000" spc="10"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children</a:t>
            </a:r>
            <a:r>
              <a:rPr sz="1000" spc="5" dirty="0">
                <a:solidFill>
                  <a:srgbClr val="231F20"/>
                </a:solidFill>
                <a:latin typeface="Arial"/>
                <a:cs typeface="Arial"/>
              </a:rPr>
              <a:t> </a:t>
            </a:r>
            <a:r>
              <a:rPr sz="1000" dirty="0">
                <a:solidFill>
                  <a:srgbClr val="231F20"/>
                </a:solidFill>
                <a:latin typeface="Arial"/>
                <a:cs typeface="Arial"/>
              </a:rPr>
              <a:t>who</a:t>
            </a:r>
            <a:r>
              <a:rPr sz="1000" spc="5" dirty="0">
                <a:solidFill>
                  <a:srgbClr val="231F20"/>
                </a:solidFill>
                <a:latin typeface="Arial"/>
                <a:cs typeface="Arial"/>
              </a:rPr>
              <a:t> </a:t>
            </a:r>
            <a:r>
              <a:rPr sz="1000" dirty="0">
                <a:solidFill>
                  <a:srgbClr val="231F20"/>
                </a:solidFill>
                <a:latin typeface="Arial"/>
                <a:cs typeface="Arial"/>
              </a:rPr>
              <a:t>were</a:t>
            </a:r>
            <a:r>
              <a:rPr sz="1000" spc="10" dirty="0">
                <a:solidFill>
                  <a:srgbClr val="231F20"/>
                </a:solidFill>
                <a:latin typeface="Arial"/>
                <a:cs typeface="Arial"/>
              </a:rPr>
              <a:t> </a:t>
            </a:r>
            <a:r>
              <a:rPr sz="1000" spc="-10" dirty="0">
                <a:solidFill>
                  <a:srgbClr val="231F20"/>
                </a:solidFill>
                <a:latin typeface="Arial"/>
                <a:cs typeface="Arial"/>
              </a:rPr>
              <a:t>moving</a:t>
            </a:r>
            <a:r>
              <a:rPr sz="1000" spc="500" dirty="0">
                <a:solidFill>
                  <a:srgbClr val="231F20"/>
                </a:solidFill>
                <a:latin typeface="Arial"/>
                <a:cs typeface="Arial"/>
              </a:rPr>
              <a:t> </a:t>
            </a:r>
            <a:r>
              <a:rPr sz="1000" dirty="0">
                <a:solidFill>
                  <a:srgbClr val="231F20"/>
                </a:solidFill>
                <a:latin typeface="Arial"/>
                <a:cs typeface="Arial"/>
              </a:rPr>
              <a:t>up with a</a:t>
            </a:r>
            <a:r>
              <a:rPr sz="1000" spc="5" dirty="0">
                <a:solidFill>
                  <a:srgbClr val="231F20"/>
                </a:solidFill>
                <a:latin typeface="Arial"/>
                <a:cs typeface="Arial"/>
              </a:rPr>
              <a:t> </a:t>
            </a:r>
            <a:r>
              <a:rPr sz="1000" dirty="0">
                <a:solidFill>
                  <a:srgbClr val="231F20"/>
                </a:solidFill>
                <a:latin typeface="Arial"/>
                <a:cs typeface="Arial"/>
              </a:rPr>
              <a:t>Bridging Ceremony for</a:t>
            </a:r>
            <a:r>
              <a:rPr sz="1000" spc="5" dirty="0">
                <a:solidFill>
                  <a:srgbClr val="231F20"/>
                </a:solidFill>
                <a:latin typeface="Arial"/>
                <a:cs typeface="Arial"/>
              </a:rPr>
              <a:t> </a:t>
            </a:r>
            <a:r>
              <a:rPr sz="1000" dirty="0">
                <a:solidFill>
                  <a:srgbClr val="231F20"/>
                </a:solidFill>
                <a:latin typeface="Arial"/>
                <a:cs typeface="Arial"/>
              </a:rPr>
              <a:t>those who </a:t>
            </a:r>
            <a:r>
              <a:rPr sz="1000" spc="-10" dirty="0">
                <a:solidFill>
                  <a:srgbClr val="231F20"/>
                </a:solidFill>
                <a:latin typeface="Arial"/>
                <a:cs typeface="Arial"/>
              </a:rPr>
              <a:t>transitioned</a:t>
            </a:r>
            <a:r>
              <a:rPr sz="1000" spc="500" dirty="0">
                <a:solidFill>
                  <a:srgbClr val="231F20"/>
                </a:solidFill>
                <a:latin typeface="Arial"/>
                <a:cs typeface="Arial"/>
              </a:rPr>
              <a:t>  </a:t>
            </a:r>
            <a:r>
              <a:rPr sz="1000" dirty="0">
                <a:solidFill>
                  <a:srgbClr val="231F20"/>
                </a:solidFill>
                <a:latin typeface="Arial"/>
                <a:cs typeface="Arial"/>
              </a:rPr>
              <a:t>to</a:t>
            </a:r>
            <a:r>
              <a:rPr sz="1000" spc="10" dirty="0">
                <a:solidFill>
                  <a:srgbClr val="231F20"/>
                </a:solidFill>
                <a:latin typeface="Arial"/>
                <a:cs typeface="Arial"/>
              </a:rPr>
              <a:t> </a:t>
            </a:r>
            <a:r>
              <a:rPr sz="1000" dirty="0">
                <a:solidFill>
                  <a:srgbClr val="231F20"/>
                </a:solidFill>
                <a:latin typeface="Arial"/>
                <a:cs typeface="Arial"/>
              </a:rPr>
              <a:t>a</a:t>
            </a:r>
            <a:r>
              <a:rPr sz="1000" spc="10" dirty="0">
                <a:solidFill>
                  <a:srgbClr val="231F20"/>
                </a:solidFill>
                <a:latin typeface="Arial"/>
                <a:cs typeface="Arial"/>
              </a:rPr>
              <a:t> </a:t>
            </a:r>
            <a:r>
              <a:rPr sz="1000" dirty="0">
                <a:solidFill>
                  <a:srgbClr val="231F20"/>
                </a:solidFill>
                <a:latin typeface="Arial"/>
                <a:cs typeface="Arial"/>
              </a:rPr>
              <a:t>new</a:t>
            </a:r>
            <a:r>
              <a:rPr sz="1000" spc="10" dirty="0">
                <a:solidFill>
                  <a:srgbClr val="231F20"/>
                </a:solidFill>
                <a:latin typeface="Arial"/>
                <a:cs typeface="Arial"/>
              </a:rPr>
              <a:t> </a:t>
            </a:r>
            <a:r>
              <a:rPr sz="1000" dirty="0">
                <a:solidFill>
                  <a:srgbClr val="231F20"/>
                </a:solidFill>
                <a:latin typeface="Arial"/>
                <a:cs typeface="Arial"/>
              </a:rPr>
              <a:t>age</a:t>
            </a:r>
            <a:r>
              <a:rPr sz="1000" spc="15" dirty="0">
                <a:solidFill>
                  <a:srgbClr val="231F20"/>
                </a:solidFill>
                <a:latin typeface="Arial"/>
                <a:cs typeface="Arial"/>
              </a:rPr>
              <a:t> </a:t>
            </a:r>
            <a:r>
              <a:rPr sz="1000" dirty="0">
                <a:solidFill>
                  <a:srgbClr val="231F20"/>
                </a:solidFill>
                <a:latin typeface="Arial"/>
                <a:cs typeface="Arial"/>
              </a:rPr>
              <a:t>group</a:t>
            </a:r>
            <a:r>
              <a:rPr sz="1000" spc="10" dirty="0">
                <a:solidFill>
                  <a:srgbClr val="231F20"/>
                </a:solidFill>
                <a:latin typeface="Arial"/>
                <a:cs typeface="Arial"/>
              </a:rPr>
              <a:t> </a:t>
            </a:r>
            <a:r>
              <a:rPr sz="1000" dirty="0">
                <a:solidFill>
                  <a:srgbClr val="231F20"/>
                </a:solidFill>
                <a:latin typeface="Arial"/>
                <a:cs typeface="Arial"/>
              </a:rPr>
              <a:t>and</a:t>
            </a:r>
            <a:r>
              <a:rPr sz="1000" spc="10" dirty="0">
                <a:solidFill>
                  <a:srgbClr val="231F20"/>
                </a:solidFill>
                <a:latin typeface="Arial"/>
                <a:cs typeface="Arial"/>
              </a:rPr>
              <a:t> </a:t>
            </a:r>
            <a:r>
              <a:rPr sz="1000" dirty="0">
                <a:solidFill>
                  <a:srgbClr val="231F20"/>
                </a:solidFill>
                <a:latin typeface="Arial"/>
                <a:cs typeface="Arial"/>
              </a:rPr>
              <a:t>the</a:t>
            </a:r>
            <a:r>
              <a:rPr sz="1000" spc="15" dirty="0">
                <a:solidFill>
                  <a:srgbClr val="231F20"/>
                </a:solidFill>
                <a:latin typeface="Arial"/>
                <a:cs typeface="Arial"/>
              </a:rPr>
              <a:t> </a:t>
            </a:r>
            <a:r>
              <a:rPr sz="1000" dirty="0">
                <a:solidFill>
                  <a:srgbClr val="231F20"/>
                </a:solidFill>
                <a:latin typeface="Arial"/>
                <a:cs typeface="Arial"/>
              </a:rPr>
              <a:t>second</a:t>
            </a:r>
            <a:r>
              <a:rPr sz="1000" spc="10" dirty="0">
                <a:solidFill>
                  <a:srgbClr val="231F20"/>
                </a:solidFill>
                <a:latin typeface="Arial"/>
                <a:cs typeface="Arial"/>
              </a:rPr>
              <a:t> </a:t>
            </a:r>
            <a:r>
              <a:rPr sz="1000" dirty="0">
                <a:solidFill>
                  <a:srgbClr val="231F20"/>
                </a:solidFill>
                <a:latin typeface="Arial"/>
                <a:cs typeface="Arial"/>
              </a:rPr>
              <a:t>highlight</a:t>
            </a:r>
            <a:r>
              <a:rPr sz="1000" spc="10" dirty="0">
                <a:solidFill>
                  <a:srgbClr val="231F20"/>
                </a:solidFill>
                <a:latin typeface="Arial"/>
                <a:cs typeface="Arial"/>
              </a:rPr>
              <a:t> </a:t>
            </a:r>
            <a:r>
              <a:rPr sz="1000" dirty="0">
                <a:solidFill>
                  <a:srgbClr val="231F20"/>
                </a:solidFill>
                <a:latin typeface="Arial"/>
                <a:cs typeface="Arial"/>
              </a:rPr>
              <a:t>of</a:t>
            </a:r>
            <a:r>
              <a:rPr sz="1000" spc="15" dirty="0">
                <a:solidFill>
                  <a:srgbClr val="231F20"/>
                </a:solidFill>
                <a:latin typeface="Arial"/>
                <a:cs typeface="Arial"/>
              </a:rPr>
              <a:t> </a:t>
            </a:r>
            <a:r>
              <a:rPr sz="1000" dirty="0">
                <a:solidFill>
                  <a:srgbClr val="231F20"/>
                </a:solidFill>
                <a:latin typeface="Arial"/>
                <a:cs typeface="Arial"/>
              </a:rPr>
              <a:t>the</a:t>
            </a:r>
            <a:r>
              <a:rPr sz="1000" spc="10" dirty="0">
                <a:solidFill>
                  <a:srgbClr val="231F20"/>
                </a:solidFill>
                <a:latin typeface="Arial"/>
                <a:cs typeface="Arial"/>
              </a:rPr>
              <a:t> </a:t>
            </a:r>
            <a:r>
              <a:rPr sz="1000" spc="-25" dirty="0">
                <a:solidFill>
                  <a:srgbClr val="231F20"/>
                </a:solidFill>
                <a:latin typeface="Arial"/>
                <a:cs typeface="Arial"/>
              </a:rPr>
              <a:t>day </a:t>
            </a:r>
            <a:r>
              <a:rPr sz="1000" dirty="0">
                <a:solidFill>
                  <a:srgbClr val="231F20"/>
                </a:solidFill>
                <a:latin typeface="Arial"/>
                <a:cs typeface="Arial"/>
              </a:rPr>
              <a:t>was</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celebration of</a:t>
            </a:r>
            <a:r>
              <a:rPr sz="1000" spc="-5" dirty="0">
                <a:solidFill>
                  <a:srgbClr val="231F20"/>
                </a:solidFill>
                <a:latin typeface="Arial"/>
                <a:cs typeface="Arial"/>
              </a:rPr>
              <a:t> </a:t>
            </a:r>
            <a:r>
              <a:rPr sz="1000" spc="-30" dirty="0">
                <a:solidFill>
                  <a:srgbClr val="231F20"/>
                </a:solidFill>
                <a:latin typeface="Arial"/>
                <a:cs typeface="Arial"/>
              </a:rPr>
              <a:t>HBCUs,</a:t>
            </a:r>
            <a:r>
              <a:rPr sz="1000" dirty="0">
                <a:solidFill>
                  <a:srgbClr val="231F20"/>
                </a:solidFill>
                <a:latin typeface="Arial"/>
                <a:cs typeface="Arial"/>
              </a:rPr>
              <a:t> with</a:t>
            </a:r>
            <a:r>
              <a:rPr sz="1000" spc="-5" dirty="0">
                <a:solidFill>
                  <a:srgbClr val="231F20"/>
                </a:solidFill>
                <a:latin typeface="Arial"/>
                <a:cs typeface="Arial"/>
              </a:rPr>
              <a:t> </a:t>
            </a:r>
            <a:r>
              <a:rPr sz="1000" dirty="0">
                <a:solidFill>
                  <a:srgbClr val="231F20"/>
                </a:solidFill>
                <a:latin typeface="Arial"/>
                <a:cs typeface="Arial"/>
              </a:rPr>
              <a:t>families </a:t>
            </a:r>
            <a:r>
              <a:rPr sz="1000" spc="-10" dirty="0">
                <a:solidFill>
                  <a:srgbClr val="231F20"/>
                </a:solidFill>
                <a:latin typeface="Arial"/>
                <a:cs typeface="Arial"/>
              </a:rPr>
              <a:t>proudly </a:t>
            </a:r>
            <a:r>
              <a:rPr sz="1000" dirty="0">
                <a:solidFill>
                  <a:srgbClr val="231F20"/>
                </a:solidFill>
                <a:latin typeface="Arial"/>
                <a:cs typeface="Arial"/>
              </a:rPr>
              <a:t>representing their favorite schools. Host mothers</a:t>
            </a:r>
            <a:r>
              <a:rPr sz="1000" spc="5" dirty="0">
                <a:solidFill>
                  <a:srgbClr val="231F20"/>
                </a:solidFill>
                <a:latin typeface="Arial"/>
                <a:cs typeface="Arial"/>
              </a:rPr>
              <a:t> </a:t>
            </a:r>
            <a:r>
              <a:rPr sz="1000" spc="-10" dirty="0">
                <a:solidFill>
                  <a:srgbClr val="231F20"/>
                </a:solidFill>
                <a:latin typeface="Arial"/>
                <a:cs typeface="Arial"/>
              </a:rPr>
              <a:t>provided </a:t>
            </a:r>
            <a:r>
              <a:rPr sz="1000" dirty="0">
                <a:solidFill>
                  <a:srgbClr val="231F20"/>
                </a:solidFill>
                <a:latin typeface="Arial"/>
                <a:cs typeface="Arial"/>
              </a:rPr>
              <a:t>an</a:t>
            </a:r>
            <a:r>
              <a:rPr sz="1000" spc="-15" dirty="0">
                <a:solidFill>
                  <a:srgbClr val="231F20"/>
                </a:solidFill>
                <a:latin typeface="Arial"/>
                <a:cs typeface="Arial"/>
              </a:rPr>
              <a:t> </a:t>
            </a:r>
            <a:r>
              <a:rPr sz="1000" spc="-25" dirty="0">
                <a:solidFill>
                  <a:srgbClr val="231F20"/>
                </a:solidFill>
                <a:latin typeface="Arial"/>
                <a:cs typeface="Arial"/>
              </a:rPr>
              <a:t>HBCU</a:t>
            </a:r>
            <a:r>
              <a:rPr sz="1000" spc="-10" dirty="0">
                <a:solidFill>
                  <a:srgbClr val="231F20"/>
                </a:solidFill>
                <a:latin typeface="Arial"/>
                <a:cs typeface="Arial"/>
              </a:rPr>
              <a:t> </a:t>
            </a:r>
            <a:r>
              <a:rPr sz="1000" dirty="0">
                <a:solidFill>
                  <a:srgbClr val="231F20"/>
                </a:solidFill>
                <a:latin typeface="Arial"/>
                <a:cs typeface="Arial"/>
              </a:rPr>
              <a:t>information</a:t>
            </a:r>
            <a:r>
              <a:rPr sz="1000" spc="-10" dirty="0">
                <a:solidFill>
                  <a:srgbClr val="231F20"/>
                </a:solidFill>
                <a:latin typeface="Arial"/>
                <a:cs typeface="Arial"/>
              </a:rPr>
              <a:t> </a:t>
            </a:r>
            <a:r>
              <a:rPr sz="1000" dirty="0">
                <a:solidFill>
                  <a:srgbClr val="231F20"/>
                </a:solidFill>
                <a:latin typeface="Arial"/>
                <a:cs typeface="Arial"/>
              </a:rPr>
              <a:t>table,</a:t>
            </a:r>
            <a:r>
              <a:rPr sz="1000" spc="-10" dirty="0">
                <a:solidFill>
                  <a:srgbClr val="231F20"/>
                </a:solidFill>
                <a:latin typeface="Arial"/>
                <a:cs typeface="Arial"/>
              </a:rPr>
              <a:t> </a:t>
            </a:r>
            <a:r>
              <a:rPr sz="1000" dirty="0">
                <a:solidFill>
                  <a:srgbClr val="231F20"/>
                </a:solidFill>
                <a:latin typeface="Arial"/>
                <a:cs typeface="Arial"/>
              </a:rPr>
              <a:t>offering</a:t>
            </a:r>
            <a:r>
              <a:rPr sz="1000" spc="-10" dirty="0">
                <a:solidFill>
                  <a:srgbClr val="231F20"/>
                </a:solidFill>
                <a:latin typeface="Arial"/>
                <a:cs typeface="Arial"/>
              </a:rPr>
              <a:t> </a:t>
            </a:r>
            <a:r>
              <a:rPr sz="1000" dirty="0">
                <a:solidFill>
                  <a:srgbClr val="231F20"/>
                </a:solidFill>
                <a:latin typeface="Arial"/>
                <a:cs typeface="Arial"/>
              </a:rPr>
              <a:t>children</a:t>
            </a:r>
            <a:r>
              <a:rPr sz="1000" spc="-10" dirty="0">
                <a:solidFill>
                  <a:srgbClr val="231F20"/>
                </a:solidFill>
                <a:latin typeface="Arial"/>
                <a:cs typeface="Arial"/>
              </a:rPr>
              <a:t> </a:t>
            </a:r>
            <a:r>
              <a:rPr sz="1000" dirty="0">
                <a:solidFill>
                  <a:srgbClr val="231F20"/>
                </a:solidFill>
                <a:latin typeface="Arial"/>
                <a:cs typeface="Arial"/>
              </a:rPr>
              <a:t>a</a:t>
            </a:r>
            <a:r>
              <a:rPr sz="1000" spc="-15" dirty="0">
                <a:solidFill>
                  <a:srgbClr val="231F20"/>
                </a:solidFill>
                <a:latin typeface="Arial"/>
                <a:cs typeface="Arial"/>
              </a:rPr>
              <a:t> </a:t>
            </a:r>
            <a:r>
              <a:rPr sz="1000" dirty="0">
                <a:solidFill>
                  <a:srgbClr val="231F20"/>
                </a:solidFill>
                <a:latin typeface="Arial"/>
                <a:cs typeface="Arial"/>
              </a:rPr>
              <a:t>chance</a:t>
            </a:r>
            <a:r>
              <a:rPr sz="1000" spc="-10" dirty="0">
                <a:solidFill>
                  <a:srgbClr val="231F20"/>
                </a:solidFill>
                <a:latin typeface="Arial"/>
                <a:cs typeface="Arial"/>
              </a:rPr>
              <a:t> </a:t>
            </a:r>
            <a:r>
              <a:rPr sz="1000" spc="-25" dirty="0">
                <a:solidFill>
                  <a:srgbClr val="231F20"/>
                </a:solidFill>
                <a:latin typeface="Arial"/>
                <a:cs typeface="Arial"/>
              </a:rPr>
              <a:t>to </a:t>
            </a:r>
            <a:r>
              <a:rPr sz="1000" dirty="0">
                <a:solidFill>
                  <a:srgbClr val="231F20"/>
                </a:solidFill>
                <a:latin typeface="Arial"/>
                <a:cs typeface="Arial"/>
              </a:rPr>
              <a:t>learn</a:t>
            </a:r>
            <a:r>
              <a:rPr sz="1000" spc="-15" dirty="0">
                <a:solidFill>
                  <a:srgbClr val="231F20"/>
                </a:solidFill>
                <a:latin typeface="Arial"/>
                <a:cs typeface="Arial"/>
              </a:rPr>
              <a:t> </a:t>
            </a:r>
            <a:r>
              <a:rPr sz="1000" dirty="0">
                <a:solidFill>
                  <a:srgbClr val="231F20"/>
                </a:solidFill>
                <a:latin typeface="Arial"/>
                <a:cs typeface="Arial"/>
              </a:rPr>
              <a:t>about</a:t>
            </a:r>
            <a:r>
              <a:rPr sz="1000" spc="-10" dirty="0">
                <a:solidFill>
                  <a:srgbClr val="231F20"/>
                </a:solidFill>
                <a:latin typeface="Arial"/>
                <a:cs typeface="Arial"/>
              </a:rPr>
              <a:t> </a:t>
            </a:r>
            <a:r>
              <a:rPr sz="1000" dirty="0">
                <a:solidFill>
                  <a:srgbClr val="231F20"/>
                </a:solidFill>
                <a:latin typeface="Arial"/>
                <a:cs typeface="Arial"/>
              </a:rPr>
              <a:t>institutions</a:t>
            </a:r>
            <a:r>
              <a:rPr sz="1000" spc="-10" dirty="0">
                <a:solidFill>
                  <a:srgbClr val="231F20"/>
                </a:solidFill>
                <a:latin typeface="Arial"/>
                <a:cs typeface="Arial"/>
              </a:rPr>
              <a:t> </a:t>
            </a:r>
            <a:r>
              <a:rPr sz="1000" dirty="0">
                <a:solidFill>
                  <a:srgbClr val="231F20"/>
                </a:solidFill>
                <a:latin typeface="Arial"/>
                <a:cs typeface="Arial"/>
              </a:rPr>
              <a:t>in</a:t>
            </a:r>
            <a:r>
              <a:rPr sz="1000" spc="-10" dirty="0">
                <a:solidFill>
                  <a:srgbClr val="231F20"/>
                </a:solidFill>
                <a:latin typeface="Arial"/>
                <a:cs typeface="Arial"/>
              </a:rPr>
              <a:t> </a:t>
            </a:r>
            <a:r>
              <a:rPr sz="1000" dirty="0">
                <a:solidFill>
                  <a:srgbClr val="231F20"/>
                </a:solidFill>
                <a:latin typeface="Arial"/>
                <a:cs typeface="Arial"/>
              </a:rPr>
              <a:t>Maryland,</a:t>
            </a:r>
            <a:r>
              <a:rPr sz="1000" spc="-10" dirty="0">
                <a:solidFill>
                  <a:srgbClr val="231F20"/>
                </a:solidFill>
                <a:latin typeface="Arial"/>
                <a:cs typeface="Arial"/>
              </a:rPr>
              <a:t> </a:t>
            </a:r>
            <a:r>
              <a:rPr sz="1000" dirty="0">
                <a:solidFill>
                  <a:srgbClr val="231F20"/>
                </a:solidFill>
                <a:latin typeface="Arial"/>
                <a:cs typeface="Arial"/>
              </a:rPr>
              <a:t>Virginia,</a:t>
            </a:r>
            <a:r>
              <a:rPr sz="1000" spc="-10" dirty="0">
                <a:solidFill>
                  <a:srgbClr val="231F20"/>
                </a:solidFill>
                <a:latin typeface="Arial"/>
                <a:cs typeface="Arial"/>
              </a:rPr>
              <a:t> </a:t>
            </a:r>
            <a:r>
              <a:rPr sz="1000" dirty="0">
                <a:solidFill>
                  <a:srgbClr val="231F20"/>
                </a:solidFill>
                <a:latin typeface="Arial"/>
                <a:cs typeface="Arial"/>
              </a:rPr>
              <a:t>and</a:t>
            </a:r>
            <a:r>
              <a:rPr sz="1000" spc="-15" dirty="0">
                <a:solidFill>
                  <a:srgbClr val="231F20"/>
                </a:solidFill>
                <a:latin typeface="Arial"/>
                <a:cs typeface="Arial"/>
              </a:rPr>
              <a:t> </a:t>
            </a:r>
            <a:r>
              <a:rPr sz="1000" spc="-35" dirty="0">
                <a:solidFill>
                  <a:srgbClr val="231F20"/>
                </a:solidFill>
                <a:latin typeface="Arial"/>
                <a:cs typeface="Arial"/>
              </a:rPr>
              <a:t>DC.</a:t>
            </a:r>
            <a:r>
              <a:rPr sz="1000" spc="-10" dirty="0">
                <a:solidFill>
                  <a:srgbClr val="231F20"/>
                </a:solidFill>
                <a:latin typeface="Arial"/>
                <a:cs typeface="Arial"/>
              </a:rPr>
              <a:t> </a:t>
            </a:r>
            <a:r>
              <a:rPr sz="1000" spc="-25" dirty="0">
                <a:solidFill>
                  <a:srgbClr val="231F20"/>
                </a:solidFill>
                <a:latin typeface="Arial"/>
                <a:cs typeface="Arial"/>
              </a:rPr>
              <a:t>It </a:t>
            </a:r>
            <a:r>
              <a:rPr sz="1000" dirty="0">
                <a:solidFill>
                  <a:srgbClr val="231F20"/>
                </a:solidFill>
                <a:latin typeface="Arial"/>
                <a:cs typeface="Arial"/>
              </a:rPr>
              <a:t>was</a:t>
            </a:r>
            <a:r>
              <a:rPr sz="1000" spc="-20" dirty="0">
                <a:solidFill>
                  <a:srgbClr val="231F20"/>
                </a:solidFill>
                <a:latin typeface="Arial"/>
                <a:cs typeface="Arial"/>
              </a:rPr>
              <a:t> </a:t>
            </a:r>
            <a:r>
              <a:rPr sz="1000" dirty="0">
                <a:solidFill>
                  <a:srgbClr val="231F20"/>
                </a:solidFill>
                <a:latin typeface="Arial"/>
                <a:cs typeface="Arial"/>
              </a:rPr>
              <a:t>a</a:t>
            </a:r>
            <a:r>
              <a:rPr sz="1000" spc="-20" dirty="0">
                <a:solidFill>
                  <a:srgbClr val="231F20"/>
                </a:solidFill>
                <a:latin typeface="Arial"/>
                <a:cs typeface="Arial"/>
              </a:rPr>
              <a:t> </a:t>
            </a:r>
            <a:r>
              <a:rPr sz="1000" dirty="0">
                <a:solidFill>
                  <a:srgbClr val="231F20"/>
                </a:solidFill>
                <a:latin typeface="Arial"/>
                <a:cs typeface="Arial"/>
              </a:rPr>
              <a:t>day</a:t>
            </a:r>
            <a:r>
              <a:rPr sz="1000" spc="-15" dirty="0">
                <a:solidFill>
                  <a:srgbClr val="231F20"/>
                </a:solidFill>
                <a:latin typeface="Arial"/>
                <a:cs typeface="Arial"/>
              </a:rPr>
              <a:t> </a:t>
            </a:r>
            <a:r>
              <a:rPr sz="1000" dirty="0">
                <a:solidFill>
                  <a:srgbClr val="231F20"/>
                </a:solidFill>
                <a:latin typeface="Arial"/>
                <a:cs typeface="Arial"/>
              </a:rPr>
              <a:t>of</a:t>
            </a:r>
            <a:r>
              <a:rPr sz="1000" spc="-20" dirty="0">
                <a:solidFill>
                  <a:srgbClr val="231F20"/>
                </a:solidFill>
                <a:latin typeface="Arial"/>
                <a:cs typeface="Arial"/>
              </a:rPr>
              <a:t> joy,</a:t>
            </a:r>
            <a:r>
              <a:rPr sz="1000" spc="-15" dirty="0">
                <a:solidFill>
                  <a:srgbClr val="231F20"/>
                </a:solidFill>
                <a:latin typeface="Arial"/>
                <a:cs typeface="Arial"/>
              </a:rPr>
              <a:t> </a:t>
            </a:r>
            <a:r>
              <a:rPr sz="1000" dirty="0">
                <a:solidFill>
                  <a:srgbClr val="231F20"/>
                </a:solidFill>
                <a:latin typeface="Arial"/>
                <a:cs typeface="Arial"/>
              </a:rPr>
              <a:t>learning,</a:t>
            </a:r>
            <a:r>
              <a:rPr sz="1000" spc="-20" dirty="0">
                <a:solidFill>
                  <a:srgbClr val="231F20"/>
                </a:solidFill>
                <a:latin typeface="Arial"/>
                <a:cs typeface="Arial"/>
              </a:rPr>
              <a:t> </a:t>
            </a:r>
            <a:r>
              <a:rPr sz="1000" dirty="0">
                <a:solidFill>
                  <a:srgbClr val="231F20"/>
                </a:solidFill>
                <a:latin typeface="Arial"/>
                <a:cs typeface="Arial"/>
              </a:rPr>
              <a:t>and</a:t>
            </a:r>
            <a:r>
              <a:rPr sz="1000" spc="-20" dirty="0">
                <a:solidFill>
                  <a:srgbClr val="231F20"/>
                </a:solidFill>
                <a:latin typeface="Arial"/>
                <a:cs typeface="Arial"/>
              </a:rPr>
              <a:t> </a:t>
            </a:r>
            <a:r>
              <a:rPr sz="1000" dirty="0">
                <a:solidFill>
                  <a:srgbClr val="231F20"/>
                </a:solidFill>
                <a:latin typeface="Arial"/>
                <a:cs typeface="Arial"/>
              </a:rPr>
              <a:t>celebrating</a:t>
            </a:r>
            <a:r>
              <a:rPr sz="1000" spc="-15" dirty="0">
                <a:solidFill>
                  <a:srgbClr val="231F20"/>
                </a:solidFill>
                <a:latin typeface="Arial"/>
                <a:cs typeface="Arial"/>
              </a:rPr>
              <a:t> </a:t>
            </a:r>
            <a:r>
              <a:rPr sz="1000" spc="-10" dirty="0">
                <a:solidFill>
                  <a:srgbClr val="231F20"/>
                </a:solidFill>
                <a:latin typeface="Arial"/>
                <a:cs typeface="Arial"/>
              </a:rPr>
              <a:t>culture.</a:t>
            </a:r>
            <a:endParaRPr sz="1000">
              <a:latin typeface="Arial"/>
              <a:cs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8739" y="1353905"/>
            <a:ext cx="3202305" cy="6748780"/>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2024–2025</a:t>
            </a:r>
            <a:endParaRPr sz="110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440055" marR="432434" indent="268605">
              <a:lnSpc>
                <a:spcPts val="1680"/>
              </a:lnSpc>
              <a:spcBef>
                <a:spcPts val="100"/>
              </a:spcBef>
            </a:pP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0" dirty="0">
                <a:solidFill>
                  <a:srgbClr val="1D5495"/>
                </a:solidFill>
                <a:latin typeface="Lucida Sans Unicode"/>
                <a:cs typeface="Lucida Sans Unicode"/>
              </a:rPr>
              <a:t> Townsend</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1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endParaRPr sz="1100">
              <a:latin typeface="Lucida Sans Unicode"/>
              <a:cs typeface="Lucida Sans Unicode"/>
            </a:endParaRPr>
          </a:p>
          <a:p>
            <a:pPr marL="347980" marR="340360" algn="ctr">
              <a:lnSpc>
                <a:spcPts val="1680"/>
              </a:lnSpc>
            </a:pPr>
            <a:r>
              <a:rPr sz="1100" dirty="0">
                <a:solidFill>
                  <a:srgbClr val="1D5495"/>
                </a:solidFill>
                <a:latin typeface="Lucida Sans Unicode"/>
                <a:cs typeface="Lucida Sans Unicode"/>
              </a:rPr>
              <a:t>Program</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Erica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Pollard </a:t>
            </a:r>
            <a:r>
              <a:rPr sz="1100" spc="10" dirty="0">
                <a:solidFill>
                  <a:srgbClr val="1D5495"/>
                </a:solidFill>
                <a:latin typeface="Lucida Sans Unicode"/>
                <a:cs typeface="Lucida Sans Unicode"/>
              </a:rPr>
              <a:t>Recording</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Sheila</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Stewart</a:t>
            </a:r>
            <a:endParaRPr sz="1100">
              <a:latin typeface="Lucida Sans Unicode"/>
              <a:cs typeface="Lucida Sans Unicode"/>
            </a:endParaRPr>
          </a:p>
          <a:p>
            <a:pPr marL="123189" marR="115570" algn="ctr">
              <a:lnSpc>
                <a:spcPts val="1680"/>
              </a:lnSpc>
            </a:pPr>
            <a:r>
              <a:rPr sz="1100" spc="10" dirty="0">
                <a:solidFill>
                  <a:srgbClr val="1D5495"/>
                </a:solidFill>
                <a:latin typeface="Lucida Sans Unicode"/>
                <a:cs typeface="Lucida Sans Unicode"/>
              </a:rPr>
              <a:t>Corresponding</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Lasheka</a:t>
            </a:r>
            <a:r>
              <a:rPr sz="1100" spc="135" dirty="0">
                <a:solidFill>
                  <a:srgbClr val="1D5495"/>
                </a:solidFill>
                <a:latin typeface="Lucida Sans Unicode"/>
                <a:cs typeface="Lucida Sans Unicode"/>
              </a:rPr>
              <a:t> </a:t>
            </a:r>
            <a:r>
              <a:rPr sz="1100" spc="45" dirty="0">
                <a:solidFill>
                  <a:srgbClr val="1D5495"/>
                </a:solidFill>
                <a:latin typeface="Lucida Sans Unicode"/>
                <a:cs typeface="Lucida Sans Unicode"/>
              </a:rPr>
              <a:t>Bassey </a:t>
            </a:r>
            <a:r>
              <a:rPr sz="1100" dirty="0">
                <a:solidFill>
                  <a:srgbClr val="1D5495"/>
                </a:solidFill>
                <a:latin typeface="Lucida Sans Unicode"/>
                <a:cs typeface="Lucida Sans Unicode"/>
              </a:rPr>
              <a:t>Treasurer:</a:t>
            </a:r>
            <a:r>
              <a:rPr sz="1100" spc="-40" dirty="0">
                <a:solidFill>
                  <a:srgbClr val="1D5495"/>
                </a:solidFill>
                <a:latin typeface="Lucida Sans Unicode"/>
                <a:cs typeface="Lucida Sans Unicode"/>
              </a:rPr>
              <a:t> </a:t>
            </a:r>
            <a:r>
              <a:rPr sz="1100" spc="65" dirty="0">
                <a:solidFill>
                  <a:srgbClr val="1D5495"/>
                </a:solidFill>
                <a:latin typeface="Lucida Sans Unicode"/>
                <a:cs typeface="Lucida Sans Unicode"/>
              </a:rPr>
              <a:t>KaShauna</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Rohlehr</a:t>
            </a:r>
            <a:endParaRPr sz="1100">
              <a:latin typeface="Lucida Sans Unicode"/>
              <a:cs typeface="Lucida Sans Unicode"/>
            </a:endParaRPr>
          </a:p>
          <a:p>
            <a:pPr marL="79375" marR="71755" algn="ctr">
              <a:lnSpc>
                <a:spcPts val="1680"/>
              </a:lnSpc>
            </a:pPr>
            <a:r>
              <a:rPr sz="1100" spc="10" dirty="0">
                <a:solidFill>
                  <a:srgbClr val="1D5495"/>
                </a:solidFill>
                <a:latin typeface="Lucida Sans Unicode"/>
                <a:cs typeface="Lucida Sans Unicode"/>
              </a:rPr>
              <a:t>Financial</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Kimberly</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Mosby-</a:t>
            </a:r>
            <a:r>
              <a:rPr sz="1100" spc="-10" dirty="0">
                <a:solidFill>
                  <a:srgbClr val="1D5495"/>
                </a:solidFill>
                <a:latin typeface="Lucida Sans Unicode"/>
                <a:cs typeface="Lucida Sans Unicode"/>
              </a:rPr>
              <a:t>Griffin </a:t>
            </a:r>
            <a:r>
              <a:rPr sz="1100" spc="-20" dirty="0">
                <a:solidFill>
                  <a:srgbClr val="1D5495"/>
                </a:solidFill>
                <a:latin typeface="Lucida Sans Unicode"/>
                <a:cs typeface="Lucida Sans Unicode"/>
              </a:rPr>
              <a:t>Editor:</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Renee</a:t>
            </a:r>
            <a:r>
              <a:rPr sz="1100" spc="50" dirty="0">
                <a:solidFill>
                  <a:srgbClr val="1D5495"/>
                </a:solidFill>
                <a:latin typeface="Lucida Sans Unicode"/>
                <a:cs typeface="Lucida Sans Unicode"/>
              </a:rPr>
              <a:t> Canody</a:t>
            </a:r>
            <a:endParaRPr sz="1100">
              <a:latin typeface="Lucida Sans Unicode"/>
              <a:cs typeface="Lucida Sans Unicode"/>
            </a:endParaRPr>
          </a:p>
          <a:p>
            <a:pPr marL="114300" marR="106680" algn="ctr">
              <a:lnSpc>
                <a:spcPts val="1680"/>
              </a:lnSpc>
            </a:pPr>
            <a:r>
              <a:rPr sz="1100" spc="20" dirty="0">
                <a:solidFill>
                  <a:srgbClr val="1D5495"/>
                </a:solidFill>
                <a:latin typeface="Lucida Sans Unicode"/>
                <a:cs typeface="Lucida Sans Unicode"/>
              </a:rPr>
              <a:t>Parliamentarian: Mignon McLemore </a:t>
            </a:r>
            <a:r>
              <a:rPr sz="1100" spc="-10" dirty="0">
                <a:solidFill>
                  <a:srgbClr val="1D5495"/>
                </a:solidFill>
                <a:latin typeface="Lucida Sans Unicode"/>
                <a:cs typeface="Lucida Sans Unicode"/>
              </a:rPr>
              <a:t>Pierce </a:t>
            </a: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Antoinette</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“Libi”</a:t>
            </a:r>
            <a:r>
              <a:rPr sz="1100" spc="60" dirty="0">
                <a:solidFill>
                  <a:srgbClr val="1D5495"/>
                </a:solidFill>
                <a:latin typeface="Lucida Sans Unicode"/>
                <a:cs typeface="Lucida Sans Unicode"/>
              </a:rPr>
              <a:t> </a:t>
            </a:r>
            <a:r>
              <a:rPr sz="1100" spc="-20" dirty="0">
                <a:solidFill>
                  <a:srgbClr val="1D5495"/>
                </a:solidFill>
                <a:latin typeface="Lucida Sans Unicode"/>
                <a:cs typeface="Lucida Sans Unicode"/>
              </a:rPr>
              <a:t>Rice </a:t>
            </a: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a:t>
            </a:r>
            <a:r>
              <a:rPr sz="1100" spc="-10" dirty="0">
                <a:solidFill>
                  <a:srgbClr val="1D5495"/>
                </a:solidFill>
                <a:latin typeface="Lucida Sans Unicode"/>
                <a:cs typeface="Lucida Sans Unicode"/>
              </a:rPr>
              <a:t>Conerly </a:t>
            </a:r>
            <a:r>
              <a:rPr sz="1100" dirty="0">
                <a:solidFill>
                  <a:srgbClr val="1D5495"/>
                </a:solidFill>
                <a:latin typeface="Lucida Sans Unicode"/>
                <a:cs typeface="Lucida Sans Unicode"/>
              </a:rPr>
              <a:t>Historian:</a:t>
            </a:r>
            <a:r>
              <a:rPr sz="1100" spc="140" dirty="0">
                <a:solidFill>
                  <a:srgbClr val="1D5495"/>
                </a:solidFill>
                <a:latin typeface="Lucida Sans Unicode"/>
                <a:cs typeface="Lucida Sans Unicode"/>
              </a:rPr>
              <a:t> </a:t>
            </a:r>
            <a:r>
              <a:rPr sz="1100" dirty="0">
                <a:solidFill>
                  <a:srgbClr val="1D5495"/>
                </a:solidFill>
                <a:latin typeface="Lucida Sans Unicode"/>
                <a:cs typeface="Lucida Sans Unicode"/>
              </a:rPr>
              <a:t>Stephanie</a:t>
            </a:r>
            <a:r>
              <a:rPr sz="1100" spc="14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a:latin typeface="Lucida Sans Unicode"/>
              <a:cs typeface="Lucida Sans Unicode"/>
            </a:endParaRPr>
          </a:p>
          <a:p>
            <a:pPr marL="12700" marR="5080" indent="484505">
              <a:lnSpc>
                <a:spcPts val="1680"/>
              </a:lnSpc>
            </a:pPr>
            <a:r>
              <a:rPr sz="1100" dirty="0">
                <a:solidFill>
                  <a:srgbClr val="1D5495"/>
                </a:solidFill>
                <a:latin typeface="Lucida Sans Unicode"/>
                <a:cs typeface="Lucida Sans Unicode"/>
              </a:rPr>
              <a:t>Sergeant-At-Arms:</a:t>
            </a:r>
            <a:r>
              <a:rPr sz="1100" spc="140" dirty="0">
                <a:solidFill>
                  <a:srgbClr val="1D5495"/>
                </a:solidFill>
                <a:latin typeface="Lucida Sans Unicode"/>
                <a:cs typeface="Lucida Sans Unicode"/>
              </a:rPr>
              <a:t> </a:t>
            </a:r>
            <a:r>
              <a:rPr sz="1100" dirty="0">
                <a:solidFill>
                  <a:srgbClr val="1D5495"/>
                </a:solidFill>
                <a:latin typeface="Lucida Sans Unicode"/>
                <a:cs typeface="Lucida Sans Unicode"/>
              </a:rPr>
              <a:t>Lia</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Fordjour </a:t>
            </a:r>
            <a:r>
              <a:rPr sz="1100" dirty="0">
                <a:solidFill>
                  <a:srgbClr val="1D5495"/>
                </a:solidFill>
                <a:latin typeface="Lucida Sans Unicode"/>
                <a:cs typeface="Lucida Sans Unicode"/>
              </a:rPr>
              <a:t>Father’s</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Amos</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Townsend</a:t>
            </a:r>
            <a:r>
              <a:rPr sz="1100" spc="15" dirty="0">
                <a:solidFill>
                  <a:srgbClr val="1D5495"/>
                </a:solidFill>
                <a:latin typeface="Lucida Sans Unicode"/>
                <a:cs typeface="Lucida Sans Unicode"/>
              </a:rPr>
              <a:t> </a:t>
            </a:r>
            <a:r>
              <a:rPr sz="1100" spc="65" dirty="0">
                <a:solidFill>
                  <a:srgbClr val="1D5495"/>
                </a:solidFill>
                <a:latin typeface="Lucida Sans Unicode"/>
                <a:cs typeface="Lucida Sans Unicode"/>
              </a:rPr>
              <a:t>&amp;</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Prentice</a:t>
            </a:r>
            <a:endParaRPr sz="1100">
              <a:latin typeface="Lucida Sans Unicode"/>
              <a:cs typeface="Lucida Sans Unicode"/>
            </a:endParaRPr>
          </a:p>
          <a:p>
            <a:pPr marL="1356360">
              <a:lnSpc>
                <a:spcPts val="1205"/>
              </a:lnSpc>
            </a:pPr>
            <a:r>
              <a:rPr sz="1100" spc="-10" dirty="0">
                <a:solidFill>
                  <a:srgbClr val="1D5495"/>
                </a:solidFill>
                <a:latin typeface="Lucida Sans Unicode"/>
                <a:cs typeface="Lucida Sans Unicode"/>
              </a:rPr>
              <a:t>Pollard</a:t>
            </a:r>
            <a:endParaRPr sz="110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a:latin typeface="Arial Black"/>
              <a:cs typeface="Arial Black"/>
            </a:endParaRPr>
          </a:p>
          <a:p>
            <a:pPr marL="276860" marR="269240" indent="-635" algn="ctr">
              <a:lnSpc>
                <a:spcPct val="127299"/>
              </a:lnSpc>
              <a:spcBef>
                <a:spcPts val="65"/>
              </a:spcBef>
            </a:pPr>
            <a:r>
              <a:rPr sz="1100" dirty="0">
                <a:solidFill>
                  <a:srgbClr val="1D5495"/>
                </a:solidFill>
                <a:latin typeface="Lucida Sans Unicode"/>
                <a:cs typeface="Lucida Sans Unicode"/>
              </a:rPr>
              <a:t>Teen</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Kendall</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Alexander</a:t>
            </a: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5" dirty="0">
                <a:solidFill>
                  <a:srgbClr val="1D5495"/>
                </a:solidFill>
                <a:latin typeface="Lucida Sans Unicode"/>
                <a:cs typeface="Lucida Sans Unicode"/>
              </a:rPr>
              <a:t> </a:t>
            </a:r>
            <a:r>
              <a:rPr sz="1100" spc="80" dirty="0">
                <a:solidFill>
                  <a:srgbClr val="1D5495"/>
                </a:solidFill>
                <a:latin typeface="Lucida Sans Unicode"/>
                <a:cs typeface="Lucida Sans Unicode"/>
              </a:rPr>
              <a:t>Joshua</a:t>
            </a:r>
            <a:r>
              <a:rPr sz="1100" spc="35" dirty="0">
                <a:solidFill>
                  <a:srgbClr val="1D5495"/>
                </a:solidFill>
                <a:latin typeface="Lucida Sans Unicode"/>
                <a:cs typeface="Lucida Sans Unicode"/>
              </a:rPr>
              <a:t> </a:t>
            </a:r>
            <a:r>
              <a:rPr sz="1100" spc="120" dirty="0">
                <a:solidFill>
                  <a:srgbClr val="1D5495"/>
                </a:solidFill>
                <a:latin typeface="Lucida Sans Unicode"/>
                <a:cs typeface="Lucida Sans Unicode"/>
              </a:rPr>
              <a:t>Jacas </a:t>
            </a:r>
            <a:r>
              <a:rPr sz="1100" spc="10" dirty="0">
                <a:solidFill>
                  <a:srgbClr val="1D5495"/>
                </a:solidFill>
                <a:latin typeface="Lucida Sans Unicode"/>
                <a:cs typeface="Lucida Sans Unicode"/>
              </a:rPr>
              <a:t>Recording</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90" dirty="0">
                <a:solidFill>
                  <a:srgbClr val="1D5495"/>
                </a:solidFill>
                <a:latin typeface="Lucida Sans Unicode"/>
                <a:cs typeface="Lucida Sans Unicode"/>
              </a:rPr>
              <a:t> </a:t>
            </a:r>
            <a:r>
              <a:rPr sz="1100" spc="75" dirty="0">
                <a:solidFill>
                  <a:srgbClr val="1D5495"/>
                </a:solidFill>
                <a:latin typeface="Lucida Sans Unicode"/>
                <a:cs typeface="Lucida Sans Unicode"/>
              </a:rPr>
              <a:t>Canady</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Conerly</a:t>
            </a:r>
            <a:endParaRPr sz="1100">
              <a:latin typeface="Lucida Sans Unicode"/>
              <a:cs typeface="Lucida Sans Unicode"/>
            </a:endParaRPr>
          </a:p>
          <a:p>
            <a:pPr marL="30480" marR="22860" algn="ctr">
              <a:lnSpc>
                <a:spcPct val="127299"/>
              </a:lnSpc>
            </a:pPr>
            <a:r>
              <a:rPr sz="1100" spc="10" dirty="0">
                <a:solidFill>
                  <a:srgbClr val="1D5495"/>
                </a:solidFill>
                <a:latin typeface="Lucida Sans Unicode"/>
                <a:cs typeface="Lucida Sans Unicode"/>
              </a:rPr>
              <a:t>Corresponding</a:t>
            </a:r>
            <a:r>
              <a:rPr sz="1100" spc="12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25" dirty="0">
                <a:solidFill>
                  <a:srgbClr val="1D5495"/>
                </a:solidFill>
                <a:latin typeface="Lucida Sans Unicode"/>
                <a:cs typeface="Lucida Sans Unicode"/>
              </a:rPr>
              <a:t> </a:t>
            </a:r>
            <a:r>
              <a:rPr sz="1100" spc="10" dirty="0">
                <a:solidFill>
                  <a:srgbClr val="1D5495"/>
                </a:solidFill>
                <a:latin typeface="Lucida Sans Unicode"/>
                <a:cs typeface="Lucida Sans Unicode"/>
              </a:rPr>
              <a:t>Victoria</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Townsend </a:t>
            </a:r>
            <a:r>
              <a:rPr sz="1100" dirty="0">
                <a:solidFill>
                  <a:srgbClr val="1D5495"/>
                </a:solidFill>
                <a:latin typeface="Lucida Sans Unicode"/>
                <a:cs typeface="Lucida Sans Unicode"/>
              </a:rPr>
              <a:t>Treasurer:</a:t>
            </a:r>
            <a:r>
              <a:rPr sz="1100" spc="90" dirty="0">
                <a:solidFill>
                  <a:srgbClr val="1D5495"/>
                </a:solidFill>
                <a:latin typeface="Lucida Sans Unicode"/>
                <a:cs typeface="Lucida Sans Unicode"/>
              </a:rPr>
              <a:t> </a:t>
            </a:r>
            <a:r>
              <a:rPr sz="1100" dirty="0">
                <a:solidFill>
                  <a:srgbClr val="1D5495"/>
                </a:solidFill>
                <a:latin typeface="Lucida Sans Unicode"/>
                <a:cs typeface="Lucida Sans Unicode"/>
              </a:rPr>
              <a:t>Messiah</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Phelps</a:t>
            </a:r>
            <a:endParaRPr sz="1100">
              <a:latin typeface="Lucida Sans Unicode"/>
              <a:cs typeface="Lucida Sans Unicode"/>
            </a:endParaRPr>
          </a:p>
          <a:p>
            <a:pPr marL="402590" marR="394970" algn="ctr">
              <a:lnSpc>
                <a:spcPct val="127299"/>
              </a:lnSpc>
            </a:pPr>
            <a:r>
              <a:rPr sz="1100" spc="10" dirty="0">
                <a:solidFill>
                  <a:srgbClr val="1D5495"/>
                </a:solidFill>
                <a:latin typeface="Lucida Sans Unicode"/>
                <a:cs typeface="Lucida Sans Unicode"/>
              </a:rPr>
              <a:t>Financial</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Henry</a:t>
            </a:r>
            <a:r>
              <a:rPr sz="1100" spc="110" dirty="0">
                <a:solidFill>
                  <a:srgbClr val="1D5495"/>
                </a:solidFill>
                <a:latin typeface="Lucida Sans Unicode"/>
                <a:cs typeface="Lucida Sans Unicode"/>
              </a:rPr>
              <a:t> </a:t>
            </a:r>
            <a:r>
              <a:rPr sz="1100" spc="-10" dirty="0">
                <a:solidFill>
                  <a:srgbClr val="1D5495"/>
                </a:solidFill>
                <a:latin typeface="Lucida Sans Unicode"/>
                <a:cs typeface="Lucida Sans Unicode"/>
              </a:rPr>
              <a:t>Reimer </a:t>
            </a:r>
            <a:r>
              <a:rPr sz="1100" spc="20" dirty="0">
                <a:solidFill>
                  <a:srgbClr val="1D5495"/>
                </a:solidFill>
                <a:latin typeface="Lucida Sans Unicode"/>
                <a:cs typeface="Lucida Sans Unicode"/>
              </a:rPr>
              <a:t>Parliamentarian:</a:t>
            </a:r>
            <a:r>
              <a:rPr sz="1100" spc="45" dirty="0">
                <a:solidFill>
                  <a:srgbClr val="1D5495"/>
                </a:solidFill>
                <a:latin typeface="Lucida Sans Unicode"/>
                <a:cs typeface="Lucida Sans Unicode"/>
              </a:rPr>
              <a:t> </a:t>
            </a:r>
            <a:r>
              <a:rPr sz="1100" spc="20" dirty="0">
                <a:solidFill>
                  <a:srgbClr val="1D5495"/>
                </a:solidFill>
                <a:latin typeface="Lucida Sans Unicode"/>
                <a:cs typeface="Lucida Sans Unicode"/>
              </a:rPr>
              <a:t>Kai</a:t>
            </a:r>
            <a:r>
              <a:rPr sz="1100" spc="45" dirty="0">
                <a:solidFill>
                  <a:srgbClr val="1D5495"/>
                </a:solidFill>
                <a:latin typeface="Lucida Sans Unicode"/>
                <a:cs typeface="Lucida Sans Unicode"/>
              </a:rPr>
              <a:t> </a:t>
            </a:r>
            <a:r>
              <a:rPr sz="1100" spc="-10" dirty="0">
                <a:solidFill>
                  <a:srgbClr val="1D5495"/>
                </a:solidFill>
                <a:latin typeface="Lucida Sans Unicode"/>
                <a:cs typeface="Lucida Sans Unicode"/>
              </a:rPr>
              <a:t>Murray </a:t>
            </a:r>
            <a:r>
              <a:rPr sz="1100" dirty="0">
                <a:solidFill>
                  <a:srgbClr val="1D5495"/>
                </a:solidFill>
                <a:latin typeface="Lucida Sans Unicode"/>
                <a:cs typeface="Lucida Sans Unicode"/>
              </a:rPr>
              <a:t>Foundation</a:t>
            </a:r>
            <a:r>
              <a:rPr sz="1100" spc="12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25" dirty="0">
                <a:solidFill>
                  <a:srgbClr val="1D5495"/>
                </a:solidFill>
                <a:latin typeface="Lucida Sans Unicode"/>
                <a:cs typeface="Lucida Sans Unicode"/>
              </a:rPr>
              <a:t> </a:t>
            </a:r>
            <a:r>
              <a:rPr sz="1100" dirty="0">
                <a:solidFill>
                  <a:srgbClr val="1D5495"/>
                </a:solidFill>
                <a:latin typeface="Lucida Sans Unicode"/>
                <a:cs typeface="Lucida Sans Unicode"/>
              </a:rPr>
              <a:t>Katelyn</a:t>
            </a:r>
            <a:r>
              <a:rPr sz="1100" spc="125" dirty="0">
                <a:solidFill>
                  <a:srgbClr val="1D5495"/>
                </a:solidFill>
                <a:latin typeface="Lucida Sans Unicode"/>
                <a:cs typeface="Lucida Sans Unicode"/>
              </a:rPr>
              <a:t> </a:t>
            </a:r>
            <a:r>
              <a:rPr sz="1100" spc="-10" dirty="0">
                <a:solidFill>
                  <a:srgbClr val="1D5495"/>
                </a:solidFill>
                <a:latin typeface="Lucida Sans Unicode"/>
                <a:cs typeface="Lucida Sans Unicode"/>
              </a:rPr>
              <a:t>Stewart </a:t>
            </a:r>
            <a:r>
              <a:rPr sz="1100" spc="10" dirty="0">
                <a:solidFill>
                  <a:srgbClr val="1D5495"/>
                </a:solidFill>
                <a:latin typeface="Lucida Sans Unicode"/>
                <a:cs typeface="Lucida Sans Unicode"/>
              </a:rPr>
              <a:t>Chaplain:</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Avery</a:t>
            </a:r>
            <a:r>
              <a:rPr sz="1100" spc="90" dirty="0">
                <a:solidFill>
                  <a:srgbClr val="1D5495"/>
                </a:solidFill>
                <a:latin typeface="Lucida Sans Unicode"/>
                <a:cs typeface="Lucida Sans Unicode"/>
              </a:rPr>
              <a:t> </a:t>
            </a:r>
            <a:r>
              <a:rPr sz="1100" spc="-10" dirty="0">
                <a:solidFill>
                  <a:srgbClr val="1D5495"/>
                </a:solidFill>
                <a:latin typeface="Lucida Sans Unicode"/>
                <a:cs typeface="Lucida Sans Unicode"/>
              </a:rPr>
              <a:t>Grain</a:t>
            </a:r>
            <a:endParaRPr sz="1100">
              <a:latin typeface="Lucida Sans Unicode"/>
              <a:cs typeface="Lucida Sans Unicode"/>
            </a:endParaRPr>
          </a:p>
          <a:p>
            <a:pPr marL="503555" marR="495934" algn="ctr">
              <a:lnSpc>
                <a:spcPct val="127299"/>
              </a:lnSpc>
            </a:pPr>
            <a:r>
              <a:rPr sz="1100" dirty="0">
                <a:solidFill>
                  <a:srgbClr val="1D5495"/>
                </a:solidFill>
                <a:latin typeface="Lucida Sans Unicode"/>
                <a:cs typeface="Lucida Sans Unicode"/>
              </a:rPr>
              <a:t>Historian:</a:t>
            </a:r>
            <a:r>
              <a:rPr sz="1100" spc="70" dirty="0">
                <a:solidFill>
                  <a:srgbClr val="1D5495"/>
                </a:solidFill>
                <a:latin typeface="Lucida Sans Unicode"/>
                <a:cs typeface="Lucida Sans Unicode"/>
              </a:rPr>
              <a:t> </a:t>
            </a:r>
            <a:r>
              <a:rPr sz="1100" dirty="0">
                <a:solidFill>
                  <a:srgbClr val="1D5495"/>
                </a:solidFill>
                <a:latin typeface="Lucida Sans Unicode"/>
                <a:cs typeface="Lucida Sans Unicode"/>
              </a:rPr>
              <a:t>Rachel</a:t>
            </a:r>
            <a:r>
              <a:rPr sz="1100" spc="75" dirty="0">
                <a:solidFill>
                  <a:srgbClr val="1D5495"/>
                </a:solidFill>
                <a:latin typeface="Lucida Sans Unicode"/>
                <a:cs typeface="Lucida Sans Unicode"/>
              </a:rPr>
              <a:t> </a:t>
            </a:r>
            <a:r>
              <a:rPr sz="1100" spc="-10" dirty="0">
                <a:solidFill>
                  <a:srgbClr val="1D5495"/>
                </a:solidFill>
                <a:latin typeface="Lucida Sans Unicode"/>
                <a:cs typeface="Lucida Sans Unicode"/>
              </a:rPr>
              <a:t>Cushenberry </a:t>
            </a:r>
            <a:r>
              <a:rPr sz="1100" dirty="0">
                <a:solidFill>
                  <a:srgbClr val="1D5495"/>
                </a:solidFill>
                <a:latin typeface="Lucida Sans Unicode"/>
                <a:cs typeface="Lucida Sans Unicode"/>
              </a:rPr>
              <a:t>Sergeant-at-Arms:</a:t>
            </a:r>
            <a:r>
              <a:rPr sz="1100" spc="225" dirty="0">
                <a:solidFill>
                  <a:srgbClr val="1D5495"/>
                </a:solidFill>
                <a:latin typeface="Lucida Sans Unicode"/>
                <a:cs typeface="Lucida Sans Unicode"/>
              </a:rPr>
              <a:t> </a:t>
            </a:r>
            <a:r>
              <a:rPr sz="1100" dirty="0">
                <a:solidFill>
                  <a:srgbClr val="1D5495"/>
                </a:solidFill>
                <a:latin typeface="Lucida Sans Unicode"/>
                <a:cs typeface="Lucida Sans Unicode"/>
              </a:rPr>
              <a:t>Koen</a:t>
            </a:r>
            <a:r>
              <a:rPr sz="1100" spc="229" dirty="0">
                <a:solidFill>
                  <a:srgbClr val="1D5495"/>
                </a:solidFill>
                <a:latin typeface="Lucida Sans Unicode"/>
                <a:cs typeface="Lucida Sans Unicode"/>
              </a:rPr>
              <a:t> </a:t>
            </a:r>
            <a:r>
              <a:rPr sz="1100" spc="-10" dirty="0">
                <a:solidFill>
                  <a:srgbClr val="1D5495"/>
                </a:solidFill>
                <a:latin typeface="Lucida Sans Unicode"/>
                <a:cs typeface="Lucida Sans Unicode"/>
              </a:rPr>
              <a:t>Smith</a:t>
            </a:r>
            <a:endParaRPr sz="1100">
              <a:latin typeface="Lucida Sans Unicode"/>
              <a:cs typeface="Lucida Sans Unicode"/>
            </a:endParaRPr>
          </a:p>
          <a:p>
            <a:pPr marL="198755" marR="191135" algn="ctr">
              <a:lnSpc>
                <a:spcPct val="127299"/>
              </a:lnSpc>
            </a:pPr>
            <a:r>
              <a:rPr sz="1100" dirty="0">
                <a:solidFill>
                  <a:srgbClr val="1D5495"/>
                </a:solidFill>
                <a:latin typeface="Lucida Sans Unicode"/>
                <a:cs typeface="Lucida Sans Unicode"/>
              </a:rPr>
              <a:t>Co-Editors: Gabrielle </a:t>
            </a:r>
            <a:r>
              <a:rPr sz="1100" spc="-30" dirty="0">
                <a:solidFill>
                  <a:srgbClr val="1D5495"/>
                </a:solidFill>
                <a:latin typeface="Lucida Sans Unicode"/>
                <a:cs typeface="Lucida Sans Unicode"/>
              </a:rPr>
              <a:t>Hill</a:t>
            </a:r>
            <a:r>
              <a:rPr sz="1100" dirty="0">
                <a:solidFill>
                  <a:srgbClr val="1D5495"/>
                </a:solidFill>
                <a:latin typeface="Lucida Sans Unicode"/>
                <a:cs typeface="Lucida Sans Unicode"/>
              </a:rPr>
              <a:t> </a:t>
            </a:r>
            <a:r>
              <a:rPr sz="1100" spc="65" dirty="0">
                <a:solidFill>
                  <a:srgbClr val="1D5495"/>
                </a:solidFill>
                <a:latin typeface="Lucida Sans Unicode"/>
                <a:cs typeface="Lucida Sans Unicode"/>
              </a:rPr>
              <a:t>and</a:t>
            </a:r>
            <a:r>
              <a:rPr sz="1100" dirty="0">
                <a:solidFill>
                  <a:srgbClr val="1D5495"/>
                </a:solidFill>
                <a:latin typeface="Lucida Sans Unicode"/>
                <a:cs typeface="Lucida Sans Unicode"/>
              </a:rPr>
              <a:t> </a:t>
            </a:r>
            <a:r>
              <a:rPr sz="1100" spc="50" dirty="0">
                <a:solidFill>
                  <a:srgbClr val="1D5495"/>
                </a:solidFill>
                <a:latin typeface="Lucida Sans Unicode"/>
                <a:cs typeface="Lucida Sans Unicode"/>
              </a:rPr>
              <a:t>Nya</a:t>
            </a:r>
            <a:r>
              <a:rPr sz="1100" dirty="0">
                <a:solidFill>
                  <a:srgbClr val="1D5495"/>
                </a:solidFill>
                <a:latin typeface="Lucida Sans Unicode"/>
                <a:cs typeface="Lucida Sans Unicode"/>
              </a:rPr>
              <a:t> </a:t>
            </a:r>
            <a:r>
              <a:rPr sz="1100" spc="-10" dirty="0">
                <a:solidFill>
                  <a:srgbClr val="1D5495"/>
                </a:solidFill>
                <a:latin typeface="Lucida Sans Unicode"/>
                <a:cs typeface="Lucida Sans Unicode"/>
              </a:rPr>
              <a:t>Prince </a:t>
            </a:r>
            <a:r>
              <a:rPr sz="1100" dirty="0">
                <a:solidFill>
                  <a:srgbClr val="1D5495"/>
                </a:solidFill>
                <a:latin typeface="Lucida Sans Unicode"/>
                <a:cs typeface="Lucida Sans Unicode"/>
              </a:rPr>
              <a:t>Legislative</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65" dirty="0">
                <a:solidFill>
                  <a:srgbClr val="1D5495"/>
                </a:solidFill>
                <a:latin typeface="Lucida Sans Unicode"/>
                <a:cs typeface="Lucida Sans Unicode"/>
              </a:rPr>
              <a:t> </a:t>
            </a:r>
            <a:r>
              <a:rPr sz="1100" dirty="0">
                <a:solidFill>
                  <a:srgbClr val="1D5495"/>
                </a:solidFill>
                <a:latin typeface="Lucida Sans Unicode"/>
                <a:cs typeface="Lucida Sans Unicode"/>
              </a:rPr>
              <a:t>Taylor</a:t>
            </a:r>
            <a:r>
              <a:rPr sz="1100" spc="65" dirty="0">
                <a:solidFill>
                  <a:srgbClr val="1D5495"/>
                </a:solidFill>
                <a:latin typeface="Lucida Sans Unicode"/>
                <a:cs typeface="Lucida Sans Unicode"/>
              </a:rPr>
              <a:t> </a:t>
            </a:r>
            <a:r>
              <a:rPr sz="1100" spc="-10" dirty="0">
                <a:solidFill>
                  <a:srgbClr val="1D5495"/>
                </a:solidFill>
                <a:latin typeface="Lucida Sans Unicode"/>
                <a:cs typeface="Lucida Sans Unicode"/>
              </a:rPr>
              <a:t>Cushenberry</a:t>
            </a:r>
            <a:endParaRPr sz="1100">
              <a:latin typeface="Lucida Sans Unicode"/>
              <a:cs typeface="Lucida Sans Unicode"/>
            </a:endParaRPr>
          </a:p>
        </p:txBody>
      </p:sp>
      <p:sp>
        <p:nvSpPr>
          <p:cNvPr id="3" name="object 3"/>
          <p:cNvSpPr/>
          <p:nvPr/>
        </p:nvSpPr>
        <p:spPr>
          <a:xfrm>
            <a:off x="475995" y="1213358"/>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4" name="object 4"/>
          <p:cNvSpPr/>
          <p:nvPr/>
        </p:nvSpPr>
        <p:spPr>
          <a:xfrm>
            <a:off x="457200" y="8407907"/>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TextBox 5">
            <a:extLst>
              <a:ext uri="{FF2B5EF4-FFF2-40B4-BE49-F238E27FC236}">
                <a16:creationId xmlns:a16="http://schemas.microsoft.com/office/drawing/2014/main" id="{C08A5109-72C1-3FD9-2E85-0E2EE0627967}"/>
              </a:ext>
            </a:extLst>
          </p:cNvPr>
          <p:cNvSpPr txBox="1"/>
          <p:nvPr/>
        </p:nvSpPr>
        <p:spPr>
          <a:xfrm>
            <a:off x="3886200" y="1213358"/>
            <a:ext cx="3276600" cy="8248412"/>
          </a:xfrm>
          <a:prstGeom prst="rect">
            <a:avLst/>
          </a:prstGeom>
          <a:noFill/>
        </p:spPr>
        <p:txBody>
          <a:bodyPr wrap="square" rtlCol="0">
            <a:spAutoFit/>
          </a:bodyPr>
          <a:lstStyle/>
          <a:p>
            <a:r>
              <a:rPr lang="en-US" sz="1000" dirty="0"/>
              <a:t>The 2024–2025 program year was nothing short of remarkable for our Group 6 Senior Teens. From the very first retreat to the final celebration, our teens embraced every opportunity to lead, learn, serve, and grow together. Their collective efforts exemplified the values of Jack and Jill, and each activity demonstrated their commitment to all five Culture Thrusts—Cultural, Civic/Legislative, Educational, Health, and Social/Recreational. What follows is a reflection on a year defined by creativity, civic engagement, academic exploration, service, and joyful fellowship.</a:t>
            </a:r>
          </a:p>
          <a:p>
            <a:endParaRPr lang="en-US" sz="1000" dirty="0"/>
          </a:p>
          <a:p>
            <a:r>
              <a:rPr lang="en-US" sz="1000" dirty="0"/>
              <a:t>The year began with the Group 6 Senior Teen Retreat, hosted September 7–8 at Camp </a:t>
            </a:r>
            <a:r>
              <a:rPr lang="en-US" sz="1000" dirty="0" err="1"/>
              <a:t>Wabana</a:t>
            </a:r>
            <a:r>
              <a:rPr lang="en-US" sz="1000" dirty="0"/>
              <a:t>. The hosts led activities centered on confidence building, teamwork, and leadership. Icebreakers, team-building games, and play-based exercises kept spirits high—highlights included a tissue-paper fashion design challenge and a round of telephone charades. Teens also gave back through a community service project, handcrafting nearly 80 toys for cats and dogs at the Montgomery County Animal Services &amp; Adoption Center. The retreat closed with a signature bonfire, where seniors shared lessons learned with younger teens, alongside recreational activities such as the giant swing and basketball. Host mothers even treated the group to shaved ice from a local food truck.</a:t>
            </a:r>
          </a:p>
          <a:p>
            <a:endParaRPr lang="en-US" sz="1000" dirty="0"/>
          </a:p>
          <a:p>
            <a:r>
              <a:rPr lang="en-US" sz="1000" dirty="0"/>
              <a:t>In October, teens interested in higher education traveled to Virginia Commonwealth University and Hampton University. They met with college students, admissions officers, and financial aid staff, gaining valuable insight into the college experience. The day ended on a high note with a Hampton University Step Show, strengthening bonds while exposing teens to HBCU culture.</a:t>
            </a:r>
          </a:p>
          <a:p>
            <a:endParaRPr lang="en-US" sz="1000" dirty="0"/>
          </a:p>
          <a:p>
            <a:r>
              <a:rPr lang="en-US" sz="1000" dirty="0"/>
              <a:t>Our teens also embraced civic leadership through the initiative “A Deeper Look into Democracy,” serving as poll workers during the 2024 Presidential Election. Between October 24 and November 5, twenty-six teens completed training, and twenty-five served during early voting or on Election Day—collectively contributing over 210 volunteer hours. On November 17, JJMCMC father Eric Mitchell, a federal lobbyist, facilitated a Post-Election Discussion and Reflection.</a:t>
            </a:r>
          </a:p>
          <a:p>
            <a:endParaRPr lang="en-US" sz="1000" dirty="0"/>
          </a:p>
          <a:p>
            <a:r>
              <a:rPr lang="en-US" sz="1000" dirty="0"/>
              <a:t>Teens shared their experiences, learned about the history of voting rights, and reflected on the significance of their service. Each participant received commemorative books and gift cards, making the civic thrust a deeply rewarding highlight of the year.</a:t>
            </a:r>
          </a:p>
        </p:txBody>
      </p:sp>
      <p:sp>
        <p:nvSpPr>
          <p:cNvPr id="7" name="Holder 4">
            <a:extLst>
              <a:ext uri="{FF2B5EF4-FFF2-40B4-BE49-F238E27FC236}">
                <a16:creationId xmlns:a16="http://schemas.microsoft.com/office/drawing/2014/main" id="{60EB7B8C-110F-76C0-9816-DD19060B3F4E}"/>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57</a:t>
            </a:fld>
            <a:endParaRPr lang="en-US" spc="-50" dirty="0">
              <a:latin typeface="Arial" panose="020B0604020202020204" pitchFamily="34" charset="0"/>
              <a:cs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C91E99-4F56-5947-52E8-CBE7F3780AAE}"/>
              </a:ext>
            </a:extLst>
          </p:cNvPr>
          <p:cNvSpPr txBox="1"/>
          <p:nvPr/>
        </p:nvSpPr>
        <p:spPr>
          <a:xfrm>
            <a:off x="381000" y="1600200"/>
            <a:ext cx="3200400" cy="7909858"/>
          </a:xfrm>
          <a:prstGeom prst="rect">
            <a:avLst/>
          </a:prstGeom>
          <a:noFill/>
        </p:spPr>
        <p:txBody>
          <a:bodyPr wrap="square" rtlCol="0">
            <a:spAutoFit/>
          </a:bodyPr>
          <a:lstStyle/>
          <a:p>
            <a:r>
              <a:rPr lang="en-US" sz="1000" dirty="0"/>
              <a:t>In December, teens traveled to New York City for COPA 2024, a two-day experience blending fun and philanthropy. Held December 27 at the Metropolitan Pavilion, the event raised funds to support community organizations. Day two expanded the tradition with snow sports—skiing, tubing, and snowboarding—allowing teens to learn new skills, relax, and bond.</a:t>
            </a:r>
          </a:p>
          <a:p>
            <a:endParaRPr lang="en-US" sz="1000" dirty="0"/>
          </a:p>
          <a:p>
            <a:r>
              <a:rPr lang="en-US" sz="1000" dirty="0"/>
              <a:t>In January, teens participated in a hands-on STEAM and entrepreneurship workshop where they learned the art of shoe design and customization while exploring sketching, industry techniques, and money management. This creative session merged arts and industry with the Life Skills and Financial Literacy Modules, inspiring confidence, innovation, and entrepreneurial thinking.</a:t>
            </a:r>
          </a:p>
          <a:p>
            <a:endParaRPr lang="en-US" sz="1000" dirty="0"/>
          </a:p>
          <a:p>
            <a:r>
              <a:rPr lang="en-US" sz="1000" dirty="0"/>
              <a:t>In February, thirty-one teens enhanced their culinary skills while learning about food insecurity at St. Mark’s Episcopal Church. Divided into groups, they prepared a full meal, guided by Cosmopolitan Plated, a Black-owned catering company. Teens also donated food items for SSL hours and discussed solutions to hunger in their community.</a:t>
            </a:r>
          </a:p>
          <a:p>
            <a:endParaRPr lang="en-US" sz="1000" dirty="0"/>
          </a:p>
          <a:p>
            <a:r>
              <a:rPr lang="en-US" sz="1000" dirty="0"/>
              <a:t>In March, Group 6 teens also explored Washington, DC’s history through a guided night tour. The trolley ride included stops at the Lincoln, Vietnam, Korean, FDR, and MLK memorials, along with illuminated views of the Capitol, White House, and Washington Monument.</a:t>
            </a:r>
          </a:p>
          <a:p>
            <a:endParaRPr lang="en-US" sz="1000" dirty="0"/>
          </a:p>
          <a:p>
            <a:r>
              <a:rPr lang="en-US" sz="1000" dirty="0"/>
              <a:t>During the month of April, Group 6 teens hosted the Pink and Blue Sunset Soirée, a Potomac River cruise fundraiser. With 136 tickets sold, the event raised over $5,000 to benefit the Children’s Opportunity Alliance. Teens collaborated on event planning, promotion, and guest engagement, while enjoying music, dancing, and fireworks.</a:t>
            </a:r>
          </a:p>
          <a:p>
            <a:endParaRPr lang="en-US" sz="1000" dirty="0"/>
          </a:p>
          <a:p>
            <a:r>
              <a:rPr lang="en-US" sz="1000" dirty="0"/>
              <a:t>The 2024–2025 program year truly stands as a testament to the vision and spirit of our Senior Teens. Their commitment to service, their passion for learning, and their ability to celebrate culture and community exemplify the very best of Jack and Jill. As they move forward, the lessons learned and bonds forged this year will continue to inspire them to lead with purpose, strengthen their communities, and carry the legacy of excellence into the future.</a:t>
            </a:r>
          </a:p>
          <a:p>
            <a:endParaRPr lang="en-US" dirty="0"/>
          </a:p>
        </p:txBody>
      </p:sp>
      <p:sp>
        <p:nvSpPr>
          <p:cNvPr id="3" name="TextBox 2">
            <a:extLst>
              <a:ext uri="{FF2B5EF4-FFF2-40B4-BE49-F238E27FC236}">
                <a16:creationId xmlns:a16="http://schemas.microsoft.com/office/drawing/2014/main" id="{77D9382E-B761-DC7F-5F3A-342E18D1B457}"/>
              </a:ext>
            </a:extLst>
          </p:cNvPr>
          <p:cNvSpPr txBox="1"/>
          <p:nvPr/>
        </p:nvSpPr>
        <p:spPr>
          <a:xfrm>
            <a:off x="3810000" y="1676400"/>
            <a:ext cx="3505200" cy="7017306"/>
          </a:xfrm>
          <a:prstGeom prst="rect">
            <a:avLst/>
          </a:prstGeom>
          <a:noFill/>
        </p:spPr>
        <p:txBody>
          <a:bodyPr wrap="square" rtlCol="0">
            <a:spAutoFit/>
          </a:bodyPr>
          <a:lstStyle/>
          <a:p>
            <a:r>
              <a:rPr lang="en-US" sz="1000" dirty="0"/>
              <a:t>The 2024–2025 program year was nothing short of remarkable for our Group 5 Junior Teens. Through a dynamic range of activities, our middle schoolers embraced every Jack and Jill Programmatic Thrust—Cultural, Civic/Legislative, Educational, Health, and Social/Recreational—while building friendships, developing leadership, and expanding their understanding of community and heritage. From overnight retreats to historic tours, health training to HBCU celebrations, each experience offered meaningful opportunities for growth, service, and joy.</a:t>
            </a:r>
          </a:p>
          <a:p>
            <a:endParaRPr lang="en-US" sz="1000" dirty="0"/>
          </a:p>
          <a:p>
            <a:r>
              <a:rPr lang="en-US" sz="1000" dirty="0"/>
              <a:t>The year began with an overnight retreat at Camp </a:t>
            </a:r>
            <a:r>
              <a:rPr lang="en-US" sz="1000" dirty="0" err="1"/>
              <a:t>Wabanna</a:t>
            </a:r>
            <a:r>
              <a:rPr lang="en-US" sz="1000" dirty="0"/>
              <a:t> in Edgewater, Maryland, from September 21–22. This kickoff event encouraged bonding and leadership through team-building exercises, interactive modules, and moments of reflection and fellowship. The experience embodied the Social and Recreational Thrust, providing a nurturing space for connection and collaboration among peers.</a:t>
            </a:r>
          </a:p>
          <a:p>
            <a:endParaRPr lang="en-US" sz="1000" dirty="0"/>
          </a:p>
          <a:p>
            <a:r>
              <a:rPr lang="en-US" sz="1000" dirty="0"/>
              <a:t>As the fall progressed, the teens participated in a scheduled training session with Unity Boat Club (UBC), a Black-owned rowing organization based at the Navy Yard in Washington, DC. There, they learned about the rich legacy of rowing in the Black community and practiced rowing techniques—first on machines, then on the water—gaining athletic skills and a deeper sense of history and representation. This activity connected naturally to our Cultural Thrust, bridging physical skill-building with cultural awareness and pride in Black excellence across diverse sports.</a:t>
            </a:r>
          </a:p>
          <a:p>
            <a:endParaRPr lang="en-US" sz="1000" dirty="0"/>
          </a:p>
          <a:p>
            <a:r>
              <a:rPr lang="en-US" sz="1000" dirty="0"/>
              <a:t>With health and wellness as a continuing priority, Junior Teens took part in a CPR and AED certification session led by Maryland CPR Training at the Kensington Park Library. Forty participants practiced life-saving techniques, learned choking prevention, and gained a deeper understanding of emergency response. A “Health and Wealth” discussion led by Mother Lesley Sanders, M.D., emphasized how wellness choices influence long-term quality of life. Teens left empowered with CPR certificates, first aid kits, and renewed purpose. This hands-on learning powerfully advanced the Health Thrust, equipping participants with essential life skills that strengthen both body and mind.</a:t>
            </a:r>
          </a:p>
        </p:txBody>
      </p:sp>
      <p:sp>
        <p:nvSpPr>
          <p:cNvPr id="8" name="Holder 4">
            <a:extLst>
              <a:ext uri="{FF2B5EF4-FFF2-40B4-BE49-F238E27FC236}">
                <a16:creationId xmlns:a16="http://schemas.microsoft.com/office/drawing/2014/main" id="{60B9FD71-E300-79F3-8564-C28B50A59DAF}"/>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58</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90899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6DC7A4-D30B-0713-0521-48E361EB4221}"/>
              </a:ext>
            </a:extLst>
          </p:cNvPr>
          <p:cNvSpPr txBox="1"/>
          <p:nvPr/>
        </p:nvSpPr>
        <p:spPr>
          <a:xfrm>
            <a:off x="381000" y="1752600"/>
            <a:ext cx="3200400" cy="8094524"/>
          </a:xfrm>
          <a:prstGeom prst="rect">
            <a:avLst/>
          </a:prstGeom>
          <a:noFill/>
        </p:spPr>
        <p:txBody>
          <a:bodyPr wrap="square" rtlCol="0">
            <a:spAutoFit/>
          </a:bodyPr>
          <a:lstStyle/>
          <a:p>
            <a:r>
              <a:rPr lang="en-US" sz="1000" dirty="0"/>
              <a:t>Transitioning from health to service, Group 5 demonstrated compassion and community commitment through volunteer experience at Leveling the Playing Field, a nonprofit dedicated to expanding access to youth sports. Teens sorted and packaged donated equipment, wrote thank-you notes, and reflected on the role sports play in mental wellness. This day of service represented the Civic and Legislative Thrust, reinforcing the values of advocacy, community involvement, and social responsibility through tangible action.</a:t>
            </a:r>
          </a:p>
          <a:p>
            <a:endParaRPr lang="en-US" sz="1000" dirty="0"/>
          </a:p>
          <a:p>
            <a:r>
              <a:rPr lang="en-US" sz="1000" dirty="0"/>
              <a:t>Cultural enrichment continued later in the year with a sleepover at the National Aquarium in Baltimore. After dinner at the Baltimore Observatory, thirty-six teens explored the aquarium’s immersive exhibits, from the rainforest canopy to the ocean depths. They viewed a 3D film on sea turtles, learned about dolphin care, and benefited from firsthand insights from Mother </a:t>
            </a:r>
            <a:r>
              <a:rPr lang="en-US" sz="1000" dirty="0" err="1"/>
              <a:t>Chellee</a:t>
            </a:r>
            <a:r>
              <a:rPr lang="en-US" sz="1000" dirty="0"/>
              <a:t> </a:t>
            </a:r>
            <a:r>
              <a:rPr lang="en-US" sz="1000" dirty="0" err="1"/>
              <a:t>Chephas</a:t>
            </a:r>
            <a:r>
              <a:rPr lang="en-US" sz="1000" dirty="0"/>
              <a:t>, a dolphin caretaker. This event beautifully fulfilled the Cultural Thrust, allowing participants to explore environmental stewardship and marine science through a lens of curiosity and appreciation.</a:t>
            </a:r>
          </a:p>
          <a:p>
            <a:endParaRPr lang="en-US" sz="1000" dirty="0"/>
          </a:p>
          <a:p>
            <a:r>
              <a:rPr lang="en-US" sz="1000" dirty="0"/>
              <a:t>In January, the Junior Teens traveled to Richmond, Virginia, for a powerful Civil Rights and history tour. Over three days, they visited 26 sites of African American significance, including the homes of Governor Douglas Wilder and Maggie Walker. They explored the legacy of education and equity at Virginia Commonwealth University and the University of Richmond and met with community leaders to discuss the intersection of history, leadership, and justice. This experience advanced the Educational and Civic/Legislative Thrusts, immersing teens in both past and present struggles for equality while inspiring thoughtful engagement as future advocates.</a:t>
            </a:r>
          </a:p>
          <a:p>
            <a:endParaRPr lang="en-US" sz="1000" dirty="0"/>
          </a:p>
          <a:p>
            <a:r>
              <a:rPr lang="en-US" sz="1000" dirty="0"/>
              <a:t>In March, the focus shifted toward innovation and sustainability as the Junior Teens participated in a career-focused STEM workshop hosted by Pepco at the Rockville Service Center. Nearly 50 participants explored topics such as power distribution, renewable energy, and drone technology while learning from Pepco executives about professional pathways in science and technology. The activity reflected the Educational Thrust, promoting career exploration, environmental awareness, and STEM literacy—all crucial to preparing our teens for future leadership in an evolving world.</a:t>
            </a:r>
          </a:p>
        </p:txBody>
      </p:sp>
      <p:sp>
        <p:nvSpPr>
          <p:cNvPr id="3" name="TextBox 2">
            <a:extLst>
              <a:ext uri="{FF2B5EF4-FFF2-40B4-BE49-F238E27FC236}">
                <a16:creationId xmlns:a16="http://schemas.microsoft.com/office/drawing/2014/main" id="{143C5AEB-DC5E-C720-A8D8-DE05D880B777}"/>
              </a:ext>
            </a:extLst>
          </p:cNvPr>
          <p:cNvSpPr txBox="1"/>
          <p:nvPr/>
        </p:nvSpPr>
        <p:spPr>
          <a:xfrm>
            <a:off x="3886200" y="1752600"/>
            <a:ext cx="3429000" cy="7478970"/>
          </a:xfrm>
          <a:prstGeom prst="rect">
            <a:avLst/>
          </a:prstGeom>
          <a:noFill/>
        </p:spPr>
        <p:txBody>
          <a:bodyPr wrap="square" rtlCol="0">
            <a:spAutoFit/>
          </a:bodyPr>
          <a:lstStyle/>
          <a:p>
            <a:r>
              <a:rPr lang="en-US" sz="1000" dirty="0"/>
              <a:t>The program year culminated in April with </a:t>
            </a:r>
            <a:r>
              <a:rPr lang="en-US" sz="1000" dirty="0" err="1"/>
              <a:t>MoCoChella</a:t>
            </a:r>
            <a:r>
              <a:rPr lang="en-US" sz="1000" dirty="0"/>
              <a:t>: An HBCU-Themed Party with a Purpose, held at the historic Great Room at Savage Mill. Teens from across the region gathered to celebrate the legacy and cultural power of Historically Black Colleges and Universities. Highlights included a high-energy performance by the Morgan State University Drumline, a live DJ, interactive games, a henna station, and HBCU-themed photo booths. Teens helped execute the event while supporting a service initiative to provide care packages to HBCU students. This experience beautifully represented both the Cultural and Social/Recreational Thrusts, blending fun, service, and cultural pride in one unforgettable celebration.</a:t>
            </a:r>
          </a:p>
          <a:p>
            <a:endParaRPr lang="en-US" sz="1000" dirty="0"/>
          </a:p>
          <a:p>
            <a:r>
              <a:rPr lang="en-US" sz="1000" dirty="0"/>
              <a:t>From life-saving CPR training to environmental STEM exploration, from community service to cultural immersion, from leadership retreats to historical tours, Group 5 Junior Teens fully embodied the spirit of Jack and Jill this year’s program. They grew in knowledge, confidence, and civic awareness, while building lasting friendships and memories. The 2024–2025 year was one of learning, service, and joy—a testament to their vision, excellence, and the enduring spirit of leadership that defines the Junior Teens of Jack and Jill of America.</a:t>
            </a:r>
          </a:p>
          <a:p>
            <a:r>
              <a:rPr lang="en-US" sz="1000" dirty="0"/>
              <a:t>Group 4, our fourth and fifth grade Jacks and Jills are at a wonderful age—curious, eager to lead, and open to new ideas—which made this year’s journey of learning, service, and cultural exploration especially meaningful.</a:t>
            </a:r>
          </a:p>
          <a:p>
            <a:endParaRPr lang="en-US" sz="1000" dirty="0"/>
          </a:p>
          <a:p>
            <a:r>
              <a:rPr lang="en-US" sz="1000" dirty="0"/>
              <a:t>The program began on Friday, September 20, 2024, when Group 4 children gathered at the Show Place Arena in Upper Marlboro, MD, to attend the 40th Anniversary Bill Pickett Rodeo. The evening began with a lively “Get to Know You” Bingo icebreaker, where children connected with peers by matching cards filled with traits, hobbies, and experiences. The group then shifted to an important civic discussion about the Justice for Black Farmers Act, exploring the historical discrimination Black farmers faced and the fight for restitution and equity. Host mothers drafted a letter of support for the legislation, which the children signed and personalized with their own messages before sending it to Congresswoman Alma Adams. The evening culminated with the rodeo, where children celebrated the legacy and skill of Black cowboys and cowgirls. This event seamlessly connected the Cultural and Civic/Legislative thrusts while fostering community-building.</a:t>
            </a:r>
          </a:p>
        </p:txBody>
      </p:sp>
      <p:sp>
        <p:nvSpPr>
          <p:cNvPr id="6" name="Holder 4">
            <a:extLst>
              <a:ext uri="{FF2B5EF4-FFF2-40B4-BE49-F238E27FC236}">
                <a16:creationId xmlns:a16="http://schemas.microsoft.com/office/drawing/2014/main" id="{06E24EE3-216E-2B80-B528-0213647D1580}"/>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59</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6718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1CDED7-674A-887A-83E1-A4AC70F785DA}"/>
              </a:ext>
            </a:extLst>
          </p:cNvPr>
          <p:cNvSpPr txBox="1"/>
          <p:nvPr/>
        </p:nvSpPr>
        <p:spPr>
          <a:xfrm>
            <a:off x="457200" y="1752600"/>
            <a:ext cx="3124200" cy="7017306"/>
          </a:xfrm>
          <a:prstGeom prst="rect">
            <a:avLst/>
          </a:prstGeom>
          <a:noFill/>
        </p:spPr>
        <p:txBody>
          <a:bodyPr wrap="square" rtlCol="0">
            <a:spAutoFit/>
          </a:bodyPr>
          <a:lstStyle/>
          <a:p>
            <a:r>
              <a:rPr lang="en-US" sz="1000" dirty="0"/>
              <a:t>Health and wellness were also central to Group 4’s programming. At the University of Maryland Medical Center in Baltimore, the children participated in CPR training and learned three lifesaving techniques through </a:t>
            </a:r>
            <a:r>
              <a:rPr lang="en-US" sz="1000" i="1" dirty="0"/>
              <a:t>Stop the Bleed</a:t>
            </a:r>
            <a:r>
              <a:rPr lang="en-US" sz="1000" dirty="0"/>
              <a:t> training. The session concluded with a discussion led by an African American cardio-thoracic surgeon, who shared the demands of her work and the educational pathway required to achieve such a career. This hands-on experience reinforced the Health and Educational thrusts while inspiring future career exploration.</a:t>
            </a:r>
          </a:p>
          <a:p>
            <a:endParaRPr lang="en-US" sz="1000" dirty="0"/>
          </a:p>
          <a:p>
            <a:r>
              <a:rPr lang="en-US" sz="1000" dirty="0"/>
              <a:t>Financial literacy was highlighted during a visit to the Howard University School of Business. Guided by the Director of Community Engagement and eight Student Ambassadors, the Group 4 Jacks and Jills learned the importance of saving, investment, and understanding how tax dollars impact society. </a:t>
            </a:r>
          </a:p>
          <a:p>
            <a:endParaRPr lang="en-US" sz="1000" dirty="0"/>
          </a:p>
          <a:p>
            <a:r>
              <a:rPr lang="en-US" sz="1000" dirty="0"/>
              <a:t>Working in small groups, they brainstormed how money could be used to build communities with fairness and opportunity for all. Following the workshop, the children attended a Howard University football game, complete with an exciting halftime band show, which gave them a firsthand taste of HBCU pride and culture. Together, this experience blended the Educational and Cultural thrusts.</a:t>
            </a:r>
          </a:p>
          <a:p>
            <a:endParaRPr lang="en-US" sz="1000" dirty="0"/>
          </a:p>
          <a:p>
            <a:r>
              <a:rPr lang="en-US" sz="1000" dirty="0"/>
              <a:t>In December, Group 4 children participated in an intergenerational workshop at Kingdom Fellowship AME Church, where teaching artist Denise Jones and seniors from the </a:t>
            </a:r>
            <a:r>
              <a:rPr lang="en-US" sz="1000" i="1" dirty="0"/>
              <a:t>Thrive Ministry</a:t>
            </a:r>
            <a:r>
              <a:rPr lang="en-US" sz="1000" dirty="0"/>
              <a:t> guided them through the history of the Underground Railroad. </a:t>
            </a:r>
          </a:p>
          <a:p>
            <a:endParaRPr lang="en-US" sz="1000" dirty="0"/>
          </a:p>
          <a:p>
            <a:r>
              <a:rPr lang="en-US" sz="1000" dirty="0"/>
              <a:t>Together, participants explored the meaning of quilt block patterns such as North Star, Log Cabin, and Boat, and reflected on how hidden messages communicated courage and direction to Freedom Seekers. The children then created their own quilt blocks while learning about the heroes and sheroes of resistance, making this cultural and civic experience both educational and deeply personal. This program exemplifies the Cultural, Educational, and Civic/Legislative thrusts.</a:t>
            </a:r>
          </a:p>
        </p:txBody>
      </p:sp>
      <p:sp>
        <p:nvSpPr>
          <p:cNvPr id="3" name="TextBox 2">
            <a:extLst>
              <a:ext uri="{FF2B5EF4-FFF2-40B4-BE49-F238E27FC236}">
                <a16:creationId xmlns:a16="http://schemas.microsoft.com/office/drawing/2014/main" id="{D7973A0A-B07E-921F-1FF1-B3C4F0F77BFF}"/>
              </a:ext>
            </a:extLst>
          </p:cNvPr>
          <p:cNvSpPr txBox="1"/>
          <p:nvPr/>
        </p:nvSpPr>
        <p:spPr>
          <a:xfrm>
            <a:off x="3886200" y="1752600"/>
            <a:ext cx="3505200" cy="7478970"/>
          </a:xfrm>
          <a:prstGeom prst="rect">
            <a:avLst/>
          </a:prstGeom>
          <a:noFill/>
        </p:spPr>
        <p:txBody>
          <a:bodyPr wrap="square" rtlCol="0">
            <a:spAutoFit/>
          </a:bodyPr>
          <a:lstStyle/>
          <a:p>
            <a:endParaRPr lang="en-US" sz="1000" dirty="0"/>
          </a:p>
          <a:p>
            <a:r>
              <a:rPr lang="en-US" sz="1000" dirty="0"/>
              <a:t>Teamwork and leadership development took center stage during the Beat the Bomb challenge in January. Children engaged in a series of high-energy games designed to test problem-solving, communication, and resilience, from navigating laser mazes to decoding sound patterns and maneuvering a virtual robot. Host children led teams of four to six, guiding peers through each challenge. While some participants initially struggled with group dynamics or the intensity of the games, all grew in confidence and perseverance, leaving the event smiling and proud of their efforts. This activity reflected the Educational and Social/Recreational thrusts, with strong ties to leadership development.</a:t>
            </a:r>
          </a:p>
          <a:p>
            <a:endParaRPr lang="en-US" sz="1000" dirty="0"/>
          </a:p>
          <a:p>
            <a:r>
              <a:rPr lang="en-US" sz="1000" dirty="0"/>
              <a:t>In February, entrepreneurship and economic education were emphasized in the Zoey and Zander’s Guide to Success program. Through this interactive experience, children explored goal setting, leadership, and diligence, while learning fundamental economic concepts in age-appropriate ways. By making connections between financial literacy and personal empowerment, Group 4 children deepened their appreciation for wealth-building and economic independence. This program fulfilled the Educational thrust while supporting economic literacy.</a:t>
            </a:r>
          </a:p>
          <a:p>
            <a:r>
              <a:rPr lang="en-US" sz="1000" dirty="0"/>
              <a:t>Cultural pride came alive in March, during an immersive African dance and drumming workshop hosted by </a:t>
            </a:r>
            <a:r>
              <a:rPr lang="en-US" sz="1000" dirty="0" err="1"/>
              <a:t>Karibfit</a:t>
            </a:r>
            <a:r>
              <a:rPr lang="en-US" sz="1000" dirty="0"/>
              <a:t> Dance Studio at Takoma Park Elementary School. Children rotated through both drumming and dance sessions before uniting to perform a demonstration of what they learned. </a:t>
            </a:r>
          </a:p>
          <a:p>
            <a:endParaRPr lang="en-US" sz="1000" dirty="0"/>
          </a:p>
          <a:p>
            <a:r>
              <a:rPr lang="en-US" sz="1000" dirty="0"/>
              <a:t>The activity emphasized discipline, teamwork, and joy, while also connecting them to the rhythmic traditions of the African diaspora. This event brought the Cultural, Health, and Social/Recreational thrusts together beautifully.</a:t>
            </a:r>
          </a:p>
          <a:p>
            <a:r>
              <a:rPr lang="en-US" sz="1000" dirty="0"/>
              <a:t>The year also included an overnight adventure at the National Aquarium, where children explored behind-the-scenes exhibits, from the Living Seashore to the shark catwalk, and engaged with aquatic life in new and exciting ways. Equipped with sleeping bags and curiosity, Group 4 bonded through this unique recreational experience that combined fun with scientific discovery. The program also incorporated a Jacqueline Moore Bowles Leadership Module focused on communication and listening, providing structured leadership skill development alongside the adventure. This overnight fulfilled the Educational and Social/Recreational thrusts.</a:t>
            </a:r>
          </a:p>
          <a:p>
            <a:endParaRPr lang="en-US" sz="1000" dirty="0"/>
          </a:p>
        </p:txBody>
      </p:sp>
      <p:sp>
        <p:nvSpPr>
          <p:cNvPr id="6" name="Holder 4">
            <a:extLst>
              <a:ext uri="{FF2B5EF4-FFF2-40B4-BE49-F238E27FC236}">
                <a16:creationId xmlns:a16="http://schemas.microsoft.com/office/drawing/2014/main" id="{01B64B99-BD87-CB22-3DDB-CFA430EFB6AF}"/>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60</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3867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CC74E9-33E3-9662-600E-93F6FA3E0DE0}"/>
              </a:ext>
            </a:extLst>
          </p:cNvPr>
          <p:cNvSpPr txBox="1"/>
          <p:nvPr/>
        </p:nvSpPr>
        <p:spPr>
          <a:xfrm>
            <a:off x="304800" y="1524000"/>
            <a:ext cx="3276600" cy="7786747"/>
          </a:xfrm>
          <a:prstGeom prst="rect">
            <a:avLst/>
          </a:prstGeom>
          <a:noFill/>
        </p:spPr>
        <p:txBody>
          <a:bodyPr wrap="square" rtlCol="0">
            <a:spAutoFit/>
          </a:bodyPr>
          <a:lstStyle/>
          <a:p>
            <a:r>
              <a:rPr lang="en-US" sz="1000" dirty="0"/>
              <a:t>From rodeos to quilt blocks, from financial workshops to African drumming, and from civic advocacy to CPR training, Group 4’s program year offered a rich variety of experiences that nurtured leadership, celebrated culture, and promoted health, service, and financial literacy. With every activity, our fourth and fifth grade Jacks and Jills grew in confidence and awareness, laying a strong foundation as they prepare to step into the next stage of their Jack and Jill journey.</a:t>
            </a:r>
          </a:p>
          <a:p>
            <a:r>
              <a:rPr lang="en-US" sz="1000" dirty="0"/>
              <a:t>Our children, standing right at the bridge between childhood and young adolescence, reminded us this year of the joy, resilience, and possibility that comes with this age—and their journey shows us just how brightly the future shines.</a:t>
            </a:r>
          </a:p>
          <a:p>
            <a:endParaRPr lang="en-US" sz="1000" dirty="0"/>
          </a:p>
          <a:p>
            <a:r>
              <a:rPr lang="en-US" sz="1000" dirty="0"/>
              <a:t>Curious, courageous, and full of creativity, our Group 3 Jacks and Jills—second and third graders—embraced a year of exploration, learning, and leadership that reflected every Jack and Jill national thrust. From civic engagement to STEAM innovation, they grew not just in knowledge but in confidence and community spirit.</a:t>
            </a:r>
          </a:p>
          <a:p>
            <a:endParaRPr lang="en-US" sz="1000" dirty="0"/>
          </a:p>
          <a:p>
            <a:r>
              <a:rPr lang="en-US" sz="1000" dirty="0"/>
              <a:t>The year began on September 7, 2024, with a STEAM and Community Service activity at </a:t>
            </a:r>
            <a:r>
              <a:rPr lang="en-US" sz="1000" i="1" dirty="0"/>
              <a:t>Henry’s Sweet Shop</a:t>
            </a:r>
            <a:r>
              <a:rPr lang="en-US" sz="1000" dirty="0"/>
              <a:t>. The children learned how to bake sweet treats while exploring concepts of measurement, shapes, and color mixing—an engaging way to connect math and science with creativity. Because it was the first Group 3 activity of the year, each child received a personalized Jack and Jill name badge and introduced themselves to the group, practicing public speaking and building social confidence. The community service component came through a presentation from Schinnell Leake, Executive Director of </a:t>
            </a:r>
            <a:r>
              <a:rPr lang="en-US" sz="1000" i="1" dirty="0"/>
              <a:t>Extraordinary Birthdays</a:t>
            </a:r>
            <a:r>
              <a:rPr lang="en-US" sz="1000" dirty="0"/>
              <a:t>, a nonprofit that provides birthday parties for homeless children. The Jacks and Jills discussed the importance of generosity and peer compassion, raising $100 from their own contributions to support the organization’s mission. This meaningful start to the year represented both the STEAM/Educational and Community Service thrusts.</a:t>
            </a:r>
          </a:p>
          <a:p>
            <a:endParaRPr lang="en-US" sz="1000" dirty="0"/>
          </a:p>
          <a:p>
            <a:r>
              <a:rPr lang="en-US" sz="1000" dirty="0"/>
              <a:t>As the 2024 election season approached, our Group 3 children participated in a Legislative thrust experience at the </a:t>
            </a:r>
            <a:r>
              <a:rPr lang="en-US" sz="1000" i="1" dirty="0"/>
              <a:t>U.S. Capitol Visitors Center</a:t>
            </a:r>
            <a:r>
              <a:rPr lang="en-US" sz="1000" dirty="0"/>
              <a:t>. The host mothers led the children through a “Civics 101” session, reviewing key terms such as </a:t>
            </a:r>
            <a:r>
              <a:rPr lang="en-US" sz="1000" i="1" dirty="0"/>
              <a:t>voting</a:t>
            </a:r>
            <a:r>
              <a:rPr lang="en-US" sz="1000" dirty="0"/>
              <a:t>, </a:t>
            </a:r>
            <a:r>
              <a:rPr lang="en-US" sz="1000" i="1" dirty="0"/>
              <a:t>election</a:t>
            </a:r>
            <a:r>
              <a:rPr lang="en-US" sz="1000" dirty="0"/>
              <a:t>, </a:t>
            </a:r>
            <a:r>
              <a:rPr lang="en-US" sz="1000" i="1" dirty="0"/>
              <a:t>ballot</a:t>
            </a:r>
            <a:r>
              <a:rPr lang="en-US" sz="1000" dirty="0"/>
              <a:t>, and </a:t>
            </a:r>
            <a:r>
              <a:rPr lang="en-US" sz="1000" i="1" dirty="0"/>
              <a:t>laws</a:t>
            </a:r>
            <a:r>
              <a:rPr lang="en-US" sz="1000" dirty="0"/>
              <a:t>. Children were asked what kinds of laws they would pass if given the chance, sparking thoughtful and imaginative discussions. </a:t>
            </a:r>
          </a:p>
        </p:txBody>
      </p:sp>
      <p:sp>
        <p:nvSpPr>
          <p:cNvPr id="3" name="TextBox 2">
            <a:extLst>
              <a:ext uri="{FF2B5EF4-FFF2-40B4-BE49-F238E27FC236}">
                <a16:creationId xmlns:a16="http://schemas.microsoft.com/office/drawing/2014/main" id="{5C0D0B8E-DBE4-8A80-01E7-8C6839D6DB40}"/>
              </a:ext>
            </a:extLst>
          </p:cNvPr>
          <p:cNvSpPr txBox="1"/>
          <p:nvPr/>
        </p:nvSpPr>
        <p:spPr>
          <a:xfrm>
            <a:off x="3863419" y="1531070"/>
            <a:ext cx="3657600" cy="7325082"/>
          </a:xfrm>
          <a:prstGeom prst="rect">
            <a:avLst/>
          </a:prstGeom>
          <a:noFill/>
        </p:spPr>
        <p:txBody>
          <a:bodyPr wrap="square" rtlCol="0">
            <a:spAutoFit/>
          </a:bodyPr>
          <a:lstStyle/>
          <a:p>
            <a:r>
              <a:rPr lang="en-US" sz="1000" dirty="0"/>
              <a:t>During the Capitol tour, the guide highlighted statues of </a:t>
            </a:r>
            <a:r>
              <a:rPr lang="en-US" sz="1000" i="1" dirty="0"/>
              <a:t>Rosa Parks</a:t>
            </a:r>
            <a:r>
              <a:rPr lang="en-US" sz="1000" dirty="0"/>
              <a:t>, </a:t>
            </a:r>
            <a:r>
              <a:rPr lang="en-US" sz="1000" i="1" dirty="0"/>
              <a:t>Dr. Martin Luther King Jr.</a:t>
            </a:r>
            <a:r>
              <a:rPr lang="en-US" sz="1000" dirty="0"/>
              <a:t>, and </a:t>
            </a:r>
            <a:r>
              <a:rPr lang="en-US" sz="1000" i="1" dirty="0"/>
              <a:t>Mary McLeod Bethune</a:t>
            </a:r>
            <a:r>
              <a:rPr lang="en-US" sz="1000" dirty="0"/>
              <a:t>, connecting the lessons of civic responsibility to the legacy of Black leadership and advocacy. Each child received a folder with educational materials, worksheets to use on election night, and a book about voting. The event instilled civic pride and underscored the power of informed participation in democracy.</a:t>
            </a:r>
          </a:p>
          <a:p>
            <a:endParaRPr lang="en-US" sz="1000" dirty="0"/>
          </a:p>
          <a:p>
            <a:r>
              <a:rPr lang="en-US" sz="1000" dirty="0"/>
              <a:t>Next, in December, Group 3 children strengthened their confidence and perseverance through a Health and Leadership Development thrust activity at </a:t>
            </a:r>
            <a:r>
              <a:rPr lang="en-US" sz="1000" i="1" dirty="0"/>
              <a:t>Sport Rock</a:t>
            </a:r>
            <a:r>
              <a:rPr lang="en-US" sz="1000" dirty="0"/>
              <a:t> indoor climbing gym. Guided by instructors, the children learned how to set and achieve SMART Goals—Specific, Measurable, Achievable, Relevant, and Time-bound. They worked in small groups to climb both structured and free-form rock walls, developing teamwork, trust, and resilience. Matching group t-shirts added a sense of unity and pride as the children encouraged one another to reach new heights—literally and figuratively.</a:t>
            </a:r>
          </a:p>
          <a:p>
            <a:endParaRPr lang="en-US" sz="1000" dirty="0"/>
          </a:p>
          <a:p>
            <a:r>
              <a:rPr lang="en-US" sz="1000" dirty="0"/>
              <a:t>In January, Financial empowerment was the focus of the next Educational thrust event, where the children participated in a hands-on financial literacy workshop. They explored the concepts of earning, spending, saving, and investing, learning how money can be used not only for personal goals but also to support community well-being. Interactive exercises helped them understand the value of saving early, and each child crafted a personalized piggy bank to take home—an engaging symbol of their commitment to financial growth.</a:t>
            </a:r>
          </a:p>
          <a:p>
            <a:endParaRPr lang="en-US" sz="1000" dirty="0"/>
          </a:p>
          <a:p>
            <a:r>
              <a:rPr lang="en-US" sz="1000" dirty="0"/>
              <a:t>During the month of February, civic awareness deepened through a Cultural and Educational experience featuring four distinguished Black attorneys: </a:t>
            </a:r>
            <a:r>
              <a:rPr lang="en-US" sz="1000" i="1" dirty="0"/>
              <a:t>Danielle Moore</a:t>
            </a:r>
            <a:r>
              <a:rPr lang="en-US" sz="1000" dirty="0"/>
              <a:t>, </a:t>
            </a:r>
            <a:r>
              <a:rPr lang="en-US" sz="1000" i="1" dirty="0"/>
              <a:t>Dyan Owens</a:t>
            </a:r>
            <a:r>
              <a:rPr lang="en-US" sz="1000" dirty="0"/>
              <a:t>, </a:t>
            </a:r>
            <a:r>
              <a:rPr lang="en-US" sz="1000" i="1" dirty="0"/>
              <a:t>Shadawn Deas</a:t>
            </a:r>
            <a:r>
              <a:rPr lang="en-US" sz="1000" dirty="0"/>
              <a:t>, and </a:t>
            </a:r>
            <a:r>
              <a:rPr lang="en-US" sz="1000" i="1" dirty="0"/>
              <a:t>Sheila Stewart</a:t>
            </a:r>
            <a:r>
              <a:rPr lang="en-US" sz="1000" dirty="0"/>
              <a:t>. The lawyers discussed fairness, justice, and equity within the legal system, noting that only 5% of lawyers in the United States are Black. Through an imaginative “Goldilocks mock trial,” children were divided into teams representing the state and the defense, taking on roles as witnesses, defendants, and judges. They learned about accountability and the importance of understanding consequences—both in law and in life. As part of their Community Service thrust, the children also donated new books and stuffed animals to the </a:t>
            </a:r>
            <a:r>
              <a:rPr lang="en-US" sz="1000" i="1" dirty="0"/>
              <a:t>Montgomery County Family Justice Center</a:t>
            </a:r>
            <a:r>
              <a:rPr lang="en-US" sz="1000" dirty="0"/>
              <a:t>, supporting children impacted by family hardship.</a:t>
            </a:r>
          </a:p>
        </p:txBody>
      </p:sp>
      <p:sp>
        <p:nvSpPr>
          <p:cNvPr id="5" name="Holder 4">
            <a:extLst>
              <a:ext uri="{FF2B5EF4-FFF2-40B4-BE49-F238E27FC236}">
                <a16:creationId xmlns:a16="http://schemas.microsoft.com/office/drawing/2014/main" id="{F7A47377-EE92-43AD-CDFA-7C244B8C5D1A}"/>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61</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60139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5FBD5E-C87C-F208-5CF1-5CF1A013871E}"/>
              </a:ext>
            </a:extLst>
          </p:cNvPr>
          <p:cNvSpPr txBox="1"/>
          <p:nvPr/>
        </p:nvSpPr>
        <p:spPr>
          <a:xfrm>
            <a:off x="304800" y="1524000"/>
            <a:ext cx="3276600" cy="7786747"/>
          </a:xfrm>
          <a:prstGeom prst="rect">
            <a:avLst/>
          </a:prstGeom>
          <a:noFill/>
        </p:spPr>
        <p:txBody>
          <a:bodyPr wrap="square" rtlCol="0">
            <a:spAutoFit/>
          </a:bodyPr>
          <a:lstStyle/>
          <a:p>
            <a:r>
              <a:rPr lang="en-US" sz="1000" dirty="0"/>
              <a:t>Group 3 also explored history through a memorable Cultural thrust experience at </a:t>
            </a:r>
            <a:r>
              <a:rPr lang="en-US" sz="1000" i="1" dirty="0"/>
              <a:t>The Mansion on O Street</a:t>
            </a:r>
            <a:r>
              <a:rPr lang="en-US" sz="1000" dirty="0"/>
              <a:t>, once home to civil rights icon </a:t>
            </a:r>
            <a:r>
              <a:rPr lang="en-US" sz="1000" i="1" dirty="0"/>
              <a:t>Rosa Parks</a:t>
            </a:r>
            <a:r>
              <a:rPr lang="en-US" sz="1000" dirty="0"/>
              <a:t>. The children watched a short film about Rosa </a:t>
            </a:r>
            <a:r>
              <a:rPr lang="en-US" sz="1000" dirty="0" err="1"/>
              <a:t>Parks’s</a:t>
            </a:r>
            <a:r>
              <a:rPr lang="en-US" sz="1000" dirty="0"/>
              <a:t> life and legacy, then toured the mansion’s famous 100 hidden doors and themed rooms, connecting her story of courage to the physical space she once called a sanctuary. This outing made history tangible, inspiring pride and reflection in every child.</a:t>
            </a:r>
          </a:p>
          <a:p>
            <a:endParaRPr lang="en-US" sz="1000" dirty="0"/>
          </a:p>
          <a:p>
            <a:r>
              <a:rPr lang="en-US" sz="1000" dirty="0"/>
              <a:t>Rounding out the year, Health and Recreational thrusts came together at </a:t>
            </a:r>
            <a:r>
              <a:rPr lang="en-US" sz="1000" i="1" dirty="0"/>
              <a:t>Kids First Swim School</a:t>
            </a:r>
            <a:r>
              <a:rPr lang="en-US" sz="1000" dirty="0"/>
              <a:t>, where professional instructors taught water safety and drowning prevention. The children practiced identifying “safe vs. unsafe” water scenarios, learned how to respond to emergencies, and then enjoyed supervised aquatic play. This fun yet vital experience-built awareness and confidence while reinforcing the importance of safety and self-care.</a:t>
            </a:r>
          </a:p>
          <a:p>
            <a:endParaRPr lang="en-US" sz="1000" dirty="0"/>
          </a:p>
          <a:p>
            <a:r>
              <a:rPr lang="en-US" sz="1000" dirty="0"/>
              <a:t>Through a year filled with purpose and discovery, Group 3 Jacks and Jills demonstrated that leadership begins with curiosity and compassion. Whether baking cupcakes, writing letters, or climbing walls, they exemplified how learning can be joyful and meaningful at every age.</a:t>
            </a:r>
          </a:p>
          <a:p>
            <a:endParaRPr lang="en-US" sz="1000" dirty="0"/>
          </a:p>
          <a:p>
            <a:r>
              <a:rPr lang="en-US" sz="1000" dirty="0"/>
              <a:t>Our bright and determined Group 3 children remind us that even at eight or nine years old, young leaders can dream boldly, serve joyfully, and rise to every challenge—proving that the future is in very capable hands.</a:t>
            </a:r>
          </a:p>
          <a:p>
            <a:endParaRPr lang="en-US" sz="1000" dirty="0"/>
          </a:p>
          <a:p>
            <a:r>
              <a:rPr lang="en-US" sz="1000" dirty="0"/>
              <a:t>Bright, curious, and brimming with imagination, our Group 2 Jacks and Jills—kindergartners and first graders—spent the program year discovering the world through music, movement, creativity, and community. Their journey beautifully reflected each of the five national programmatic thrusts—Civic/Legislative Advocacy, Educational, Health, Cultural, and Social/Recreational—introducing our youngest members to leadership and learning in joyful, age-appropriate ways.</a:t>
            </a:r>
          </a:p>
          <a:p>
            <a:endParaRPr lang="en-US" sz="1000" dirty="0"/>
          </a:p>
          <a:p>
            <a:r>
              <a:rPr lang="en-US" sz="1000" dirty="0"/>
              <a:t>The year began on September 22, 2024, with a delightful Cultural and Educational experience at the Kennedy Center, where the children attended </a:t>
            </a:r>
            <a:r>
              <a:rPr lang="en-US" sz="1000" i="1" dirty="0"/>
              <a:t>Mo @ the NSO</a:t>
            </a:r>
            <a:r>
              <a:rPr lang="en-US" sz="1000" dirty="0"/>
              <a:t> featuring beloved author Mo Willems, creator of </a:t>
            </a:r>
            <a:r>
              <a:rPr lang="en-US" sz="1000" i="1" dirty="0"/>
              <a:t>Piggie and Gerald</a:t>
            </a:r>
            <a:r>
              <a:rPr lang="en-US" sz="1000" dirty="0"/>
              <a:t>, and the National Symphony Orchestra. </a:t>
            </a:r>
          </a:p>
        </p:txBody>
      </p:sp>
      <p:sp>
        <p:nvSpPr>
          <p:cNvPr id="3" name="TextBox 2">
            <a:extLst>
              <a:ext uri="{FF2B5EF4-FFF2-40B4-BE49-F238E27FC236}">
                <a16:creationId xmlns:a16="http://schemas.microsoft.com/office/drawing/2014/main" id="{BED6A3E4-AB9A-B0D6-49B7-D7CD430F0973}"/>
              </a:ext>
            </a:extLst>
          </p:cNvPr>
          <p:cNvSpPr txBox="1"/>
          <p:nvPr/>
        </p:nvSpPr>
        <p:spPr>
          <a:xfrm>
            <a:off x="3886200" y="1524000"/>
            <a:ext cx="3657600" cy="8094524"/>
          </a:xfrm>
          <a:prstGeom prst="rect">
            <a:avLst/>
          </a:prstGeom>
          <a:noFill/>
        </p:spPr>
        <p:txBody>
          <a:bodyPr wrap="square" rtlCol="0">
            <a:spAutoFit/>
          </a:bodyPr>
          <a:lstStyle/>
          <a:p>
            <a:r>
              <a:rPr lang="en-US" sz="1000" dirty="0"/>
              <a:t>The children were enchanted as familiar stories came alive through music, sound, and storytelling, sparking their curiosity and deepening their appreciation for literature and the performing arts. This magical afternoon served as a creative foundation for understanding how art and imagination connect to learning and culture. </a:t>
            </a:r>
          </a:p>
          <a:p>
            <a:endParaRPr lang="en-US" sz="1000" dirty="0"/>
          </a:p>
          <a:p>
            <a:r>
              <a:rPr lang="en-US" sz="1000" dirty="0"/>
              <a:t>Their next adventure introduced a new challenge—and plenty of fun—during a Health and Social/Recreational thrust activity at Top Golf in Germantown. Guided by an on-site golf instructor, the children learned how to select the right club, perfect their stance, and practice their swing, discovering the patience, balance, and focus that the sport requires. Between turns, they encouraged one another, cheered on their friends, and shared laughter with parents in attendance. This activity highlighted not only physical wellness but also social connection and sportsmanship.</a:t>
            </a:r>
          </a:p>
          <a:p>
            <a:endParaRPr lang="en-US" sz="1000" dirty="0"/>
          </a:p>
          <a:p>
            <a:r>
              <a:rPr lang="en-US" sz="1000" dirty="0"/>
              <a:t>In November, Group 2 embraced the Health and Wellness thrust once again with their </a:t>
            </a:r>
            <a:r>
              <a:rPr lang="en-US" sz="1000" i="1" dirty="0"/>
              <a:t>Let’s Move!</a:t>
            </a:r>
            <a:r>
              <a:rPr lang="en-US" sz="1000" dirty="0"/>
              <a:t> event, introducing the children to Parkour, a globally recognized sport that promotes agility, strength, and safe movement through obstacles. The 90-minute session emphasized confidence, coordination, and teamwork as the children ran, jumped, and tumbled under careful supervision. Those who preferred a different pace joined a fun Nerf Battle, ensuring every participant could shine at their comfort level. The inclusive structure of the day reflected the </a:t>
            </a:r>
            <a:r>
              <a:rPr lang="en-US" sz="1000" i="1" dirty="0"/>
              <a:t>We Are One</a:t>
            </a:r>
            <a:r>
              <a:rPr lang="en-US" sz="1000" dirty="0"/>
              <a:t> initiative, celebrating every child’s individuality while reinforcing that everyone is an athlete.</a:t>
            </a:r>
          </a:p>
          <a:p>
            <a:endParaRPr lang="en-US" sz="1000" dirty="0"/>
          </a:p>
          <a:p>
            <a:r>
              <a:rPr lang="en-US" sz="1000" dirty="0"/>
              <a:t>December brought another powerful learning experience through Civic/Community Service and Health/Safety thrusts with a visit to the Takoma Park Fire Station. The children explored fire engines and equipment, met local firefighters, and learned vital fire safety tips, including how to stay safe during the holidays. Their service component—donating toys through the </a:t>
            </a:r>
            <a:r>
              <a:rPr lang="en-US" sz="1000" i="1" dirty="0"/>
              <a:t>Toys for Tots </a:t>
            </a:r>
            <a:r>
              <a:rPr lang="en-US" sz="1000" dirty="0"/>
              <a:t>program—taught the importance of generosity and supporting families in need. A real-time emergency response during the tour made the visit even more memorable, showing firsthand how teamwork and courage protect communities.</a:t>
            </a:r>
          </a:p>
          <a:p>
            <a:endParaRPr lang="en-US" sz="1000" dirty="0"/>
          </a:p>
          <a:p>
            <a:r>
              <a:rPr lang="en-US" sz="1000" dirty="0"/>
              <a:t>As winter arrived, our young members engaged in a rich, interdisciplinary experience at the Baltimore Museum of Industry in January, encompassing the Educational: Financial Literacy, Educational: Leadership Development, Civic/Legislative Advocacy, and Cultural/STEAM thrusts. Through interactive exhibits, the children learned about work, industry, and community, discovering how different professions contribute to society and how labor connects to income and savings. </a:t>
            </a:r>
          </a:p>
        </p:txBody>
      </p:sp>
      <p:sp>
        <p:nvSpPr>
          <p:cNvPr id="5" name="Holder 4">
            <a:extLst>
              <a:ext uri="{FF2B5EF4-FFF2-40B4-BE49-F238E27FC236}">
                <a16:creationId xmlns:a16="http://schemas.microsoft.com/office/drawing/2014/main" id="{302C8425-C1F3-262C-9DED-30D2AB129502}"/>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62</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6470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31C16E-5053-4D5F-65E7-2DDDE1803ABB}"/>
              </a:ext>
            </a:extLst>
          </p:cNvPr>
          <p:cNvSpPr txBox="1"/>
          <p:nvPr/>
        </p:nvSpPr>
        <p:spPr>
          <a:xfrm>
            <a:off x="381000" y="1600200"/>
            <a:ext cx="3200400" cy="7786747"/>
          </a:xfrm>
          <a:prstGeom prst="rect">
            <a:avLst/>
          </a:prstGeom>
          <a:noFill/>
        </p:spPr>
        <p:txBody>
          <a:bodyPr wrap="square" rtlCol="0">
            <a:spAutoFit/>
          </a:bodyPr>
          <a:lstStyle/>
          <a:p>
            <a:r>
              <a:rPr lang="en-US" sz="1000" dirty="0"/>
              <a:t>Each child took on a role—ship captain, grocer, pharmacist, baker, banker, or oyster shucker—earning tokens for their “work.” They deposited their earnings into a mock bank and received a deposit book to take home, reinforcing the importance of saving and responsibility. The day’s lessons on city planning, fairness, and community contribution left a lasting impression on these budding citizens.</a:t>
            </a:r>
          </a:p>
          <a:p>
            <a:endParaRPr lang="en-US" sz="1000" dirty="0"/>
          </a:p>
          <a:p>
            <a:r>
              <a:rPr lang="en-US" sz="1000" dirty="0"/>
              <a:t>With the birth of spring Group 2 took a  calm and reflective note with Mindfulness Moments at Jazzercise in Gaithersburg, Maryland, integrating the Health and Cultural thrusts. The children learned yoga poses, breathing techniques, and gratitude practices that encouraged mindfulness and emotional wellness. They also discovered that African Americans have long contributed to the practice of yoga, learning about pioneers such as Rosa Parks and John Coltrane, whose focus on reflection and rest was revolutionary in its own right. Each child created a gratitude jar to take home—an ongoing family activity to celebrate small joys and kind acts throughout the year. The event closed with a short dance party and “Be Kind” coloring sheets, embodying the spirit of positivity and self-expression.</a:t>
            </a:r>
          </a:p>
          <a:p>
            <a:endParaRPr lang="en-US" sz="1000" dirty="0"/>
          </a:p>
          <a:p>
            <a:r>
              <a:rPr lang="en-US" sz="1000" dirty="0"/>
              <a:t>Throughout the year, our Group 2 Jacks and Jills exemplified what it means to learn through joy, curiosity, and compassion. From music and mindfulness to teamwork and community service, their experiences built a strong foundation for leadership and empathy that will continue to grow with them.</a:t>
            </a:r>
          </a:p>
          <a:p>
            <a:endParaRPr lang="en-US" sz="1000" dirty="0"/>
          </a:p>
          <a:p>
            <a:r>
              <a:rPr lang="en-US" sz="1000" dirty="0"/>
              <a:t>Our younger Jacks and Jills remind us that the seeds of greatness are planted early—in laughter, discovery, and wonder. With every song sung, swing taken, and act of kindness shared, they showed that even our littlest leaders already hold the promise of a bright and brilliant future.</a:t>
            </a:r>
          </a:p>
          <a:p>
            <a:endParaRPr lang="en-US" sz="1000" dirty="0"/>
          </a:p>
          <a:p>
            <a:r>
              <a:rPr lang="en-US" sz="1000" dirty="0"/>
              <a:t>Our youngest Jacks and Jills, Group 1 ages 2 to pre-K4 also affectionately known as the </a:t>
            </a:r>
            <a:r>
              <a:rPr lang="en-US" sz="1000" dirty="0" err="1"/>
              <a:t>Poohs</a:t>
            </a:r>
            <a:r>
              <a:rPr lang="en-US" sz="1000" dirty="0"/>
              <a:t>, spent a joyful and discovery-filled year exploring the world through all their senses — learning, creating, and growing together. Their year beautifully reflected the foundational Cultural, Educational, Civic, Health, and Social/Recreational Thrusts that nurture curiosity, compassion, and connection in our youngest members.</a:t>
            </a:r>
          </a:p>
        </p:txBody>
      </p:sp>
      <p:sp>
        <p:nvSpPr>
          <p:cNvPr id="3" name="TextBox 2">
            <a:extLst>
              <a:ext uri="{FF2B5EF4-FFF2-40B4-BE49-F238E27FC236}">
                <a16:creationId xmlns:a16="http://schemas.microsoft.com/office/drawing/2014/main" id="{8EAF8FE1-B640-9F57-1B70-AA7CE87CCD63}"/>
              </a:ext>
            </a:extLst>
          </p:cNvPr>
          <p:cNvSpPr txBox="1"/>
          <p:nvPr/>
        </p:nvSpPr>
        <p:spPr>
          <a:xfrm>
            <a:off x="3886200" y="1600200"/>
            <a:ext cx="3581400" cy="7325082"/>
          </a:xfrm>
          <a:prstGeom prst="rect">
            <a:avLst/>
          </a:prstGeom>
          <a:noFill/>
        </p:spPr>
        <p:txBody>
          <a:bodyPr wrap="square" rtlCol="0">
            <a:spAutoFit/>
          </a:bodyPr>
          <a:lstStyle/>
          <a:p>
            <a:r>
              <a:rPr lang="en-US" sz="1000" dirty="0"/>
              <a:t>The </a:t>
            </a:r>
            <a:r>
              <a:rPr lang="en-US" sz="1000" dirty="0" err="1"/>
              <a:t>Poohs</a:t>
            </a:r>
            <a:r>
              <a:rPr lang="en-US" sz="1000" dirty="0"/>
              <a:t> began their adventures with an exciting visit to a real working farm, aligning with the Educational and Cultural Thrusts as they discovered where their food comes from. They met dairy cows and watched them being milked, learning about how milk travels from farm to table. The highlight of the trip came when they tasted fresh ice cream made from the farm’s own milk — a delicious and tangible lesson in the circle of food production. The exploration continued with apple picking, where they discovered that apples come in many colors, flavors, and textures, and each one is unique. Their curiosity and joy grew as they climbed aboard a tractor-pulled cart headed to the pumpkin patch, learning that pumpkins, too, vary in shape, size, and color. Each Pooh proudly selected their own pumpkin to take home, reinforcing independence and appreciation for nature’s variety.</a:t>
            </a:r>
          </a:p>
          <a:p>
            <a:endParaRPr lang="en-US" sz="1000" dirty="0"/>
          </a:p>
          <a:p>
            <a:r>
              <a:rPr lang="en-US" sz="1000" dirty="0"/>
              <a:t>Building on that curiosity, President Holli led the </a:t>
            </a:r>
            <a:r>
              <a:rPr lang="en-US" sz="1000" dirty="0" err="1"/>
              <a:t>Poohs</a:t>
            </a:r>
            <a:r>
              <a:rPr lang="en-US" sz="1000" dirty="0"/>
              <a:t> in a fun hands-on science activity demonstrating how milk can be turned into ice cream using ice and salt. Through this engaging Educational and Health-focused experience, the children practiced patience, teamwork, and problem-solving. They added vanilla and sugar to flavor their creations, then used their muscles to shake and squeeze the bags until the mixture froze. Once the ice cream was ready, the </a:t>
            </a:r>
            <a:r>
              <a:rPr lang="en-US" sz="1000" dirty="0" err="1"/>
              <a:t>Poohs</a:t>
            </a:r>
            <a:r>
              <a:rPr lang="en-US" sz="1000" dirty="0"/>
              <a:t> celebrated with sprinkles and smiles, delighting in the science — and the sweetness — of their success.</a:t>
            </a:r>
          </a:p>
          <a:p>
            <a:endParaRPr lang="en-US" sz="1000" dirty="0"/>
          </a:p>
          <a:p>
            <a:r>
              <a:rPr lang="en-US" sz="1000" dirty="0"/>
              <a:t>The </a:t>
            </a:r>
            <a:r>
              <a:rPr lang="en-US" sz="1000" dirty="0" err="1"/>
              <a:t>Poohs</a:t>
            </a:r>
            <a:r>
              <a:rPr lang="en-US" sz="1000" dirty="0"/>
              <a:t> focused on Health and Social/Recreational Development during an energetic “Fun and Fit” session at The Tot Space in Rockville, MD. They began with Tot Zumba, dancing joyfully to upbeat music, building coordination, balance, and confidence. Their laughter filled the room as they jumped, twirled, and stretched in rhythm. The class concluded with Imaginative Play, where the children transformed into explorers, builders, and superheroes in a vibrant, safe environment. This creative play nurtured independence, cooperation, and self-expression — essential building blocks of early childhood development.</a:t>
            </a:r>
          </a:p>
          <a:p>
            <a:endParaRPr lang="en-US" sz="1000" dirty="0"/>
          </a:p>
          <a:p>
            <a:r>
              <a:rPr lang="en-US" sz="1000" dirty="0"/>
              <a:t>The spirit of giving and empathy came alive during a special Civic Thrust activity. The </a:t>
            </a:r>
            <a:r>
              <a:rPr lang="en-US" sz="1000" dirty="0" err="1"/>
              <a:t>Poohs</a:t>
            </a:r>
            <a:r>
              <a:rPr lang="en-US" sz="1000" dirty="0"/>
              <a:t> arrived in their pajamas, each bringing a new pair to donate to displaced children served by The National Center for Children and Families. Together, they read </a:t>
            </a:r>
            <a:r>
              <a:rPr lang="en-US" sz="1000" i="1" dirty="0"/>
              <a:t>How Full Is Your Bucket?</a:t>
            </a:r>
            <a:r>
              <a:rPr lang="en-US" sz="1000" dirty="0"/>
              <a:t> learning that kindness fills others’ lives — and their own — with joy. </a:t>
            </a:r>
          </a:p>
        </p:txBody>
      </p:sp>
      <p:sp>
        <p:nvSpPr>
          <p:cNvPr id="5" name="Holder 4">
            <a:extLst>
              <a:ext uri="{FF2B5EF4-FFF2-40B4-BE49-F238E27FC236}">
                <a16:creationId xmlns:a16="http://schemas.microsoft.com/office/drawing/2014/main" id="{A4AB21B0-590F-C022-1807-66B7DCC5F9DB}"/>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63</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0733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DC53EA-CE24-66AD-BBDE-1414C7110D3C}"/>
              </a:ext>
            </a:extLst>
          </p:cNvPr>
          <p:cNvSpPr txBox="1"/>
          <p:nvPr/>
        </p:nvSpPr>
        <p:spPr>
          <a:xfrm>
            <a:off x="533400" y="1600200"/>
            <a:ext cx="3048000" cy="6247864"/>
          </a:xfrm>
          <a:prstGeom prst="rect">
            <a:avLst/>
          </a:prstGeom>
          <a:noFill/>
        </p:spPr>
        <p:txBody>
          <a:bodyPr wrap="square" rtlCol="0">
            <a:spAutoFit/>
          </a:bodyPr>
          <a:lstStyle/>
          <a:p>
            <a:r>
              <a:rPr lang="en-US" sz="1000" dirty="0"/>
              <a:t>They assembled donation bags with their pajama gifts, decorated their individual “sleep areas,” and participated in activities focused on compassion and sharing. The afternoon ended with holiday cookie decorating and hot chocolate, reminding everyone that giving back can be both heartwarming and fun.</a:t>
            </a:r>
          </a:p>
          <a:p>
            <a:endParaRPr lang="en-US" sz="1000" dirty="0"/>
          </a:p>
          <a:p>
            <a:r>
              <a:rPr lang="en-US" sz="1000" dirty="0"/>
              <a:t>Later in the year, the </a:t>
            </a:r>
            <a:r>
              <a:rPr lang="en-US" sz="1000" dirty="0" err="1"/>
              <a:t>Poohs</a:t>
            </a:r>
            <a:r>
              <a:rPr lang="en-US" sz="1000" dirty="0"/>
              <a:t> explored Health and Educational Thrusts through a mindfulness and breathing activity. After listening to a story about calm and focus, they learned simple breathing techniques to help manage big feelings and to be more mindful of their surroundings. The session concluded with a mindful breakfast, where the children used their senses to notice the textures, colors, and flavors of their food — a meaningful way to connect awareness with nourishment.</a:t>
            </a:r>
          </a:p>
          <a:p>
            <a:r>
              <a:rPr lang="en-US" sz="1000" dirty="0"/>
              <a:t>Rounding out their year, the </a:t>
            </a:r>
            <a:r>
              <a:rPr lang="en-US" sz="1000" dirty="0" err="1"/>
              <a:t>Poohs</a:t>
            </a:r>
            <a:r>
              <a:rPr lang="en-US" sz="1000" dirty="0"/>
              <a:t> enjoyed a Cultural and Educational Tiny Chef Food Tasting Party. Each child sampled foods representing every letter of the alphabet, from adventurous bites to familiar favorites. They rated the foods and created their own tasting menus, learning about new flavors and celebrating diversity through cuisine. The experience encouraged curiosity, open-mindedness, and appreciation for different tastes and traditions.</a:t>
            </a:r>
          </a:p>
          <a:p>
            <a:endParaRPr lang="en-US" sz="1000" dirty="0"/>
          </a:p>
          <a:p>
            <a:r>
              <a:rPr lang="en-US" sz="1000" dirty="0"/>
              <a:t>From farms and fitness to friendship and food, this year was a beautiful celebration of early exploration. Through play, service, and discovery, our </a:t>
            </a:r>
            <a:r>
              <a:rPr lang="en-US" sz="1000" dirty="0" err="1"/>
              <a:t>Poohs</a:t>
            </a:r>
            <a:r>
              <a:rPr lang="en-US" sz="1000" dirty="0"/>
              <a:t> embodied every thrust of Jack and Jill programming — learning about the world, caring for others, and growing strong in body and spirit. Their laughter, wonder, and open hearts remind us that even the smallest hands can hold the biggest dreams — and that every great journey begins with curiosity and joy.</a:t>
            </a:r>
          </a:p>
          <a:p>
            <a:endParaRPr lang="en-US" sz="1000" dirty="0"/>
          </a:p>
        </p:txBody>
      </p:sp>
      <p:sp>
        <p:nvSpPr>
          <p:cNvPr id="3" name="TextBox 2">
            <a:extLst>
              <a:ext uri="{FF2B5EF4-FFF2-40B4-BE49-F238E27FC236}">
                <a16:creationId xmlns:a16="http://schemas.microsoft.com/office/drawing/2014/main" id="{ABD25BB1-0C6B-CC4E-D192-1818CA3E84C3}"/>
              </a:ext>
            </a:extLst>
          </p:cNvPr>
          <p:cNvSpPr txBox="1"/>
          <p:nvPr/>
        </p:nvSpPr>
        <p:spPr>
          <a:xfrm>
            <a:off x="3886200" y="1600200"/>
            <a:ext cx="3429000" cy="7171194"/>
          </a:xfrm>
          <a:prstGeom prst="rect">
            <a:avLst/>
          </a:prstGeom>
          <a:noFill/>
        </p:spPr>
        <p:txBody>
          <a:bodyPr wrap="square" rtlCol="0">
            <a:spAutoFit/>
          </a:bodyPr>
          <a:lstStyle/>
          <a:p>
            <a:r>
              <a:rPr lang="en-US" sz="1000" dirty="0"/>
              <a:t>To close out the program year, all Grade Groups from 1 through 6 came together for a joyful and meaningful celebration of unity — our annual Black Family Day. The event offered Jack and Jill families of all ages the opportunity to connect, play, and reflect while enjoying all the excitement and adventure of Great Wolf Lodge. Laughter echoed from the water park as Jacks and Jills splashed, swam, and built friendships that extended across age groups, a true reflection of our shared bond and community spirit.</a:t>
            </a:r>
          </a:p>
          <a:p>
            <a:endParaRPr lang="en-US" sz="1000" dirty="0"/>
          </a:p>
          <a:p>
            <a:r>
              <a:rPr lang="en-US" sz="1000" dirty="0"/>
              <a:t>This experience also embodied our Cultural and Educational Thrusts, as it highlighted the rich history and excellence of Black people in aquatics. Our Group 6 Teens led this learning experience by researching and designing an inspiring set of tabletop displays and a multimedia slideshow that showcased notable Black athletes and pioneers from HBCUs and across swimming, diving, water polo, and other water sports. Their work offered all attendees — from our youngest </a:t>
            </a:r>
            <a:r>
              <a:rPr lang="en-US" sz="1000" dirty="0" err="1"/>
              <a:t>Poohs</a:t>
            </a:r>
            <a:r>
              <a:rPr lang="en-US" sz="1000" dirty="0"/>
              <a:t> to our senior teens — the opportunity to celebrate heritage, achievement, and perseverance through education and storytelling. The continuous slideshow and detailed table displays sparked meaningful conversations among families and inspired pride in our shared legacy.</a:t>
            </a:r>
          </a:p>
          <a:p>
            <a:endParaRPr lang="en-US" sz="1000" dirty="0"/>
          </a:p>
          <a:p>
            <a:r>
              <a:rPr lang="en-US" sz="1000" dirty="0"/>
              <a:t>The day also served as a reflection of our Social and Recreational Thrust, as families enjoyed a wonderful buffet lunch together, celebrating fellowship and honoring Jacks and Jills who transitioned into their next age groups. It was a heartwarming moment filled with applause, smiles, and the promise of new beginnings.</a:t>
            </a:r>
          </a:p>
          <a:p>
            <a:r>
              <a:rPr lang="en-US" sz="1000" dirty="0"/>
              <a:t>Following the program, families were free to explore and enjoy all that Great Wolf Lodge had to offer — from wave pools and water slides to games and shared adventures — making the day as fun-filled as it was inspiring.</a:t>
            </a:r>
          </a:p>
          <a:p>
            <a:r>
              <a:rPr lang="en-US" sz="1000" dirty="0"/>
              <a:t> </a:t>
            </a:r>
          </a:p>
          <a:p>
            <a:r>
              <a:rPr lang="en-US" sz="1000" dirty="0"/>
              <a:t>Black Family Day was more than just an end-of-year event; it was a celebration of heritage, learning, and community. Through fellowship, cultural pride, and the joy of family, the experience perfectly captured the spirit of Jack and Jill — nurturing every child’s potential while strengthening the bonds that make our organization a true family.</a:t>
            </a:r>
          </a:p>
          <a:p>
            <a:endParaRPr lang="en-US" sz="1000" dirty="0"/>
          </a:p>
          <a:p>
            <a:endParaRPr lang="en-US" sz="1000" dirty="0"/>
          </a:p>
        </p:txBody>
      </p:sp>
      <p:sp>
        <p:nvSpPr>
          <p:cNvPr id="5" name="Holder 4">
            <a:extLst>
              <a:ext uri="{FF2B5EF4-FFF2-40B4-BE49-F238E27FC236}">
                <a16:creationId xmlns:a16="http://schemas.microsoft.com/office/drawing/2014/main" id="{7D182BE0-80D9-63C8-7200-7A076978258F}"/>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64</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820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29FB5-5BA0-647C-377C-0D4873AE91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30967F-005F-29F8-F163-749CEFC550BB}"/>
              </a:ext>
            </a:extLst>
          </p:cNvPr>
          <p:cNvSpPr txBox="1"/>
          <p:nvPr/>
        </p:nvSpPr>
        <p:spPr>
          <a:xfrm>
            <a:off x="152401" y="1353905"/>
            <a:ext cx="3352799" cy="7354642"/>
          </a:xfrm>
          <a:prstGeom prst="rect">
            <a:avLst/>
          </a:prstGeom>
        </p:spPr>
        <p:txBody>
          <a:bodyPr vert="horz" wrap="square" lIns="0" tIns="56515" rIns="0" bIns="0" rtlCol="0">
            <a:spAutoFit/>
          </a:bodyPr>
          <a:lstStyle/>
          <a:p>
            <a:pPr algn="ctr">
              <a:lnSpc>
                <a:spcPct val="100000"/>
              </a:lnSpc>
              <a:spcBef>
                <a:spcPts val="445"/>
              </a:spcBef>
            </a:pPr>
            <a:r>
              <a:rPr sz="1100" spc="-10" dirty="0">
                <a:solidFill>
                  <a:srgbClr val="27AAE1"/>
                </a:solidFill>
                <a:latin typeface="Lucida Sans Unicode"/>
                <a:cs typeface="Lucida Sans Unicode"/>
              </a:rPr>
              <a:t>202</a:t>
            </a:r>
            <a:r>
              <a:rPr lang="en-US" sz="1100" spc="-10" dirty="0">
                <a:solidFill>
                  <a:srgbClr val="27AAE1"/>
                </a:solidFill>
                <a:latin typeface="Lucida Sans Unicode"/>
                <a:cs typeface="Lucida Sans Unicode"/>
              </a:rPr>
              <a:t>5</a:t>
            </a:r>
            <a:r>
              <a:rPr sz="1100" spc="-10" dirty="0">
                <a:solidFill>
                  <a:srgbClr val="27AAE1"/>
                </a:solidFill>
                <a:latin typeface="Lucida Sans Unicode"/>
                <a:cs typeface="Lucida Sans Unicode"/>
              </a:rPr>
              <a:t>–202</a:t>
            </a:r>
            <a:r>
              <a:rPr lang="en-US" sz="1100" spc="-10" dirty="0">
                <a:solidFill>
                  <a:srgbClr val="27AAE1"/>
                </a:solidFill>
                <a:latin typeface="Lucida Sans Unicode"/>
                <a:cs typeface="Lucida Sans Unicode"/>
              </a:rPr>
              <a:t>6</a:t>
            </a:r>
            <a:endParaRPr sz="1100" dirty="0">
              <a:latin typeface="Lucida Sans Unicode"/>
              <a:cs typeface="Lucida Sans Unicode"/>
            </a:endParaRPr>
          </a:p>
          <a:p>
            <a:pPr algn="ctr">
              <a:lnSpc>
                <a:spcPct val="100000"/>
              </a:lnSpc>
              <a:spcBef>
                <a:spcPts val="380"/>
              </a:spcBef>
            </a:pPr>
            <a:r>
              <a:rPr sz="1200" spc="-45" dirty="0">
                <a:solidFill>
                  <a:srgbClr val="1D5495"/>
                </a:solidFill>
                <a:latin typeface="Arial Black"/>
                <a:cs typeface="Arial Black"/>
              </a:rPr>
              <a:t>Chapter</a:t>
            </a:r>
            <a:r>
              <a:rPr sz="1200" spc="-5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marL="440055" marR="432434" indent="268605">
              <a:lnSpc>
                <a:spcPts val="1680"/>
              </a:lnSpc>
              <a:spcBef>
                <a:spcPts val="100"/>
              </a:spcBef>
            </a:pPr>
            <a:r>
              <a:rPr sz="1100" dirty="0">
                <a:solidFill>
                  <a:srgbClr val="1D5495"/>
                </a:solidFill>
                <a:latin typeface="Lucida Sans Unicode"/>
                <a:cs typeface="Lucida Sans Unicode"/>
              </a:rPr>
              <a:t>President:</a:t>
            </a:r>
            <a:r>
              <a:rPr sz="1100" spc="-15" dirty="0">
                <a:solidFill>
                  <a:srgbClr val="1D5495"/>
                </a:solidFill>
                <a:latin typeface="Lucida Sans Unicode"/>
                <a:cs typeface="Lucida Sans Unicode"/>
              </a:rPr>
              <a:t> </a:t>
            </a:r>
            <a:r>
              <a:rPr sz="1100" spc="-20" dirty="0">
                <a:solidFill>
                  <a:srgbClr val="1D5495"/>
                </a:solidFill>
                <a:latin typeface="Lucida Sans Unicode"/>
                <a:cs typeface="Lucida Sans Unicode"/>
              </a:rPr>
              <a:t>Holli</a:t>
            </a:r>
            <a:r>
              <a:rPr sz="1100" spc="-10" dirty="0">
                <a:solidFill>
                  <a:srgbClr val="1D5495"/>
                </a:solidFill>
                <a:latin typeface="Lucida Sans Unicode"/>
                <a:cs typeface="Lucida Sans Unicode"/>
              </a:rPr>
              <a:t> Townsend</a:t>
            </a:r>
            <a:r>
              <a:rPr sz="1100" spc="500" dirty="0">
                <a:solidFill>
                  <a:srgbClr val="1D5495"/>
                </a:solidFill>
                <a:latin typeface="Lucida Sans Unicode"/>
                <a:cs typeface="Lucida Sans Unicode"/>
              </a:rPr>
              <a:t> </a:t>
            </a:r>
            <a:br>
              <a:rPr lang="en-US" sz="1100" spc="500" dirty="0">
                <a:solidFill>
                  <a:srgbClr val="1D5495"/>
                </a:solidFill>
                <a:latin typeface="Lucida Sans Unicode"/>
                <a:cs typeface="Lucida Sans Unicode"/>
              </a:rPr>
            </a:br>
            <a:r>
              <a:rPr sz="1100" dirty="0">
                <a:solidFill>
                  <a:srgbClr val="1D5495"/>
                </a:solidFill>
                <a:latin typeface="Lucida Sans Unicode"/>
                <a:cs typeface="Lucida Sans Unicode"/>
              </a:rPr>
              <a:t>Vice</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110" dirty="0">
                <a:solidFill>
                  <a:srgbClr val="1D5495"/>
                </a:solidFill>
                <a:latin typeface="Lucida Sans Unicode"/>
                <a:cs typeface="Lucida Sans Unicode"/>
              </a:rPr>
              <a:t> </a:t>
            </a:r>
            <a:r>
              <a:rPr sz="1100" dirty="0">
                <a:solidFill>
                  <a:srgbClr val="1D5495"/>
                </a:solidFill>
                <a:latin typeface="Lucida Sans Unicode"/>
                <a:cs typeface="Lucida Sans Unicode"/>
              </a:rPr>
              <a:t>Celia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Washington</a:t>
            </a:r>
            <a:endParaRPr sz="1100" dirty="0">
              <a:latin typeface="Lucida Sans Unicode"/>
              <a:cs typeface="Lucida Sans Unicode"/>
            </a:endParaRPr>
          </a:p>
          <a:p>
            <a:pPr marL="347980" marR="340360" algn="ctr">
              <a:lnSpc>
                <a:spcPts val="1680"/>
              </a:lnSpc>
            </a:pPr>
            <a:r>
              <a:rPr sz="1100" dirty="0">
                <a:solidFill>
                  <a:srgbClr val="1D5495"/>
                </a:solidFill>
                <a:latin typeface="Lucida Sans Unicode"/>
                <a:cs typeface="Lucida Sans Unicode"/>
              </a:rPr>
              <a:t>Program</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Director:</a:t>
            </a:r>
            <a:r>
              <a:rPr sz="1100" spc="105" dirty="0">
                <a:solidFill>
                  <a:srgbClr val="1D5495"/>
                </a:solidFill>
                <a:latin typeface="Lucida Sans Unicode"/>
                <a:cs typeface="Lucida Sans Unicode"/>
              </a:rPr>
              <a:t> </a:t>
            </a:r>
            <a:r>
              <a:rPr sz="1100" dirty="0">
                <a:solidFill>
                  <a:srgbClr val="1D5495"/>
                </a:solidFill>
                <a:latin typeface="Lucida Sans Unicode"/>
                <a:cs typeface="Lucida Sans Unicode"/>
              </a:rPr>
              <a:t>Erica</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Pollard </a:t>
            </a:r>
            <a:r>
              <a:rPr sz="1100" spc="10" dirty="0">
                <a:solidFill>
                  <a:srgbClr val="1D5495"/>
                </a:solidFill>
                <a:latin typeface="Lucida Sans Unicode"/>
                <a:cs typeface="Lucida Sans Unicode"/>
              </a:rPr>
              <a:t>Recording</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Sheila</a:t>
            </a:r>
            <a:r>
              <a:rPr sz="1100" spc="145" dirty="0">
                <a:solidFill>
                  <a:srgbClr val="1D5495"/>
                </a:solidFill>
                <a:latin typeface="Lucida Sans Unicode"/>
                <a:cs typeface="Lucida Sans Unicode"/>
              </a:rPr>
              <a:t> </a:t>
            </a:r>
            <a:r>
              <a:rPr sz="1100" spc="-10" dirty="0">
                <a:solidFill>
                  <a:srgbClr val="1D5495"/>
                </a:solidFill>
                <a:latin typeface="Lucida Sans Unicode"/>
                <a:cs typeface="Lucida Sans Unicode"/>
              </a:rPr>
              <a:t>Stewart</a:t>
            </a:r>
            <a:endParaRPr sz="1100" dirty="0">
              <a:latin typeface="Lucida Sans Unicode"/>
              <a:cs typeface="Lucida Sans Unicode"/>
            </a:endParaRPr>
          </a:p>
          <a:p>
            <a:pPr marL="123189" marR="115570" algn="ctr">
              <a:lnSpc>
                <a:spcPts val="1680"/>
              </a:lnSpc>
            </a:pPr>
            <a:r>
              <a:rPr sz="1100" spc="10" dirty="0">
                <a:solidFill>
                  <a:srgbClr val="1D5495"/>
                </a:solidFill>
                <a:latin typeface="Lucida Sans Unicode"/>
                <a:cs typeface="Lucida Sans Unicode"/>
              </a:rPr>
              <a:t>Corresponding</a:t>
            </a:r>
            <a:r>
              <a:rPr sz="1100" spc="13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35" dirty="0">
                <a:solidFill>
                  <a:srgbClr val="1D5495"/>
                </a:solidFill>
                <a:latin typeface="Lucida Sans Unicode"/>
                <a:cs typeface="Lucida Sans Unicode"/>
              </a:rPr>
              <a:t> </a:t>
            </a:r>
            <a:r>
              <a:rPr sz="1100" spc="10" dirty="0">
                <a:solidFill>
                  <a:srgbClr val="1D5495"/>
                </a:solidFill>
                <a:latin typeface="Lucida Sans Unicode"/>
                <a:cs typeface="Lucida Sans Unicode"/>
              </a:rPr>
              <a:t>Lasheka</a:t>
            </a:r>
            <a:r>
              <a:rPr sz="1100" spc="135" dirty="0">
                <a:solidFill>
                  <a:srgbClr val="1D5495"/>
                </a:solidFill>
                <a:latin typeface="Lucida Sans Unicode"/>
                <a:cs typeface="Lucida Sans Unicode"/>
              </a:rPr>
              <a:t> </a:t>
            </a:r>
            <a:r>
              <a:rPr sz="1100" spc="45" dirty="0">
                <a:solidFill>
                  <a:srgbClr val="1D5495"/>
                </a:solidFill>
                <a:latin typeface="Lucida Sans Unicode"/>
                <a:cs typeface="Lucida Sans Unicode"/>
              </a:rPr>
              <a:t>Bassey </a:t>
            </a:r>
            <a:r>
              <a:rPr sz="1100" dirty="0">
                <a:solidFill>
                  <a:srgbClr val="1D5495"/>
                </a:solidFill>
                <a:latin typeface="Lucida Sans Unicode"/>
                <a:cs typeface="Lucida Sans Unicode"/>
              </a:rPr>
              <a:t>Treasurer:</a:t>
            </a:r>
            <a:r>
              <a:rPr sz="1100" spc="-40" dirty="0">
                <a:solidFill>
                  <a:srgbClr val="1D5495"/>
                </a:solidFill>
                <a:latin typeface="Lucida Sans Unicode"/>
                <a:cs typeface="Lucida Sans Unicode"/>
              </a:rPr>
              <a:t> </a:t>
            </a:r>
            <a:r>
              <a:rPr sz="1100" spc="65" dirty="0">
                <a:solidFill>
                  <a:srgbClr val="1D5495"/>
                </a:solidFill>
                <a:latin typeface="Lucida Sans Unicode"/>
                <a:cs typeface="Lucida Sans Unicode"/>
              </a:rPr>
              <a:t>KaShauna</a:t>
            </a:r>
            <a:r>
              <a:rPr sz="1100" spc="-40" dirty="0">
                <a:solidFill>
                  <a:srgbClr val="1D5495"/>
                </a:solidFill>
                <a:latin typeface="Lucida Sans Unicode"/>
                <a:cs typeface="Lucida Sans Unicode"/>
              </a:rPr>
              <a:t> </a:t>
            </a:r>
            <a:r>
              <a:rPr sz="1100" spc="-10" dirty="0">
                <a:solidFill>
                  <a:srgbClr val="1D5495"/>
                </a:solidFill>
                <a:latin typeface="Lucida Sans Unicode"/>
                <a:cs typeface="Lucida Sans Unicode"/>
              </a:rPr>
              <a:t>Rohlehr</a:t>
            </a:r>
            <a:endParaRPr sz="1100" dirty="0">
              <a:latin typeface="Lucida Sans Unicode"/>
              <a:cs typeface="Lucida Sans Unicode"/>
            </a:endParaRPr>
          </a:p>
          <a:p>
            <a:pPr marL="79375" marR="71755" algn="ctr">
              <a:lnSpc>
                <a:spcPts val="1680"/>
              </a:lnSpc>
            </a:pPr>
            <a:r>
              <a:rPr sz="1100" spc="10" dirty="0">
                <a:solidFill>
                  <a:srgbClr val="1D5495"/>
                </a:solidFill>
                <a:latin typeface="Lucida Sans Unicode"/>
                <a:cs typeface="Lucida Sans Unicode"/>
              </a:rPr>
              <a:t>Financial</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Kimberly</a:t>
            </a:r>
            <a:r>
              <a:rPr sz="1100" spc="155" dirty="0">
                <a:solidFill>
                  <a:srgbClr val="1D5495"/>
                </a:solidFill>
                <a:latin typeface="Lucida Sans Unicode"/>
                <a:cs typeface="Lucida Sans Unicode"/>
              </a:rPr>
              <a:t> </a:t>
            </a:r>
            <a:r>
              <a:rPr sz="1100" dirty="0">
                <a:solidFill>
                  <a:srgbClr val="1D5495"/>
                </a:solidFill>
                <a:latin typeface="Lucida Sans Unicode"/>
                <a:cs typeface="Lucida Sans Unicode"/>
              </a:rPr>
              <a:t>Mosby-</a:t>
            </a:r>
            <a:r>
              <a:rPr sz="1100" spc="-10" dirty="0">
                <a:solidFill>
                  <a:srgbClr val="1D5495"/>
                </a:solidFill>
                <a:latin typeface="Lucida Sans Unicode"/>
                <a:cs typeface="Lucida Sans Unicode"/>
              </a:rPr>
              <a:t>Griffin</a:t>
            </a:r>
            <a:endParaRPr lang="en-US" sz="1100" spc="-10" dirty="0">
              <a:solidFill>
                <a:srgbClr val="1D5495"/>
              </a:solidFill>
              <a:latin typeface="Lucida Sans Unicode"/>
              <a:cs typeface="Lucida Sans Unicode"/>
            </a:endParaRPr>
          </a:p>
          <a:p>
            <a:pPr marL="79375" marR="71755" algn="ctr">
              <a:lnSpc>
                <a:spcPts val="1680"/>
              </a:lnSpc>
            </a:pPr>
            <a:r>
              <a:rPr sz="1100" spc="-20" dirty="0">
                <a:solidFill>
                  <a:srgbClr val="1D5495"/>
                </a:solidFill>
                <a:latin typeface="Lucida Sans Unicode"/>
                <a:cs typeface="Lucida Sans Unicode"/>
              </a:rPr>
              <a:t>Editor:</a:t>
            </a:r>
            <a:r>
              <a:rPr sz="1100" spc="45" dirty="0">
                <a:solidFill>
                  <a:srgbClr val="1D5495"/>
                </a:solidFill>
                <a:latin typeface="Lucida Sans Unicode"/>
                <a:cs typeface="Lucida Sans Unicode"/>
              </a:rPr>
              <a:t> </a:t>
            </a:r>
            <a:r>
              <a:rPr sz="1100" dirty="0">
                <a:solidFill>
                  <a:srgbClr val="1D5495"/>
                </a:solidFill>
                <a:latin typeface="Lucida Sans Unicode"/>
                <a:cs typeface="Lucida Sans Unicode"/>
              </a:rPr>
              <a:t>Renee</a:t>
            </a:r>
            <a:r>
              <a:rPr sz="1100" spc="50" dirty="0">
                <a:solidFill>
                  <a:srgbClr val="1D5495"/>
                </a:solidFill>
                <a:latin typeface="Lucida Sans Unicode"/>
                <a:cs typeface="Lucida Sans Unicode"/>
              </a:rPr>
              <a:t> Canody</a:t>
            </a:r>
            <a:endParaRPr sz="1100" dirty="0">
              <a:latin typeface="Lucida Sans Unicode"/>
              <a:cs typeface="Lucida Sans Unicode"/>
            </a:endParaRPr>
          </a:p>
          <a:p>
            <a:pPr marL="114300" marR="106680" algn="ctr">
              <a:lnSpc>
                <a:spcPts val="1680"/>
              </a:lnSpc>
            </a:pPr>
            <a:r>
              <a:rPr sz="1100" spc="20" dirty="0">
                <a:solidFill>
                  <a:srgbClr val="1D5495"/>
                </a:solidFill>
                <a:latin typeface="Lucida Sans Unicode"/>
                <a:cs typeface="Lucida Sans Unicode"/>
              </a:rPr>
              <a:t>Parliamentarian: Mignon McLemore </a:t>
            </a:r>
            <a:r>
              <a:rPr sz="1100" spc="-10" dirty="0">
                <a:solidFill>
                  <a:srgbClr val="1D5495"/>
                </a:solidFill>
                <a:latin typeface="Lucida Sans Unicode"/>
                <a:cs typeface="Lucida Sans Unicode"/>
              </a:rPr>
              <a:t>Pierce</a:t>
            </a:r>
            <a:endParaRPr lang="en-US" sz="1100" spc="-10" dirty="0">
              <a:solidFill>
                <a:srgbClr val="1D5495"/>
              </a:solidFill>
              <a:latin typeface="Lucida Sans Unicode"/>
              <a:cs typeface="Lucida Sans Unicode"/>
            </a:endParaRPr>
          </a:p>
          <a:p>
            <a:pPr marL="114300" marR="106680" algn="ctr">
              <a:lnSpc>
                <a:spcPts val="1680"/>
              </a:lnSpc>
            </a:pPr>
            <a:r>
              <a:rPr sz="1100" dirty="0">
                <a:solidFill>
                  <a:srgbClr val="1D5495"/>
                </a:solidFill>
                <a:latin typeface="Lucida Sans Unicode"/>
                <a:cs typeface="Lucida Sans Unicode"/>
              </a:rPr>
              <a:t>Foundation</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Antoinette</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“Libi”</a:t>
            </a:r>
            <a:r>
              <a:rPr sz="1100" spc="60" dirty="0">
                <a:solidFill>
                  <a:srgbClr val="1D5495"/>
                </a:solidFill>
                <a:latin typeface="Lucida Sans Unicode"/>
                <a:cs typeface="Lucida Sans Unicode"/>
              </a:rPr>
              <a:t> </a:t>
            </a:r>
            <a:r>
              <a:rPr sz="1100" spc="-20" dirty="0">
                <a:solidFill>
                  <a:srgbClr val="1D5495"/>
                </a:solidFill>
                <a:latin typeface="Lucida Sans Unicode"/>
                <a:cs typeface="Lucida Sans Unicode"/>
              </a:rPr>
              <a:t>Rice </a:t>
            </a:r>
            <a:r>
              <a:rPr sz="1100" spc="10" dirty="0">
                <a:solidFill>
                  <a:srgbClr val="1D5495"/>
                </a:solidFill>
                <a:latin typeface="Lucida Sans Unicode"/>
                <a:cs typeface="Lucida Sans Unicode"/>
              </a:rPr>
              <a:t>Chaplain:</a:t>
            </a:r>
            <a:r>
              <a:rPr sz="1100" spc="150" dirty="0">
                <a:solidFill>
                  <a:srgbClr val="1D5495"/>
                </a:solidFill>
                <a:latin typeface="Lucida Sans Unicode"/>
                <a:cs typeface="Lucida Sans Unicode"/>
              </a:rPr>
              <a:t> </a:t>
            </a:r>
            <a:r>
              <a:rPr sz="1100" spc="50" dirty="0">
                <a:solidFill>
                  <a:srgbClr val="1D5495"/>
                </a:solidFill>
                <a:latin typeface="Lucida Sans Unicode"/>
                <a:cs typeface="Lucida Sans Unicode"/>
              </a:rPr>
              <a:t>Claudia</a:t>
            </a:r>
            <a:r>
              <a:rPr sz="1100" spc="150" dirty="0">
                <a:solidFill>
                  <a:srgbClr val="1D5495"/>
                </a:solidFill>
                <a:latin typeface="Lucida Sans Unicode"/>
                <a:cs typeface="Lucida Sans Unicode"/>
              </a:rPr>
              <a:t> </a:t>
            </a:r>
            <a:r>
              <a:rPr sz="1100" spc="10" dirty="0">
                <a:solidFill>
                  <a:srgbClr val="1D5495"/>
                </a:solidFill>
                <a:latin typeface="Lucida Sans Unicode"/>
                <a:cs typeface="Lucida Sans Unicode"/>
              </a:rPr>
              <a:t>Williams-</a:t>
            </a:r>
            <a:r>
              <a:rPr sz="1100" spc="-10" dirty="0">
                <a:solidFill>
                  <a:srgbClr val="1D5495"/>
                </a:solidFill>
                <a:latin typeface="Lucida Sans Unicode"/>
                <a:cs typeface="Lucida Sans Unicode"/>
              </a:rPr>
              <a:t>Conerly </a:t>
            </a:r>
            <a:br>
              <a:rPr lang="en-US" sz="1100" spc="-10" dirty="0">
                <a:solidFill>
                  <a:srgbClr val="1D5495"/>
                </a:solidFill>
                <a:latin typeface="Lucida Sans Unicode"/>
                <a:cs typeface="Lucida Sans Unicode"/>
              </a:rPr>
            </a:br>
            <a:r>
              <a:rPr sz="1100" dirty="0">
                <a:solidFill>
                  <a:srgbClr val="1D5495"/>
                </a:solidFill>
                <a:latin typeface="Lucida Sans Unicode"/>
                <a:cs typeface="Lucida Sans Unicode"/>
              </a:rPr>
              <a:t>Historian:</a:t>
            </a:r>
            <a:r>
              <a:rPr sz="1100" spc="140" dirty="0">
                <a:solidFill>
                  <a:srgbClr val="1D5495"/>
                </a:solidFill>
                <a:latin typeface="Lucida Sans Unicode"/>
                <a:cs typeface="Lucida Sans Unicode"/>
              </a:rPr>
              <a:t> </a:t>
            </a:r>
            <a:r>
              <a:rPr sz="1100" dirty="0">
                <a:solidFill>
                  <a:srgbClr val="1D5495"/>
                </a:solidFill>
                <a:latin typeface="Lucida Sans Unicode"/>
                <a:cs typeface="Lucida Sans Unicode"/>
              </a:rPr>
              <a:t>Stephanie</a:t>
            </a:r>
            <a:r>
              <a:rPr sz="1100" spc="145" dirty="0">
                <a:solidFill>
                  <a:srgbClr val="1D5495"/>
                </a:solidFill>
                <a:latin typeface="Lucida Sans Unicode"/>
                <a:cs typeface="Lucida Sans Unicode"/>
              </a:rPr>
              <a:t> </a:t>
            </a:r>
            <a:r>
              <a:rPr sz="1100" spc="50" dirty="0">
                <a:solidFill>
                  <a:srgbClr val="1D5495"/>
                </a:solidFill>
                <a:latin typeface="Lucida Sans Unicode"/>
                <a:cs typeface="Lucida Sans Unicode"/>
              </a:rPr>
              <a:t>Johnson</a:t>
            </a:r>
            <a:endParaRPr sz="1100" dirty="0">
              <a:latin typeface="Lucida Sans Unicode"/>
              <a:cs typeface="Lucida Sans Unicode"/>
            </a:endParaRPr>
          </a:p>
          <a:p>
            <a:pPr marL="12700" marR="5080" indent="484505" algn="ctr">
              <a:lnSpc>
                <a:spcPts val="1680"/>
              </a:lnSpc>
            </a:pPr>
            <a:r>
              <a:rPr sz="1100" dirty="0">
                <a:solidFill>
                  <a:srgbClr val="1D5495"/>
                </a:solidFill>
                <a:latin typeface="Lucida Sans Unicode"/>
                <a:cs typeface="Lucida Sans Unicode"/>
              </a:rPr>
              <a:t>Sergeant-At-Arms:</a:t>
            </a:r>
            <a:r>
              <a:rPr sz="1100" spc="140" dirty="0">
                <a:solidFill>
                  <a:srgbClr val="1D5495"/>
                </a:solidFill>
                <a:latin typeface="Lucida Sans Unicode"/>
                <a:cs typeface="Lucida Sans Unicode"/>
              </a:rPr>
              <a:t> </a:t>
            </a:r>
            <a:r>
              <a:rPr sz="1100" dirty="0">
                <a:solidFill>
                  <a:srgbClr val="1D5495"/>
                </a:solidFill>
                <a:latin typeface="Lucida Sans Unicode"/>
                <a:cs typeface="Lucida Sans Unicode"/>
              </a:rPr>
              <a:t>Lia</a:t>
            </a:r>
            <a:r>
              <a:rPr sz="1100" spc="140" dirty="0">
                <a:solidFill>
                  <a:srgbClr val="1D5495"/>
                </a:solidFill>
                <a:latin typeface="Lucida Sans Unicode"/>
                <a:cs typeface="Lucida Sans Unicode"/>
              </a:rPr>
              <a:t> </a:t>
            </a:r>
            <a:r>
              <a:rPr sz="1100" spc="-10" dirty="0">
                <a:solidFill>
                  <a:srgbClr val="1D5495"/>
                </a:solidFill>
                <a:latin typeface="Lucida Sans Unicode"/>
                <a:cs typeface="Lucida Sans Unicode"/>
              </a:rPr>
              <a:t>Fordjour </a:t>
            </a:r>
            <a:br>
              <a:rPr lang="en-US" sz="1100" spc="-10" dirty="0">
                <a:solidFill>
                  <a:srgbClr val="1D5495"/>
                </a:solidFill>
                <a:latin typeface="Lucida Sans Unicode"/>
                <a:cs typeface="Lucida Sans Unicode"/>
              </a:rPr>
            </a:br>
            <a:r>
              <a:rPr sz="1100" dirty="0">
                <a:solidFill>
                  <a:srgbClr val="1D5495"/>
                </a:solidFill>
                <a:latin typeface="Lucida Sans Unicode"/>
                <a:cs typeface="Lucida Sans Unicode"/>
              </a:rPr>
              <a:t>Father’s</a:t>
            </a:r>
            <a:r>
              <a:rPr sz="1100" spc="15" dirty="0">
                <a:solidFill>
                  <a:srgbClr val="1D5495"/>
                </a:solidFill>
                <a:latin typeface="Lucida Sans Unicode"/>
                <a:cs typeface="Lucida Sans Unicode"/>
              </a:rPr>
              <a:t> </a:t>
            </a:r>
            <a:r>
              <a:rPr sz="1100" spc="-10" dirty="0">
                <a:solidFill>
                  <a:srgbClr val="1D5495"/>
                </a:solidFill>
                <a:latin typeface="Lucida Sans Unicode"/>
                <a:cs typeface="Lucida Sans Unicode"/>
              </a:rPr>
              <a:t>Auxiliary:</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Amos</a:t>
            </a:r>
            <a:r>
              <a:rPr sz="1100" spc="15" dirty="0">
                <a:solidFill>
                  <a:srgbClr val="1D5495"/>
                </a:solidFill>
                <a:latin typeface="Lucida Sans Unicode"/>
                <a:cs typeface="Lucida Sans Unicode"/>
              </a:rPr>
              <a:t> </a:t>
            </a:r>
            <a:r>
              <a:rPr sz="1100" dirty="0">
                <a:solidFill>
                  <a:srgbClr val="1D5495"/>
                </a:solidFill>
                <a:latin typeface="Lucida Sans Unicode"/>
                <a:cs typeface="Lucida Sans Unicode"/>
              </a:rPr>
              <a:t>Townsend</a:t>
            </a:r>
            <a:r>
              <a:rPr sz="1100" spc="15" dirty="0">
                <a:solidFill>
                  <a:srgbClr val="1D5495"/>
                </a:solidFill>
                <a:latin typeface="Lucida Sans Unicode"/>
                <a:cs typeface="Lucida Sans Unicode"/>
              </a:rPr>
              <a:t> </a:t>
            </a:r>
            <a:r>
              <a:rPr sz="1100" spc="65" dirty="0">
                <a:solidFill>
                  <a:srgbClr val="1D5495"/>
                </a:solidFill>
                <a:latin typeface="Lucida Sans Unicode"/>
                <a:cs typeface="Lucida Sans Unicode"/>
              </a:rPr>
              <a:t>&amp;</a:t>
            </a:r>
            <a:r>
              <a:rPr sz="1100" spc="15" dirty="0">
                <a:solidFill>
                  <a:srgbClr val="1D5495"/>
                </a:solidFill>
                <a:latin typeface="Lucida Sans Unicode"/>
                <a:cs typeface="Lucida Sans Unicode"/>
              </a:rPr>
              <a:t> </a:t>
            </a:r>
            <a:br>
              <a:rPr lang="en-US" sz="1100" spc="15" dirty="0">
                <a:solidFill>
                  <a:srgbClr val="1D5495"/>
                </a:solidFill>
                <a:latin typeface="Lucida Sans Unicode"/>
                <a:cs typeface="Lucida Sans Unicode"/>
              </a:rPr>
            </a:br>
            <a:r>
              <a:rPr sz="1100" spc="-10" dirty="0">
                <a:solidFill>
                  <a:srgbClr val="1D5495"/>
                </a:solidFill>
                <a:latin typeface="Lucida Sans Unicode"/>
                <a:cs typeface="Lucida Sans Unicode"/>
              </a:rPr>
              <a:t>Prentice</a:t>
            </a:r>
            <a:r>
              <a:rPr lang="en-US" sz="1100" dirty="0">
                <a:latin typeface="Lucida Sans Unicode"/>
                <a:cs typeface="Lucida Sans Unicode"/>
              </a:rPr>
              <a:t> </a:t>
            </a:r>
            <a:r>
              <a:rPr sz="1100" spc="-10" dirty="0">
                <a:solidFill>
                  <a:srgbClr val="1D5495"/>
                </a:solidFill>
                <a:latin typeface="Lucida Sans Unicode"/>
                <a:cs typeface="Lucida Sans Unicode"/>
              </a:rPr>
              <a:t>Pollard</a:t>
            </a:r>
            <a:endParaRPr sz="1100" dirty="0">
              <a:latin typeface="Lucida Sans Unicode"/>
              <a:cs typeface="Lucida Sans Unicode"/>
            </a:endParaRPr>
          </a:p>
          <a:p>
            <a:pPr algn="ctr">
              <a:lnSpc>
                <a:spcPct val="100000"/>
              </a:lnSpc>
              <a:spcBef>
                <a:spcPts val="1280"/>
              </a:spcBef>
            </a:pPr>
            <a:r>
              <a:rPr sz="1200" spc="-110" dirty="0">
                <a:solidFill>
                  <a:srgbClr val="1D5495"/>
                </a:solidFill>
                <a:latin typeface="Arial Black"/>
                <a:cs typeface="Arial Black"/>
              </a:rPr>
              <a:t>Teen</a:t>
            </a:r>
            <a:r>
              <a:rPr sz="1200" spc="-85" dirty="0">
                <a:solidFill>
                  <a:srgbClr val="1D5495"/>
                </a:solidFill>
                <a:latin typeface="Arial Black"/>
                <a:cs typeface="Arial Black"/>
              </a:rPr>
              <a:t> </a:t>
            </a:r>
            <a:r>
              <a:rPr sz="1200" spc="-10" dirty="0">
                <a:solidFill>
                  <a:srgbClr val="1D5495"/>
                </a:solidFill>
                <a:latin typeface="Arial Black"/>
                <a:cs typeface="Arial Black"/>
              </a:rPr>
              <a:t>Officers</a:t>
            </a:r>
            <a:endParaRPr sz="1200" dirty="0">
              <a:latin typeface="Arial Black"/>
              <a:cs typeface="Arial Black"/>
            </a:endParaRPr>
          </a:p>
          <a:p>
            <a:pPr marL="276860" marR="269240" indent="-635" algn="ctr">
              <a:lnSpc>
                <a:spcPct val="127299"/>
              </a:lnSpc>
              <a:spcBef>
                <a:spcPts val="65"/>
              </a:spcBef>
            </a:pPr>
            <a:r>
              <a:rPr sz="1100" dirty="0">
                <a:solidFill>
                  <a:srgbClr val="1D5495"/>
                </a:solidFill>
                <a:latin typeface="Lucida Sans Unicode"/>
                <a:cs typeface="Lucida Sans Unicode"/>
              </a:rPr>
              <a:t>Teen</a:t>
            </a:r>
            <a:r>
              <a:rPr sz="1100" spc="60"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60" dirty="0">
                <a:solidFill>
                  <a:srgbClr val="1D5495"/>
                </a:solidFill>
                <a:latin typeface="Lucida Sans Unicode"/>
                <a:cs typeface="Lucida Sans Unicode"/>
              </a:rPr>
              <a:t> </a:t>
            </a:r>
            <a:r>
              <a:rPr lang="en-US" sz="1100" spc="60" dirty="0">
                <a:solidFill>
                  <a:srgbClr val="1D5495"/>
                </a:solidFill>
                <a:latin typeface="Lucida Sans Unicode"/>
                <a:cs typeface="Lucida Sans Unicode"/>
              </a:rPr>
              <a:t>Victoria Townsend</a:t>
            </a:r>
          </a:p>
          <a:p>
            <a:pPr marL="276860" marR="269240" indent="-635" algn="ctr">
              <a:lnSpc>
                <a:spcPct val="127299"/>
              </a:lnSpc>
              <a:spcBef>
                <a:spcPts val="65"/>
              </a:spcBef>
            </a:pPr>
            <a:r>
              <a:rPr sz="1100" spc="500" dirty="0">
                <a:solidFill>
                  <a:srgbClr val="1D5495"/>
                </a:solidFill>
                <a:latin typeface="Lucida Sans Unicode"/>
                <a:cs typeface="Lucida Sans Unicode"/>
              </a:rPr>
              <a:t> </a:t>
            </a:r>
            <a:r>
              <a:rPr sz="1100" dirty="0">
                <a:solidFill>
                  <a:srgbClr val="1D5495"/>
                </a:solidFill>
                <a:latin typeface="Lucida Sans Unicode"/>
                <a:cs typeface="Lucida Sans Unicode"/>
              </a:rPr>
              <a:t>Vice</a:t>
            </a:r>
            <a:r>
              <a:rPr sz="1100" spc="35" dirty="0">
                <a:solidFill>
                  <a:srgbClr val="1D5495"/>
                </a:solidFill>
                <a:latin typeface="Lucida Sans Unicode"/>
                <a:cs typeface="Lucida Sans Unicode"/>
              </a:rPr>
              <a:t> </a:t>
            </a:r>
            <a:r>
              <a:rPr sz="1100" dirty="0">
                <a:solidFill>
                  <a:srgbClr val="1D5495"/>
                </a:solidFill>
                <a:latin typeface="Lucida Sans Unicode"/>
                <a:cs typeface="Lucida Sans Unicode"/>
              </a:rPr>
              <a:t>President:</a:t>
            </a:r>
            <a:r>
              <a:rPr sz="1100" spc="35" dirty="0">
                <a:solidFill>
                  <a:srgbClr val="1D5495"/>
                </a:solidFill>
                <a:latin typeface="Lucida Sans Unicode"/>
                <a:cs typeface="Lucida Sans Unicode"/>
              </a:rPr>
              <a:t> </a:t>
            </a:r>
            <a:r>
              <a:rPr lang="en-US" sz="1100" dirty="0">
                <a:solidFill>
                  <a:srgbClr val="1D5495"/>
                </a:solidFill>
                <a:latin typeface="Lucida Sans Unicode"/>
                <a:cs typeface="Lucida Sans Unicode"/>
              </a:rPr>
              <a:t>Messiah</a:t>
            </a:r>
            <a:r>
              <a:rPr lang="en-US" sz="1100" spc="90"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Phelps</a:t>
            </a:r>
          </a:p>
          <a:p>
            <a:pPr marL="276860" marR="269240" indent="-635" algn="ctr">
              <a:lnSpc>
                <a:spcPct val="127299"/>
              </a:lnSpc>
              <a:spcBef>
                <a:spcPts val="65"/>
              </a:spcBef>
            </a:pPr>
            <a:r>
              <a:rPr sz="1050" spc="10" dirty="0">
                <a:solidFill>
                  <a:srgbClr val="1D5495"/>
                </a:solidFill>
                <a:latin typeface="Lucida Sans Unicode"/>
                <a:cs typeface="Lucida Sans Unicode"/>
              </a:rPr>
              <a:t>Recording</a:t>
            </a:r>
            <a:r>
              <a:rPr sz="1050" spc="90" dirty="0">
                <a:solidFill>
                  <a:srgbClr val="1D5495"/>
                </a:solidFill>
                <a:latin typeface="Lucida Sans Unicode"/>
                <a:cs typeface="Lucida Sans Unicode"/>
              </a:rPr>
              <a:t> </a:t>
            </a:r>
            <a:r>
              <a:rPr sz="1050" spc="10" dirty="0">
                <a:solidFill>
                  <a:srgbClr val="1D5495"/>
                </a:solidFill>
                <a:latin typeface="Lucida Sans Unicode"/>
                <a:cs typeface="Lucida Sans Unicode"/>
              </a:rPr>
              <a:t>Secretary:</a:t>
            </a:r>
            <a:r>
              <a:rPr sz="1050" spc="90" dirty="0">
                <a:solidFill>
                  <a:srgbClr val="1D5495"/>
                </a:solidFill>
                <a:latin typeface="Lucida Sans Unicode"/>
                <a:cs typeface="Lucida Sans Unicode"/>
              </a:rPr>
              <a:t> </a:t>
            </a:r>
            <a:r>
              <a:rPr lang="en-US" sz="1050" dirty="0">
                <a:solidFill>
                  <a:srgbClr val="1D5495"/>
                </a:solidFill>
                <a:latin typeface="Lucida Sans Unicode"/>
                <a:cs typeface="Lucida Sans Unicode"/>
              </a:rPr>
              <a:t>Rachel</a:t>
            </a:r>
            <a:r>
              <a:rPr lang="en-US" sz="1050" spc="75" dirty="0">
                <a:solidFill>
                  <a:srgbClr val="1D5495"/>
                </a:solidFill>
                <a:latin typeface="Lucida Sans Unicode"/>
                <a:cs typeface="Lucida Sans Unicode"/>
              </a:rPr>
              <a:t> </a:t>
            </a:r>
            <a:r>
              <a:rPr lang="en-US" sz="1050" spc="-10" dirty="0">
                <a:solidFill>
                  <a:srgbClr val="1D5495"/>
                </a:solidFill>
                <a:latin typeface="Lucida Sans Unicode"/>
                <a:cs typeface="Lucida Sans Unicode"/>
              </a:rPr>
              <a:t>Cushenberry </a:t>
            </a:r>
            <a:r>
              <a:rPr sz="1050" spc="10" dirty="0">
                <a:solidFill>
                  <a:srgbClr val="1D5495"/>
                </a:solidFill>
                <a:latin typeface="Lucida Sans Unicode"/>
                <a:cs typeface="Lucida Sans Unicode"/>
              </a:rPr>
              <a:t>Corresponding</a:t>
            </a:r>
            <a:r>
              <a:rPr sz="1050" spc="125" dirty="0">
                <a:solidFill>
                  <a:srgbClr val="1D5495"/>
                </a:solidFill>
                <a:latin typeface="Lucida Sans Unicode"/>
                <a:cs typeface="Lucida Sans Unicode"/>
              </a:rPr>
              <a:t> </a:t>
            </a:r>
            <a:r>
              <a:rPr sz="1050" spc="10" dirty="0">
                <a:solidFill>
                  <a:srgbClr val="1D5495"/>
                </a:solidFill>
                <a:latin typeface="Lucida Sans Unicode"/>
                <a:cs typeface="Lucida Sans Unicode"/>
              </a:rPr>
              <a:t>Secretary:</a:t>
            </a:r>
            <a:r>
              <a:rPr sz="1050" spc="125" dirty="0">
                <a:solidFill>
                  <a:srgbClr val="1D5495"/>
                </a:solidFill>
                <a:latin typeface="Lucida Sans Unicode"/>
                <a:cs typeface="Lucida Sans Unicode"/>
              </a:rPr>
              <a:t> </a:t>
            </a:r>
            <a:r>
              <a:rPr lang="en-US" sz="1050" spc="125" dirty="0">
                <a:solidFill>
                  <a:srgbClr val="1D5495"/>
                </a:solidFill>
                <a:latin typeface="Lucida Sans Unicode"/>
                <a:cs typeface="Lucida Sans Unicode"/>
              </a:rPr>
              <a:t>Alana Allamby</a:t>
            </a:r>
            <a:br>
              <a:rPr lang="en-US" sz="1100" spc="125" dirty="0">
                <a:solidFill>
                  <a:srgbClr val="1D5495"/>
                </a:solidFill>
                <a:latin typeface="Lucida Sans Unicode"/>
                <a:cs typeface="Lucida Sans Unicode"/>
              </a:rPr>
            </a:br>
            <a:r>
              <a:rPr sz="1100" dirty="0">
                <a:solidFill>
                  <a:srgbClr val="1D5495"/>
                </a:solidFill>
                <a:latin typeface="Lucida Sans Unicode"/>
                <a:cs typeface="Lucida Sans Unicode"/>
              </a:rPr>
              <a:t>Treasurer:</a:t>
            </a:r>
            <a:r>
              <a:rPr sz="1100" spc="90" dirty="0">
                <a:solidFill>
                  <a:srgbClr val="1D5495"/>
                </a:solidFill>
                <a:latin typeface="Lucida Sans Unicode"/>
                <a:cs typeface="Lucida Sans Unicode"/>
              </a:rPr>
              <a:t> </a:t>
            </a:r>
            <a:r>
              <a:rPr lang="en-US" sz="1100" spc="90" dirty="0">
                <a:solidFill>
                  <a:srgbClr val="1D5495"/>
                </a:solidFill>
                <a:latin typeface="Lucida Sans Unicode"/>
                <a:cs typeface="Lucida Sans Unicode"/>
              </a:rPr>
              <a:t>Isaac Fordjour</a:t>
            </a:r>
            <a:endParaRPr lang="en-US" sz="1100" dirty="0">
              <a:latin typeface="Lucida Sans Unicode"/>
              <a:cs typeface="Lucida Sans Unicode"/>
            </a:endParaRPr>
          </a:p>
          <a:p>
            <a:pPr marL="276860" marR="269240" indent="-635" algn="ctr">
              <a:lnSpc>
                <a:spcPct val="127299"/>
              </a:lnSpc>
              <a:spcBef>
                <a:spcPts val="65"/>
              </a:spcBef>
            </a:pPr>
            <a:r>
              <a:rPr sz="1100" spc="10" dirty="0">
                <a:solidFill>
                  <a:srgbClr val="1D5495"/>
                </a:solidFill>
                <a:latin typeface="Lucida Sans Unicode"/>
                <a:cs typeface="Lucida Sans Unicode"/>
              </a:rPr>
              <a:t>Financial</a:t>
            </a:r>
            <a:r>
              <a:rPr sz="1100" spc="105" dirty="0">
                <a:solidFill>
                  <a:srgbClr val="1D5495"/>
                </a:solidFill>
                <a:latin typeface="Lucida Sans Unicode"/>
                <a:cs typeface="Lucida Sans Unicode"/>
              </a:rPr>
              <a:t> </a:t>
            </a:r>
            <a:r>
              <a:rPr sz="1100" spc="10" dirty="0">
                <a:solidFill>
                  <a:srgbClr val="1D5495"/>
                </a:solidFill>
                <a:latin typeface="Lucida Sans Unicode"/>
                <a:cs typeface="Lucida Sans Unicode"/>
              </a:rPr>
              <a:t>Secretary:</a:t>
            </a:r>
            <a:r>
              <a:rPr sz="1100" spc="105" dirty="0">
                <a:solidFill>
                  <a:srgbClr val="1D5495"/>
                </a:solidFill>
                <a:latin typeface="Lucida Sans Unicode"/>
                <a:cs typeface="Lucida Sans Unicode"/>
              </a:rPr>
              <a:t> </a:t>
            </a:r>
            <a:r>
              <a:rPr lang="en-US" sz="1100" spc="105" dirty="0">
                <a:solidFill>
                  <a:srgbClr val="1D5495"/>
                </a:solidFill>
                <a:latin typeface="Lucida Sans Unicode"/>
                <a:cs typeface="Lucida Sans Unicode"/>
              </a:rPr>
              <a:t>Justin Townsend</a:t>
            </a:r>
            <a:br>
              <a:rPr lang="en-US" sz="1100" spc="105" dirty="0">
                <a:solidFill>
                  <a:srgbClr val="1D5495"/>
                </a:solidFill>
                <a:latin typeface="Lucida Sans Unicode"/>
                <a:cs typeface="Lucida Sans Unicode"/>
              </a:rPr>
            </a:br>
            <a:r>
              <a:rPr sz="1100" spc="20" dirty="0">
                <a:solidFill>
                  <a:srgbClr val="1D5495"/>
                </a:solidFill>
                <a:latin typeface="Lucida Sans Unicode"/>
                <a:cs typeface="Lucida Sans Unicode"/>
              </a:rPr>
              <a:t>Parliamentarian:</a:t>
            </a:r>
            <a:r>
              <a:rPr sz="1100" spc="45" dirty="0">
                <a:solidFill>
                  <a:srgbClr val="1D5495"/>
                </a:solidFill>
                <a:latin typeface="Lucida Sans Unicode"/>
                <a:cs typeface="Lucida Sans Unicode"/>
              </a:rPr>
              <a:t> </a:t>
            </a:r>
            <a:r>
              <a:rPr lang="en-US" sz="1100" spc="20" dirty="0">
                <a:solidFill>
                  <a:srgbClr val="1D5495"/>
                </a:solidFill>
                <a:latin typeface="Lucida Sans Unicode"/>
                <a:cs typeface="Lucida Sans Unicode"/>
              </a:rPr>
              <a:t>Nyla Johnson</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Foundation</a:t>
            </a:r>
            <a:r>
              <a:rPr sz="1100" spc="125" dirty="0">
                <a:solidFill>
                  <a:srgbClr val="1D5495"/>
                </a:solidFill>
                <a:latin typeface="Lucida Sans Unicode"/>
                <a:cs typeface="Lucida Sans Unicode"/>
              </a:rPr>
              <a:t> </a:t>
            </a:r>
            <a:r>
              <a:rPr sz="1100" dirty="0">
                <a:solidFill>
                  <a:srgbClr val="1D5495"/>
                </a:solidFill>
                <a:latin typeface="Lucida Sans Unicode"/>
                <a:cs typeface="Lucida Sans Unicode"/>
              </a:rPr>
              <a:t>Chair:</a:t>
            </a:r>
            <a:r>
              <a:rPr sz="1100" spc="125" dirty="0">
                <a:solidFill>
                  <a:srgbClr val="1D5495"/>
                </a:solidFill>
                <a:latin typeface="Lucida Sans Unicode"/>
                <a:cs typeface="Lucida Sans Unicode"/>
              </a:rPr>
              <a:t> </a:t>
            </a:r>
            <a:r>
              <a:rPr lang="en-US" sz="1100" spc="125" dirty="0">
                <a:solidFill>
                  <a:srgbClr val="1D5495"/>
                </a:solidFill>
                <a:latin typeface="Lucida Sans Unicode"/>
                <a:cs typeface="Lucida Sans Unicode"/>
              </a:rPr>
              <a:t>Henry Riemer</a:t>
            </a:r>
            <a:r>
              <a:rPr sz="1100" spc="-10" dirty="0">
                <a:solidFill>
                  <a:srgbClr val="1D5495"/>
                </a:solidFill>
                <a:latin typeface="Lucida Sans Unicode"/>
                <a:cs typeface="Lucida Sans Unicode"/>
              </a:rPr>
              <a:t> </a:t>
            </a:r>
            <a:r>
              <a:rPr sz="1100" spc="10" dirty="0">
                <a:solidFill>
                  <a:srgbClr val="1D5495"/>
                </a:solidFill>
                <a:latin typeface="Lucida Sans Unicode"/>
                <a:cs typeface="Lucida Sans Unicode"/>
              </a:rPr>
              <a:t>Chaplain:</a:t>
            </a:r>
            <a:r>
              <a:rPr sz="1100" spc="90" dirty="0">
                <a:solidFill>
                  <a:srgbClr val="1D5495"/>
                </a:solidFill>
                <a:latin typeface="Lucida Sans Unicode"/>
                <a:cs typeface="Lucida Sans Unicode"/>
              </a:rPr>
              <a:t> </a:t>
            </a:r>
            <a:r>
              <a:rPr lang="en-US" sz="1100" spc="10" dirty="0">
                <a:solidFill>
                  <a:srgbClr val="1D5495"/>
                </a:solidFill>
                <a:latin typeface="Lucida Sans Unicode"/>
                <a:cs typeface="Lucida Sans Unicode"/>
              </a:rPr>
              <a:t>Nya Prince</a:t>
            </a:r>
            <a:endParaRPr sz="1100" dirty="0">
              <a:latin typeface="Lucida Sans Unicode"/>
              <a:cs typeface="Lucida Sans Unicode"/>
            </a:endParaRPr>
          </a:p>
          <a:p>
            <a:pPr marL="503555" marR="495934" algn="ctr">
              <a:lnSpc>
                <a:spcPct val="127299"/>
              </a:lnSpc>
            </a:pPr>
            <a:r>
              <a:rPr sz="1100" dirty="0">
                <a:solidFill>
                  <a:srgbClr val="1D5495"/>
                </a:solidFill>
                <a:latin typeface="Lucida Sans Unicode"/>
                <a:cs typeface="Lucida Sans Unicode"/>
              </a:rPr>
              <a:t>Historian:</a:t>
            </a:r>
            <a:r>
              <a:rPr sz="1100" spc="70" dirty="0">
                <a:solidFill>
                  <a:srgbClr val="1D5495"/>
                </a:solidFill>
                <a:latin typeface="Lucida Sans Unicode"/>
                <a:cs typeface="Lucida Sans Unicode"/>
              </a:rPr>
              <a:t> </a:t>
            </a:r>
            <a:r>
              <a:rPr lang="en-US" sz="1100" spc="70" dirty="0">
                <a:solidFill>
                  <a:srgbClr val="1D5495"/>
                </a:solidFill>
                <a:latin typeface="Lucida Sans Unicode"/>
                <a:cs typeface="Lucida Sans Unicode"/>
              </a:rPr>
              <a:t>Grace Simpson</a:t>
            </a:r>
            <a:r>
              <a:rPr sz="1100" spc="-10" dirty="0">
                <a:solidFill>
                  <a:srgbClr val="1D5495"/>
                </a:solidFill>
                <a:latin typeface="Lucida Sans Unicode"/>
                <a:cs typeface="Lucida Sans Unicode"/>
              </a:rPr>
              <a:t> </a:t>
            </a:r>
            <a:r>
              <a:rPr sz="1100" dirty="0">
                <a:solidFill>
                  <a:srgbClr val="1D5495"/>
                </a:solidFill>
                <a:latin typeface="Lucida Sans Unicode"/>
                <a:cs typeface="Lucida Sans Unicode"/>
              </a:rPr>
              <a:t>Sergeant-at-Arms:</a:t>
            </a:r>
            <a:r>
              <a:rPr sz="1100" spc="225" dirty="0">
                <a:solidFill>
                  <a:srgbClr val="1D5495"/>
                </a:solidFill>
                <a:latin typeface="Lucida Sans Unicode"/>
                <a:cs typeface="Lucida Sans Unicode"/>
              </a:rPr>
              <a:t> </a:t>
            </a:r>
            <a:r>
              <a:rPr sz="1100" dirty="0">
                <a:solidFill>
                  <a:srgbClr val="1D5495"/>
                </a:solidFill>
                <a:latin typeface="Lucida Sans Unicode"/>
                <a:cs typeface="Lucida Sans Unicode"/>
              </a:rPr>
              <a:t>Koen</a:t>
            </a:r>
            <a:r>
              <a:rPr sz="1100" spc="229" dirty="0">
                <a:solidFill>
                  <a:srgbClr val="1D5495"/>
                </a:solidFill>
                <a:latin typeface="Lucida Sans Unicode"/>
                <a:cs typeface="Lucida Sans Unicode"/>
              </a:rPr>
              <a:t> </a:t>
            </a:r>
            <a:r>
              <a:rPr sz="1100" spc="-10" dirty="0">
                <a:solidFill>
                  <a:srgbClr val="1D5495"/>
                </a:solidFill>
                <a:latin typeface="Lucida Sans Unicode"/>
                <a:cs typeface="Lucida Sans Unicode"/>
              </a:rPr>
              <a:t>Smith</a:t>
            </a:r>
            <a:endParaRPr lang="en-US" sz="1100" dirty="0">
              <a:latin typeface="Lucida Sans Unicode"/>
              <a:cs typeface="Lucida Sans Unicode"/>
            </a:endParaRPr>
          </a:p>
          <a:p>
            <a:pPr marL="198755" marR="191135" algn="ctr">
              <a:lnSpc>
                <a:spcPct val="127299"/>
              </a:lnSpc>
            </a:pPr>
            <a:r>
              <a:rPr lang="en-US" sz="1100" dirty="0">
                <a:solidFill>
                  <a:srgbClr val="1D5495"/>
                </a:solidFill>
                <a:latin typeface="Lucida Sans Unicode"/>
                <a:cs typeface="Lucida Sans Unicode"/>
              </a:rPr>
              <a:t>Editor: Ethann Jacas</a:t>
            </a:r>
            <a:br>
              <a:rPr lang="en-US" sz="1100" dirty="0">
                <a:solidFill>
                  <a:srgbClr val="1D5495"/>
                </a:solidFill>
                <a:latin typeface="Lucida Sans Unicode"/>
                <a:cs typeface="Lucida Sans Unicode"/>
              </a:rPr>
            </a:br>
            <a:r>
              <a:rPr lang="en-US" sz="1100" dirty="0">
                <a:solidFill>
                  <a:srgbClr val="1D5495"/>
                </a:solidFill>
                <a:latin typeface="Lucida Sans Unicode"/>
                <a:cs typeface="Lucida Sans Unicode"/>
              </a:rPr>
              <a:t>Legislative</a:t>
            </a:r>
            <a:r>
              <a:rPr lang="en-US" sz="1100" spc="60" dirty="0">
                <a:solidFill>
                  <a:srgbClr val="1D5495"/>
                </a:solidFill>
                <a:latin typeface="Lucida Sans Unicode"/>
                <a:cs typeface="Lucida Sans Unicode"/>
              </a:rPr>
              <a:t> </a:t>
            </a:r>
            <a:r>
              <a:rPr lang="en-US" sz="1100" dirty="0">
                <a:solidFill>
                  <a:srgbClr val="1D5495"/>
                </a:solidFill>
                <a:latin typeface="Lucida Sans Unicode"/>
                <a:cs typeface="Lucida Sans Unicode"/>
              </a:rPr>
              <a:t>Chair:</a:t>
            </a:r>
            <a:r>
              <a:rPr lang="en-US" sz="1100" spc="65" dirty="0">
                <a:solidFill>
                  <a:srgbClr val="1D5495"/>
                </a:solidFill>
                <a:latin typeface="Lucida Sans Unicode"/>
                <a:cs typeface="Lucida Sans Unicode"/>
              </a:rPr>
              <a:t> </a:t>
            </a:r>
            <a:r>
              <a:rPr lang="en-US" sz="1100" dirty="0">
                <a:solidFill>
                  <a:srgbClr val="1D5495"/>
                </a:solidFill>
                <a:latin typeface="Lucida Sans Unicode"/>
                <a:cs typeface="Lucida Sans Unicode"/>
              </a:rPr>
              <a:t>???</a:t>
            </a:r>
            <a:endParaRPr lang="en-US" sz="1100" dirty="0">
              <a:latin typeface="Lucida Sans Unicode"/>
              <a:cs typeface="Lucida Sans Unicode"/>
            </a:endParaRPr>
          </a:p>
        </p:txBody>
      </p:sp>
      <p:sp>
        <p:nvSpPr>
          <p:cNvPr id="3" name="object 3">
            <a:extLst>
              <a:ext uri="{FF2B5EF4-FFF2-40B4-BE49-F238E27FC236}">
                <a16:creationId xmlns:a16="http://schemas.microsoft.com/office/drawing/2014/main" id="{75984B8E-362E-6B80-C421-A0E603FF8503}"/>
              </a:ext>
            </a:extLst>
          </p:cNvPr>
          <p:cNvSpPr/>
          <p:nvPr/>
        </p:nvSpPr>
        <p:spPr>
          <a:xfrm>
            <a:off x="304800" y="1295400"/>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4" name="object 4">
            <a:extLst>
              <a:ext uri="{FF2B5EF4-FFF2-40B4-BE49-F238E27FC236}">
                <a16:creationId xmlns:a16="http://schemas.microsoft.com/office/drawing/2014/main" id="{F1432C8D-5B26-FB34-A921-AF1D12B5EA4B}"/>
              </a:ext>
            </a:extLst>
          </p:cNvPr>
          <p:cNvSpPr/>
          <p:nvPr/>
        </p:nvSpPr>
        <p:spPr>
          <a:xfrm>
            <a:off x="304800" y="8458200"/>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6" name="TextBox 5">
            <a:extLst>
              <a:ext uri="{FF2B5EF4-FFF2-40B4-BE49-F238E27FC236}">
                <a16:creationId xmlns:a16="http://schemas.microsoft.com/office/drawing/2014/main" id="{E0CB8F8B-643F-BDCC-6206-8C58BB86F11F}"/>
              </a:ext>
            </a:extLst>
          </p:cNvPr>
          <p:cNvSpPr txBox="1"/>
          <p:nvPr/>
        </p:nvSpPr>
        <p:spPr>
          <a:xfrm>
            <a:off x="3886200" y="1213358"/>
            <a:ext cx="3276600" cy="2554545"/>
          </a:xfrm>
          <a:prstGeom prst="rect">
            <a:avLst/>
          </a:prstGeom>
          <a:noFill/>
        </p:spPr>
        <p:txBody>
          <a:bodyPr wrap="square" rtlCol="0">
            <a:spAutoFit/>
          </a:bodyPr>
          <a:lstStyle/>
          <a:p>
            <a:r>
              <a:rPr lang="en-US" sz="1000" dirty="0"/>
              <a:t>The 2025–2026 program year was a fantastic year of bonding, growth, development, and fun for our Group 6 Senior Teens. </a:t>
            </a:r>
            <a:br>
              <a:rPr lang="en-US" sz="1000" dirty="0"/>
            </a:br>
            <a:br>
              <a:rPr lang="en-US" sz="1000" dirty="0"/>
            </a:br>
            <a:r>
              <a:rPr lang="en-US" sz="1000" dirty="0"/>
              <a:t>From the very first retreat to the final celebration, our teens embraced every opportunity to lead, learn, serve, and grow together. </a:t>
            </a:r>
            <a:br>
              <a:rPr lang="en-US" sz="1000" dirty="0"/>
            </a:br>
            <a:br>
              <a:rPr lang="en-US" sz="1000" dirty="0"/>
            </a:br>
            <a:r>
              <a:rPr lang="en-US" sz="1000" dirty="0"/>
              <a:t>Their collective efforts exemplified the values of Jack and Jill, and each activity demonstrated their commitment to all five Culture Thrusts—Cultural, Civic/Legislative, Educational, Health, and Social/Recreational. What follows is a reflection on a year defined by creativity, civic engagement, academic exploration, service, and joyful fellowship.</a:t>
            </a:r>
          </a:p>
          <a:p>
            <a:endParaRPr lang="en-US" sz="1000" dirty="0"/>
          </a:p>
        </p:txBody>
      </p:sp>
      <p:sp>
        <p:nvSpPr>
          <p:cNvPr id="7" name="Holder 4">
            <a:extLst>
              <a:ext uri="{FF2B5EF4-FFF2-40B4-BE49-F238E27FC236}">
                <a16:creationId xmlns:a16="http://schemas.microsoft.com/office/drawing/2014/main" id="{011A7275-1838-62F5-5B8C-674060D9CF43}"/>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65</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13100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C94D261-F90E-AABF-7975-6729A5373A34}"/>
              </a:ext>
            </a:extLst>
          </p:cNvPr>
          <p:cNvGrpSpPr/>
          <p:nvPr/>
        </p:nvGrpSpPr>
        <p:grpSpPr>
          <a:xfrm>
            <a:off x="6019800" y="630364"/>
            <a:ext cx="1061085" cy="1061085"/>
            <a:chOff x="6215126" y="445262"/>
            <a:chExt cx="1061085" cy="1061085"/>
          </a:xfrm>
        </p:grpSpPr>
        <p:sp>
          <p:nvSpPr>
            <p:cNvPr id="3" name="object 400">
              <a:extLst>
                <a:ext uri="{FF2B5EF4-FFF2-40B4-BE49-F238E27FC236}">
                  <a16:creationId xmlns:a16="http://schemas.microsoft.com/office/drawing/2014/main" id="{3D86AAC8-CA24-FC0D-9B58-0E5046592B8C}"/>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4" name="object 403">
              <a:hlinkClick r:id="rId2" action="ppaction://hlinksldjump"/>
              <a:extLst>
                <a:ext uri="{FF2B5EF4-FFF2-40B4-BE49-F238E27FC236}">
                  <a16:creationId xmlns:a16="http://schemas.microsoft.com/office/drawing/2014/main" id="{29F050F1-A7D5-1773-D3A4-0B2F54371D35}"/>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5" name="object 404">
              <a:extLst>
                <a:ext uri="{FF2B5EF4-FFF2-40B4-BE49-F238E27FC236}">
                  <a16:creationId xmlns:a16="http://schemas.microsoft.com/office/drawing/2014/main" id="{5D0BE801-B0B2-2394-D022-62D632090082}"/>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
        <p:nvSpPr>
          <p:cNvPr id="6" name="object 397">
            <a:extLst>
              <a:ext uri="{FF2B5EF4-FFF2-40B4-BE49-F238E27FC236}">
                <a16:creationId xmlns:a16="http://schemas.microsoft.com/office/drawing/2014/main" id="{644EE5FE-2207-078D-7824-40905132014F}"/>
              </a:ext>
            </a:extLst>
          </p:cNvPr>
          <p:cNvSpPr txBox="1"/>
          <p:nvPr/>
        </p:nvSpPr>
        <p:spPr>
          <a:xfrm>
            <a:off x="1376997" y="5029200"/>
            <a:ext cx="5018405" cy="1243930"/>
          </a:xfrm>
          <a:prstGeom prst="rect">
            <a:avLst/>
          </a:prstGeom>
        </p:spPr>
        <p:txBody>
          <a:bodyPr vert="horz" wrap="square" lIns="0" tIns="12700" rIns="0" bIns="0" rtlCol="0">
            <a:spAutoFit/>
          </a:bodyPr>
          <a:lstStyle/>
          <a:p>
            <a:pPr marL="103505">
              <a:lnSpc>
                <a:spcPct val="100000"/>
              </a:lnSpc>
            </a:pPr>
            <a:r>
              <a:rPr lang="en-US" sz="4000" spc="0" dirty="0">
                <a:solidFill>
                  <a:schemeClr val="bg1"/>
                </a:solidFill>
                <a:latin typeface="Arial Black"/>
                <a:cs typeface="Arial Black"/>
              </a:rPr>
              <a:t>National Recognition Days </a:t>
            </a:r>
          </a:p>
        </p:txBody>
      </p:sp>
      <p:sp>
        <p:nvSpPr>
          <p:cNvPr id="7" name="object 402">
            <a:extLst>
              <a:ext uri="{FF2B5EF4-FFF2-40B4-BE49-F238E27FC236}">
                <a16:creationId xmlns:a16="http://schemas.microsoft.com/office/drawing/2014/main" id="{20E2DD25-97AF-732D-9C71-F024510F1902}"/>
              </a:ext>
            </a:extLst>
          </p:cNvPr>
          <p:cNvSpPr txBox="1"/>
          <p:nvPr/>
        </p:nvSpPr>
        <p:spPr>
          <a:xfrm>
            <a:off x="1380553" y="4530471"/>
            <a:ext cx="1458595" cy="353302"/>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lang="en-US" sz="1900" spc="-595" dirty="0">
                <a:solidFill>
                  <a:srgbClr val="FFFFFF"/>
                </a:solidFill>
                <a:latin typeface="Arial Black"/>
                <a:cs typeface="Arial Black"/>
              </a:rPr>
              <a:t>3</a:t>
            </a:r>
            <a:endParaRPr sz="1900" dirty="0">
              <a:latin typeface="Arial Black"/>
              <a:cs typeface="Arial Black"/>
            </a:endParaRPr>
          </a:p>
        </p:txBody>
      </p:sp>
    </p:spTree>
    <p:extLst>
      <p:ext uri="{BB962C8B-B14F-4D97-AF65-F5344CB8AC3E}">
        <p14:creationId xmlns:p14="http://schemas.microsoft.com/office/powerpoint/2010/main" val="32945476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B939BF6A-9650-437A-CFBF-3B2405999CE4}"/>
              </a:ext>
            </a:extLst>
          </p:cNvPr>
          <p:cNvGrpSpPr/>
          <p:nvPr/>
        </p:nvGrpSpPr>
        <p:grpSpPr>
          <a:xfrm>
            <a:off x="1828800" y="464125"/>
            <a:ext cx="1487170" cy="1487170"/>
            <a:chOff x="5821902" y="510183"/>
            <a:chExt cx="1487170" cy="1487170"/>
          </a:xfrm>
        </p:grpSpPr>
        <p:pic>
          <p:nvPicPr>
            <p:cNvPr id="5" name="object 5">
              <a:extLst>
                <a:ext uri="{FF2B5EF4-FFF2-40B4-BE49-F238E27FC236}">
                  <a16:creationId xmlns:a16="http://schemas.microsoft.com/office/drawing/2014/main" id="{E4A4685C-9BE5-8DD1-3BC1-488E03E75BFB}"/>
                </a:ext>
              </a:extLst>
            </p:cNvPr>
            <p:cNvPicPr/>
            <p:nvPr/>
          </p:nvPicPr>
          <p:blipFill>
            <a:blip r:embed="rId3" cstate="print"/>
            <a:stretch>
              <a:fillRect/>
            </a:stretch>
          </p:blipFill>
          <p:spPr>
            <a:xfrm>
              <a:off x="5821902" y="510183"/>
              <a:ext cx="1486700" cy="1487170"/>
            </a:xfrm>
            <a:prstGeom prst="rect">
              <a:avLst/>
            </a:prstGeom>
          </p:spPr>
        </p:pic>
        <p:sp>
          <p:nvSpPr>
            <p:cNvPr id="6" name="object 6">
              <a:extLst>
                <a:ext uri="{FF2B5EF4-FFF2-40B4-BE49-F238E27FC236}">
                  <a16:creationId xmlns:a16="http://schemas.microsoft.com/office/drawing/2014/main" id="{28DC3778-137C-D4B8-28F3-10BF474008BF}"/>
                </a:ext>
              </a:extLst>
            </p:cNvPr>
            <p:cNvSpPr/>
            <p:nvPr/>
          </p:nvSpPr>
          <p:spPr>
            <a:xfrm>
              <a:off x="5821902" y="510183"/>
              <a:ext cx="1487170" cy="1487170"/>
            </a:xfrm>
            <a:custGeom>
              <a:avLst/>
              <a:gdLst/>
              <a:ahLst/>
              <a:cxnLst/>
              <a:rect l="l" t="t" r="r" b="b"/>
              <a:pathLst>
                <a:path w="1487170" h="1487170">
                  <a:moveTo>
                    <a:pt x="0" y="25400"/>
                  </a:moveTo>
                  <a:lnTo>
                    <a:pt x="0" y="1461300"/>
                  </a:lnTo>
                  <a:lnTo>
                    <a:pt x="0" y="1486700"/>
                  </a:lnTo>
                  <a:lnTo>
                    <a:pt x="25400" y="1486700"/>
                  </a:lnTo>
                  <a:lnTo>
                    <a:pt x="1461300" y="1486700"/>
                  </a:lnTo>
                  <a:lnTo>
                    <a:pt x="1486700" y="1486700"/>
                  </a:lnTo>
                  <a:lnTo>
                    <a:pt x="1486700" y="1461300"/>
                  </a:lnTo>
                  <a:lnTo>
                    <a:pt x="1486700" y="25400"/>
                  </a:lnTo>
                  <a:lnTo>
                    <a:pt x="1486700" y="0"/>
                  </a:lnTo>
                  <a:lnTo>
                    <a:pt x="1461300" y="0"/>
                  </a:lnTo>
                  <a:lnTo>
                    <a:pt x="25400" y="0"/>
                  </a:lnTo>
                  <a:lnTo>
                    <a:pt x="0" y="0"/>
                  </a:lnTo>
                  <a:lnTo>
                    <a:pt x="0" y="25400"/>
                  </a:lnTo>
                  <a:close/>
                </a:path>
              </a:pathLst>
            </a:custGeom>
            <a:ln w="50800">
              <a:solidFill>
                <a:srgbClr val="FFFFFF"/>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28C04AC5-D7D6-81B8-2B90-E557260275D0}"/>
              </a:ext>
            </a:extLst>
          </p:cNvPr>
          <p:cNvSpPr txBox="1"/>
          <p:nvPr/>
        </p:nvSpPr>
        <p:spPr>
          <a:xfrm>
            <a:off x="411742" y="2262389"/>
            <a:ext cx="2414270" cy="238760"/>
          </a:xfrm>
          <a:prstGeom prst="rect">
            <a:avLst/>
          </a:prstGeom>
        </p:spPr>
        <p:txBody>
          <a:bodyPr vert="horz" wrap="square" lIns="0" tIns="12700" rIns="0" bIns="0" rtlCol="0">
            <a:spAutoFit/>
          </a:bodyPr>
          <a:lstStyle/>
          <a:p>
            <a:pPr marL="12700">
              <a:lnSpc>
                <a:spcPct val="100000"/>
              </a:lnSpc>
              <a:spcBef>
                <a:spcPts val="100"/>
              </a:spcBef>
            </a:pPr>
            <a:r>
              <a:rPr sz="1400" spc="-65" dirty="0">
                <a:solidFill>
                  <a:srgbClr val="1D5495"/>
                </a:solidFill>
                <a:latin typeface="Arial Black"/>
                <a:cs typeface="Arial Black"/>
              </a:rPr>
              <a:t>National</a:t>
            </a:r>
            <a:r>
              <a:rPr sz="1400" spc="-60" dirty="0">
                <a:solidFill>
                  <a:srgbClr val="1D5495"/>
                </a:solidFill>
                <a:latin typeface="Arial Black"/>
                <a:cs typeface="Arial Black"/>
              </a:rPr>
              <a:t> </a:t>
            </a:r>
            <a:r>
              <a:rPr sz="1400" spc="-75" dirty="0">
                <a:solidFill>
                  <a:srgbClr val="1D5495"/>
                </a:solidFill>
                <a:latin typeface="Arial Black"/>
                <a:cs typeface="Arial Black"/>
              </a:rPr>
              <a:t>Recognition</a:t>
            </a:r>
            <a:r>
              <a:rPr sz="1400" spc="-55" dirty="0">
                <a:solidFill>
                  <a:srgbClr val="1D5495"/>
                </a:solidFill>
                <a:latin typeface="Arial Black"/>
                <a:cs typeface="Arial Black"/>
              </a:rPr>
              <a:t> </a:t>
            </a:r>
            <a:r>
              <a:rPr sz="1400" spc="-20" dirty="0">
                <a:solidFill>
                  <a:srgbClr val="1D5495"/>
                </a:solidFill>
                <a:latin typeface="Arial Black"/>
                <a:cs typeface="Arial Black"/>
              </a:rPr>
              <a:t>Days</a:t>
            </a:r>
            <a:endParaRPr sz="1400" dirty="0">
              <a:latin typeface="Arial Black"/>
              <a:cs typeface="Arial Black"/>
            </a:endParaRPr>
          </a:p>
        </p:txBody>
      </p:sp>
      <p:sp>
        <p:nvSpPr>
          <p:cNvPr id="8" name="object 8">
            <a:extLst>
              <a:ext uri="{FF2B5EF4-FFF2-40B4-BE49-F238E27FC236}">
                <a16:creationId xmlns:a16="http://schemas.microsoft.com/office/drawing/2014/main" id="{E8C3F098-BD7C-B7E8-5EAA-191211B9BEA9}"/>
              </a:ext>
            </a:extLst>
          </p:cNvPr>
          <p:cNvSpPr txBox="1"/>
          <p:nvPr/>
        </p:nvSpPr>
        <p:spPr>
          <a:xfrm>
            <a:off x="433738" y="2770104"/>
            <a:ext cx="3306445" cy="6558206"/>
          </a:xfrm>
          <a:prstGeom prst="rect">
            <a:avLst/>
          </a:prstGeom>
        </p:spPr>
        <p:txBody>
          <a:bodyPr vert="horz" wrap="square" lIns="0" tIns="12700" rIns="0" bIns="0" rtlCol="0">
            <a:spAutoFit/>
          </a:bodyPr>
          <a:lstStyle/>
          <a:p>
            <a:pPr algn="l">
              <a:lnSpc>
                <a:spcPct val="100000"/>
              </a:lnSpc>
              <a:spcBef>
                <a:spcPts val="100"/>
              </a:spcBef>
            </a:pPr>
            <a:r>
              <a:rPr sz="1200" spc="-75" dirty="0">
                <a:solidFill>
                  <a:srgbClr val="1D5495"/>
                </a:solidFill>
                <a:latin typeface="Arial Black"/>
                <a:cs typeface="Arial Black"/>
              </a:rPr>
              <a:t>In</a:t>
            </a:r>
            <a:r>
              <a:rPr sz="1200" spc="-80" dirty="0">
                <a:solidFill>
                  <a:srgbClr val="1D5495"/>
                </a:solidFill>
                <a:latin typeface="Arial Black"/>
                <a:cs typeface="Arial Black"/>
              </a:rPr>
              <a:t> Loving </a:t>
            </a:r>
            <a:r>
              <a:rPr sz="1200" spc="-40" dirty="0">
                <a:solidFill>
                  <a:srgbClr val="1D5495"/>
                </a:solidFill>
                <a:latin typeface="Arial Black"/>
                <a:cs typeface="Arial Black"/>
              </a:rPr>
              <a:t>Memory</a:t>
            </a:r>
            <a:r>
              <a:rPr sz="1200" spc="-80" dirty="0">
                <a:solidFill>
                  <a:srgbClr val="1D5495"/>
                </a:solidFill>
                <a:latin typeface="Arial Black"/>
                <a:cs typeface="Arial Black"/>
              </a:rPr>
              <a:t> </a:t>
            </a:r>
            <a:r>
              <a:rPr sz="1200" spc="-60" dirty="0">
                <a:solidFill>
                  <a:srgbClr val="1D5495"/>
                </a:solidFill>
                <a:latin typeface="Arial Black"/>
                <a:cs typeface="Arial Black"/>
              </a:rPr>
              <a:t>of</a:t>
            </a:r>
            <a:r>
              <a:rPr sz="1200" spc="-75" dirty="0">
                <a:solidFill>
                  <a:srgbClr val="1D5495"/>
                </a:solidFill>
                <a:latin typeface="Arial Black"/>
                <a:cs typeface="Arial Black"/>
              </a:rPr>
              <a:t> </a:t>
            </a:r>
            <a:r>
              <a:rPr sz="1200" spc="-55" dirty="0">
                <a:solidFill>
                  <a:srgbClr val="1D5495"/>
                </a:solidFill>
                <a:latin typeface="Arial Black"/>
                <a:cs typeface="Arial Black"/>
              </a:rPr>
              <a:t>Carole</a:t>
            </a:r>
            <a:r>
              <a:rPr sz="1200" spc="-80" dirty="0">
                <a:solidFill>
                  <a:srgbClr val="1D5495"/>
                </a:solidFill>
                <a:latin typeface="Arial Black"/>
                <a:cs typeface="Arial Black"/>
              </a:rPr>
              <a:t> </a:t>
            </a:r>
            <a:r>
              <a:rPr sz="1200" spc="-10" dirty="0">
                <a:solidFill>
                  <a:srgbClr val="1D5495"/>
                </a:solidFill>
                <a:latin typeface="Arial Black"/>
                <a:cs typeface="Arial Black"/>
              </a:rPr>
              <a:t>Robertson</a:t>
            </a:r>
            <a:endParaRPr sz="1200" dirty="0">
              <a:latin typeface="Arial Black"/>
              <a:cs typeface="Arial Black"/>
            </a:endParaRPr>
          </a:p>
          <a:p>
            <a:pPr marL="12700" marR="427355">
              <a:lnSpc>
                <a:spcPct val="100000"/>
              </a:lnSpc>
              <a:spcBef>
                <a:spcPts val="1310"/>
              </a:spcBef>
            </a:pPr>
            <a:r>
              <a:rPr sz="1000" spc="-95" dirty="0">
                <a:solidFill>
                  <a:srgbClr val="27AAE1"/>
                </a:solidFill>
                <a:latin typeface="Arial Black"/>
                <a:cs typeface="Arial Black"/>
              </a:rPr>
              <a:t>Who:</a:t>
            </a:r>
            <a:r>
              <a:rPr sz="1000" spc="-70" dirty="0">
                <a:solidFill>
                  <a:srgbClr val="27AAE1"/>
                </a:solidFill>
                <a:latin typeface="Arial Black"/>
                <a:cs typeface="Arial Black"/>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Senior</a:t>
            </a:r>
            <a:r>
              <a:rPr sz="1000" spc="-5" dirty="0">
                <a:solidFill>
                  <a:srgbClr val="231F20"/>
                </a:solidFill>
                <a:latin typeface="Arial"/>
                <a:cs typeface="Arial"/>
              </a:rPr>
              <a:t> </a:t>
            </a:r>
            <a:r>
              <a:rPr sz="1000" spc="-20" dirty="0">
                <a:solidFill>
                  <a:srgbClr val="231F20"/>
                </a:solidFill>
                <a:latin typeface="Arial"/>
                <a:cs typeface="Arial"/>
              </a:rPr>
              <a:t>Teens</a:t>
            </a:r>
            <a:r>
              <a:rPr sz="1000" spc="-10"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dirty="0">
                <a:solidFill>
                  <a:srgbClr val="231F20"/>
                </a:solidFill>
                <a:latin typeface="Arial"/>
                <a:cs typeface="Arial"/>
              </a:rPr>
              <a:t>the</a:t>
            </a:r>
            <a:r>
              <a:rPr sz="1000" spc="-5" dirty="0">
                <a:solidFill>
                  <a:srgbClr val="231F20"/>
                </a:solidFill>
                <a:latin typeface="Arial"/>
                <a:cs typeface="Arial"/>
              </a:rPr>
              <a:t> </a:t>
            </a:r>
            <a:r>
              <a:rPr sz="1000" dirty="0">
                <a:solidFill>
                  <a:srgbClr val="231F20"/>
                </a:solidFill>
                <a:latin typeface="Arial"/>
                <a:cs typeface="Arial"/>
              </a:rPr>
              <a:t>Montgomery</a:t>
            </a:r>
            <a:r>
              <a:rPr sz="1000" spc="-5" dirty="0">
                <a:solidFill>
                  <a:srgbClr val="231F20"/>
                </a:solidFill>
                <a:latin typeface="Arial"/>
                <a:cs typeface="Arial"/>
              </a:rPr>
              <a:t> </a:t>
            </a:r>
            <a:r>
              <a:rPr sz="1000" spc="-10" dirty="0">
                <a:solidFill>
                  <a:srgbClr val="231F20"/>
                </a:solidFill>
                <a:latin typeface="Arial"/>
                <a:cs typeface="Arial"/>
              </a:rPr>
              <a:t>County </a:t>
            </a:r>
            <a:r>
              <a:rPr sz="1000" dirty="0">
                <a:solidFill>
                  <a:srgbClr val="231F20"/>
                </a:solidFill>
                <a:latin typeface="Arial"/>
                <a:cs typeface="Arial"/>
              </a:rPr>
              <a:t>Maryland</a:t>
            </a:r>
            <a:r>
              <a:rPr sz="1000" spc="-25" dirty="0">
                <a:solidFill>
                  <a:srgbClr val="231F20"/>
                </a:solidFill>
                <a:latin typeface="Arial"/>
                <a:cs typeface="Arial"/>
              </a:rPr>
              <a:t> </a:t>
            </a:r>
            <a:r>
              <a:rPr sz="1000" spc="-10" dirty="0">
                <a:solidFill>
                  <a:srgbClr val="231F20"/>
                </a:solidFill>
                <a:latin typeface="Arial"/>
                <a:cs typeface="Arial"/>
              </a:rPr>
              <a:t>Chapter</a:t>
            </a:r>
            <a:endParaRPr sz="1000" dirty="0">
              <a:latin typeface="Arial"/>
              <a:cs typeface="Arial"/>
            </a:endParaRPr>
          </a:p>
          <a:p>
            <a:pPr marL="12700" marR="203200">
              <a:lnSpc>
                <a:spcPct val="100000"/>
              </a:lnSpc>
              <a:spcBef>
                <a:spcPts val="900"/>
              </a:spcBef>
            </a:pPr>
            <a:r>
              <a:rPr sz="1000" spc="-105" dirty="0">
                <a:solidFill>
                  <a:srgbClr val="27AAE1"/>
                </a:solidFill>
                <a:latin typeface="Arial Black"/>
                <a:cs typeface="Arial Black"/>
              </a:rPr>
              <a:t>What:</a:t>
            </a:r>
            <a:r>
              <a:rPr sz="1000" spc="-70" dirty="0">
                <a:solidFill>
                  <a:srgbClr val="27AAE1"/>
                </a:solidFill>
                <a:latin typeface="Arial Black"/>
                <a:cs typeface="Arial Black"/>
              </a:rPr>
              <a:t> </a:t>
            </a:r>
            <a:r>
              <a:rPr lang="en-US" sz="1000" dirty="0">
                <a:solidFill>
                  <a:srgbClr val="231F20"/>
                </a:solidFill>
                <a:latin typeface="Arial"/>
                <a:cs typeface="Arial"/>
              </a:rPr>
              <a:t>In a poignant and meaningful moment during the Jack and Jill Day festivities, the Senior Teens of the Montgomery County Maryland Chapter came together to pay tribute to Carole Robertson, a young life lost to the tragic events of September 15, 1963, at the 16th Street Baptist Church in Birmingham, AL. Weeks before the picnic, a one-page resource guide providing links to videos, media, activity sheets, and books, including the book "Seven Days with Carole," was included in the chapter’s bi-weekly newsletter. This document, which provided information for all ages and learning differences, helped prime our children and teens for the tribute that would take place at the picnic. In Carole’s honor, the participating teens, along with chapter members, wore black shirts with the first names of each girl who perished in the church bombing printed on the front of the shirt.</a:t>
            </a:r>
          </a:p>
          <a:p>
            <a:pPr marL="12700" marR="203200">
              <a:lnSpc>
                <a:spcPct val="100000"/>
              </a:lnSpc>
              <a:spcBef>
                <a:spcPts val="900"/>
              </a:spcBef>
            </a:pPr>
            <a:r>
              <a:rPr lang="en-US" sz="1000" dirty="0">
                <a:solidFill>
                  <a:srgbClr val="231F20"/>
                </a:solidFill>
                <a:latin typeface="Arial"/>
                <a:cs typeface="Arial"/>
              </a:rPr>
              <a:t>Immediately after the Remembrance Ceremony, Teen President Victoria Townsend conducted a brief Q&amp;A session with Father Amos Townsend and his guest, Ann Jimerson.  Both were adolescents living in Birmingham, AL, that day in 1963. Ann was the daughter of a white minister who was serving as executive director of the Alabama Council on Human Relations at that time. Decades later, she shares the impact that day had on her and her family. She also shared with our chapter a project called Kids in Birmingham 1963, which offers a platform for people who were living in Birmingham to tell their personal stories of coming of age in that turbulent time, stories that may otherwise be left out of history.</a:t>
            </a:r>
          </a:p>
          <a:p>
            <a:pPr marL="12700" marR="136525">
              <a:spcBef>
                <a:spcPts val="900"/>
              </a:spcBef>
            </a:pPr>
            <a:r>
              <a:rPr sz="1000" spc="-95" dirty="0">
                <a:solidFill>
                  <a:srgbClr val="27AAE1"/>
                </a:solidFill>
                <a:latin typeface="Arial Black"/>
                <a:cs typeface="Arial Black"/>
              </a:rPr>
              <a:t>Why:</a:t>
            </a:r>
            <a:r>
              <a:rPr sz="1000" spc="-60" dirty="0">
                <a:solidFill>
                  <a:srgbClr val="27AAE1"/>
                </a:solidFill>
                <a:latin typeface="Arial Black"/>
                <a:cs typeface="Arial Black"/>
              </a:rPr>
              <a:t> </a:t>
            </a:r>
            <a:r>
              <a:rPr lang="en-US" sz="1000" spc="-10" dirty="0">
                <a:solidFill>
                  <a:srgbClr val="231F20"/>
                </a:solidFill>
                <a:latin typeface="Arial"/>
                <a:cs typeface="Arial"/>
              </a:rPr>
              <a:t>This tribute was a powerful reminder of the importance of the sacrifices that were made on our behalf.  It also recognizes the value of oral and documented stories told by those who were witnesses to historical events.</a:t>
            </a:r>
          </a:p>
        </p:txBody>
      </p:sp>
      <p:sp>
        <p:nvSpPr>
          <p:cNvPr id="9" name="object 9">
            <a:extLst>
              <a:ext uri="{FF2B5EF4-FFF2-40B4-BE49-F238E27FC236}">
                <a16:creationId xmlns:a16="http://schemas.microsoft.com/office/drawing/2014/main" id="{9C9329A8-0C86-3A86-F88A-229FFBBE4306}"/>
              </a:ext>
            </a:extLst>
          </p:cNvPr>
          <p:cNvSpPr txBox="1"/>
          <p:nvPr/>
        </p:nvSpPr>
        <p:spPr>
          <a:xfrm>
            <a:off x="4016375" y="5248564"/>
            <a:ext cx="3311525" cy="161636"/>
          </a:xfrm>
          <a:prstGeom prst="rect">
            <a:avLst/>
          </a:prstGeom>
        </p:spPr>
        <p:txBody>
          <a:bodyPr vert="horz" wrap="square" lIns="0" tIns="12700" rIns="0" bIns="0" rtlCol="0">
            <a:spAutoFit/>
          </a:bodyPr>
          <a:lstStyle/>
          <a:p>
            <a:pPr marL="12700">
              <a:lnSpc>
                <a:spcPct val="100000"/>
              </a:lnSpc>
              <a:spcBef>
                <a:spcPts val="100"/>
              </a:spcBef>
              <a:tabLst>
                <a:tab pos="3298190" algn="l"/>
              </a:tabLst>
            </a:pPr>
            <a:r>
              <a:rPr sz="1000" u="sng" dirty="0">
                <a:solidFill>
                  <a:srgbClr val="231F20"/>
                </a:solidFill>
                <a:uFill>
                  <a:solidFill>
                    <a:srgbClr val="F06CA6"/>
                  </a:solidFill>
                </a:uFill>
                <a:latin typeface="Arial"/>
                <a:cs typeface="Arial"/>
              </a:rPr>
              <a:t>	</a:t>
            </a:r>
            <a:endParaRPr sz="1000">
              <a:latin typeface="Arial"/>
              <a:cs typeface="Arial"/>
            </a:endParaRPr>
          </a:p>
        </p:txBody>
      </p:sp>
      <p:sp>
        <p:nvSpPr>
          <p:cNvPr id="10" name="object 10">
            <a:extLst>
              <a:ext uri="{FF2B5EF4-FFF2-40B4-BE49-F238E27FC236}">
                <a16:creationId xmlns:a16="http://schemas.microsoft.com/office/drawing/2014/main" id="{CE845C1F-CEF1-085E-BD52-14FED6BCCE77}"/>
              </a:ext>
            </a:extLst>
          </p:cNvPr>
          <p:cNvSpPr/>
          <p:nvPr/>
        </p:nvSpPr>
        <p:spPr>
          <a:xfrm>
            <a:off x="295275" y="2590800"/>
            <a:ext cx="3286125" cy="0"/>
          </a:xfrm>
          <a:custGeom>
            <a:avLst/>
            <a:gdLst/>
            <a:ahLst/>
            <a:cxnLst/>
            <a:rect l="l" t="t" r="r" b="b"/>
            <a:pathLst>
              <a:path w="3286125">
                <a:moveTo>
                  <a:pt x="0" y="0"/>
                </a:moveTo>
                <a:lnTo>
                  <a:pt x="3286125" y="0"/>
                </a:lnTo>
              </a:path>
            </a:pathLst>
          </a:custGeom>
          <a:ln w="12700">
            <a:solidFill>
              <a:srgbClr val="F06CA6"/>
            </a:solidFill>
          </a:ln>
        </p:spPr>
        <p:txBody>
          <a:bodyPr wrap="square" lIns="0" tIns="0" rIns="0" bIns="0" rtlCol="0"/>
          <a:lstStyle/>
          <a:p>
            <a:endParaRPr/>
          </a:p>
        </p:txBody>
      </p:sp>
      <p:sp>
        <p:nvSpPr>
          <p:cNvPr id="11" name="object 11">
            <a:extLst>
              <a:ext uri="{FF2B5EF4-FFF2-40B4-BE49-F238E27FC236}">
                <a16:creationId xmlns:a16="http://schemas.microsoft.com/office/drawing/2014/main" id="{A77303AB-1577-A9A9-1A48-856B07F49528}"/>
              </a:ext>
            </a:extLst>
          </p:cNvPr>
          <p:cNvSpPr txBox="1"/>
          <p:nvPr/>
        </p:nvSpPr>
        <p:spPr>
          <a:xfrm>
            <a:off x="4016375" y="5562600"/>
            <a:ext cx="3293110" cy="3659976"/>
          </a:xfrm>
          <a:prstGeom prst="rect">
            <a:avLst/>
          </a:prstGeom>
        </p:spPr>
        <p:txBody>
          <a:bodyPr vert="horz" wrap="square" lIns="0" tIns="12700" rIns="0" bIns="0" rtlCol="0">
            <a:spAutoFit/>
          </a:bodyPr>
          <a:lstStyle/>
          <a:p>
            <a:pPr marL="1005205">
              <a:lnSpc>
                <a:spcPct val="100000"/>
              </a:lnSpc>
              <a:spcBef>
                <a:spcPts val="100"/>
              </a:spcBef>
            </a:pPr>
            <a:r>
              <a:rPr sz="1200" spc="-90" dirty="0">
                <a:solidFill>
                  <a:srgbClr val="1D5495"/>
                </a:solidFill>
                <a:latin typeface="Arial Black"/>
                <a:cs typeface="Arial Black"/>
              </a:rPr>
              <a:t>Jack</a:t>
            </a:r>
            <a:r>
              <a:rPr sz="1200" spc="-95" dirty="0">
                <a:solidFill>
                  <a:srgbClr val="1D5495"/>
                </a:solidFill>
                <a:latin typeface="Arial Black"/>
                <a:cs typeface="Arial Black"/>
              </a:rPr>
              <a:t> </a:t>
            </a:r>
            <a:r>
              <a:rPr sz="1200" dirty="0">
                <a:solidFill>
                  <a:srgbClr val="1D5495"/>
                </a:solidFill>
                <a:latin typeface="Arial Black"/>
                <a:cs typeface="Arial Black"/>
              </a:rPr>
              <a:t>and</a:t>
            </a:r>
            <a:r>
              <a:rPr sz="1200" spc="-95" dirty="0">
                <a:solidFill>
                  <a:srgbClr val="1D5495"/>
                </a:solidFill>
                <a:latin typeface="Arial Black"/>
                <a:cs typeface="Arial Black"/>
              </a:rPr>
              <a:t> Jill </a:t>
            </a:r>
            <a:r>
              <a:rPr sz="1200" spc="-25" dirty="0">
                <a:solidFill>
                  <a:srgbClr val="1D5495"/>
                </a:solidFill>
                <a:latin typeface="Arial Black"/>
                <a:cs typeface="Arial Black"/>
              </a:rPr>
              <a:t>Day</a:t>
            </a:r>
            <a:endParaRPr sz="1200" dirty="0">
              <a:latin typeface="Arial Black"/>
              <a:cs typeface="Arial Black"/>
            </a:endParaRPr>
          </a:p>
          <a:p>
            <a:pPr marL="12700" marR="304800">
              <a:lnSpc>
                <a:spcPct val="100000"/>
              </a:lnSpc>
              <a:spcBef>
                <a:spcPts val="1310"/>
              </a:spcBef>
            </a:pPr>
            <a:r>
              <a:rPr sz="1000" spc="-95" dirty="0">
                <a:solidFill>
                  <a:srgbClr val="27AAE1"/>
                </a:solidFill>
                <a:latin typeface="Arial Black"/>
                <a:cs typeface="Arial Black"/>
              </a:rPr>
              <a:t>Who:</a:t>
            </a:r>
            <a:r>
              <a:rPr sz="1000" spc="-70" dirty="0">
                <a:solidFill>
                  <a:srgbClr val="27AAE1"/>
                </a:solidFill>
                <a:latin typeface="Arial Black"/>
                <a:cs typeface="Arial Black"/>
              </a:rPr>
              <a:t> </a:t>
            </a:r>
            <a:r>
              <a:rPr lang="en-US" sz="1000" dirty="0">
                <a:solidFill>
                  <a:srgbClr val="231F20"/>
                </a:solidFill>
                <a:latin typeface="Arial"/>
                <a:cs typeface="Arial"/>
              </a:rPr>
              <a:t>The families of JJMCMC hosted by the Father's Auxiliary </a:t>
            </a:r>
          </a:p>
          <a:p>
            <a:pPr marL="12700" marR="304800">
              <a:lnSpc>
                <a:spcPct val="100000"/>
              </a:lnSpc>
              <a:spcBef>
                <a:spcPts val="1310"/>
              </a:spcBef>
            </a:pPr>
            <a:r>
              <a:rPr sz="1000" spc="-105" dirty="0">
                <a:solidFill>
                  <a:srgbClr val="27AAE1"/>
                </a:solidFill>
                <a:latin typeface="Arial Black"/>
                <a:cs typeface="Arial Black"/>
              </a:rPr>
              <a:t>What:</a:t>
            </a:r>
            <a:r>
              <a:rPr sz="1000" spc="-70" dirty="0">
                <a:solidFill>
                  <a:srgbClr val="27AAE1"/>
                </a:solidFill>
                <a:latin typeface="Arial Black"/>
                <a:cs typeface="Arial Black"/>
              </a:rPr>
              <a:t> </a:t>
            </a:r>
            <a:r>
              <a:rPr lang="en-US" sz="1000" dirty="0">
                <a:solidFill>
                  <a:srgbClr val="231F20"/>
                </a:solidFill>
                <a:latin typeface="Arial"/>
                <a:cs typeface="Arial"/>
              </a:rPr>
              <a:t>The Father's Auxiliary hosted a fun-filled Jack and Jill Day! With over 110 family members in attendance, the annual cookout was well attended. Held at the picturesque Ridge Park in Gaithersburg, MD, it marked the exciting beginning of our program year. </a:t>
            </a:r>
          </a:p>
          <a:p>
            <a:pPr marL="12700" marR="304800">
              <a:lnSpc>
                <a:spcPct val="100000"/>
              </a:lnSpc>
              <a:spcBef>
                <a:spcPts val="1310"/>
              </a:spcBef>
            </a:pPr>
            <a:r>
              <a:rPr sz="1000" spc="-95" dirty="0">
                <a:solidFill>
                  <a:srgbClr val="27AAE1"/>
                </a:solidFill>
                <a:latin typeface="Arial Black"/>
                <a:cs typeface="Arial Black"/>
              </a:rPr>
              <a:t>Why:</a:t>
            </a:r>
            <a:r>
              <a:rPr sz="1000" spc="-70" dirty="0">
                <a:solidFill>
                  <a:srgbClr val="27AAE1"/>
                </a:solidFill>
                <a:latin typeface="Arial Black"/>
                <a:cs typeface="Arial Black"/>
              </a:rPr>
              <a:t> </a:t>
            </a:r>
            <a:r>
              <a:rPr lang="en-US" sz="1000" dirty="0">
                <a:solidFill>
                  <a:srgbClr val="231F20"/>
                </a:solidFill>
                <a:latin typeface="Arial"/>
                <a:cs typeface="Arial"/>
              </a:rPr>
              <a:t>Jack and Jill Day provided a much-needed opportunity for our members to come together and get to know our newly initiated members. The event was filled with music, laughter, games, dance, and mouthwatering food that left everyone with lasting memories.</a:t>
            </a:r>
          </a:p>
          <a:p>
            <a:pPr marL="12700">
              <a:lnSpc>
                <a:spcPct val="100000"/>
              </a:lnSpc>
              <a:spcBef>
                <a:spcPts val="900"/>
              </a:spcBef>
            </a:pPr>
            <a:r>
              <a:rPr sz="1000" spc="-95" dirty="0">
                <a:solidFill>
                  <a:srgbClr val="27AAE1"/>
                </a:solidFill>
                <a:latin typeface="Arial Black"/>
                <a:cs typeface="Arial Black"/>
              </a:rPr>
              <a:t>When:</a:t>
            </a:r>
            <a:r>
              <a:rPr sz="1000" spc="-65" dirty="0">
                <a:solidFill>
                  <a:srgbClr val="27AAE1"/>
                </a:solidFill>
                <a:latin typeface="Arial Black"/>
                <a:cs typeface="Arial Black"/>
              </a:rPr>
              <a:t> </a:t>
            </a:r>
            <a:r>
              <a:rPr lang="en-US" sz="1000" dirty="0">
                <a:solidFill>
                  <a:srgbClr val="231F20"/>
                </a:solidFill>
                <a:latin typeface="Arial"/>
                <a:cs typeface="Arial"/>
              </a:rPr>
              <a:t>September 20, 2026 </a:t>
            </a:r>
          </a:p>
          <a:p>
            <a:pPr marL="12700">
              <a:lnSpc>
                <a:spcPct val="100000"/>
              </a:lnSpc>
              <a:spcBef>
                <a:spcPts val="900"/>
              </a:spcBef>
            </a:pPr>
            <a:r>
              <a:rPr sz="1000" spc="-105" dirty="0">
                <a:solidFill>
                  <a:srgbClr val="27AAE1"/>
                </a:solidFill>
                <a:latin typeface="Arial Black"/>
                <a:cs typeface="Arial Black"/>
              </a:rPr>
              <a:t>Where:</a:t>
            </a:r>
            <a:r>
              <a:rPr sz="1000" spc="-80" dirty="0">
                <a:solidFill>
                  <a:srgbClr val="27AAE1"/>
                </a:solidFill>
                <a:latin typeface="Arial Black"/>
                <a:cs typeface="Arial Black"/>
              </a:rPr>
              <a:t> </a:t>
            </a:r>
            <a:r>
              <a:rPr lang="en-US" sz="1000" spc="-10" dirty="0">
                <a:solidFill>
                  <a:srgbClr val="231F20"/>
                </a:solidFill>
                <a:latin typeface="Arial"/>
                <a:cs typeface="Arial"/>
              </a:rPr>
              <a:t>Ridge Park, Gaithersburg, MD </a:t>
            </a:r>
          </a:p>
          <a:p>
            <a:pPr marL="12700">
              <a:spcBef>
                <a:spcPts val="900"/>
              </a:spcBef>
            </a:pPr>
            <a:r>
              <a:rPr sz="1000" spc="-120" dirty="0">
                <a:solidFill>
                  <a:srgbClr val="27AAE1"/>
                </a:solidFill>
                <a:latin typeface="Arial Black"/>
                <a:cs typeface="Arial Black"/>
              </a:rPr>
              <a:t>How:</a:t>
            </a:r>
            <a:r>
              <a:rPr sz="1000" spc="-65" dirty="0">
                <a:solidFill>
                  <a:srgbClr val="27AAE1"/>
                </a:solidFill>
                <a:latin typeface="Arial Black"/>
                <a:cs typeface="Arial Black"/>
              </a:rPr>
              <a:t> </a:t>
            </a:r>
            <a:r>
              <a:rPr lang="en-US" sz="1000" spc="-10" dirty="0">
                <a:solidFill>
                  <a:srgbClr val="231F20"/>
                </a:solidFill>
                <a:latin typeface="Arial"/>
                <a:cs typeface="Arial"/>
              </a:rPr>
              <a:t>Planned and executed by the Fathers Auxiliary </a:t>
            </a:r>
            <a:endParaRPr sz="1000" dirty="0">
              <a:latin typeface="Arial"/>
              <a:cs typeface="Arial"/>
            </a:endParaRPr>
          </a:p>
        </p:txBody>
      </p:sp>
      <p:grpSp>
        <p:nvGrpSpPr>
          <p:cNvPr id="12" name="object 12">
            <a:extLst>
              <a:ext uri="{FF2B5EF4-FFF2-40B4-BE49-F238E27FC236}">
                <a16:creationId xmlns:a16="http://schemas.microsoft.com/office/drawing/2014/main" id="{47DDE400-AD8A-C979-1C32-83CDB57D1EAF}"/>
              </a:ext>
            </a:extLst>
          </p:cNvPr>
          <p:cNvGrpSpPr/>
          <p:nvPr/>
        </p:nvGrpSpPr>
        <p:grpSpPr>
          <a:xfrm>
            <a:off x="446124" y="726380"/>
            <a:ext cx="1250315" cy="1250315"/>
            <a:chOff x="446124" y="726380"/>
            <a:chExt cx="1250315" cy="1250315"/>
          </a:xfrm>
        </p:grpSpPr>
        <p:pic>
          <p:nvPicPr>
            <p:cNvPr id="13" name="object 13">
              <a:extLst>
                <a:ext uri="{FF2B5EF4-FFF2-40B4-BE49-F238E27FC236}">
                  <a16:creationId xmlns:a16="http://schemas.microsoft.com/office/drawing/2014/main" id="{28854F1E-C7A5-6610-A84A-B0FF43F19FE1}"/>
                </a:ext>
              </a:extLst>
            </p:cNvPr>
            <p:cNvPicPr/>
            <p:nvPr/>
          </p:nvPicPr>
          <p:blipFill>
            <a:blip r:embed="rId4" cstate="print"/>
            <a:stretch>
              <a:fillRect/>
            </a:stretch>
          </p:blipFill>
          <p:spPr>
            <a:xfrm>
              <a:off x="496925" y="777189"/>
              <a:ext cx="1148713" cy="1148702"/>
            </a:xfrm>
            <a:prstGeom prst="rect">
              <a:avLst/>
            </a:prstGeom>
          </p:spPr>
        </p:pic>
        <p:sp>
          <p:nvSpPr>
            <p:cNvPr id="14" name="object 14">
              <a:extLst>
                <a:ext uri="{FF2B5EF4-FFF2-40B4-BE49-F238E27FC236}">
                  <a16:creationId xmlns:a16="http://schemas.microsoft.com/office/drawing/2014/main" id="{98ED9BE6-6E35-FAC5-E631-AA6E4685A551}"/>
                </a:ext>
              </a:extLst>
            </p:cNvPr>
            <p:cNvSpPr/>
            <p:nvPr/>
          </p:nvSpPr>
          <p:spPr>
            <a:xfrm>
              <a:off x="471524" y="751780"/>
              <a:ext cx="1199515" cy="1199515"/>
            </a:xfrm>
            <a:custGeom>
              <a:avLst/>
              <a:gdLst/>
              <a:ahLst/>
              <a:cxnLst/>
              <a:rect l="l" t="t" r="r" b="b"/>
              <a:pathLst>
                <a:path w="1199514" h="1199514">
                  <a:moveTo>
                    <a:pt x="0" y="25400"/>
                  </a:moveTo>
                  <a:lnTo>
                    <a:pt x="0" y="1174102"/>
                  </a:lnTo>
                  <a:lnTo>
                    <a:pt x="0" y="1199502"/>
                  </a:lnTo>
                  <a:lnTo>
                    <a:pt x="25400" y="1199502"/>
                  </a:lnTo>
                  <a:lnTo>
                    <a:pt x="1174115" y="1199502"/>
                  </a:lnTo>
                  <a:lnTo>
                    <a:pt x="1199515" y="1199502"/>
                  </a:lnTo>
                  <a:lnTo>
                    <a:pt x="1199515" y="1174102"/>
                  </a:lnTo>
                  <a:lnTo>
                    <a:pt x="1199515" y="25400"/>
                  </a:lnTo>
                  <a:lnTo>
                    <a:pt x="1199515" y="0"/>
                  </a:lnTo>
                  <a:lnTo>
                    <a:pt x="1174115" y="0"/>
                  </a:lnTo>
                  <a:lnTo>
                    <a:pt x="25400" y="0"/>
                  </a:lnTo>
                  <a:lnTo>
                    <a:pt x="0" y="0"/>
                  </a:lnTo>
                  <a:lnTo>
                    <a:pt x="0" y="25400"/>
                  </a:lnTo>
                  <a:close/>
                </a:path>
              </a:pathLst>
            </a:custGeom>
            <a:ln w="50800">
              <a:solidFill>
                <a:srgbClr val="FFFFFF"/>
              </a:solidFill>
            </a:ln>
          </p:spPr>
          <p:txBody>
            <a:bodyPr wrap="square" lIns="0" tIns="0" rIns="0" bIns="0" rtlCol="0"/>
            <a:lstStyle/>
            <a:p>
              <a:endParaRPr/>
            </a:p>
          </p:txBody>
        </p:sp>
      </p:grpSp>
      <p:sp>
        <p:nvSpPr>
          <p:cNvPr id="15" name="object 15">
            <a:extLst>
              <a:ext uri="{FF2B5EF4-FFF2-40B4-BE49-F238E27FC236}">
                <a16:creationId xmlns:a16="http://schemas.microsoft.com/office/drawing/2014/main" id="{796CCB32-56A1-7773-9B18-3B3ADB379132}"/>
              </a:ext>
            </a:extLst>
          </p:cNvPr>
          <p:cNvSpPr txBox="1"/>
          <p:nvPr/>
        </p:nvSpPr>
        <p:spPr>
          <a:xfrm>
            <a:off x="4016375" y="2266175"/>
            <a:ext cx="3291840" cy="2975173"/>
          </a:xfrm>
          <a:prstGeom prst="rect">
            <a:avLst/>
          </a:prstGeom>
        </p:spPr>
        <p:txBody>
          <a:bodyPr vert="horz" wrap="square" lIns="0" tIns="12700" rIns="0" bIns="0" rtlCol="0">
            <a:spAutoFit/>
          </a:bodyPr>
          <a:lstStyle/>
          <a:p>
            <a:pPr marL="12700" marR="136525">
              <a:spcBef>
                <a:spcPts val="900"/>
              </a:spcBef>
            </a:pPr>
            <a:r>
              <a:rPr lang="en-US" sz="1000" spc="-10" dirty="0">
                <a:solidFill>
                  <a:srgbClr val="231F20"/>
                </a:solidFill>
                <a:latin typeface="Arial"/>
                <a:cs typeface="Arial"/>
              </a:rPr>
              <a:t>As we reflect on the past, we are inspired to carry forward the torch of justice and equality for future generations. The Senior Teens of the Montgomery County Maryland Chapter came together with a profound sense of purpose, reflecting on the sacrifice of Carole Robertson and her companions. The Senior Teens of the Montgomery County Maryland Chapter came together with a keen sense of purpose, reflecting on the sacrifice of Carole Robertson and her companions. In remembering Carole and learning from Father Townsend and Ms. Jimerson, we honor Carole’s memory and rededicate ourselves to the ongoing struggle for civil rights, equality, and justice for all. </a:t>
            </a:r>
            <a:endParaRPr lang="en-US" sz="1000" dirty="0">
              <a:latin typeface="Arial"/>
              <a:cs typeface="Arial"/>
            </a:endParaRPr>
          </a:p>
          <a:p>
            <a:pPr marL="12700">
              <a:lnSpc>
                <a:spcPct val="100000"/>
              </a:lnSpc>
              <a:spcBef>
                <a:spcPts val="900"/>
              </a:spcBef>
            </a:pPr>
            <a:r>
              <a:rPr sz="1000" spc="-95" dirty="0">
                <a:solidFill>
                  <a:srgbClr val="27AAE1"/>
                </a:solidFill>
                <a:latin typeface="Arial Black"/>
                <a:cs typeface="Arial Black"/>
              </a:rPr>
              <a:t>When:</a:t>
            </a:r>
            <a:r>
              <a:rPr sz="1000" spc="-65" dirty="0">
                <a:solidFill>
                  <a:srgbClr val="27AAE1"/>
                </a:solidFill>
                <a:latin typeface="Arial Black"/>
                <a:cs typeface="Arial Black"/>
              </a:rPr>
              <a:t> </a:t>
            </a:r>
            <a:r>
              <a:rPr lang="en-US" sz="1000" dirty="0">
                <a:solidFill>
                  <a:srgbClr val="231F20"/>
                </a:solidFill>
                <a:latin typeface="Arial"/>
                <a:cs typeface="Arial"/>
              </a:rPr>
              <a:t>September 20, 2026 </a:t>
            </a:r>
          </a:p>
          <a:p>
            <a:pPr marL="12700">
              <a:lnSpc>
                <a:spcPct val="100000"/>
              </a:lnSpc>
              <a:spcBef>
                <a:spcPts val="900"/>
              </a:spcBef>
            </a:pPr>
            <a:r>
              <a:rPr sz="1000" spc="-105" dirty="0">
                <a:solidFill>
                  <a:srgbClr val="27AAE1"/>
                </a:solidFill>
                <a:latin typeface="Arial Black"/>
                <a:cs typeface="Arial Black"/>
              </a:rPr>
              <a:t>Where:</a:t>
            </a:r>
            <a:r>
              <a:rPr sz="1000" spc="-80" dirty="0">
                <a:solidFill>
                  <a:srgbClr val="27AAE1"/>
                </a:solidFill>
                <a:latin typeface="Arial Black"/>
                <a:cs typeface="Arial Black"/>
              </a:rPr>
              <a:t> </a:t>
            </a:r>
            <a:r>
              <a:rPr lang="en-US" sz="1000" spc="-10" dirty="0">
                <a:solidFill>
                  <a:srgbClr val="231F20"/>
                </a:solidFill>
                <a:latin typeface="Arial"/>
                <a:cs typeface="Arial"/>
              </a:rPr>
              <a:t>Ridge Park, Gaithersburg, MD </a:t>
            </a:r>
          </a:p>
          <a:p>
            <a:pPr marL="12700">
              <a:spcBef>
                <a:spcPts val="900"/>
              </a:spcBef>
            </a:pPr>
            <a:r>
              <a:rPr sz="1000" spc="-120" dirty="0">
                <a:solidFill>
                  <a:srgbClr val="27AAE1"/>
                </a:solidFill>
                <a:latin typeface="Arial Black"/>
                <a:cs typeface="Arial Black"/>
              </a:rPr>
              <a:t>How:</a:t>
            </a:r>
            <a:r>
              <a:rPr sz="1000" spc="-65" dirty="0">
                <a:solidFill>
                  <a:srgbClr val="27AAE1"/>
                </a:solidFill>
                <a:latin typeface="Arial Black"/>
                <a:cs typeface="Arial Black"/>
              </a:rPr>
              <a:t> </a:t>
            </a:r>
            <a:r>
              <a:rPr lang="en-US" sz="1000" spc="-10" dirty="0">
                <a:solidFill>
                  <a:srgbClr val="231F20"/>
                </a:solidFill>
                <a:latin typeface="Arial"/>
                <a:cs typeface="Arial"/>
              </a:rPr>
              <a:t>Planned and executed by Group 6-Sr. </a:t>
            </a:r>
            <a:br>
              <a:rPr lang="en-US" sz="1000" spc="-10" dirty="0">
                <a:solidFill>
                  <a:srgbClr val="231F20"/>
                </a:solidFill>
                <a:latin typeface="Arial"/>
                <a:cs typeface="Arial"/>
              </a:rPr>
            </a:br>
            <a:r>
              <a:rPr lang="en-US" sz="1000" spc="-10" dirty="0">
                <a:solidFill>
                  <a:srgbClr val="231F20"/>
                </a:solidFill>
                <a:latin typeface="Arial"/>
                <a:cs typeface="Arial"/>
              </a:rPr>
              <a:t>Teens and Teen Advisors </a:t>
            </a:r>
            <a:endParaRPr sz="1000" dirty="0">
              <a:latin typeface="Arial"/>
              <a:cs typeface="Arial"/>
            </a:endParaRPr>
          </a:p>
        </p:txBody>
      </p:sp>
      <p:sp>
        <p:nvSpPr>
          <p:cNvPr id="17" name="Holder 4">
            <a:extLst>
              <a:ext uri="{FF2B5EF4-FFF2-40B4-BE49-F238E27FC236}">
                <a16:creationId xmlns:a16="http://schemas.microsoft.com/office/drawing/2014/main" id="{1F5FA8F5-8E14-4669-D915-DA99F71910EE}"/>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67</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25984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F0EC334B-C1F8-0F6B-6E59-366BBBAC2F83}"/>
              </a:ext>
            </a:extLst>
          </p:cNvPr>
          <p:cNvSpPr txBox="1"/>
          <p:nvPr/>
        </p:nvSpPr>
        <p:spPr>
          <a:xfrm>
            <a:off x="442150" y="1526768"/>
            <a:ext cx="3215450" cy="6017032"/>
          </a:xfrm>
          <a:prstGeom prst="rect">
            <a:avLst/>
          </a:prstGeom>
        </p:spPr>
        <p:txBody>
          <a:bodyPr vert="horz" wrap="square" lIns="0" tIns="12700" rIns="0" bIns="0" rtlCol="0">
            <a:spAutoFit/>
          </a:bodyPr>
          <a:lstStyle/>
          <a:p>
            <a:pPr marR="403225">
              <a:lnSpc>
                <a:spcPct val="100000"/>
              </a:lnSpc>
            </a:pPr>
            <a:r>
              <a:rPr lang="en-US" sz="1200" spc="-75" dirty="0">
                <a:solidFill>
                  <a:srgbClr val="1D5495"/>
                </a:solidFill>
                <a:latin typeface="Arial Black"/>
                <a:cs typeface="Arial Black"/>
              </a:rPr>
              <a:t>Honoring a Visionary: Founder's Day Celebration in Tribute to Marion Stubbs Thomas</a:t>
            </a:r>
          </a:p>
          <a:p>
            <a:pPr marL="12700" marR="451484">
              <a:lnSpc>
                <a:spcPct val="100000"/>
              </a:lnSpc>
              <a:spcBef>
                <a:spcPts val="1310"/>
              </a:spcBef>
            </a:pPr>
            <a:r>
              <a:rPr sz="1000" spc="-95" dirty="0">
                <a:solidFill>
                  <a:srgbClr val="27AAE1"/>
                </a:solidFill>
                <a:latin typeface="Arial Black"/>
                <a:cs typeface="Arial Black"/>
              </a:rPr>
              <a:t>Who:</a:t>
            </a:r>
            <a:r>
              <a:rPr sz="1000" spc="-80" dirty="0">
                <a:solidFill>
                  <a:srgbClr val="27AAE1"/>
                </a:solidFill>
                <a:latin typeface="Arial Black"/>
                <a:cs typeface="Arial Black"/>
              </a:rPr>
              <a:t> </a:t>
            </a:r>
            <a:r>
              <a:rPr lang="en-US" sz="1000" dirty="0">
                <a:solidFill>
                  <a:srgbClr val="231F20"/>
                </a:solidFill>
                <a:latin typeface="Arial"/>
                <a:cs typeface="Arial"/>
              </a:rPr>
              <a:t>The Montgomery County, MD Chapter jointly with the MD/DC Coalition of Presidents </a:t>
            </a:r>
          </a:p>
          <a:p>
            <a:pPr marL="12700" marR="451484">
              <a:lnSpc>
                <a:spcPct val="100000"/>
              </a:lnSpc>
              <a:spcBef>
                <a:spcPts val="1310"/>
              </a:spcBef>
            </a:pPr>
            <a:r>
              <a:rPr sz="1000" spc="-105" dirty="0">
                <a:solidFill>
                  <a:srgbClr val="27AAE1"/>
                </a:solidFill>
                <a:latin typeface="Arial Black"/>
                <a:cs typeface="Arial Black"/>
              </a:rPr>
              <a:t>What:</a:t>
            </a:r>
            <a:r>
              <a:rPr sz="1000" spc="-45" dirty="0">
                <a:solidFill>
                  <a:srgbClr val="27AAE1"/>
                </a:solidFill>
                <a:latin typeface="Arial Black"/>
                <a:cs typeface="Arial Black"/>
              </a:rPr>
              <a:t> </a:t>
            </a:r>
            <a:r>
              <a:rPr lang="en-US" sz="1000" dirty="0">
                <a:solidFill>
                  <a:srgbClr val="231F20"/>
                </a:solidFill>
                <a:latin typeface="Arial"/>
                <a:cs typeface="Arial"/>
              </a:rPr>
              <a:t>This year, Montgomery County, MD Chapter of Jack and Jill of America, Inc. will proudly host a Founder's Day Celebration paying tribute to our visionary founder, Marion Stubbs Thomas. Under the leadership of the Chapter President, and in collaboration with fellow Presidents from the Maryland and Washington, D.C. chapters, this gathering will honor the remarkable woman whose vision continues to inspire generations of families and children across the nation.</a:t>
            </a:r>
          </a:p>
          <a:p>
            <a:endParaRPr lang="en-US" sz="1000" spc="-95" dirty="0">
              <a:solidFill>
                <a:srgbClr val="27AAE1"/>
              </a:solidFill>
              <a:latin typeface="Arial Black"/>
              <a:cs typeface="Arial Black"/>
            </a:endParaRPr>
          </a:p>
          <a:p>
            <a:r>
              <a:rPr sz="1000" spc="-95" dirty="0">
                <a:solidFill>
                  <a:srgbClr val="27AAE1"/>
                </a:solidFill>
                <a:latin typeface="Arial Black"/>
                <a:cs typeface="Arial Black"/>
              </a:rPr>
              <a:t>Why:</a:t>
            </a:r>
            <a:r>
              <a:rPr sz="1000" spc="-70" dirty="0">
                <a:solidFill>
                  <a:srgbClr val="27AAE1"/>
                </a:solidFill>
                <a:latin typeface="Arial Black"/>
                <a:cs typeface="Arial Black"/>
              </a:rPr>
              <a:t> </a:t>
            </a:r>
            <a:r>
              <a:rPr lang="en-US" sz="1000" dirty="0"/>
              <a:t>In that same spirit of unity, the coalition of Presidents will also encourage their chapters to participate in the Founder's Day and Children's March in Washington, D.C., a powerful recognition of Jack and Jill of America’s long-standing legacy. This symbolic gathering will bring together members young and old to honor the past, celebrate the present, and reaffirm our commitment to shaping a brighter future for all children.</a:t>
            </a:r>
          </a:p>
          <a:p>
            <a:r>
              <a:rPr lang="en-US" sz="1000" dirty="0"/>
              <a:t>As we come together in celebration and purpose, we honor Marion Stubbs Thomas not only for founding Jack and Jill of America, but for planting a seed of vision and possibility that continues to grow—strong, proud, and everlasting.</a:t>
            </a:r>
            <a:endParaRPr sz="1000" dirty="0">
              <a:latin typeface="Arial"/>
              <a:cs typeface="Arial"/>
            </a:endParaRPr>
          </a:p>
          <a:p>
            <a:pPr marL="12700">
              <a:lnSpc>
                <a:spcPct val="100000"/>
              </a:lnSpc>
              <a:spcBef>
                <a:spcPts val="900"/>
              </a:spcBef>
            </a:pPr>
            <a:r>
              <a:rPr sz="1000" spc="-95" dirty="0">
                <a:solidFill>
                  <a:srgbClr val="27AAE1"/>
                </a:solidFill>
                <a:latin typeface="Arial Black"/>
                <a:cs typeface="Arial Black"/>
              </a:rPr>
              <a:t>When:</a:t>
            </a:r>
            <a:r>
              <a:rPr sz="1000" spc="-75" dirty="0">
                <a:solidFill>
                  <a:srgbClr val="27AAE1"/>
                </a:solidFill>
                <a:latin typeface="Arial Black"/>
                <a:cs typeface="Arial Black"/>
              </a:rPr>
              <a:t> </a:t>
            </a:r>
            <a:r>
              <a:rPr lang="en-US" sz="1000" spc="-25" dirty="0">
                <a:solidFill>
                  <a:srgbClr val="231F20"/>
                </a:solidFill>
                <a:latin typeface="Arial"/>
                <a:cs typeface="Arial"/>
              </a:rPr>
              <a:t>Sunday, January 31, 2027 </a:t>
            </a:r>
          </a:p>
          <a:p>
            <a:pPr marL="12700">
              <a:lnSpc>
                <a:spcPct val="100000"/>
              </a:lnSpc>
              <a:spcBef>
                <a:spcPts val="900"/>
              </a:spcBef>
            </a:pPr>
            <a:r>
              <a:rPr sz="1000" spc="-105" dirty="0">
                <a:solidFill>
                  <a:srgbClr val="27AAE1"/>
                </a:solidFill>
                <a:latin typeface="Arial Black"/>
                <a:cs typeface="Arial Black"/>
              </a:rPr>
              <a:t>Where:</a:t>
            </a:r>
            <a:r>
              <a:rPr sz="1000" spc="-50" dirty="0">
                <a:solidFill>
                  <a:srgbClr val="27AAE1"/>
                </a:solidFill>
                <a:latin typeface="Arial Black"/>
                <a:cs typeface="Arial Black"/>
              </a:rPr>
              <a:t> </a:t>
            </a:r>
            <a:r>
              <a:rPr lang="en-US" sz="1000" dirty="0">
                <a:solidFill>
                  <a:srgbClr val="231F20"/>
                </a:solidFill>
                <a:latin typeface="Arial"/>
                <a:cs typeface="Arial"/>
              </a:rPr>
              <a:t>Howard University</a:t>
            </a:r>
          </a:p>
          <a:p>
            <a:pPr marL="12700">
              <a:spcBef>
                <a:spcPts val="900"/>
              </a:spcBef>
            </a:pPr>
            <a:r>
              <a:rPr sz="1000" spc="-120" dirty="0">
                <a:solidFill>
                  <a:srgbClr val="27AAE1"/>
                </a:solidFill>
                <a:latin typeface="Arial Black"/>
                <a:cs typeface="Arial Black"/>
              </a:rPr>
              <a:t>How:</a:t>
            </a:r>
            <a:r>
              <a:rPr sz="1000" spc="-55" dirty="0">
                <a:solidFill>
                  <a:srgbClr val="27AAE1"/>
                </a:solidFill>
                <a:latin typeface="Arial Black"/>
                <a:cs typeface="Arial Black"/>
              </a:rPr>
              <a:t> </a:t>
            </a:r>
            <a:r>
              <a:rPr lang="en-US" sz="1000" spc="-10" dirty="0">
                <a:solidFill>
                  <a:srgbClr val="231F20"/>
                </a:solidFill>
                <a:latin typeface="Arial"/>
                <a:cs typeface="Arial"/>
              </a:rPr>
              <a:t>Planned and executed by the Coalition </a:t>
            </a:r>
            <a:br>
              <a:rPr lang="en-US" sz="1000" spc="-10" dirty="0">
                <a:solidFill>
                  <a:srgbClr val="231F20"/>
                </a:solidFill>
                <a:latin typeface="Arial"/>
                <a:cs typeface="Arial"/>
              </a:rPr>
            </a:br>
            <a:r>
              <a:rPr lang="en-US" sz="1000" spc="-10" dirty="0">
                <a:solidFill>
                  <a:srgbClr val="231F20"/>
                </a:solidFill>
                <a:latin typeface="Arial"/>
                <a:cs typeface="Arial"/>
              </a:rPr>
              <a:t>of Presidents of DC and Maryland </a:t>
            </a:r>
            <a:endParaRPr sz="1000" dirty="0">
              <a:latin typeface="Arial"/>
              <a:cs typeface="Arial"/>
            </a:endParaRPr>
          </a:p>
        </p:txBody>
      </p:sp>
      <p:sp>
        <p:nvSpPr>
          <p:cNvPr id="3" name="object 6">
            <a:extLst>
              <a:ext uri="{FF2B5EF4-FFF2-40B4-BE49-F238E27FC236}">
                <a16:creationId xmlns:a16="http://schemas.microsoft.com/office/drawing/2014/main" id="{9E9E12A4-36A1-B492-5190-FF2406C81AF2}"/>
              </a:ext>
            </a:extLst>
          </p:cNvPr>
          <p:cNvSpPr txBox="1"/>
          <p:nvPr/>
        </p:nvSpPr>
        <p:spPr>
          <a:xfrm>
            <a:off x="4012447" y="1447800"/>
            <a:ext cx="2817495" cy="465512"/>
          </a:xfrm>
          <a:prstGeom prst="rect">
            <a:avLst/>
          </a:prstGeom>
        </p:spPr>
        <p:txBody>
          <a:bodyPr vert="horz" wrap="square" lIns="0" tIns="74930" rIns="0" bIns="0" rtlCol="0">
            <a:spAutoFit/>
          </a:bodyPr>
          <a:lstStyle/>
          <a:p>
            <a:pPr algn="l">
              <a:lnSpc>
                <a:spcPct val="100000"/>
              </a:lnSpc>
              <a:spcBef>
                <a:spcPts val="590"/>
              </a:spcBef>
            </a:pPr>
            <a:r>
              <a:rPr sz="1200" spc="-50" dirty="0">
                <a:solidFill>
                  <a:srgbClr val="1D5495"/>
                </a:solidFill>
                <a:latin typeface="Arial Black"/>
                <a:cs typeface="Arial Black"/>
              </a:rPr>
              <a:t>Martin</a:t>
            </a:r>
            <a:r>
              <a:rPr sz="1200" spc="-85" dirty="0">
                <a:solidFill>
                  <a:srgbClr val="1D5495"/>
                </a:solidFill>
                <a:latin typeface="Arial Black"/>
                <a:cs typeface="Arial Black"/>
              </a:rPr>
              <a:t> </a:t>
            </a:r>
            <a:r>
              <a:rPr sz="1200" spc="-90" dirty="0">
                <a:solidFill>
                  <a:srgbClr val="1D5495"/>
                </a:solidFill>
                <a:latin typeface="Arial Black"/>
                <a:cs typeface="Arial Black"/>
              </a:rPr>
              <a:t>Luther</a:t>
            </a:r>
            <a:r>
              <a:rPr sz="1200" spc="-80" dirty="0">
                <a:solidFill>
                  <a:srgbClr val="1D5495"/>
                </a:solidFill>
                <a:latin typeface="Arial Black"/>
                <a:cs typeface="Arial Black"/>
              </a:rPr>
              <a:t> </a:t>
            </a:r>
            <a:r>
              <a:rPr sz="1200" spc="-85" dirty="0">
                <a:solidFill>
                  <a:srgbClr val="1D5495"/>
                </a:solidFill>
                <a:latin typeface="Arial Black"/>
                <a:cs typeface="Arial Black"/>
              </a:rPr>
              <a:t>King,</a:t>
            </a:r>
            <a:r>
              <a:rPr sz="1200" spc="-80" dirty="0">
                <a:solidFill>
                  <a:srgbClr val="1D5495"/>
                </a:solidFill>
                <a:latin typeface="Arial Black"/>
                <a:cs typeface="Arial Black"/>
              </a:rPr>
              <a:t> </a:t>
            </a:r>
            <a:r>
              <a:rPr sz="1200" spc="-125" dirty="0">
                <a:solidFill>
                  <a:srgbClr val="1D5495"/>
                </a:solidFill>
                <a:latin typeface="Arial Black"/>
                <a:cs typeface="Arial Black"/>
              </a:rPr>
              <a:t>Jr.</a:t>
            </a:r>
            <a:r>
              <a:rPr sz="1200" spc="-85" dirty="0">
                <a:solidFill>
                  <a:srgbClr val="1D5495"/>
                </a:solidFill>
                <a:latin typeface="Arial Black"/>
                <a:cs typeface="Arial Black"/>
              </a:rPr>
              <a:t> </a:t>
            </a:r>
            <a:r>
              <a:rPr sz="1200" spc="-40" dirty="0">
                <a:solidFill>
                  <a:srgbClr val="1D5495"/>
                </a:solidFill>
                <a:latin typeface="Arial Black"/>
                <a:cs typeface="Arial Black"/>
              </a:rPr>
              <a:t>Day</a:t>
            </a:r>
            <a:r>
              <a:rPr sz="1200" spc="-80" dirty="0">
                <a:solidFill>
                  <a:srgbClr val="1D5495"/>
                </a:solidFill>
                <a:latin typeface="Arial Black"/>
                <a:cs typeface="Arial Black"/>
              </a:rPr>
              <a:t> </a:t>
            </a:r>
            <a:r>
              <a:rPr sz="1200" spc="-60" dirty="0">
                <a:solidFill>
                  <a:srgbClr val="1D5495"/>
                </a:solidFill>
                <a:latin typeface="Arial Black"/>
                <a:cs typeface="Arial Black"/>
              </a:rPr>
              <a:t>of</a:t>
            </a:r>
            <a:r>
              <a:rPr sz="1200" spc="-80" dirty="0">
                <a:solidFill>
                  <a:srgbClr val="1D5495"/>
                </a:solidFill>
                <a:latin typeface="Arial Black"/>
                <a:cs typeface="Arial Black"/>
              </a:rPr>
              <a:t> </a:t>
            </a:r>
            <a:r>
              <a:rPr sz="1200" spc="-35" dirty="0">
                <a:solidFill>
                  <a:srgbClr val="1D5495"/>
                </a:solidFill>
                <a:latin typeface="Arial Black"/>
                <a:cs typeface="Arial Black"/>
              </a:rPr>
              <a:t>Service</a:t>
            </a:r>
            <a:endParaRPr sz="1200" dirty="0">
              <a:latin typeface="Arial Black"/>
              <a:cs typeface="Arial Black"/>
            </a:endParaRPr>
          </a:p>
          <a:p>
            <a:pPr algn="l">
              <a:lnSpc>
                <a:spcPct val="100000"/>
              </a:lnSpc>
              <a:spcBef>
                <a:spcPts val="409"/>
              </a:spcBef>
            </a:pPr>
            <a:r>
              <a:rPr lang="en-US" sz="1000" dirty="0">
                <a:solidFill>
                  <a:srgbClr val="231F20"/>
                </a:solidFill>
                <a:latin typeface="Arial"/>
                <a:cs typeface="Arial"/>
              </a:rPr>
              <a:t>“Service in Action, Change in Motion”</a:t>
            </a:r>
          </a:p>
        </p:txBody>
      </p:sp>
      <p:sp>
        <p:nvSpPr>
          <p:cNvPr id="4" name="object 7">
            <a:extLst>
              <a:ext uri="{FF2B5EF4-FFF2-40B4-BE49-F238E27FC236}">
                <a16:creationId xmlns:a16="http://schemas.microsoft.com/office/drawing/2014/main" id="{DB22AA4D-FEA4-647B-A70E-8A87FBD9D650}"/>
              </a:ext>
            </a:extLst>
          </p:cNvPr>
          <p:cNvSpPr txBox="1"/>
          <p:nvPr/>
        </p:nvSpPr>
        <p:spPr>
          <a:xfrm>
            <a:off x="4012447" y="2073695"/>
            <a:ext cx="3457575" cy="3936975"/>
          </a:xfrm>
          <a:prstGeom prst="rect">
            <a:avLst/>
          </a:prstGeom>
        </p:spPr>
        <p:txBody>
          <a:bodyPr vert="horz" wrap="square" lIns="0" tIns="12700" rIns="0" bIns="0" rtlCol="0">
            <a:spAutoFit/>
          </a:bodyPr>
          <a:lstStyle/>
          <a:p>
            <a:pPr marL="12700" marR="10160" algn="l">
              <a:lnSpc>
                <a:spcPct val="100000"/>
              </a:lnSpc>
              <a:spcBef>
                <a:spcPts val="100"/>
              </a:spcBef>
            </a:pPr>
            <a:r>
              <a:rPr sz="1000" spc="-95" dirty="0">
                <a:solidFill>
                  <a:srgbClr val="27AAE1"/>
                </a:solidFill>
                <a:latin typeface="Arial Black"/>
                <a:cs typeface="Arial Black"/>
              </a:rPr>
              <a:t>Who:</a:t>
            </a:r>
            <a:r>
              <a:rPr sz="1000" spc="-60" dirty="0">
                <a:solidFill>
                  <a:srgbClr val="27AAE1"/>
                </a:solidFill>
                <a:latin typeface="Arial Black"/>
                <a:cs typeface="Arial Black"/>
              </a:rPr>
              <a:t> </a:t>
            </a:r>
            <a:r>
              <a:rPr sz="1000" dirty="0">
                <a:solidFill>
                  <a:srgbClr val="231F20"/>
                </a:solidFill>
                <a:latin typeface="Arial"/>
                <a:cs typeface="Arial"/>
              </a:rPr>
              <a:t>The</a:t>
            </a:r>
            <a:r>
              <a:rPr sz="1000" spc="5" dirty="0">
                <a:solidFill>
                  <a:srgbClr val="231F20"/>
                </a:solidFill>
                <a:latin typeface="Arial"/>
                <a:cs typeface="Arial"/>
              </a:rPr>
              <a:t> </a:t>
            </a:r>
            <a:r>
              <a:rPr sz="1000" spc="-20" dirty="0">
                <a:solidFill>
                  <a:srgbClr val="231F20"/>
                </a:solidFill>
                <a:latin typeface="Arial"/>
                <a:cs typeface="Arial"/>
              </a:rPr>
              <a:t>Families</a:t>
            </a:r>
            <a:r>
              <a:rPr sz="1000" spc="5" dirty="0">
                <a:solidFill>
                  <a:srgbClr val="231F20"/>
                </a:solidFill>
                <a:latin typeface="Arial"/>
                <a:cs typeface="Arial"/>
              </a:rPr>
              <a:t> </a:t>
            </a:r>
            <a:r>
              <a:rPr sz="1000" dirty="0">
                <a:solidFill>
                  <a:srgbClr val="231F20"/>
                </a:solidFill>
                <a:latin typeface="Arial"/>
                <a:cs typeface="Arial"/>
              </a:rPr>
              <a:t>of</a:t>
            </a:r>
            <a:r>
              <a:rPr sz="1000" spc="5" dirty="0">
                <a:solidFill>
                  <a:srgbClr val="231F20"/>
                </a:solidFill>
                <a:latin typeface="Arial"/>
                <a:cs typeface="Arial"/>
              </a:rPr>
              <a:t> </a:t>
            </a:r>
            <a:r>
              <a:rPr sz="1000" spc="-30" dirty="0">
                <a:solidFill>
                  <a:srgbClr val="231F20"/>
                </a:solidFill>
                <a:latin typeface="Arial"/>
                <a:cs typeface="Arial"/>
              </a:rPr>
              <a:t>JJMCMC</a:t>
            </a:r>
            <a:r>
              <a:rPr sz="1000" spc="5" dirty="0">
                <a:solidFill>
                  <a:srgbClr val="231F20"/>
                </a:solidFill>
                <a:latin typeface="Arial"/>
                <a:cs typeface="Arial"/>
              </a:rPr>
              <a:t> </a:t>
            </a:r>
            <a:r>
              <a:rPr sz="1000" dirty="0">
                <a:solidFill>
                  <a:srgbClr val="231F20"/>
                </a:solidFill>
                <a:latin typeface="Arial"/>
                <a:cs typeface="Arial"/>
              </a:rPr>
              <a:t>in</a:t>
            </a:r>
            <a:r>
              <a:rPr sz="1000" spc="5" dirty="0">
                <a:solidFill>
                  <a:srgbClr val="231F20"/>
                </a:solidFill>
                <a:latin typeface="Arial"/>
                <a:cs typeface="Arial"/>
              </a:rPr>
              <a:t> </a:t>
            </a:r>
            <a:r>
              <a:rPr sz="1000" dirty="0">
                <a:solidFill>
                  <a:srgbClr val="231F20"/>
                </a:solidFill>
                <a:latin typeface="Arial"/>
                <a:cs typeface="Arial"/>
              </a:rPr>
              <a:t>partnership with</a:t>
            </a:r>
            <a:r>
              <a:rPr sz="1000" spc="5" dirty="0">
                <a:solidFill>
                  <a:srgbClr val="231F20"/>
                </a:solidFill>
                <a:latin typeface="Arial"/>
                <a:cs typeface="Arial"/>
              </a:rPr>
              <a:t> </a:t>
            </a:r>
            <a:r>
              <a:rPr sz="1000" spc="-25" dirty="0">
                <a:solidFill>
                  <a:srgbClr val="231F20"/>
                </a:solidFill>
                <a:latin typeface="Arial"/>
                <a:cs typeface="Arial"/>
              </a:rPr>
              <a:t>the </a:t>
            </a:r>
            <a:r>
              <a:rPr sz="1000" dirty="0">
                <a:solidFill>
                  <a:srgbClr val="231F20"/>
                </a:solidFill>
                <a:latin typeface="Arial"/>
                <a:cs typeface="Arial"/>
              </a:rPr>
              <a:t>Divine</a:t>
            </a:r>
            <a:r>
              <a:rPr sz="1000" spc="5" dirty="0">
                <a:solidFill>
                  <a:srgbClr val="231F20"/>
                </a:solidFill>
                <a:latin typeface="Arial"/>
                <a:cs typeface="Arial"/>
              </a:rPr>
              <a:t> </a:t>
            </a:r>
            <a:r>
              <a:rPr sz="1000" dirty="0">
                <a:solidFill>
                  <a:srgbClr val="231F20"/>
                </a:solidFill>
                <a:latin typeface="Arial"/>
                <a:cs typeface="Arial"/>
              </a:rPr>
              <a:t>9</a:t>
            </a:r>
            <a:r>
              <a:rPr sz="1000" spc="10" dirty="0">
                <a:solidFill>
                  <a:srgbClr val="231F20"/>
                </a:solidFill>
                <a:latin typeface="Arial"/>
                <a:cs typeface="Arial"/>
              </a:rPr>
              <a:t> </a:t>
            </a:r>
            <a:r>
              <a:rPr sz="1000" dirty="0">
                <a:solidFill>
                  <a:srgbClr val="231F20"/>
                </a:solidFill>
                <a:latin typeface="Arial"/>
                <a:cs typeface="Arial"/>
              </a:rPr>
              <a:t>organizations</a:t>
            </a:r>
            <a:r>
              <a:rPr sz="1000" spc="10" dirty="0">
                <a:solidFill>
                  <a:srgbClr val="231F20"/>
                </a:solidFill>
                <a:latin typeface="Arial"/>
                <a:cs typeface="Arial"/>
              </a:rPr>
              <a:t> </a:t>
            </a:r>
            <a:r>
              <a:rPr sz="1000" dirty="0">
                <a:solidFill>
                  <a:srgbClr val="231F20"/>
                </a:solidFill>
                <a:latin typeface="Arial"/>
                <a:cs typeface="Arial"/>
              </a:rPr>
              <a:t>of</a:t>
            </a:r>
            <a:r>
              <a:rPr sz="1000" spc="10" dirty="0">
                <a:solidFill>
                  <a:srgbClr val="231F20"/>
                </a:solidFill>
                <a:latin typeface="Arial"/>
                <a:cs typeface="Arial"/>
              </a:rPr>
              <a:t> </a:t>
            </a:r>
            <a:r>
              <a:rPr sz="1000" dirty="0">
                <a:solidFill>
                  <a:srgbClr val="231F20"/>
                </a:solidFill>
                <a:latin typeface="Arial"/>
                <a:cs typeface="Arial"/>
              </a:rPr>
              <a:t>Montgomery</a:t>
            </a:r>
            <a:r>
              <a:rPr sz="1000" spc="10"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spc="-10" dirty="0">
                <a:solidFill>
                  <a:srgbClr val="231F20"/>
                </a:solidFill>
                <a:latin typeface="Arial"/>
                <a:cs typeface="Arial"/>
              </a:rPr>
              <a:t>Maryland</a:t>
            </a:r>
            <a:endParaRPr sz="1000" dirty="0">
              <a:latin typeface="Arial"/>
              <a:cs typeface="Arial"/>
            </a:endParaRPr>
          </a:p>
          <a:p>
            <a:pPr marL="12700" marR="5080" algn="l">
              <a:lnSpc>
                <a:spcPct val="100000"/>
              </a:lnSpc>
              <a:spcBef>
                <a:spcPts val="900"/>
              </a:spcBef>
            </a:pPr>
            <a:r>
              <a:rPr sz="1000" spc="-105" dirty="0">
                <a:solidFill>
                  <a:srgbClr val="27AAE1"/>
                </a:solidFill>
                <a:latin typeface="Arial Black"/>
                <a:cs typeface="Arial Black"/>
              </a:rPr>
              <a:t>What:</a:t>
            </a:r>
            <a:r>
              <a:rPr sz="1000" spc="-75" dirty="0">
                <a:solidFill>
                  <a:srgbClr val="27AAE1"/>
                </a:solidFill>
                <a:latin typeface="Arial Black"/>
                <a:cs typeface="Arial Black"/>
              </a:rPr>
              <a:t> </a:t>
            </a:r>
            <a:r>
              <a:rPr lang="en-US" sz="1000" dirty="0">
                <a:solidFill>
                  <a:srgbClr val="231F20"/>
                </a:solidFill>
                <a:latin typeface="Arial"/>
                <a:cs typeface="Arial"/>
              </a:rPr>
              <a:t>The Community Service Committee of JJMCMC, is collaboration with the Divine 9 organizations, is proud to host its annual Martin Luther King, Jr. Day of Service. This event will feature valuable wellness information and resources, including access to physical and mental health services available in our community. </a:t>
            </a:r>
          </a:p>
          <a:p>
            <a:pPr marL="12700" marR="5080" algn="l">
              <a:lnSpc>
                <a:spcPct val="100000"/>
              </a:lnSpc>
              <a:spcBef>
                <a:spcPts val="900"/>
              </a:spcBef>
            </a:pPr>
            <a:r>
              <a:rPr lang="en-US" sz="1000" dirty="0">
                <a:solidFill>
                  <a:srgbClr val="231F20"/>
                </a:solidFill>
                <a:latin typeface="Arial"/>
                <a:cs typeface="Arial"/>
              </a:rPr>
              <a:t>Participants will also take part in ____ service projects, assembling kits to support:</a:t>
            </a:r>
          </a:p>
          <a:p>
            <a:pPr marL="120650" marR="5080" indent="-107950" algn="l">
              <a:lnSpc>
                <a:spcPct val="100000"/>
              </a:lnSpc>
              <a:buFont typeface="Arial" panose="020B0604020202020204" pitchFamily="34" charset="0"/>
              <a:buChar char="•"/>
            </a:pPr>
            <a:r>
              <a:rPr lang="en-US" sz="1000" dirty="0">
                <a:solidFill>
                  <a:srgbClr val="231F20"/>
                </a:solidFill>
                <a:latin typeface="Arial"/>
                <a:cs typeface="Arial"/>
              </a:rPr>
              <a:t>TBD</a:t>
            </a:r>
          </a:p>
          <a:p>
            <a:pPr marL="12700" marR="5080" algn="l">
              <a:lnSpc>
                <a:spcPct val="100000"/>
              </a:lnSpc>
              <a:spcBef>
                <a:spcPts val="900"/>
              </a:spcBef>
            </a:pPr>
            <a:r>
              <a:rPr sz="1000" spc="-95" dirty="0">
                <a:solidFill>
                  <a:srgbClr val="27AAE1"/>
                </a:solidFill>
                <a:latin typeface="Arial Black"/>
                <a:cs typeface="Arial Black"/>
              </a:rPr>
              <a:t>Why:</a:t>
            </a:r>
            <a:r>
              <a:rPr sz="1000" spc="-75" dirty="0">
                <a:solidFill>
                  <a:srgbClr val="27AAE1"/>
                </a:solidFill>
                <a:latin typeface="Arial Black"/>
                <a:cs typeface="Arial Black"/>
              </a:rPr>
              <a:t> </a:t>
            </a:r>
            <a:r>
              <a:rPr lang="en-US" sz="1000" spc="-40" dirty="0">
                <a:solidFill>
                  <a:srgbClr val="231F20"/>
                </a:solidFill>
                <a:latin typeface="Arial"/>
                <a:cs typeface="Arial"/>
              </a:rPr>
              <a:t>Dr. King’s vision of a more equitable and inclusive society aligns with our mission to serve and uplift our community, especially children and families. Through this event, we aim to honor his legacy by improving access to essential services and inspiring collective action for positive change. </a:t>
            </a:r>
          </a:p>
          <a:p>
            <a:pPr marL="12700" marR="5080" algn="l">
              <a:lnSpc>
                <a:spcPct val="100000"/>
              </a:lnSpc>
              <a:spcBef>
                <a:spcPts val="900"/>
              </a:spcBef>
            </a:pPr>
            <a:r>
              <a:rPr sz="1000" spc="-95" dirty="0">
                <a:solidFill>
                  <a:srgbClr val="27AAE1"/>
                </a:solidFill>
                <a:latin typeface="Arial Black"/>
                <a:cs typeface="Arial Black"/>
              </a:rPr>
              <a:t>When:</a:t>
            </a:r>
            <a:r>
              <a:rPr sz="1000" spc="-55" dirty="0">
                <a:solidFill>
                  <a:srgbClr val="27AAE1"/>
                </a:solidFill>
                <a:latin typeface="Arial Black"/>
                <a:cs typeface="Arial Black"/>
              </a:rPr>
              <a:t> </a:t>
            </a:r>
            <a:r>
              <a:rPr lang="en-US" sz="1000" spc="-55" dirty="0">
                <a:solidFill>
                  <a:srgbClr val="231F20"/>
                </a:solidFill>
                <a:latin typeface="Arial"/>
                <a:cs typeface="Arial"/>
              </a:rPr>
              <a:t>TBD</a:t>
            </a:r>
            <a:endParaRPr lang="en-US" sz="1000" dirty="0">
              <a:solidFill>
                <a:srgbClr val="231F20"/>
              </a:solidFill>
              <a:latin typeface="Arial"/>
              <a:cs typeface="Arial"/>
            </a:endParaRPr>
          </a:p>
          <a:p>
            <a:pPr marL="12700" marR="5080" algn="l">
              <a:lnSpc>
                <a:spcPct val="100000"/>
              </a:lnSpc>
              <a:spcBef>
                <a:spcPts val="900"/>
              </a:spcBef>
            </a:pPr>
            <a:r>
              <a:rPr sz="1000" spc="-105" dirty="0">
                <a:solidFill>
                  <a:srgbClr val="27AAE1"/>
                </a:solidFill>
                <a:latin typeface="Arial Black"/>
                <a:cs typeface="Arial Black"/>
              </a:rPr>
              <a:t>Where:</a:t>
            </a:r>
            <a:r>
              <a:rPr sz="1000" spc="-80" dirty="0">
                <a:solidFill>
                  <a:srgbClr val="27AAE1"/>
                </a:solidFill>
                <a:latin typeface="Arial Black"/>
                <a:cs typeface="Arial Black"/>
              </a:rPr>
              <a:t> </a:t>
            </a:r>
            <a:r>
              <a:rPr lang="en-US" sz="1000" spc="-10" dirty="0">
                <a:solidFill>
                  <a:srgbClr val="231F20"/>
                </a:solidFill>
                <a:latin typeface="Arial"/>
                <a:cs typeface="Arial"/>
              </a:rPr>
              <a:t>TBD</a:t>
            </a:r>
          </a:p>
          <a:p>
            <a:pPr marL="12700" marR="5080" algn="l">
              <a:spcBef>
                <a:spcPts val="900"/>
              </a:spcBef>
            </a:pPr>
            <a:r>
              <a:rPr sz="1000" spc="-120" dirty="0">
                <a:solidFill>
                  <a:srgbClr val="27AAE1"/>
                </a:solidFill>
                <a:latin typeface="Arial Black"/>
                <a:cs typeface="Arial Black"/>
              </a:rPr>
              <a:t>How:</a:t>
            </a:r>
            <a:r>
              <a:rPr sz="1000" spc="-60" dirty="0">
                <a:solidFill>
                  <a:srgbClr val="27AAE1"/>
                </a:solidFill>
                <a:latin typeface="Arial Black"/>
                <a:cs typeface="Arial Black"/>
              </a:rPr>
              <a:t> </a:t>
            </a:r>
            <a:r>
              <a:rPr lang="en-US" sz="1000" spc="-10" dirty="0">
                <a:solidFill>
                  <a:srgbClr val="231F20"/>
                </a:solidFill>
                <a:latin typeface="Arial"/>
                <a:cs typeface="Arial"/>
              </a:rPr>
              <a:t>This event will be thoughtfully planned and executed by the JJMCMC Community Service Committee, with support from our partners and volunteers. </a:t>
            </a:r>
            <a:endParaRPr sz="1000" dirty="0">
              <a:latin typeface="Arial"/>
              <a:cs typeface="Arial"/>
            </a:endParaRPr>
          </a:p>
        </p:txBody>
      </p:sp>
      <p:sp>
        <p:nvSpPr>
          <p:cNvPr id="5" name="object 8">
            <a:extLst>
              <a:ext uri="{FF2B5EF4-FFF2-40B4-BE49-F238E27FC236}">
                <a16:creationId xmlns:a16="http://schemas.microsoft.com/office/drawing/2014/main" id="{B4827953-6593-879D-0457-F369552798C5}"/>
              </a:ext>
            </a:extLst>
          </p:cNvPr>
          <p:cNvSpPr/>
          <p:nvPr/>
        </p:nvSpPr>
        <p:spPr>
          <a:xfrm>
            <a:off x="381000" y="9067800"/>
            <a:ext cx="6762750" cy="0"/>
          </a:xfrm>
          <a:custGeom>
            <a:avLst/>
            <a:gdLst/>
            <a:ahLst/>
            <a:cxnLst/>
            <a:rect l="l" t="t" r="r" b="b"/>
            <a:pathLst>
              <a:path w="6762750">
                <a:moveTo>
                  <a:pt x="0" y="0"/>
                </a:moveTo>
                <a:lnTo>
                  <a:pt x="6762496" y="0"/>
                </a:lnTo>
              </a:path>
            </a:pathLst>
          </a:custGeom>
          <a:ln w="12700">
            <a:solidFill>
              <a:srgbClr val="F06CA6"/>
            </a:solidFill>
          </a:ln>
        </p:spPr>
        <p:txBody>
          <a:bodyPr wrap="square" lIns="0" tIns="0" rIns="0" bIns="0" rtlCol="0"/>
          <a:lstStyle/>
          <a:p>
            <a:endParaRPr/>
          </a:p>
        </p:txBody>
      </p:sp>
      <p:sp>
        <p:nvSpPr>
          <p:cNvPr id="10" name="Holder 4">
            <a:extLst>
              <a:ext uri="{FF2B5EF4-FFF2-40B4-BE49-F238E27FC236}">
                <a16:creationId xmlns:a16="http://schemas.microsoft.com/office/drawing/2014/main" id="{01272A82-C94B-DBDB-9E5D-1CF4E017B98A}"/>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68</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4469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A3C04015-4710-2A53-F995-99A5FB6C6CC3}"/>
              </a:ext>
            </a:extLst>
          </p:cNvPr>
          <p:cNvSpPr txBox="1"/>
          <p:nvPr/>
        </p:nvSpPr>
        <p:spPr>
          <a:xfrm>
            <a:off x="1700847" y="1752600"/>
            <a:ext cx="4370705" cy="197490"/>
          </a:xfrm>
          <a:prstGeom prst="rect">
            <a:avLst/>
          </a:prstGeom>
        </p:spPr>
        <p:txBody>
          <a:bodyPr vert="horz" wrap="square" lIns="0" tIns="12700" rIns="0" bIns="0" rtlCol="0">
            <a:spAutoFit/>
          </a:bodyPr>
          <a:lstStyle/>
          <a:p>
            <a:pPr marL="12700">
              <a:spcBef>
                <a:spcPts val="100"/>
              </a:spcBef>
            </a:pPr>
            <a:r>
              <a:rPr sz="1200" spc="-55" dirty="0">
                <a:solidFill>
                  <a:srgbClr val="1D5495"/>
                </a:solidFill>
                <a:latin typeface="Arial Black"/>
                <a:cs typeface="Arial Black"/>
              </a:rPr>
              <a:t>National</a:t>
            </a:r>
            <a:r>
              <a:rPr sz="1200" spc="-90" dirty="0">
                <a:solidFill>
                  <a:srgbClr val="1D5495"/>
                </a:solidFill>
                <a:latin typeface="Arial Black"/>
                <a:cs typeface="Arial Black"/>
              </a:rPr>
              <a:t> Black </a:t>
            </a:r>
            <a:r>
              <a:rPr sz="1200" spc="-60" dirty="0">
                <a:solidFill>
                  <a:srgbClr val="1D5495"/>
                </a:solidFill>
                <a:latin typeface="Arial Black"/>
                <a:cs typeface="Arial Black"/>
              </a:rPr>
              <a:t>Family</a:t>
            </a:r>
            <a:r>
              <a:rPr sz="1200" spc="-90" dirty="0">
                <a:solidFill>
                  <a:srgbClr val="1D5495"/>
                </a:solidFill>
                <a:latin typeface="Arial Black"/>
                <a:cs typeface="Arial Black"/>
              </a:rPr>
              <a:t> </a:t>
            </a:r>
            <a:r>
              <a:rPr sz="1200" spc="-50" dirty="0">
                <a:solidFill>
                  <a:srgbClr val="1D5495"/>
                </a:solidFill>
                <a:latin typeface="Arial Black"/>
                <a:cs typeface="Arial Black"/>
              </a:rPr>
              <a:t>Day:</a:t>
            </a:r>
            <a:r>
              <a:rPr sz="1200" spc="-90" dirty="0">
                <a:solidFill>
                  <a:srgbClr val="1D5495"/>
                </a:solidFill>
                <a:latin typeface="Arial Black"/>
                <a:cs typeface="Arial Black"/>
              </a:rPr>
              <a:t> </a:t>
            </a:r>
            <a:r>
              <a:rPr lang="en-US" sz="1200" spc="-90" dirty="0">
                <a:solidFill>
                  <a:srgbClr val="1D5495"/>
                </a:solidFill>
                <a:latin typeface="Arial Black"/>
                <a:cs typeface="Arial Black"/>
              </a:rPr>
              <a:t>A Day of Unity and Exploration </a:t>
            </a:r>
            <a:endParaRPr sz="1200" dirty="0">
              <a:latin typeface="Arial Black"/>
              <a:cs typeface="Arial Black"/>
            </a:endParaRPr>
          </a:p>
        </p:txBody>
      </p:sp>
      <p:sp>
        <p:nvSpPr>
          <p:cNvPr id="3" name="object 10">
            <a:extLst>
              <a:ext uri="{FF2B5EF4-FFF2-40B4-BE49-F238E27FC236}">
                <a16:creationId xmlns:a16="http://schemas.microsoft.com/office/drawing/2014/main" id="{3A5A9D3D-224B-65F9-809F-589AA849EF95}"/>
              </a:ext>
            </a:extLst>
          </p:cNvPr>
          <p:cNvSpPr txBox="1"/>
          <p:nvPr/>
        </p:nvSpPr>
        <p:spPr>
          <a:xfrm>
            <a:off x="532321" y="2061954"/>
            <a:ext cx="3049080" cy="1051570"/>
          </a:xfrm>
          <a:prstGeom prst="rect">
            <a:avLst/>
          </a:prstGeom>
        </p:spPr>
        <p:txBody>
          <a:bodyPr vert="horz" wrap="square" lIns="0" tIns="12700" rIns="0" bIns="0" rtlCol="0">
            <a:spAutoFit/>
          </a:bodyPr>
          <a:lstStyle/>
          <a:p>
            <a:pPr marL="12700">
              <a:lnSpc>
                <a:spcPct val="100000"/>
              </a:lnSpc>
              <a:spcBef>
                <a:spcPts val="100"/>
              </a:spcBef>
            </a:pPr>
            <a:r>
              <a:rPr sz="1000" spc="-95" dirty="0">
                <a:solidFill>
                  <a:srgbClr val="27AAE1"/>
                </a:solidFill>
                <a:latin typeface="Arial Black"/>
                <a:cs typeface="Arial Black"/>
              </a:rPr>
              <a:t>Who:</a:t>
            </a:r>
            <a:r>
              <a:rPr sz="1000" spc="-70" dirty="0">
                <a:solidFill>
                  <a:srgbClr val="27AAE1"/>
                </a:solidFill>
                <a:latin typeface="Arial Black"/>
                <a:cs typeface="Arial Black"/>
              </a:rPr>
              <a:t> </a:t>
            </a:r>
            <a:r>
              <a:rPr sz="1000" dirty="0">
                <a:solidFill>
                  <a:srgbClr val="231F20"/>
                </a:solidFill>
                <a:latin typeface="Arial"/>
                <a:cs typeface="Arial"/>
              </a:rPr>
              <a:t>The</a:t>
            </a:r>
            <a:r>
              <a:rPr sz="1000" spc="-10" dirty="0">
                <a:solidFill>
                  <a:srgbClr val="231F20"/>
                </a:solidFill>
                <a:latin typeface="Arial"/>
                <a:cs typeface="Arial"/>
              </a:rPr>
              <a:t> </a:t>
            </a:r>
            <a:r>
              <a:rPr sz="1000" dirty="0">
                <a:solidFill>
                  <a:srgbClr val="231F20"/>
                </a:solidFill>
                <a:latin typeface="Arial"/>
                <a:cs typeface="Arial"/>
              </a:rPr>
              <a:t>Montgomery</a:t>
            </a:r>
            <a:r>
              <a:rPr sz="1000" spc="-5" dirty="0">
                <a:solidFill>
                  <a:srgbClr val="231F20"/>
                </a:solidFill>
                <a:latin typeface="Arial"/>
                <a:cs typeface="Arial"/>
              </a:rPr>
              <a:t> </a:t>
            </a:r>
            <a:r>
              <a:rPr sz="1000" dirty="0">
                <a:solidFill>
                  <a:srgbClr val="231F20"/>
                </a:solidFill>
                <a:latin typeface="Arial"/>
                <a:cs typeface="Arial"/>
              </a:rPr>
              <a:t>County</a:t>
            </a:r>
            <a:r>
              <a:rPr sz="1000" spc="-10" dirty="0">
                <a:solidFill>
                  <a:srgbClr val="231F20"/>
                </a:solidFill>
                <a:latin typeface="Arial"/>
                <a:cs typeface="Arial"/>
              </a:rPr>
              <a:t> </a:t>
            </a:r>
            <a:r>
              <a:rPr sz="1000" dirty="0">
                <a:solidFill>
                  <a:srgbClr val="231F20"/>
                </a:solidFill>
                <a:latin typeface="Arial"/>
                <a:cs typeface="Arial"/>
              </a:rPr>
              <a:t>MD</a:t>
            </a:r>
            <a:r>
              <a:rPr sz="1000" spc="-5" dirty="0">
                <a:solidFill>
                  <a:srgbClr val="231F20"/>
                </a:solidFill>
                <a:latin typeface="Arial"/>
                <a:cs typeface="Arial"/>
              </a:rPr>
              <a:t> </a:t>
            </a:r>
            <a:r>
              <a:rPr sz="1000" spc="-10" dirty="0">
                <a:solidFill>
                  <a:srgbClr val="231F20"/>
                </a:solidFill>
                <a:latin typeface="Arial"/>
                <a:cs typeface="Arial"/>
              </a:rPr>
              <a:t>Chapter</a:t>
            </a:r>
            <a:endParaRPr sz="1000" dirty="0">
              <a:latin typeface="Arial"/>
              <a:cs typeface="Arial"/>
            </a:endParaRPr>
          </a:p>
          <a:p>
            <a:pPr marL="12700" marR="5080">
              <a:lnSpc>
                <a:spcPct val="100000"/>
              </a:lnSpc>
              <a:spcBef>
                <a:spcPts val="900"/>
              </a:spcBef>
            </a:pPr>
            <a:r>
              <a:rPr sz="1000" spc="-105" dirty="0">
                <a:solidFill>
                  <a:srgbClr val="27AAE1"/>
                </a:solidFill>
                <a:latin typeface="Arial Black"/>
                <a:cs typeface="Arial Black"/>
              </a:rPr>
              <a:t>What:</a:t>
            </a:r>
            <a:r>
              <a:rPr sz="1000" spc="-65" dirty="0">
                <a:solidFill>
                  <a:srgbClr val="27AAE1"/>
                </a:solidFill>
                <a:latin typeface="Arial Black"/>
                <a:cs typeface="Arial Black"/>
              </a:rPr>
              <a:t> </a:t>
            </a:r>
            <a:r>
              <a:rPr lang="en-US" sz="1000" dirty="0"/>
              <a:t>As we close out our program year, the Montgomery County MD Chapter invites all our members and their families to join us for an exciting chapter-wide celebration in honor of National Black Family Day. </a:t>
            </a:r>
            <a:endParaRPr sz="1000" dirty="0">
              <a:latin typeface="Arial"/>
              <a:cs typeface="Arial"/>
            </a:endParaRPr>
          </a:p>
        </p:txBody>
      </p:sp>
      <p:sp>
        <p:nvSpPr>
          <p:cNvPr id="4" name="object 11">
            <a:extLst>
              <a:ext uri="{FF2B5EF4-FFF2-40B4-BE49-F238E27FC236}">
                <a16:creationId xmlns:a16="http://schemas.microsoft.com/office/drawing/2014/main" id="{DCCE46C8-1083-EFE0-C18E-98F6A3C54C44}"/>
              </a:ext>
            </a:extLst>
          </p:cNvPr>
          <p:cNvSpPr txBox="1"/>
          <p:nvPr/>
        </p:nvSpPr>
        <p:spPr>
          <a:xfrm>
            <a:off x="4104195" y="2061954"/>
            <a:ext cx="3285490" cy="2244204"/>
          </a:xfrm>
          <a:prstGeom prst="rect">
            <a:avLst/>
          </a:prstGeom>
        </p:spPr>
        <p:txBody>
          <a:bodyPr vert="horz" wrap="square" lIns="0" tIns="12700" rIns="0" bIns="0" rtlCol="0">
            <a:spAutoFit/>
          </a:bodyPr>
          <a:lstStyle/>
          <a:p>
            <a:pPr marL="12700" marR="14604">
              <a:lnSpc>
                <a:spcPct val="100000"/>
              </a:lnSpc>
              <a:spcBef>
                <a:spcPts val="100"/>
              </a:spcBef>
            </a:pPr>
            <a:r>
              <a:rPr sz="1000" spc="-95" dirty="0">
                <a:solidFill>
                  <a:srgbClr val="27AAE1"/>
                </a:solidFill>
                <a:latin typeface="Arial Black"/>
                <a:cs typeface="Arial Black"/>
              </a:rPr>
              <a:t>Why:</a:t>
            </a:r>
            <a:r>
              <a:rPr sz="1000" spc="-80" dirty="0">
                <a:solidFill>
                  <a:srgbClr val="27AAE1"/>
                </a:solidFill>
                <a:latin typeface="Arial Black"/>
                <a:cs typeface="Arial Black"/>
              </a:rPr>
              <a:t> </a:t>
            </a:r>
            <a:r>
              <a:rPr lang="en-US" sz="1000" dirty="0">
                <a:solidFill>
                  <a:srgbClr val="231F20"/>
                </a:solidFill>
                <a:latin typeface="Arial"/>
                <a:cs typeface="Arial"/>
              </a:rPr>
              <a:t>National Black Family Day offers a unique opportunity to celebrate the enduring strength and</a:t>
            </a:r>
            <a:br>
              <a:rPr lang="en-US" sz="1000" dirty="0">
                <a:solidFill>
                  <a:srgbClr val="231F20"/>
                </a:solidFill>
                <a:latin typeface="Arial"/>
                <a:cs typeface="Arial"/>
              </a:rPr>
            </a:br>
            <a:r>
              <a:rPr lang="en-US" sz="1000" dirty="0">
                <a:solidFill>
                  <a:srgbClr val="231F20"/>
                </a:solidFill>
                <a:latin typeface="Arial"/>
                <a:cs typeface="Arial"/>
              </a:rPr>
              <a:t>unbreakable bonds of our families. Hosted by the  dedicated mothers from each of our six grade groups, this</a:t>
            </a:r>
            <a:br>
              <a:rPr lang="en-US" sz="1000" dirty="0">
                <a:solidFill>
                  <a:srgbClr val="231F20"/>
                </a:solidFill>
                <a:latin typeface="Arial"/>
                <a:cs typeface="Arial"/>
              </a:rPr>
            </a:br>
            <a:r>
              <a:rPr lang="en-US" sz="1000" dirty="0">
                <a:solidFill>
                  <a:srgbClr val="231F20"/>
                </a:solidFill>
                <a:latin typeface="Arial"/>
                <a:cs typeface="Arial"/>
              </a:rPr>
              <a:t>event promises an unforgettable day filled with laughter, adventure, and cherished memories. </a:t>
            </a:r>
          </a:p>
          <a:p>
            <a:pPr marL="12700" marR="14604">
              <a:lnSpc>
                <a:spcPct val="100000"/>
              </a:lnSpc>
              <a:spcBef>
                <a:spcPts val="100"/>
              </a:spcBef>
            </a:pPr>
            <a:endParaRPr lang="en-US" sz="1000" spc="-95" dirty="0">
              <a:solidFill>
                <a:srgbClr val="231F20"/>
              </a:solidFill>
              <a:latin typeface="Arial"/>
              <a:cs typeface="Arial"/>
            </a:endParaRPr>
          </a:p>
          <a:p>
            <a:pPr marL="12700" marR="14604">
              <a:lnSpc>
                <a:spcPct val="100000"/>
              </a:lnSpc>
              <a:spcBef>
                <a:spcPts val="100"/>
              </a:spcBef>
            </a:pPr>
            <a:r>
              <a:rPr sz="1000" spc="-95" dirty="0">
                <a:solidFill>
                  <a:srgbClr val="27AAE1"/>
                </a:solidFill>
                <a:latin typeface="Arial Black"/>
                <a:cs typeface="Arial Black"/>
              </a:rPr>
              <a:t>When:</a:t>
            </a:r>
            <a:r>
              <a:rPr sz="1000" spc="-80" dirty="0">
                <a:solidFill>
                  <a:srgbClr val="27AAE1"/>
                </a:solidFill>
                <a:latin typeface="Arial Black"/>
                <a:cs typeface="Arial Black"/>
              </a:rPr>
              <a:t> </a:t>
            </a:r>
            <a:r>
              <a:rPr lang="en-US" sz="1000" spc="-20" dirty="0">
                <a:solidFill>
                  <a:srgbClr val="231F20"/>
                </a:solidFill>
                <a:latin typeface="Arial"/>
                <a:cs typeface="Arial"/>
              </a:rPr>
              <a:t>TBD</a:t>
            </a:r>
          </a:p>
          <a:p>
            <a:pPr marL="12700" marR="14604">
              <a:lnSpc>
                <a:spcPct val="100000"/>
              </a:lnSpc>
              <a:spcBef>
                <a:spcPts val="100"/>
              </a:spcBef>
            </a:pPr>
            <a:endParaRPr lang="en-US" sz="1000" spc="-20" dirty="0">
              <a:solidFill>
                <a:srgbClr val="231F20"/>
              </a:solidFill>
              <a:latin typeface="Arial"/>
              <a:cs typeface="Arial"/>
            </a:endParaRPr>
          </a:p>
          <a:p>
            <a:pPr marL="12700" marR="14604">
              <a:lnSpc>
                <a:spcPct val="100000"/>
              </a:lnSpc>
              <a:spcBef>
                <a:spcPts val="100"/>
              </a:spcBef>
            </a:pPr>
            <a:r>
              <a:rPr sz="1000" spc="-105" dirty="0">
                <a:solidFill>
                  <a:srgbClr val="27AAE1"/>
                </a:solidFill>
                <a:latin typeface="Arial Black"/>
                <a:cs typeface="Arial Black"/>
              </a:rPr>
              <a:t>Where:</a:t>
            </a:r>
            <a:r>
              <a:rPr sz="1000" spc="-70" dirty="0">
                <a:solidFill>
                  <a:srgbClr val="27AAE1"/>
                </a:solidFill>
                <a:latin typeface="Arial Black"/>
                <a:cs typeface="Arial Black"/>
              </a:rPr>
              <a:t> </a:t>
            </a:r>
            <a:r>
              <a:rPr lang="en-US" sz="1000" spc="-70" dirty="0">
                <a:solidFill>
                  <a:srgbClr val="231F20"/>
                </a:solidFill>
                <a:latin typeface="Arial"/>
                <a:cs typeface="Arial"/>
              </a:rPr>
              <a:t>TBD</a:t>
            </a:r>
            <a:r>
              <a:rPr lang="en-US" sz="1000" dirty="0">
                <a:solidFill>
                  <a:srgbClr val="231F20"/>
                </a:solidFill>
                <a:latin typeface="Arial"/>
                <a:cs typeface="Arial"/>
              </a:rPr>
              <a:t> </a:t>
            </a:r>
          </a:p>
          <a:p>
            <a:pPr marL="12700" marR="14604">
              <a:lnSpc>
                <a:spcPct val="100000"/>
              </a:lnSpc>
              <a:spcBef>
                <a:spcPts val="100"/>
              </a:spcBef>
            </a:pPr>
            <a:endParaRPr lang="en-US" sz="1000" spc="-160" dirty="0">
              <a:solidFill>
                <a:srgbClr val="231F20"/>
              </a:solidFill>
              <a:latin typeface="Arial"/>
              <a:cs typeface="Arial"/>
            </a:endParaRPr>
          </a:p>
          <a:p>
            <a:pPr marL="12700" marR="14604">
              <a:spcBef>
                <a:spcPts val="100"/>
              </a:spcBef>
            </a:pPr>
            <a:r>
              <a:rPr sz="1000" spc="-160" dirty="0">
                <a:solidFill>
                  <a:srgbClr val="27AAE1"/>
                </a:solidFill>
                <a:latin typeface="Arial Black"/>
                <a:cs typeface="Arial Black"/>
              </a:rPr>
              <a:t>How:</a:t>
            </a:r>
            <a:r>
              <a:rPr sz="1000" spc="75" dirty="0">
                <a:solidFill>
                  <a:srgbClr val="27AAE1"/>
                </a:solidFill>
                <a:latin typeface="Arial Black"/>
                <a:cs typeface="Arial Black"/>
              </a:rPr>
              <a:t> </a:t>
            </a:r>
            <a:r>
              <a:rPr lang="en-US" sz="1000" spc="-10" dirty="0">
                <a:solidFill>
                  <a:srgbClr val="231F20"/>
                </a:solidFill>
                <a:latin typeface="Arial"/>
                <a:cs typeface="Arial"/>
              </a:rPr>
              <a:t>Planned and executed by the Black Family Day Host</a:t>
            </a:r>
            <a:br>
              <a:rPr lang="en-US" sz="1000" spc="-10" dirty="0">
                <a:solidFill>
                  <a:srgbClr val="231F20"/>
                </a:solidFill>
                <a:latin typeface="Arial"/>
                <a:cs typeface="Arial"/>
              </a:rPr>
            </a:br>
            <a:r>
              <a:rPr lang="en-US" sz="1000" spc="-10" dirty="0">
                <a:solidFill>
                  <a:srgbClr val="231F20"/>
                </a:solidFill>
                <a:latin typeface="Arial"/>
                <a:cs typeface="Arial"/>
              </a:rPr>
              <a:t>Moms from each age group. They are also represented on</a:t>
            </a:r>
            <a:br>
              <a:rPr lang="en-US" sz="1000" spc="-10" dirty="0">
                <a:solidFill>
                  <a:srgbClr val="231F20"/>
                </a:solidFill>
                <a:latin typeface="Arial"/>
                <a:cs typeface="Arial"/>
              </a:rPr>
            </a:br>
            <a:r>
              <a:rPr lang="en-US" sz="1000" spc="-10" dirty="0">
                <a:solidFill>
                  <a:srgbClr val="231F20"/>
                </a:solidFill>
                <a:latin typeface="Arial"/>
                <a:cs typeface="Arial"/>
              </a:rPr>
              <a:t>each age group calendar. </a:t>
            </a:r>
            <a:endParaRPr sz="1000" dirty="0">
              <a:latin typeface="Arial"/>
              <a:cs typeface="Arial"/>
            </a:endParaRPr>
          </a:p>
        </p:txBody>
      </p:sp>
      <p:sp>
        <p:nvSpPr>
          <p:cNvPr id="6" name="Holder 4">
            <a:extLst>
              <a:ext uri="{FF2B5EF4-FFF2-40B4-BE49-F238E27FC236}">
                <a16:creationId xmlns:a16="http://schemas.microsoft.com/office/drawing/2014/main" id="{1488FBDE-3CCE-CF4A-35D5-514F59EF3ABD}"/>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69</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09563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standing at a podium&#10;&#10;AI-generated content may be incorrect.">
            <a:extLst>
              <a:ext uri="{FF2B5EF4-FFF2-40B4-BE49-F238E27FC236}">
                <a16:creationId xmlns:a16="http://schemas.microsoft.com/office/drawing/2014/main" id="{F18DDD9B-1330-CF6E-305E-D4F67438B494}"/>
              </a:ext>
            </a:extLst>
          </p:cNvPr>
          <p:cNvPicPr>
            <a:picLocks noChangeAspect="1"/>
          </p:cNvPicPr>
          <p:nvPr/>
        </p:nvPicPr>
        <p:blipFill>
          <a:blip r:embed="rId2">
            <a:extLst>
              <a:ext uri="{28A0092B-C50C-407E-A947-70E740481C1C}">
                <a14:useLocalDpi xmlns:a14="http://schemas.microsoft.com/office/drawing/2010/main" val="0"/>
              </a:ext>
            </a:extLst>
          </a:blip>
          <a:srcRect r="51498"/>
          <a:stretch>
            <a:fillRect/>
          </a:stretch>
        </p:blipFill>
        <p:spPr>
          <a:xfrm rot="5400000">
            <a:off x="4870051" y="6700135"/>
            <a:ext cx="2032001" cy="3142143"/>
          </a:xfrm>
          <a:prstGeom prst="rect">
            <a:avLst/>
          </a:prstGeom>
        </p:spPr>
      </p:pic>
      <p:pic>
        <p:nvPicPr>
          <p:cNvPr id="5" name="Picture 4" descr="A balloon display on a table&#10;&#10;AI-generated content may be incorrect.">
            <a:extLst>
              <a:ext uri="{FF2B5EF4-FFF2-40B4-BE49-F238E27FC236}">
                <a16:creationId xmlns:a16="http://schemas.microsoft.com/office/drawing/2014/main" id="{4BCCAABC-8EA0-E641-6DA0-8FE6AA142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68790" y="1782518"/>
            <a:ext cx="3680599" cy="2760449"/>
          </a:xfrm>
          <a:prstGeom prst="rect">
            <a:avLst/>
          </a:prstGeom>
        </p:spPr>
      </p:pic>
      <p:pic>
        <p:nvPicPr>
          <p:cNvPr id="7" name="Picture 6" descr="A balloon display in a room&#10;&#10;AI-generated content may be incorrect.">
            <a:extLst>
              <a:ext uri="{FF2B5EF4-FFF2-40B4-BE49-F238E27FC236}">
                <a16:creationId xmlns:a16="http://schemas.microsoft.com/office/drawing/2014/main" id="{59B0AC47-C7D1-797C-0F0F-E08D69CE47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2587925" y="1808676"/>
            <a:ext cx="3680599" cy="2760449"/>
          </a:xfrm>
          <a:prstGeom prst="rect">
            <a:avLst/>
          </a:prstGeom>
        </p:spPr>
      </p:pic>
      <p:pic>
        <p:nvPicPr>
          <p:cNvPr id="9" name="Picture 8" descr="A sign with a bridge and text&#10;&#10;AI-generated content may be incorrect.">
            <a:extLst>
              <a:ext uri="{FF2B5EF4-FFF2-40B4-BE49-F238E27FC236}">
                <a16:creationId xmlns:a16="http://schemas.microsoft.com/office/drawing/2014/main" id="{ED23F642-21A3-941D-0A0D-CE975A305EF4}"/>
              </a:ext>
            </a:extLst>
          </p:cNvPr>
          <p:cNvPicPr>
            <a:picLocks noChangeAspect="1"/>
          </p:cNvPicPr>
          <p:nvPr/>
        </p:nvPicPr>
        <p:blipFill>
          <a:blip r:embed="rId5">
            <a:extLst>
              <a:ext uri="{28A0092B-C50C-407E-A947-70E740481C1C}">
                <a14:useLocalDpi xmlns:a14="http://schemas.microsoft.com/office/drawing/2010/main" val="0"/>
              </a:ext>
            </a:extLst>
          </a:blip>
          <a:srcRect b="33333"/>
          <a:stretch>
            <a:fillRect/>
          </a:stretch>
        </p:blipFill>
        <p:spPr>
          <a:xfrm>
            <a:off x="191284" y="7267136"/>
            <a:ext cx="4064000" cy="2032000"/>
          </a:xfrm>
          <a:prstGeom prst="rect">
            <a:avLst/>
          </a:prstGeom>
        </p:spPr>
      </p:pic>
      <p:pic>
        <p:nvPicPr>
          <p:cNvPr id="11" name="Picture 10" descr="A group of people standing in a room&#10;&#10;AI-generated content may be incorrect.">
            <a:extLst>
              <a:ext uri="{FF2B5EF4-FFF2-40B4-BE49-F238E27FC236}">
                <a16:creationId xmlns:a16="http://schemas.microsoft.com/office/drawing/2014/main" id="{2B1E4231-CBC1-ECED-DD2D-D5A9A154F615}"/>
              </a:ext>
            </a:extLst>
          </p:cNvPr>
          <p:cNvPicPr>
            <a:picLocks noChangeAspect="1"/>
          </p:cNvPicPr>
          <p:nvPr/>
        </p:nvPicPr>
        <p:blipFill>
          <a:blip r:embed="rId6">
            <a:extLst>
              <a:ext uri="{28A0092B-C50C-407E-A947-70E740481C1C}">
                <a14:useLocalDpi xmlns:a14="http://schemas.microsoft.com/office/drawing/2010/main" val="0"/>
              </a:ext>
            </a:extLst>
          </a:blip>
          <a:srcRect l="6647" t="9833" r="-6647" b="15167"/>
          <a:stretch>
            <a:fillRect/>
          </a:stretch>
        </p:blipFill>
        <p:spPr>
          <a:xfrm>
            <a:off x="4159511" y="6163292"/>
            <a:ext cx="1783355" cy="1003137"/>
          </a:xfrm>
          <a:prstGeom prst="rect">
            <a:avLst/>
          </a:prstGeom>
        </p:spPr>
      </p:pic>
      <p:pic>
        <p:nvPicPr>
          <p:cNvPr id="13" name="Picture 12" descr="A group of women standing in front of a backdrop&#10;&#10;AI-generated content may be incorrect.">
            <a:extLst>
              <a:ext uri="{FF2B5EF4-FFF2-40B4-BE49-F238E27FC236}">
                <a16:creationId xmlns:a16="http://schemas.microsoft.com/office/drawing/2014/main" id="{13EC562B-B5A1-FE39-E75C-4D668DFC9483}"/>
              </a:ext>
            </a:extLst>
          </p:cNvPr>
          <p:cNvPicPr>
            <a:picLocks noChangeAspect="1"/>
          </p:cNvPicPr>
          <p:nvPr/>
        </p:nvPicPr>
        <p:blipFill>
          <a:blip r:embed="rId7">
            <a:extLst>
              <a:ext uri="{28A0092B-C50C-407E-A947-70E740481C1C}">
                <a14:useLocalDpi xmlns:a14="http://schemas.microsoft.com/office/drawing/2010/main" val="0"/>
              </a:ext>
            </a:extLst>
          </a:blip>
          <a:srcRect l="17717" t="1490" b="18315"/>
          <a:stretch>
            <a:fillRect/>
          </a:stretch>
        </p:blipFill>
        <p:spPr>
          <a:xfrm>
            <a:off x="191284" y="5171474"/>
            <a:ext cx="1816601" cy="1994955"/>
          </a:xfrm>
          <a:prstGeom prst="rect">
            <a:avLst/>
          </a:prstGeom>
        </p:spPr>
      </p:pic>
      <p:pic>
        <p:nvPicPr>
          <p:cNvPr id="15" name="Picture 14" descr="A group of kids posing for a photo&#10;&#10;AI-generated content may be incorrect.">
            <a:extLst>
              <a:ext uri="{FF2B5EF4-FFF2-40B4-BE49-F238E27FC236}">
                <a16:creationId xmlns:a16="http://schemas.microsoft.com/office/drawing/2014/main" id="{0396DCF5-7C24-D064-2A52-993A9C1CBE9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05799" y="5171473"/>
            <a:ext cx="1955800" cy="2032000"/>
          </a:xfrm>
          <a:prstGeom prst="rect">
            <a:avLst/>
          </a:prstGeom>
        </p:spPr>
      </p:pic>
      <p:pic>
        <p:nvPicPr>
          <p:cNvPr id="17" name="Picture 16" descr="A group of women posing with a mascot&#10;&#10;AI-generated content may be incorrect.">
            <a:extLst>
              <a:ext uri="{FF2B5EF4-FFF2-40B4-BE49-F238E27FC236}">
                <a16:creationId xmlns:a16="http://schemas.microsoft.com/office/drawing/2014/main" id="{9E4EFDED-0F0C-F708-1168-E1FAB757270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22238" y="5126885"/>
            <a:ext cx="1524000" cy="2032000"/>
          </a:xfrm>
          <a:prstGeom prst="rect">
            <a:avLst/>
          </a:prstGeom>
        </p:spPr>
      </p:pic>
      <p:pic>
        <p:nvPicPr>
          <p:cNvPr id="19" name="Picture 18" descr="Two women wearing pink bows and smiling&#10;&#10;AI-generated content may be incorrect.">
            <a:extLst>
              <a:ext uri="{FF2B5EF4-FFF2-40B4-BE49-F238E27FC236}">
                <a16:creationId xmlns:a16="http://schemas.microsoft.com/office/drawing/2014/main" id="{10770CD0-546B-A0F2-4679-E20555D81C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59512" y="5163171"/>
            <a:ext cx="1664814" cy="936458"/>
          </a:xfrm>
          <a:prstGeom prst="rect">
            <a:avLst/>
          </a:prstGeom>
        </p:spPr>
      </p:pic>
      <p:pic>
        <p:nvPicPr>
          <p:cNvPr id="21" name="Picture 20" descr="A group of kids hugging in a room&#10;&#10;AI-generated content may be incorrect.">
            <a:extLst>
              <a:ext uri="{FF2B5EF4-FFF2-40B4-BE49-F238E27FC236}">
                <a16:creationId xmlns:a16="http://schemas.microsoft.com/office/drawing/2014/main" id="{42456113-DBC0-22F6-8031-9A9CC37974D0}"/>
              </a:ext>
            </a:extLst>
          </p:cNvPr>
          <p:cNvPicPr>
            <a:picLocks noChangeAspect="1"/>
          </p:cNvPicPr>
          <p:nvPr/>
        </p:nvPicPr>
        <p:blipFill>
          <a:blip r:embed="rId11">
            <a:extLst>
              <a:ext uri="{28A0092B-C50C-407E-A947-70E740481C1C}">
                <a14:useLocalDpi xmlns:a14="http://schemas.microsoft.com/office/drawing/2010/main" val="0"/>
              </a:ext>
            </a:extLst>
          </a:blip>
          <a:srcRect l="1864" t="14170" r="-1864" b="9435"/>
          <a:stretch>
            <a:fillRect/>
          </a:stretch>
        </p:blipFill>
        <p:spPr>
          <a:xfrm>
            <a:off x="5933124" y="3450686"/>
            <a:ext cx="1524000" cy="1552356"/>
          </a:xfrm>
          <a:prstGeom prst="rect">
            <a:avLst/>
          </a:prstGeom>
        </p:spPr>
      </p:pic>
      <p:pic>
        <p:nvPicPr>
          <p:cNvPr id="23" name="Picture 22" descr="A group of people posing for a photo&#10;&#10;AI-generated content may be incorrect.">
            <a:extLst>
              <a:ext uri="{FF2B5EF4-FFF2-40B4-BE49-F238E27FC236}">
                <a16:creationId xmlns:a16="http://schemas.microsoft.com/office/drawing/2014/main" id="{44D533C1-7045-F8E6-1D37-3C40D52C94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42866" y="1322443"/>
            <a:ext cx="1524000" cy="2032000"/>
          </a:xfrm>
          <a:prstGeom prst="rect">
            <a:avLst/>
          </a:prstGeom>
        </p:spPr>
      </p:pic>
    </p:spTree>
    <p:extLst>
      <p:ext uri="{BB962C8B-B14F-4D97-AF65-F5344CB8AC3E}">
        <p14:creationId xmlns:p14="http://schemas.microsoft.com/office/powerpoint/2010/main" val="2339293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women holding cupcakes&#10;&#10;AI-generated content may be incorrect.">
            <a:extLst>
              <a:ext uri="{FF2B5EF4-FFF2-40B4-BE49-F238E27FC236}">
                <a16:creationId xmlns:a16="http://schemas.microsoft.com/office/drawing/2014/main" id="{15D6FE5D-105E-74FC-E9A5-9F0B2804D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47800"/>
            <a:ext cx="2421315" cy="1815986"/>
          </a:xfrm>
          <a:prstGeom prst="rect">
            <a:avLst/>
          </a:prstGeom>
        </p:spPr>
      </p:pic>
      <p:pic>
        <p:nvPicPr>
          <p:cNvPr id="7" name="Picture 6" descr="A group of people sitting in chairs under a tree&#10;&#10;AI-generated content may be incorrect.">
            <a:extLst>
              <a:ext uri="{FF2B5EF4-FFF2-40B4-BE49-F238E27FC236}">
                <a16:creationId xmlns:a16="http://schemas.microsoft.com/office/drawing/2014/main" id="{6000B880-48C9-8448-EFDB-EBE199587E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514" y="1459800"/>
            <a:ext cx="2405315" cy="1803986"/>
          </a:xfrm>
          <a:prstGeom prst="rect">
            <a:avLst/>
          </a:prstGeom>
        </p:spPr>
      </p:pic>
      <p:pic>
        <p:nvPicPr>
          <p:cNvPr id="9" name="Picture 8" descr="A group of people posing for a picture&#10;&#10;AI-generated content may be incorrect.">
            <a:extLst>
              <a:ext uri="{FF2B5EF4-FFF2-40B4-BE49-F238E27FC236}">
                <a16:creationId xmlns:a16="http://schemas.microsoft.com/office/drawing/2014/main" id="{291FE892-55CB-B0C1-16D2-522DF3AEE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96562" y="3645837"/>
            <a:ext cx="2123500" cy="1592625"/>
          </a:xfrm>
          <a:prstGeom prst="rect">
            <a:avLst/>
          </a:prstGeom>
        </p:spPr>
      </p:pic>
      <p:pic>
        <p:nvPicPr>
          <p:cNvPr id="11" name="Picture 10" descr="A person and person standing outside&#10;&#10;AI-generated content may be incorrect.">
            <a:extLst>
              <a:ext uri="{FF2B5EF4-FFF2-40B4-BE49-F238E27FC236}">
                <a16:creationId xmlns:a16="http://schemas.microsoft.com/office/drawing/2014/main" id="{85809128-02C7-9CF9-A61D-015D755130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186530" y="3640595"/>
            <a:ext cx="2123501" cy="1592626"/>
          </a:xfrm>
          <a:prstGeom prst="rect">
            <a:avLst/>
          </a:prstGeom>
        </p:spPr>
      </p:pic>
      <p:pic>
        <p:nvPicPr>
          <p:cNvPr id="15" name="Picture 14" descr="A person and person standing outside&#10;&#10;AI-generated content may be incorrect.">
            <a:extLst>
              <a:ext uri="{FF2B5EF4-FFF2-40B4-BE49-F238E27FC236}">
                <a16:creationId xmlns:a16="http://schemas.microsoft.com/office/drawing/2014/main" id="{DBE2B148-4ED1-755E-428D-2F530AA036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5555249" y="1675009"/>
            <a:ext cx="1817676" cy="1363257"/>
          </a:xfrm>
          <a:prstGeom prst="rect">
            <a:avLst/>
          </a:prstGeom>
        </p:spPr>
      </p:pic>
      <p:pic>
        <p:nvPicPr>
          <p:cNvPr id="17" name="Picture 16" descr="A group of people sitting at tables under a covered area&#10;&#10;AI-generated content may be incorrect.">
            <a:extLst>
              <a:ext uri="{FF2B5EF4-FFF2-40B4-BE49-F238E27FC236}">
                <a16:creationId xmlns:a16="http://schemas.microsoft.com/office/drawing/2014/main" id="{BDF62F53-73E0-4F48-92E8-79B67598C1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999" y="5631801"/>
            <a:ext cx="2808516" cy="2106387"/>
          </a:xfrm>
          <a:prstGeom prst="rect">
            <a:avLst/>
          </a:prstGeom>
        </p:spPr>
      </p:pic>
      <p:pic>
        <p:nvPicPr>
          <p:cNvPr id="19" name="Picture 18" descr="A group of people sitting under a covered picnic area&#10;&#10;AI-generated content may be incorrect.">
            <a:extLst>
              <a:ext uri="{FF2B5EF4-FFF2-40B4-BE49-F238E27FC236}">
                <a16:creationId xmlns:a16="http://schemas.microsoft.com/office/drawing/2014/main" id="{B0AC6FD1-389F-F175-7432-EBEB2F3DBD6B}"/>
              </a:ext>
            </a:extLst>
          </p:cNvPr>
          <p:cNvPicPr>
            <a:picLocks noChangeAspect="1"/>
          </p:cNvPicPr>
          <p:nvPr/>
        </p:nvPicPr>
        <p:blipFill>
          <a:blip r:embed="rId8">
            <a:extLst>
              <a:ext uri="{28A0092B-C50C-407E-A947-70E740481C1C}">
                <a14:useLocalDpi xmlns:a14="http://schemas.microsoft.com/office/drawing/2010/main" val="0"/>
              </a:ext>
            </a:extLst>
          </a:blip>
          <a:srcRect l="1" r="574" b="6282"/>
          <a:stretch>
            <a:fillRect/>
          </a:stretch>
        </p:blipFill>
        <p:spPr>
          <a:xfrm>
            <a:off x="4141935" y="3364271"/>
            <a:ext cx="3003781" cy="2123500"/>
          </a:xfrm>
          <a:prstGeom prst="rect">
            <a:avLst/>
          </a:prstGeom>
        </p:spPr>
      </p:pic>
      <p:pic>
        <p:nvPicPr>
          <p:cNvPr id="21" name="Picture 20" descr="A group of people under a covered picnic area&#10;&#10;AI-generated content may be incorrect.">
            <a:extLst>
              <a:ext uri="{FF2B5EF4-FFF2-40B4-BE49-F238E27FC236}">
                <a16:creationId xmlns:a16="http://schemas.microsoft.com/office/drawing/2014/main" id="{630BE7EF-66A8-1E25-984C-F0B2AF624D2C}"/>
              </a:ext>
            </a:extLst>
          </p:cNvPr>
          <p:cNvPicPr>
            <a:picLocks noChangeAspect="1"/>
          </p:cNvPicPr>
          <p:nvPr/>
        </p:nvPicPr>
        <p:blipFill>
          <a:blip r:embed="rId9">
            <a:extLst>
              <a:ext uri="{28A0092B-C50C-407E-A947-70E740481C1C}">
                <a14:useLocalDpi xmlns:a14="http://schemas.microsoft.com/office/drawing/2010/main" val="0"/>
              </a:ext>
            </a:extLst>
          </a:blip>
          <a:srcRect b="19800"/>
          <a:stretch>
            <a:fillRect/>
          </a:stretch>
        </p:blipFill>
        <p:spPr>
          <a:xfrm>
            <a:off x="3643828" y="5631801"/>
            <a:ext cx="3501888" cy="2106387"/>
          </a:xfrm>
          <a:prstGeom prst="rect">
            <a:avLst/>
          </a:prstGeom>
        </p:spPr>
      </p:pic>
    </p:spTree>
    <p:extLst>
      <p:ext uri="{BB962C8B-B14F-4D97-AF65-F5344CB8AC3E}">
        <p14:creationId xmlns:p14="http://schemas.microsoft.com/office/powerpoint/2010/main" val="39941477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people standing in a rock climbing wall&#10;&#10;AI-generated content may be incorrect.">
            <a:extLst>
              <a:ext uri="{FF2B5EF4-FFF2-40B4-BE49-F238E27FC236}">
                <a16:creationId xmlns:a16="http://schemas.microsoft.com/office/drawing/2014/main" id="{0190CAFF-17C1-173A-F810-6318DC05D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930400" y="1965983"/>
            <a:ext cx="2844800" cy="2133600"/>
          </a:xfrm>
          <a:prstGeom prst="rect">
            <a:avLst/>
          </a:prstGeom>
        </p:spPr>
      </p:pic>
      <p:pic>
        <p:nvPicPr>
          <p:cNvPr id="3" name="Picture 2" descr="A group of kids posing for a photo&#10;&#10;AI-generated content may be incorrect.">
            <a:extLst>
              <a:ext uri="{FF2B5EF4-FFF2-40B4-BE49-F238E27FC236}">
                <a16:creationId xmlns:a16="http://schemas.microsoft.com/office/drawing/2014/main" id="{43CE49CB-7AE1-F687-30E4-D743040BBD7C}"/>
              </a:ext>
            </a:extLst>
          </p:cNvPr>
          <p:cNvPicPr>
            <a:picLocks noChangeAspect="1"/>
          </p:cNvPicPr>
          <p:nvPr/>
        </p:nvPicPr>
        <p:blipFill>
          <a:blip r:embed="rId3">
            <a:extLst>
              <a:ext uri="{28A0092B-C50C-407E-A947-70E740481C1C}">
                <a14:useLocalDpi xmlns:a14="http://schemas.microsoft.com/office/drawing/2010/main" val="0"/>
              </a:ext>
            </a:extLst>
          </a:blip>
          <a:srcRect r="4546"/>
          <a:stretch>
            <a:fillRect/>
          </a:stretch>
        </p:blipFill>
        <p:spPr>
          <a:xfrm>
            <a:off x="2263901" y="4572000"/>
            <a:ext cx="2133600" cy="1676400"/>
          </a:xfrm>
          <a:prstGeom prst="rect">
            <a:avLst/>
          </a:prstGeom>
        </p:spPr>
      </p:pic>
      <p:pic>
        <p:nvPicPr>
          <p:cNvPr id="4" name="Picture 3" descr="A person in a blue jacket&#10;&#10;AI-generated content may be incorrect.">
            <a:extLst>
              <a:ext uri="{FF2B5EF4-FFF2-40B4-BE49-F238E27FC236}">
                <a16:creationId xmlns:a16="http://schemas.microsoft.com/office/drawing/2014/main" id="{19B26E94-E4B4-53C3-9009-E854CAE91A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1901" y="1600200"/>
            <a:ext cx="1922300" cy="2882229"/>
          </a:xfrm>
          <a:prstGeom prst="rect">
            <a:avLst/>
          </a:prstGeom>
        </p:spPr>
      </p:pic>
      <p:pic>
        <p:nvPicPr>
          <p:cNvPr id="5" name="Picture 4" descr="A group of children sitting on the floor&#10;&#10;AI-generated content may be incorrect.">
            <a:extLst>
              <a:ext uri="{FF2B5EF4-FFF2-40B4-BE49-F238E27FC236}">
                <a16:creationId xmlns:a16="http://schemas.microsoft.com/office/drawing/2014/main" id="{F027D0A5-FFA0-955F-782A-7B3083C9CB42}"/>
              </a:ext>
            </a:extLst>
          </p:cNvPr>
          <p:cNvPicPr>
            <a:picLocks noChangeAspect="1"/>
          </p:cNvPicPr>
          <p:nvPr/>
        </p:nvPicPr>
        <p:blipFill>
          <a:blip r:embed="rId5">
            <a:extLst>
              <a:ext uri="{28A0092B-C50C-407E-A947-70E740481C1C}">
                <a14:useLocalDpi xmlns:a14="http://schemas.microsoft.com/office/drawing/2010/main" val="0"/>
              </a:ext>
            </a:extLst>
          </a:blip>
          <a:srcRect l="3155" t="8696" r="-3155" b="10811"/>
          <a:stretch>
            <a:fillRect/>
          </a:stretch>
        </p:blipFill>
        <p:spPr>
          <a:xfrm rot="5400000">
            <a:off x="3499316" y="2612375"/>
            <a:ext cx="5012267" cy="3025901"/>
          </a:xfrm>
          <a:prstGeom prst="rect">
            <a:avLst/>
          </a:prstGeom>
        </p:spPr>
      </p:pic>
      <p:pic>
        <p:nvPicPr>
          <p:cNvPr id="6" name="Picture 5" descr="A group of children posing for a photo&#10;&#10;AI-generated content may be incorrect.">
            <a:extLst>
              <a:ext uri="{FF2B5EF4-FFF2-40B4-BE49-F238E27FC236}">
                <a16:creationId xmlns:a16="http://schemas.microsoft.com/office/drawing/2014/main" id="{A13327A9-CFA9-51DE-4251-14631F040BCB}"/>
              </a:ext>
            </a:extLst>
          </p:cNvPr>
          <p:cNvPicPr>
            <a:picLocks noChangeAspect="1"/>
          </p:cNvPicPr>
          <p:nvPr/>
        </p:nvPicPr>
        <p:blipFill>
          <a:blip r:embed="rId6">
            <a:extLst>
              <a:ext uri="{28A0092B-C50C-407E-A947-70E740481C1C}">
                <a14:useLocalDpi xmlns:a14="http://schemas.microsoft.com/office/drawing/2010/main" val="0"/>
              </a:ext>
            </a:extLst>
          </a:blip>
          <a:srcRect l="-1" t="10146" r="1157" b="-1"/>
          <a:stretch>
            <a:fillRect/>
          </a:stretch>
        </p:blipFill>
        <p:spPr>
          <a:xfrm>
            <a:off x="4505653" y="6553201"/>
            <a:ext cx="3012748" cy="2054086"/>
          </a:xfrm>
          <a:prstGeom prst="rect">
            <a:avLst/>
          </a:prstGeom>
        </p:spPr>
      </p:pic>
      <p:pic>
        <p:nvPicPr>
          <p:cNvPr id="7" name="Picture 6" descr="A group of people posing for a photo&#10;&#10;AI-generated content may be incorrect.">
            <a:extLst>
              <a:ext uri="{FF2B5EF4-FFF2-40B4-BE49-F238E27FC236}">
                <a16:creationId xmlns:a16="http://schemas.microsoft.com/office/drawing/2014/main" id="{617D2F07-4BF8-4347-B5A1-AAB8A0435FD5}"/>
              </a:ext>
            </a:extLst>
          </p:cNvPr>
          <p:cNvPicPr>
            <a:picLocks noChangeAspect="1"/>
          </p:cNvPicPr>
          <p:nvPr/>
        </p:nvPicPr>
        <p:blipFill>
          <a:blip r:embed="rId7">
            <a:extLst>
              <a:ext uri="{28A0092B-C50C-407E-A947-70E740481C1C}">
                <a14:useLocalDpi xmlns:a14="http://schemas.microsoft.com/office/drawing/2010/main" val="0"/>
              </a:ext>
            </a:extLst>
          </a:blip>
          <a:srcRect l="1" t="-1" r="3600" b="29464"/>
          <a:stretch>
            <a:fillRect/>
          </a:stretch>
        </p:blipFill>
        <p:spPr>
          <a:xfrm>
            <a:off x="254000" y="6324600"/>
            <a:ext cx="4165600" cy="2285999"/>
          </a:xfrm>
          <a:prstGeom prst="rect">
            <a:avLst/>
          </a:prstGeom>
        </p:spPr>
      </p:pic>
      <p:pic>
        <p:nvPicPr>
          <p:cNvPr id="8" name="Picture 7" descr="A group of people posing for a photo&#10;&#10;AI-generated content may be incorrect.">
            <a:extLst>
              <a:ext uri="{FF2B5EF4-FFF2-40B4-BE49-F238E27FC236}">
                <a16:creationId xmlns:a16="http://schemas.microsoft.com/office/drawing/2014/main" id="{8674FBA5-1DD1-350A-3AEF-0CA524DD5FAD}"/>
              </a:ext>
            </a:extLst>
          </p:cNvPr>
          <p:cNvPicPr>
            <a:picLocks noChangeAspect="1"/>
          </p:cNvPicPr>
          <p:nvPr/>
        </p:nvPicPr>
        <p:blipFill>
          <a:blip r:embed="rId8">
            <a:extLst>
              <a:ext uri="{28A0092B-C50C-407E-A947-70E740481C1C}">
                <a14:useLocalDpi xmlns:a14="http://schemas.microsoft.com/office/drawing/2010/main" val="0"/>
              </a:ext>
            </a:extLst>
          </a:blip>
          <a:srcRect l="35647" t="1717" b="-1717"/>
          <a:stretch>
            <a:fillRect/>
          </a:stretch>
        </p:blipFill>
        <p:spPr>
          <a:xfrm rot="5400000">
            <a:off x="368458" y="4461110"/>
            <a:ext cx="1650734" cy="1923849"/>
          </a:xfrm>
          <a:prstGeom prst="rect">
            <a:avLst/>
          </a:prstGeom>
        </p:spPr>
      </p:pic>
    </p:spTree>
    <p:extLst>
      <p:ext uri="{BB962C8B-B14F-4D97-AF65-F5344CB8AC3E}">
        <p14:creationId xmlns:p14="http://schemas.microsoft.com/office/powerpoint/2010/main" val="3854203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E03E7FA-3C97-9715-CE98-CC1F43A7B62A}"/>
              </a:ext>
            </a:extLst>
          </p:cNvPr>
          <p:cNvGrpSpPr/>
          <p:nvPr/>
        </p:nvGrpSpPr>
        <p:grpSpPr>
          <a:xfrm>
            <a:off x="6019800" y="630364"/>
            <a:ext cx="1061085" cy="1061085"/>
            <a:chOff x="6215126" y="445262"/>
            <a:chExt cx="1061085" cy="1061085"/>
          </a:xfrm>
        </p:grpSpPr>
        <p:sp>
          <p:nvSpPr>
            <p:cNvPr id="3" name="object 400">
              <a:extLst>
                <a:ext uri="{FF2B5EF4-FFF2-40B4-BE49-F238E27FC236}">
                  <a16:creationId xmlns:a16="http://schemas.microsoft.com/office/drawing/2014/main" id="{6C4D0063-1D03-3290-C231-AEBDB91E0011}"/>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4" name="object 403">
              <a:hlinkClick r:id="rId2" action="ppaction://hlinksldjump"/>
              <a:extLst>
                <a:ext uri="{FF2B5EF4-FFF2-40B4-BE49-F238E27FC236}">
                  <a16:creationId xmlns:a16="http://schemas.microsoft.com/office/drawing/2014/main" id="{41B66485-42F5-B8EB-3E6A-C6133DEDA48E}"/>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5" name="object 404">
              <a:extLst>
                <a:ext uri="{FF2B5EF4-FFF2-40B4-BE49-F238E27FC236}">
                  <a16:creationId xmlns:a16="http://schemas.microsoft.com/office/drawing/2014/main" id="{DCC8F662-B419-28D5-79BF-DA1C88C90C65}"/>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
        <p:nvSpPr>
          <p:cNvPr id="6" name="object 397">
            <a:extLst>
              <a:ext uri="{FF2B5EF4-FFF2-40B4-BE49-F238E27FC236}">
                <a16:creationId xmlns:a16="http://schemas.microsoft.com/office/drawing/2014/main" id="{C948E72A-DB0E-C1EE-F9FC-A19B76ACFFAA}"/>
              </a:ext>
            </a:extLst>
          </p:cNvPr>
          <p:cNvSpPr txBox="1"/>
          <p:nvPr/>
        </p:nvSpPr>
        <p:spPr>
          <a:xfrm>
            <a:off x="1376997" y="5029200"/>
            <a:ext cx="5018405" cy="3090590"/>
          </a:xfrm>
          <a:prstGeom prst="rect">
            <a:avLst/>
          </a:prstGeom>
        </p:spPr>
        <p:txBody>
          <a:bodyPr vert="horz" wrap="square" lIns="0" tIns="12700" rIns="0" bIns="0" rtlCol="0">
            <a:spAutoFit/>
          </a:bodyPr>
          <a:lstStyle/>
          <a:p>
            <a:pPr marL="103505">
              <a:lnSpc>
                <a:spcPct val="100000"/>
              </a:lnSpc>
            </a:pPr>
            <a:r>
              <a:rPr lang="en-US" sz="4000" spc="0" dirty="0">
                <a:solidFill>
                  <a:schemeClr val="bg1"/>
                </a:solidFill>
                <a:latin typeface="Arial Black"/>
                <a:cs typeface="Arial Black"/>
              </a:rPr>
              <a:t>National Program Committee Programming </a:t>
            </a:r>
            <a:br>
              <a:rPr lang="en-US" sz="4000" spc="0" dirty="0">
                <a:solidFill>
                  <a:schemeClr val="bg1"/>
                </a:solidFill>
                <a:latin typeface="Arial Black"/>
                <a:cs typeface="Arial Black"/>
              </a:rPr>
            </a:br>
            <a:r>
              <a:rPr lang="en-US" sz="4000" spc="0" dirty="0">
                <a:solidFill>
                  <a:schemeClr val="bg1"/>
                </a:solidFill>
                <a:latin typeface="Arial Black"/>
                <a:cs typeface="Arial Black"/>
              </a:rPr>
              <a:t>Grade Group Activity Forms </a:t>
            </a:r>
          </a:p>
        </p:txBody>
      </p:sp>
      <p:sp>
        <p:nvSpPr>
          <p:cNvPr id="7" name="object 402">
            <a:extLst>
              <a:ext uri="{FF2B5EF4-FFF2-40B4-BE49-F238E27FC236}">
                <a16:creationId xmlns:a16="http://schemas.microsoft.com/office/drawing/2014/main" id="{26A59C77-7C97-FDE7-A8F7-575BDA89D46F}"/>
              </a:ext>
            </a:extLst>
          </p:cNvPr>
          <p:cNvSpPr txBox="1"/>
          <p:nvPr/>
        </p:nvSpPr>
        <p:spPr>
          <a:xfrm>
            <a:off x="1380553" y="4530471"/>
            <a:ext cx="1458595" cy="353302"/>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lang="en-US" sz="1900" spc="-595" dirty="0">
                <a:solidFill>
                  <a:srgbClr val="FFFFFF"/>
                </a:solidFill>
                <a:latin typeface="Arial Black"/>
                <a:cs typeface="Arial Black"/>
              </a:rPr>
              <a:t>4</a:t>
            </a:r>
            <a:endParaRPr sz="1900" dirty="0">
              <a:latin typeface="Arial Black"/>
              <a:cs typeface="Arial Black"/>
            </a:endParaRPr>
          </a:p>
        </p:txBody>
      </p:sp>
    </p:spTree>
    <p:extLst>
      <p:ext uri="{BB962C8B-B14F-4D97-AF65-F5344CB8AC3E}">
        <p14:creationId xmlns:p14="http://schemas.microsoft.com/office/powerpoint/2010/main" val="36980859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older 4">
            <a:extLst>
              <a:ext uri="{FF2B5EF4-FFF2-40B4-BE49-F238E27FC236}">
                <a16:creationId xmlns:a16="http://schemas.microsoft.com/office/drawing/2014/main" id="{0767C06C-4AEA-F98A-34D0-2DD0A565A8A9}"/>
              </a:ext>
            </a:extLst>
          </p:cNvPr>
          <p:cNvSpPr>
            <a:spLocks noGrp="1"/>
          </p:cNvSpPr>
          <p:nvPr>
            <p:ph type="sldNum" sz="quarter" idx="7"/>
          </p:nvPr>
        </p:nvSpPr>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74</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90C38BE-3C47-C6F7-801A-331F9F47CFE1}"/>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41822803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F52F-1514-58CE-B3AC-00AECF637C5D}"/>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3053D809-84B4-CD3F-CE72-9DEE9FB21F9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75</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86B58BC-C71F-1189-529D-1BE9B6AB3425}"/>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200161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D5FB3908-1489-704D-A3B7-D836B89EDC8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76</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BF85029-5553-0367-4676-ABCAE72BCD4C}"/>
              </a:ext>
            </a:extLst>
          </p:cNvPr>
          <p:cNvPicPr>
            <a:picLocks noChangeAspect="1"/>
          </p:cNvPicPr>
          <p:nvPr/>
        </p:nvPicPr>
        <p:blipFill>
          <a:blip r:embed="rId2"/>
          <a:stretch>
            <a:fillRect/>
          </a:stretch>
        </p:blipFill>
        <p:spPr>
          <a:xfrm>
            <a:off x="0" y="0"/>
            <a:ext cx="7696200" cy="9523508"/>
          </a:xfrm>
          <a:prstGeom prst="rect">
            <a:avLst/>
          </a:prstGeom>
        </p:spPr>
      </p:pic>
    </p:spTree>
    <p:extLst>
      <p:ext uri="{BB962C8B-B14F-4D97-AF65-F5344CB8AC3E}">
        <p14:creationId xmlns:p14="http://schemas.microsoft.com/office/powerpoint/2010/main" val="21182031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ADEE8096-EDB3-D393-2D4D-5FBD3E7613D3}"/>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77</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4694918-8201-6965-A703-C6D9E678BECE}"/>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2419523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D180C-B223-0762-6F12-956F9A890709}"/>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C2E28F67-8334-336C-64E2-C9D1C22FB3F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78</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F2AD615-4803-15E5-9ED6-B06D64C7255C}"/>
              </a:ext>
            </a:extLst>
          </p:cNvPr>
          <p:cNvPicPr>
            <a:picLocks noChangeAspect="1"/>
          </p:cNvPicPr>
          <p:nvPr/>
        </p:nvPicPr>
        <p:blipFill>
          <a:blip r:embed="rId2"/>
          <a:stretch>
            <a:fillRect/>
          </a:stretch>
        </p:blipFill>
        <p:spPr>
          <a:xfrm>
            <a:off x="0" y="-6095"/>
            <a:ext cx="7772400" cy="9378695"/>
          </a:xfrm>
          <a:prstGeom prst="rect">
            <a:avLst/>
          </a:prstGeom>
        </p:spPr>
      </p:pic>
    </p:spTree>
    <p:extLst>
      <p:ext uri="{BB962C8B-B14F-4D97-AF65-F5344CB8AC3E}">
        <p14:creationId xmlns:p14="http://schemas.microsoft.com/office/powerpoint/2010/main" val="2426256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FAE4-CBE8-7E95-7B32-E637844161BA}"/>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72A9C3D6-AEA5-B743-FD34-675D2A74B056}"/>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79</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7761905-B941-01E4-AB62-7C8F562B80C7}"/>
              </a:ext>
            </a:extLst>
          </p:cNvPr>
          <p:cNvPicPr>
            <a:picLocks noChangeAspect="1"/>
          </p:cNvPicPr>
          <p:nvPr/>
        </p:nvPicPr>
        <p:blipFill>
          <a:blip r:embed="rId2"/>
          <a:stretch>
            <a:fillRect/>
          </a:stretch>
        </p:blipFill>
        <p:spPr>
          <a:xfrm>
            <a:off x="0" y="0"/>
            <a:ext cx="7772400" cy="9448800"/>
          </a:xfrm>
          <a:prstGeom prst="rect">
            <a:avLst/>
          </a:prstGeom>
        </p:spPr>
      </p:pic>
    </p:spTree>
    <p:extLst>
      <p:ext uri="{BB962C8B-B14F-4D97-AF65-F5344CB8AC3E}">
        <p14:creationId xmlns:p14="http://schemas.microsoft.com/office/powerpoint/2010/main" val="8214194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BB0AEBC0-B78E-A36A-CA75-37CA7AB2A9D3}"/>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80</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FCABAB5-87A6-66FE-7EFE-01704A140C5D}"/>
              </a:ext>
            </a:extLst>
          </p:cNvPr>
          <p:cNvPicPr>
            <a:picLocks noChangeAspect="1"/>
          </p:cNvPicPr>
          <p:nvPr/>
        </p:nvPicPr>
        <p:blipFill>
          <a:blip r:embed="rId2"/>
          <a:stretch>
            <a:fillRect/>
          </a:stretch>
        </p:blipFill>
        <p:spPr>
          <a:xfrm>
            <a:off x="0" y="0"/>
            <a:ext cx="7772400" cy="9529589"/>
          </a:xfrm>
          <a:prstGeom prst="rect">
            <a:avLst/>
          </a:prstGeom>
        </p:spPr>
      </p:pic>
    </p:spTree>
    <p:extLst>
      <p:ext uri="{BB962C8B-B14F-4D97-AF65-F5344CB8AC3E}">
        <p14:creationId xmlns:p14="http://schemas.microsoft.com/office/powerpoint/2010/main" val="35983733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5FF7B180-EAEF-DDCF-ECB3-E4D4635745C2}"/>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81</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9FC54DB-6A16-DA00-0A8C-3EF1119C2065}"/>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25784598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849B-266E-0C1C-3BC0-A77380640C8F}"/>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FABDEED2-CF18-F5A4-43A9-2F7103CBF97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82</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02A0707-23EC-4E25-61CB-AB42DD92A3CA}"/>
              </a:ext>
            </a:extLst>
          </p:cNvPr>
          <p:cNvPicPr>
            <a:picLocks noChangeAspect="1"/>
          </p:cNvPicPr>
          <p:nvPr/>
        </p:nvPicPr>
        <p:blipFill>
          <a:blip r:embed="rId2"/>
          <a:stretch>
            <a:fillRect/>
          </a:stretch>
        </p:blipFill>
        <p:spPr>
          <a:xfrm>
            <a:off x="1" y="10866"/>
            <a:ext cx="7772400" cy="9518724"/>
          </a:xfrm>
          <a:prstGeom prst="rect">
            <a:avLst/>
          </a:prstGeom>
        </p:spPr>
      </p:pic>
    </p:spTree>
    <p:extLst>
      <p:ext uri="{BB962C8B-B14F-4D97-AF65-F5344CB8AC3E}">
        <p14:creationId xmlns:p14="http://schemas.microsoft.com/office/powerpoint/2010/main" val="14542664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1C3A-AF9A-DCF5-C0A4-655C46F578BF}"/>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03AEDF00-EB53-4C81-6442-2F4DE3AF711C}"/>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83</a:t>
            </a:fld>
            <a:endParaRPr lang="en-US" spc="-5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04D9851-4D16-23FB-7B23-DC19C6FD612B}"/>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28549305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E948-27AA-E1BE-7CAF-4E5F37DF2C06}"/>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D23A1B4B-5A3F-73F9-EF8C-CB2277D004CE}"/>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84</a:t>
            </a:fld>
            <a:endParaRPr lang="en-US" spc="-5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8A0CD0F-D174-9063-AEDC-7EC2B7334641}"/>
              </a:ext>
            </a:extLst>
          </p:cNvPr>
          <p:cNvPicPr>
            <a:picLocks noChangeAspect="1"/>
          </p:cNvPicPr>
          <p:nvPr/>
        </p:nvPicPr>
        <p:blipFill>
          <a:blip r:embed="rId2"/>
          <a:stretch>
            <a:fillRect/>
          </a:stretch>
        </p:blipFill>
        <p:spPr>
          <a:xfrm>
            <a:off x="0" y="0"/>
            <a:ext cx="7772400" cy="9529589"/>
          </a:xfrm>
          <a:prstGeom prst="rect">
            <a:avLst/>
          </a:prstGeom>
        </p:spPr>
      </p:pic>
    </p:spTree>
    <p:extLst>
      <p:ext uri="{BB962C8B-B14F-4D97-AF65-F5344CB8AC3E}">
        <p14:creationId xmlns:p14="http://schemas.microsoft.com/office/powerpoint/2010/main" val="18701699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05DC-FA55-BE62-46B1-6D84AE087233}"/>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3BE5F18D-935A-3308-81A7-D2362C47B532}"/>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85</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F8CDF16-7A54-406B-A3FB-00D0BCA477F2}"/>
              </a:ext>
            </a:extLst>
          </p:cNvPr>
          <p:cNvPicPr>
            <a:picLocks noChangeAspect="1"/>
          </p:cNvPicPr>
          <p:nvPr/>
        </p:nvPicPr>
        <p:blipFill>
          <a:blip r:embed="rId2"/>
          <a:stretch>
            <a:fillRect/>
          </a:stretch>
        </p:blipFill>
        <p:spPr>
          <a:xfrm>
            <a:off x="0" y="1"/>
            <a:ext cx="7772400" cy="9529590"/>
          </a:xfrm>
          <a:prstGeom prst="rect">
            <a:avLst/>
          </a:prstGeom>
        </p:spPr>
      </p:pic>
    </p:spTree>
    <p:extLst>
      <p:ext uri="{BB962C8B-B14F-4D97-AF65-F5344CB8AC3E}">
        <p14:creationId xmlns:p14="http://schemas.microsoft.com/office/powerpoint/2010/main" val="41772127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BBBB-F0DE-E2E1-F670-40D4F9BD7EEB}"/>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B09C5D17-6868-6466-9468-AB24CC7EC0D0}"/>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86</a:t>
            </a:fld>
            <a:endParaRPr lang="en-US" spc="-5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B0FFD2B-EDAB-2195-3FFC-46DCA445F0F5}"/>
              </a:ext>
            </a:extLst>
          </p:cNvPr>
          <p:cNvPicPr>
            <a:picLocks noChangeAspect="1"/>
          </p:cNvPicPr>
          <p:nvPr/>
        </p:nvPicPr>
        <p:blipFill>
          <a:blip r:embed="rId2"/>
          <a:stretch>
            <a:fillRect/>
          </a:stretch>
        </p:blipFill>
        <p:spPr>
          <a:xfrm>
            <a:off x="0" y="0"/>
            <a:ext cx="7772400" cy="9516484"/>
          </a:xfrm>
          <a:prstGeom prst="rect">
            <a:avLst/>
          </a:prstGeom>
        </p:spPr>
      </p:pic>
    </p:spTree>
    <p:extLst>
      <p:ext uri="{BB962C8B-B14F-4D97-AF65-F5344CB8AC3E}">
        <p14:creationId xmlns:p14="http://schemas.microsoft.com/office/powerpoint/2010/main" val="22833441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AFF4-46FC-4F4D-9753-267D13A02057}"/>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11132999-3DD6-F1DA-1123-D6E368FD24D4}"/>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87</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887718A-79E1-58EF-7BAC-9AE0754C04A4}"/>
              </a:ext>
            </a:extLst>
          </p:cNvPr>
          <p:cNvPicPr>
            <a:picLocks noChangeAspect="1"/>
          </p:cNvPicPr>
          <p:nvPr/>
        </p:nvPicPr>
        <p:blipFill>
          <a:blip r:embed="rId2"/>
          <a:stretch>
            <a:fillRect/>
          </a:stretch>
        </p:blipFill>
        <p:spPr>
          <a:xfrm>
            <a:off x="0" y="0"/>
            <a:ext cx="7772400" cy="9529589"/>
          </a:xfrm>
          <a:prstGeom prst="rect">
            <a:avLst/>
          </a:prstGeom>
        </p:spPr>
      </p:pic>
    </p:spTree>
    <p:extLst>
      <p:ext uri="{BB962C8B-B14F-4D97-AF65-F5344CB8AC3E}">
        <p14:creationId xmlns:p14="http://schemas.microsoft.com/office/powerpoint/2010/main" val="13759660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547C-C0E2-337C-82CF-E9A018D548AB}"/>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74D1E47C-85C2-C3FA-4167-BF0E2008502D}"/>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88</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43B5C83-9ADD-8EF0-BA0A-1A879B8B9E78}"/>
              </a:ext>
            </a:extLst>
          </p:cNvPr>
          <p:cNvPicPr>
            <a:picLocks noChangeAspect="1"/>
          </p:cNvPicPr>
          <p:nvPr/>
        </p:nvPicPr>
        <p:blipFill>
          <a:blip r:embed="rId2"/>
          <a:stretch>
            <a:fillRect/>
          </a:stretch>
        </p:blipFill>
        <p:spPr>
          <a:xfrm>
            <a:off x="1" y="7622"/>
            <a:ext cx="7772400" cy="9441178"/>
          </a:xfrm>
          <a:prstGeom prst="rect">
            <a:avLst/>
          </a:prstGeom>
        </p:spPr>
      </p:pic>
    </p:spTree>
    <p:extLst>
      <p:ext uri="{BB962C8B-B14F-4D97-AF65-F5344CB8AC3E}">
        <p14:creationId xmlns:p14="http://schemas.microsoft.com/office/powerpoint/2010/main" val="29894605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84CDE-F307-18E2-EA7A-5264116F1BC5}"/>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FC5E3780-93F3-0FDE-EE88-5E4C65A048A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89</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811B89C-84CE-75DF-6B18-1366718EB8D5}"/>
              </a:ext>
            </a:extLst>
          </p:cNvPr>
          <p:cNvPicPr>
            <a:picLocks noChangeAspect="1"/>
          </p:cNvPicPr>
          <p:nvPr/>
        </p:nvPicPr>
        <p:blipFill>
          <a:blip r:embed="rId2"/>
          <a:stretch>
            <a:fillRect/>
          </a:stretch>
        </p:blipFill>
        <p:spPr>
          <a:xfrm>
            <a:off x="0" y="0"/>
            <a:ext cx="7772400" cy="9448800"/>
          </a:xfrm>
          <a:prstGeom prst="rect">
            <a:avLst/>
          </a:prstGeom>
        </p:spPr>
      </p:pic>
    </p:spTree>
    <p:extLst>
      <p:ext uri="{BB962C8B-B14F-4D97-AF65-F5344CB8AC3E}">
        <p14:creationId xmlns:p14="http://schemas.microsoft.com/office/powerpoint/2010/main" val="25729002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1B6DCA9E-40E2-7B6C-11B8-247F4717C4C2}"/>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90</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A9D19C6-BB69-5F2B-8C26-301A514A505B}"/>
              </a:ext>
            </a:extLst>
          </p:cNvPr>
          <p:cNvPicPr>
            <a:picLocks noChangeAspect="1"/>
          </p:cNvPicPr>
          <p:nvPr/>
        </p:nvPicPr>
        <p:blipFill>
          <a:blip r:embed="rId2"/>
          <a:stretch>
            <a:fillRect/>
          </a:stretch>
        </p:blipFill>
        <p:spPr>
          <a:xfrm>
            <a:off x="0" y="0"/>
            <a:ext cx="7772401" cy="9424147"/>
          </a:xfrm>
          <a:prstGeom prst="rect">
            <a:avLst/>
          </a:prstGeom>
        </p:spPr>
      </p:pic>
    </p:spTree>
    <p:extLst>
      <p:ext uri="{BB962C8B-B14F-4D97-AF65-F5344CB8AC3E}">
        <p14:creationId xmlns:p14="http://schemas.microsoft.com/office/powerpoint/2010/main" val="27151546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4CB2B903-1910-5D9B-676D-37B5351C941C}"/>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91</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33322A5-6C07-9281-AAA2-064599F443F6}"/>
              </a:ext>
            </a:extLst>
          </p:cNvPr>
          <p:cNvPicPr>
            <a:picLocks noChangeAspect="1"/>
          </p:cNvPicPr>
          <p:nvPr/>
        </p:nvPicPr>
        <p:blipFill>
          <a:blip r:embed="rId2"/>
          <a:stretch>
            <a:fillRect/>
          </a:stretch>
        </p:blipFill>
        <p:spPr>
          <a:xfrm>
            <a:off x="0" y="0"/>
            <a:ext cx="7772400" cy="9479873"/>
          </a:xfrm>
          <a:prstGeom prst="rect">
            <a:avLst/>
          </a:prstGeom>
        </p:spPr>
      </p:pic>
    </p:spTree>
    <p:extLst>
      <p:ext uri="{BB962C8B-B14F-4D97-AF65-F5344CB8AC3E}">
        <p14:creationId xmlns:p14="http://schemas.microsoft.com/office/powerpoint/2010/main" val="40304170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CB1126B6-95EC-67F3-8057-4CDAF6D7516D}"/>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92</a:t>
            </a:fld>
            <a:endParaRPr lang="en-US" spc="-5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BCD06270-C125-F8B7-96E7-F9A04B3A1A0F}"/>
              </a:ext>
            </a:extLst>
          </p:cNvPr>
          <p:cNvPicPr>
            <a:picLocks noChangeAspect="1"/>
          </p:cNvPicPr>
          <p:nvPr/>
        </p:nvPicPr>
        <p:blipFill>
          <a:blip r:embed="rId2"/>
          <a:stretch>
            <a:fillRect/>
          </a:stretch>
        </p:blipFill>
        <p:spPr>
          <a:xfrm>
            <a:off x="-3746" y="0"/>
            <a:ext cx="7776146" cy="9419729"/>
          </a:xfrm>
          <a:prstGeom prst="rect">
            <a:avLst/>
          </a:prstGeom>
        </p:spPr>
      </p:pic>
    </p:spTree>
    <p:extLst>
      <p:ext uri="{BB962C8B-B14F-4D97-AF65-F5344CB8AC3E}">
        <p14:creationId xmlns:p14="http://schemas.microsoft.com/office/powerpoint/2010/main" val="11112141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BF389A8A-F886-5F6E-13FD-764D2EB0AAC1}"/>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93</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BEAD1B4-E319-0B1B-D1DB-CE6249A8715D}"/>
              </a:ext>
            </a:extLst>
          </p:cNvPr>
          <p:cNvPicPr>
            <a:picLocks noChangeAspect="1"/>
          </p:cNvPicPr>
          <p:nvPr/>
        </p:nvPicPr>
        <p:blipFill>
          <a:blip r:embed="rId2"/>
          <a:stretch>
            <a:fillRect/>
          </a:stretch>
        </p:blipFill>
        <p:spPr>
          <a:xfrm>
            <a:off x="0" y="0"/>
            <a:ext cx="7772400" cy="9497201"/>
          </a:xfrm>
          <a:prstGeom prst="rect">
            <a:avLst/>
          </a:prstGeom>
        </p:spPr>
      </p:pic>
    </p:spTree>
    <p:extLst>
      <p:ext uri="{BB962C8B-B14F-4D97-AF65-F5344CB8AC3E}">
        <p14:creationId xmlns:p14="http://schemas.microsoft.com/office/powerpoint/2010/main" val="32307236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6A88056F-8A8A-5FF0-F10E-CA9AF1B3751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94</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E275CFF-406D-54B4-8872-168D9F024DC0}"/>
              </a:ext>
            </a:extLst>
          </p:cNvPr>
          <p:cNvPicPr>
            <a:picLocks noChangeAspect="1"/>
          </p:cNvPicPr>
          <p:nvPr/>
        </p:nvPicPr>
        <p:blipFill>
          <a:blip r:embed="rId2"/>
          <a:stretch>
            <a:fillRect/>
          </a:stretch>
        </p:blipFill>
        <p:spPr>
          <a:xfrm>
            <a:off x="0" y="0"/>
            <a:ext cx="7772400" cy="9448800"/>
          </a:xfrm>
          <a:prstGeom prst="rect">
            <a:avLst/>
          </a:prstGeom>
        </p:spPr>
      </p:pic>
    </p:spTree>
    <p:extLst>
      <p:ext uri="{BB962C8B-B14F-4D97-AF65-F5344CB8AC3E}">
        <p14:creationId xmlns:p14="http://schemas.microsoft.com/office/powerpoint/2010/main" val="6182881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7D60-10B4-517D-4DD8-55AA4F0A2AA5}"/>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16CA2FE6-7D20-20DF-2418-83578F3B184D}"/>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95</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DFAAA32-9F25-F72C-C864-F98C9A6D3401}"/>
              </a:ext>
            </a:extLst>
          </p:cNvPr>
          <p:cNvPicPr>
            <a:picLocks noChangeAspect="1"/>
          </p:cNvPicPr>
          <p:nvPr/>
        </p:nvPicPr>
        <p:blipFill>
          <a:blip r:embed="rId2"/>
          <a:stretch>
            <a:fillRect/>
          </a:stretch>
        </p:blipFill>
        <p:spPr>
          <a:xfrm>
            <a:off x="0" y="0"/>
            <a:ext cx="7772400" cy="9482695"/>
          </a:xfrm>
          <a:prstGeom prst="rect">
            <a:avLst/>
          </a:prstGeom>
        </p:spPr>
      </p:pic>
    </p:spTree>
    <p:extLst>
      <p:ext uri="{BB962C8B-B14F-4D97-AF65-F5344CB8AC3E}">
        <p14:creationId xmlns:p14="http://schemas.microsoft.com/office/powerpoint/2010/main" val="5280660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FFD4-DC6C-7387-9254-804535D1C88D}"/>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241CD231-1919-734A-65EE-9B84FC812ECD}"/>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96</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25679EC-E1DB-9005-8768-B00665CD27D0}"/>
              </a:ext>
            </a:extLst>
          </p:cNvPr>
          <p:cNvPicPr>
            <a:picLocks noChangeAspect="1"/>
          </p:cNvPicPr>
          <p:nvPr/>
        </p:nvPicPr>
        <p:blipFill>
          <a:blip r:embed="rId2"/>
          <a:stretch>
            <a:fillRect/>
          </a:stretch>
        </p:blipFill>
        <p:spPr>
          <a:xfrm>
            <a:off x="0" y="1"/>
            <a:ext cx="7772400" cy="9468280"/>
          </a:xfrm>
          <a:prstGeom prst="rect">
            <a:avLst/>
          </a:prstGeom>
        </p:spPr>
      </p:pic>
    </p:spTree>
    <p:extLst>
      <p:ext uri="{BB962C8B-B14F-4D97-AF65-F5344CB8AC3E}">
        <p14:creationId xmlns:p14="http://schemas.microsoft.com/office/powerpoint/2010/main" val="2336598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FB880-B97C-EC05-D74D-55F09EC6461A}"/>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C415F590-6CB9-557B-1181-1475FDF54F75}"/>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97</a:t>
            </a:fld>
            <a:endParaRPr lang="en-US" spc="-5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C5C64DD-11EE-61C2-7482-B3DD4C834FBE}"/>
              </a:ext>
            </a:extLst>
          </p:cNvPr>
          <p:cNvPicPr>
            <a:picLocks noChangeAspect="1"/>
          </p:cNvPicPr>
          <p:nvPr/>
        </p:nvPicPr>
        <p:blipFill>
          <a:blip r:embed="rId2"/>
          <a:stretch>
            <a:fillRect/>
          </a:stretch>
        </p:blipFill>
        <p:spPr>
          <a:xfrm>
            <a:off x="0" y="0"/>
            <a:ext cx="7772400" cy="9402138"/>
          </a:xfrm>
          <a:prstGeom prst="rect">
            <a:avLst/>
          </a:prstGeom>
        </p:spPr>
      </p:pic>
    </p:spTree>
    <p:extLst>
      <p:ext uri="{BB962C8B-B14F-4D97-AF65-F5344CB8AC3E}">
        <p14:creationId xmlns:p14="http://schemas.microsoft.com/office/powerpoint/2010/main" val="30810491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4C15A9C4-B2B6-55C7-080E-9AA5943AE2E0}"/>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98</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9244B40-BA9E-C895-8A2A-6C95ECD58805}"/>
              </a:ext>
            </a:extLst>
          </p:cNvPr>
          <p:cNvPicPr>
            <a:picLocks noChangeAspect="1"/>
          </p:cNvPicPr>
          <p:nvPr/>
        </p:nvPicPr>
        <p:blipFill>
          <a:blip r:embed="rId2"/>
          <a:stretch>
            <a:fillRect/>
          </a:stretch>
        </p:blipFill>
        <p:spPr>
          <a:xfrm>
            <a:off x="0" y="0"/>
            <a:ext cx="7772399" cy="9448800"/>
          </a:xfrm>
          <a:prstGeom prst="rect">
            <a:avLst/>
          </a:prstGeom>
        </p:spPr>
      </p:pic>
    </p:spTree>
    <p:extLst>
      <p:ext uri="{BB962C8B-B14F-4D97-AF65-F5344CB8AC3E}">
        <p14:creationId xmlns:p14="http://schemas.microsoft.com/office/powerpoint/2010/main" val="20645807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3C540E3E-A1A8-EF0B-46B2-4FCF1FC14E11}"/>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99</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0B75B23-BD33-070E-3433-6DB2D8432BD8}"/>
              </a:ext>
            </a:extLst>
          </p:cNvPr>
          <p:cNvPicPr>
            <a:picLocks noChangeAspect="1"/>
          </p:cNvPicPr>
          <p:nvPr/>
        </p:nvPicPr>
        <p:blipFill>
          <a:blip r:embed="rId2"/>
          <a:stretch>
            <a:fillRect/>
          </a:stretch>
        </p:blipFill>
        <p:spPr>
          <a:xfrm>
            <a:off x="0" y="0"/>
            <a:ext cx="7772399" cy="9529590"/>
          </a:xfrm>
          <a:prstGeom prst="rect">
            <a:avLst/>
          </a:prstGeom>
        </p:spPr>
      </p:pic>
    </p:spTree>
    <p:extLst>
      <p:ext uri="{BB962C8B-B14F-4D97-AF65-F5344CB8AC3E}">
        <p14:creationId xmlns:p14="http://schemas.microsoft.com/office/powerpoint/2010/main" val="40263314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6E689A23-EE7D-2E69-7E2E-506E4E63AEA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100</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6E10C33-529F-BCA4-3CE4-0E96B4B1A564}"/>
              </a:ext>
            </a:extLst>
          </p:cNvPr>
          <p:cNvPicPr>
            <a:picLocks noChangeAspect="1"/>
          </p:cNvPicPr>
          <p:nvPr/>
        </p:nvPicPr>
        <p:blipFill>
          <a:blip r:embed="rId2"/>
          <a:stretch>
            <a:fillRect/>
          </a:stretch>
        </p:blipFill>
        <p:spPr>
          <a:xfrm>
            <a:off x="0" y="-76200"/>
            <a:ext cx="7772400" cy="9605789"/>
          </a:xfrm>
          <a:prstGeom prst="rect">
            <a:avLst/>
          </a:prstGeom>
        </p:spPr>
      </p:pic>
    </p:spTree>
    <p:extLst>
      <p:ext uri="{BB962C8B-B14F-4D97-AF65-F5344CB8AC3E}">
        <p14:creationId xmlns:p14="http://schemas.microsoft.com/office/powerpoint/2010/main" val="8297983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4D1A4BA2-4CC9-7086-9B40-C8B90D7EBD1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101</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040E750-1F16-9D26-75D9-C4CEF4CA046D}"/>
              </a:ext>
            </a:extLst>
          </p:cNvPr>
          <p:cNvPicPr>
            <a:picLocks noChangeAspect="1"/>
          </p:cNvPicPr>
          <p:nvPr/>
        </p:nvPicPr>
        <p:blipFill>
          <a:blip r:embed="rId2"/>
          <a:stretch>
            <a:fillRect/>
          </a:stretch>
        </p:blipFill>
        <p:spPr>
          <a:xfrm>
            <a:off x="0" y="-29274"/>
            <a:ext cx="7772400" cy="9478074"/>
          </a:xfrm>
          <a:prstGeom prst="rect">
            <a:avLst/>
          </a:prstGeom>
        </p:spPr>
      </p:pic>
    </p:spTree>
    <p:extLst>
      <p:ext uri="{BB962C8B-B14F-4D97-AF65-F5344CB8AC3E}">
        <p14:creationId xmlns:p14="http://schemas.microsoft.com/office/powerpoint/2010/main" val="48725142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EE912C82-44A9-D82F-753B-FB858E9042BA}"/>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102</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1B75F14-A400-722E-272D-567940F45794}"/>
              </a:ext>
            </a:extLst>
          </p:cNvPr>
          <p:cNvPicPr>
            <a:picLocks noChangeAspect="1"/>
          </p:cNvPicPr>
          <p:nvPr/>
        </p:nvPicPr>
        <p:blipFill>
          <a:blip r:embed="rId2"/>
          <a:stretch>
            <a:fillRect/>
          </a:stretch>
        </p:blipFill>
        <p:spPr>
          <a:xfrm>
            <a:off x="0" y="0"/>
            <a:ext cx="7696200" cy="9529590"/>
          </a:xfrm>
          <a:prstGeom prst="rect">
            <a:avLst/>
          </a:prstGeom>
        </p:spPr>
      </p:pic>
    </p:spTree>
    <p:extLst>
      <p:ext uri="{BB962C8B-B14F-4D97-AF65-F5344CB8AC3E}">
        <p14:creationId xmlns:p14="http://schemas.microsoft.com/office/powerpoint/2010/main" val="28534415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8E62-9BA5-E39B-4607-B40F94888460}"/>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E956ACE8-2D1C-CDA3-7115-B84C911CBFCB}"/>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103</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FF88256-A60D-42C9-5FC8-A4FCD23D2F07}"/>
              </a:ext>
            </a:extLst>
          </p:cNvPr>
          <p:cNvPicPr>
            <a:picLocks noChangeAspect="1"/>
          </p:cNvPicPr>
          <p:nvPr/>
        </p:nvPicPr>
        <p:blipFill>
          <a:blip r:embed="rId2"/>
          <a:stretch>
            <a:fillRect/>
          </a:stretch>
        </p:blipFill>
        <p:spPr>
          <a:xfrm>
            <a:off x="0" y="17454"/>
            <a:ext cx="7772400" cy="9512135"/>
          </a:xfrm>
          <a:prstGeom prst="rect">
            <a:avLst/>
          </a:prstGeom>
        </p:spPr>
      </p:pic>
    </p:spTree>
    <p:extLst>
      <p:ext uri="{BB962C8B-B14F-4D97-AF65-F5344CB8AC3E}">
        <p14:creationId xmlns:p14="http://schemas.microsoft.com/office/powerpoint/2010/main" val="24376458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2940-9EED-6232-EEBF-6ED3A955A0E4}"/>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DAAFE4AC-1DEF-A5F4-3FA5-74C1EBF3D8DD}"/>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104</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A15A835-B8C5-633F-54BF-B65DB09B8063}"/>
              </a:ext>
            </a:extLst>
          </p:cNvPr>
          <p:cNvPicPr>
            <a:picLocks noChangeAspect="1"/>
          </p:cNvPicPr>
          <p:nvPr/>
        </p:nvPicPr>
        <p:blipFill>
          <a:blip r:embed="rId2"/>
          <a:stretch>
            <a:fillRect/>
          </a:stretch>
        </p:blipFill>
        <p:spPr>
          <a:xfrm>
            <a:off x="0" y="-18942"/>
            <a:ext cx="7772400" cy="9548531"/>
          </a:xfrm>
          <a:prstGeom prst="rect">
            <a:avLst/>
          </a:prstGeom>
        </p:spPr>
      </p:pic>
    </p:spTree>
    <p:extLst>
      <p:ext uri="{BB962C8B-B14F-4D97-AF65-F5344CB8AC3E}">
        <p14:creationId xmlns:p14="http://schemas.microsoft.com/office/powerpoint/2010/main" val="5527528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5E214-3982-C3EA-E266-CB6F3BC258B7}"/>
            </a:ext>
          </a:extLst>
        </p:cNvPr>
        <p:cNvGrpSpPr/>
        <p:nvPr/>
      </p:nvGrpSpPr>
      <p:grpSpPr>
        <a:xfrm>
          <a:off x="0" y="0"/>
          <a:ext cx="0" cy="0"/>
          <a:chOff x="0" y="0"/>
          <a:chExt cx="0" cy="0"/>
        </a:xfrm>
      </p:grpSpPr>
      <p:sp>
        <p:nvSpPr>
          <p:cNvPr id="4" name="Holder 4">
            <a:extLst>
              <a:ext uri="{FF2B5EF4-FFF2-40B4-BE49-F238E27FC236}">
                <a16:creationId xmlns:a16="http://schemas.microsoft.com/office/drawing/2014/main" id="{98284F72-66BC-1E70-BA40-F39F097B412E}"/>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105</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F50DEB8-92D0-3344-2650-A034BD09B1C1}"/>
              </a:ext>
            </a:extLst>
          </p:cNvPr>
          <p:cNvPicPr>
            <a:picLocks noChangeAspect="1"/>
          </p:cNvPicPr>
          <p:nvPr/>
        </p:nvPicPr>
        <p:blipFill>
          <a:blip r:embed="rId2"/>
          <a:stretch>
            <a:fillRect/>
          </a:stretch>
        </p:blipFill>
        <p:spPr>
          <a:xfrm>
            <a:off x="0" y="0"/>
            <a:ext cx="7772400" cy="9528395"/>
          </a:xfrm>
          <a:prstGeom prst="rect">
            <a:avLst/>
          </a:prstGeom>
        </p:spPr>
      </p:pic>
    </p:spTree>
    <p:extLst>
      <p:ext uri="{BB962C8B-B14F-4D97-AF65-F5344CB8AC3E}">
        <p14:creationId xmlns:p14="http://schemas.microsoft.com/office/powerpoint/2010/main" val="32210049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FC029F2F-8CE9-A9FA-DE80-1973DCA505F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106</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65CC442-DBD2-D8B8-ACC1-32813B8F89F6}"/>
              </a:ext>
            </a:extLst>
          </p:cNvPr>
          <p:cNvPicPr>
            <a:picLocks noChangeAspect="1"/>
          </p:cNvPicPr>
          <p:nvPr/>
        </p:nvPicPr>
        <p:blipFill>
          <a:blip r:embed="rId2"/>
          <a:stretch>
            <a:fillRect/>
          </a:stretch>
        </p:blipFill>
        <p:spPr>
          <a:xfrm>
            <a:off x="0" y="0"/>
            <a:ext cx="7772400" cy="9448799"/>
          </a:xfrm>
          <a:prstGeom prst="rect">
            <a:avLst/>
          </a:prstGeom>
        </p:spPr>
      </p:pic>
    </p:spTree>
    <p:extLst>
      <p:ext uri="{BB962C8B-B14F-4D97-AF65-F5344CB8AC3E}">
        <p14:creationId xmlns:p14="http://schemas.microsoft.com/office/powerpoint/2010/main" val="34094812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0356F3C6-7FD8-5C13-539E-272DB4B96B5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107</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2FC4746-7C46-7F23-72E6-1B4785DDD17B}"/>
              </a:ext>
            </a:extLst>
          </p:cNvPr>
          <p:cNvPicPr>
            <a:picLocks noChangeAspect="1"/>
          </p:cNvPicPr>
          <p:nvPr/>
        </p:nvPicPr>
        <p:blipFill>
          <a:blip r:embed="rId2"/>
          <a:stretch>
            <a:fillRect/>
          </a:stretch>
        </p:blipFill>
        <p:spPr>
          <a:xfrm>
            <a:off x="1" y="0"/>
            <a:ext cx="7772400" cy="9529590"/>
          </a:xfrm>
          <a:prstGeom prst="rect">
            <a:avLst/>
          </a:prstGeom>
        </p:spPr>
      </p:pic>
    </p:spTree>
    <p:extLst>
      <p:ext uri="{BB962C8B-B14F-4D97-AF65-F5344CB8AC3E}">
        <p14:creationId xmlns:p14="http://schemas.microsoft.com/office/powerpoint/2010/main" val="17622393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older 4">
            <a:extLst>
              <a:ext uri="{FF2B5EF4-FFF2-40B4-BE49-F238E27FC236}">
                <a16:creationId xmlns:a16="http://schemas.microsoft.com/office/drawing/2014/main" id="{948AD6C3-15DF-F3D9-7733-30E5212AC701}"/>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108</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E299E9B-6A94-3D80-D641-03603B33AB5D}"/>
              </a:ext>
            </a:extLst>
          </p:cNvPr>
          <p:cNvPicPr>
            <a:picLocks noChangeAspect="1"/>
          </p:cNvPicPr>
          <p:nvPr/>
        </p:nvPicPr>
        <p:blipFill>
          <a:blip r:embed="rId2"/>
          <a:stretch>
            <a:fillRect/>
          </a:stretch>
        </p:blipFill>
        <p:spPr>
          <a:xfrm>
            <a:off x="1" y="0"/>
            <a:ext cx="7772400" cy="9473870"/>
          </a:xfrm>
          <a:prstGeom prst="rect">
            <a:avLst/>
          </a:prstGeom>
        </p:spPr>
      </p:pic>
    </p:spTree>
    <p:extLst>
      <p:ext uri="{BB962C8B-B14F-4D97-AF65-F5344CB8AC3E}">
        <p14:creationId xmlns:p14="http://schemas.microsoft.com/office/powerpoint/2010/main" val="40576970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EF93D552-0A0F-E806-2E59-F4E2021D845A}"/>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109</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0DAE177-6D74-A65C-4370-7F95F84AFFC2}"/>
              </a:ext>
            </a:extLst>
          </p:cNvPr>
          <p:cNvPicPr>
            <a:picLocks noChangeAspect="1"/>
          </p:cNvPicPr>
          <p:nvPr/>
        </p:nvPicPr>
        <p:blipFill>
          <a:blip r:embed="rId2"/>
          <a:stretch>
            <a:fillRect/>
          </a:stretch>
        </p:blipFill>
        <p:spPr>
          <a:xfrm>
            <a:off x="0" y="0"/>
            <a:ext cx="7772399" cy="9529590"/>
          </a:xfrm>
          <a:prstGeom prst="rect">
            <a:avLst/>
          </a:prstGeom>
        </p:spPr>
      </p:pic>
    </p:spTree>
    <p:extLst>
      <p:ext uri="{BB962C8B-B14F-4D97-AF65-F5344CB8AC3E}">
        <p14:creationId xmlns:p14="http://schemas.microsoft.com/office/powerpoint/2010/main" val="2805059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12563F2C-28A8-45FC-7036-9B83434027C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110</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40E4A20-7E3B-5138-036A-937AEAD38484}"/>
              </a:ext>
            </a:extLst>
          </p:cNvPr>
          <p:cNvPicPr>
            <a:picLocks noChangeAspect="1"/>
          </p:cNvPicPr>
          <p:nvPr/>
        </p:nvPicPr>
        <p:blipFill>
          <a:blip r:embed="rId2"/>
          <a:stretch>
            <a:fillRect/>
          </a:stretch>
        </p:blipFill>
        <p:spPr>
          <a:xfrm>
            <a:off x="1" y="0"/>
            <a:ext cx="7772400" cy="9485535"/>
          </a:xfrm>
          <a:prstGeom prst="rect">
            <a:avLst/>
          </a:prstGeom>
        </p:spPr>
      </p:pic>
    </p:spTree>
    <p:extLst>
      <p:ext uri="{BB962C8B-B14F-4D97-AF65-F5344CB8AC3E}">
        <p14:creationId xmlns:p14="http://schemas.microsoft.com/office/powerpoint/2010/main" val="18732869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A7FBDE4C-466B-244E-0D7B-382B47E49A67}"/>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111</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562A7C4-2590-EDA1-3CE2-5F12B43810CA}"/>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39407433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CFAE8C58-0EAD-122A-6812-66B32C23132F}"/>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112</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E69660E-A736-C205-5189-630678454C02}"/>
              </a:ext>
            </a:extLst>
          </p:cNvPr>
          <p:cNvPicPr>
            <a:picLocks noChangeAspect="1"/>
          </p:cNvPicPr>
          <p:nvPr/>
        </p:nvPicPr>
        <p:blipFill>
          <a:blip r:embed="rId2"/>
          <a:stretch>
            <a:fillRect/>
          </a:stretch>
        </p:blipFill>
        <p:spPr>
          <a:xfrm>
            <a:off x="0" y="0"/>
            <a:ext cx="7772400" cy="9448800"/>
          </a:xfrm>
          <a:prstGeom prst="rect">
            <a:avLst/>
          </a:prstGeom>
        </p:spPr>
      </p:pic>
    </p:spTree>
    <p:extLst>
      <p:ext uri="{BB962C8B-B14F-4D97-AF65-F5344CB8AC3E}">
        <p14:creationId xmlns:p14="http://schemas.microsoft.com/office/powerpoint/2010/main" val="41671863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older 4">
            <a:extLst>
              <a:ext uri="{FF2B5EF4-FFF2-40B4-BE49-F238E27FC236}">
                <a16:creationId xmlns:a16="http://schemas.microsoft.com/office/drawing/2014/main" id="{CEEBA902-74F8-4178-B196-2200D8CFAD4C}"/>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113</a:t>
            </a:fld>
            <a:endParaRPr lang="en-US" spc="-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673D375-22F3-8B00-9A69-836E02AA3F31}"/>
              </a:ext>
            </a:extLst>
          </p:cNvPr>
          <p:cNvPicPr>
            <a:picLocks noChangeAspect="1"/>
          </p:cNvPicPr>
          <p:nvPr/>
        </p:nvPicPr>
        <p:blipFill>
          <a:blip r:embed="rId2"/>
          <a:stretch>
            <a:fillRect/>
          </a:stretch>
        </p:blipFill>
        <p:spPr>
          <a:xfrm>
            <a:off x="0" y="0"/>
            <a:ext cx="7772400" cy="9491109"/>
          </a:xfrm>
          <a:prstGeom prst="rect">
            <a:avLst/>
          </a:prstGeom>
        </p:spPr>
      </p:pic>
    </p:spTree>
    <p:extLst>
      <p:ext uri="{BB962C8B-B14F-4D97-AF65-F5344CB8AC3E}">
        <p14:creationId xmlns:p14="http://schemas.microsoft.com/office/powerpoint/2010/main" val="22760937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82CF2785-4E08-4C1C-E91F-49BED31E5C8E}"/>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114</a:t>
            </a:fld>
            <a:endParaRPr lang="en-US" spc="-5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BC5916E-CB93-C1C9-97D3-964229818106}"/>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391468228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01E58EB7-EFBF-2A7C-D9F5-15595F210B31}"/>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115</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0E2AE51-B573-D1AB-F8A4-C71A1AC89C89}"/>
              </a:ext>
            </a:extLst>
          </p:cNvPr>
          <p:cNvPicPr>
            <a:picLocks noChangeAspect="1"/>
          </p:cNvPicPr>
          <p:nvPr/>
        </p:nvPicPr>
        <p:blipFill>
          <a:blip r:embed="rId2"/>
          <a:stretch>
            <a:fillRect/>
          </a:stretch>
        </p:blipFill>
        <p:spPr>
          <a:xfrm>
            <a:off x="0" y="-10706"/>
            <a:ext cx="7772400" cy="9540296"/>
          </a:xfrm>
          <a:prstGeom prst="rect">
            <a:avLst/>
          </a:prstGeom>
        </p:spPr>
      </p:pic>
    </p:spTree>
    <p:extLst>
      <p:ext uri="{BB962C8B-B14F-4D97-AF65-F5344CB8AC3E}">
        <p14:creationId xmlns:p14="http://schemas.microsoft.com/office/powerpoint/2010/main" val="17359185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042F768C-85A0-9ADD-F424-346AB72044C6}"/>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116</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639137-EC73-003F-34B5-3DFC75629499}"/>
              </a:ext>
            </a:extLst>
          </p:cNvPr>
          <p:cNvPicPr>
            <a:picLocks noChangeAspect="1"/>
          </p:cNvPicPr>
          <p:nvPr/>
        </p:nvPicPr>
        <p:blipFill>
          <a:blip r:embed="rId2"/>
          <a:stretch>
            <a:fillRect/>
          </a:stretch>
        </p:blipFill>
        <p:spPr>
          <a:xfrm>
            <a:off x="1" y="0"/>
            <a:ext cx="7772400" cy="9448800"/>
          </a:xfrm>
          <a:prstGeom prst="rect">
            <a:avLst/>
          </a:prstGeom>
        </p:spPr>
      </p:pic>
    </p:spTree>
    <p:extLst>
      <p:ext uri="{BB962C8B-B14F-4D97-AF65-F5344CB8AC3E}">
        <p14:creationId xmlns:p14="http://schemas.microsoft.com/office/powerpoint/2010/main" val="22578134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D30F0DD0-3603-6246-BF06-F7AD291ABFE9}"/>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117</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1DB9B21-AE16-C381-E7CA-F5AA71EB2B41}"/>
              </a:ext>
            </a:extLst>
          </p:cNvPr>
          <p:cNvPicPr>
            <a:picLocks noChangeAspect="1"/>
          </p:cNvPicPr>
          <p:nvPr/>
        </p:nvPicPr>
        <p:blipFill>
          <a:blip r:embed="rId2"/>
          <a:stretch>
            <a:fillRect/>
          </a:stretch>
        </p:blipFill>
        <p:spPr>
          <a:xfrm>
            <a:off x="0" y="0"/>
            <a:ext cx="7706613" cy="9529589"/>
          </a:xfrm>
          <a:prstGeom prst="rect">
            <a:avLst/>
          </a:prstGeom>
        </p:spPr>
      </p:pic>
    </p:spTree>
    <p:extLst>
      <p:ext uri="{BB962C8B-B14F-4D97-AF65-F5344CB8AC3E}">
        <p14:creationId xmlns:p14="http://schemas.microsoft.com/office/powerpoint/2010/main" val="35034463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74781069-BFC3-2ADA-D19A-57ECAA4552C5}"/>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118</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E4C0B26-DC01-F865-983E-FACA9B80F293}"/>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304141427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87D083DC-F3F2-1B40-D988-FE76F654D6AC}"/>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119</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280A846-6DBF-B2C8-6A6C-D0E2ABE551E5}"/>
              </a:ext>
            </a:extLst>
          </p:cNvPr>
          <p:cNvPicPr>
            <a:picLocks noChangeAspect="1"/>
          </p:cNvPicPr>
          <p:nvPr/>
        </p:nvPicPr>
        <p:blipFill>
          <a:blip r:embed="rId2"/>
          <a:stretch>
            <a:fillRect/>
          </a:stretch>
        </p:blipFill>
        <p:spPr>
          <a:xfrm>
            <a:off x="0" y="0"/>
            <a:ext cx="7772400" cy="9448800"/>
          </a:xfrm>
          <a:prstGeom prst="rect">
            <a:avLst/>
          </a:prstGeom>
        </p:spPr>
      </p:pic>
    </p:spTree>
    <p:extLst>
      <p:ext uri="{BB962C8B-B14F-4D97-AF65-F5344CB8AC3E}">
        <p14:creationId xmlns:p14="http://schemas.microsoft.com/office/powerpoint/2010/main" val="103140036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8862D17D-E6E4-9E57-9951-EEA00D2B00C8}"/>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120</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D076E19-E886-5872-0735-9D53AB8F5892}"/>
              </a:ext>
            </a:extLst>
          </p:cNvPr>
          <p:cNvPicPr>
            <a:picLocks noChangeAspect="1"/>
          </p:cNvPicPr>
          <p:nvPr/>
        </p:nvPicPr>
        <p:blipFill>
          <a:blip r:embed="rId2"/>
          <a:stretch>
            <a:fillRect/>
          </a:stretch>
        </p:blipFill>
        <p:spPr>
          <a:xfrm>
            <a:off x="1" y="0"/>
            <a:ext cx="7772400" cy="9518419"/>
          </a:xfrm>
          <a:prstGeom prst="rect">
            <a:avLst/>
          </a:prstGeom>
        </p:spPr>
      </p:pic>
    </p:spTree>
    <p:extLst>
      <p:ext uri="{BB962C8B-B14F-4D97-AF65-F5344CB8AC3E}">
        <p14:creationId xmlns:p14="http://schemas.microsoft.com/office/powerpoint/2010/main" val="40074563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older 4">
            <a:extLst>
              <a:ext uri="{FF2B5EF4-FFF2-40B4-BE49-F238E27FC236}">
                <a16:creationId xmlns:a16="http://schemas.microsoft.com/office/drawing/2014/main" id="{6C74FC5C-1F07-F36C-55A2-810725F0E9D2}"/>
              </a:ext>
            </a:extLst>
          </p:cNvPr>
          <p:cNvSpPr>
            <a:spLocks noGrp="1"/>
          </p:cNvSpPr>
          <p:nvPr>
            <p:ph type="sldNum" sz="quarter" idx="7"/>
          </p:nvPr>
        </p:nvSpPr>
        <p:spPr>
          <a:xfrm>
            <a:off x="7067294" y="9529590"/>
            <a:ext cx="247905" cy="13849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121</a:t>
            </a:fld>
            <a:endParaRPr lang="en-US" spc="-5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9651C38-5ECD-E795-07A6-2B5481365647}"/>
              </a:ext>
            </a:extLst>
          </p:cNvPr>
          <p:cNvPicPr>
            <a:picLocks noChangeAspect="1"/>
          </p:cNvPicPr>
          <p:nvPr/>
        </p:nvPicPr>
        <p:blipFill>
          <a:blip r:embed="rId2"/>
          <a:stretch>
            <a:fillRect/>
          </a:stretch>
        </p:blipFill>
        <p:spPr>
          <a:xfrm>
            <a:off x="0" y="0"/>
            <a:ext cx="7772400" cy="9529590"/>
          </a:xfrm>
          <a:prstGeom prst="rect">
            <a:avLst/>
          </a:prstGeom>
        </p:spPr>
      </p:pic>
    </p:spTree>
    <p:extLst>
      <p:ext uri="{BB962C8B-B14F-4D97-AF65-F5344CB8AC3E}">
        <p14:creationId xmlns:p14="http://schemas.microsoft.com/office/powerpoint/2010/main" val="36498242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C3E6582-073D-454F-61D0-68DCD5213E2D}"/>
              </a:ext>
            </a:extLst>
          </p:cNvPr>
          <p:cNvGrpSpPr/>
          <p:nvPr/>
        </p:nvGrpSpPr>
        <p:grpSpPr>
          <a:xfrm>
            <a:off x="6019800" y="630364"/>
            <a:ext cx="1061085" cy="1061085"/>
            <a:chOff x="6215126" y="445262"/>
            <a:chExt cx="1061085" cy="1061085"/>
          </a:xfrm>
        </p:grpSpPr>
        <p:sp>
          <p:nvSpPr>
            <p:cNvPr id="3" name="object 400">
              <a:extLst>
                <a:ext uri="{FF2B5EF4-FFF2-40B4-BE49-F238E27FC236}">
                  <a16:creationId xmlns:a16="http://schemas.microsoft.com/office/drawing/2014/main" id="{16AB60D5-CBCB-D8E6-9A15-F5018A4259E8}"/>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4" name="object 403">
              <a:hlinkClick r:id="rId2" action="ppaction://hlinksldjump"/>
              <a:extLst>
                <a:ext uri="{FF2B5EF4-FFF2-40B4-BE49-F238E27FC236}">
                  <a16:creationId xmlns:a16="http://schemas.microsoft.com/office/drawing/2014/main" id="{48606EF0-C4CF-36E6-690F-A3B562EA19DB}"/>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5" name="object 404">
              <a:extLst>
                <a:ext uri="{FF2B5EF4-FFF2-40B4-BE49-F238E27FC236}">
                  <a16:creationId xmlns:a16="http://schemas.microsoft.com/office/drawing/2014/main" id="{B3920860-B018-BB44-5E6A-4D32CADA5F44}"/>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
        <p:nvSpPr>
          <p:cNvPr id="6" name="object 397">
            <a:extLst>
              <a:ext uri="{FF2B5EF4-FFF2-40B4-BE49-F238E27FC236}">
                <a16:creationId xmlns:a16="http://schemas.microsoft.com/office/drawing/2014/main" id="{830B47B8-063D-BC85-FA24-83277BFD632A}"/>
              </a:ext>
            </a:extLst>
          </p:cNvPr>
          <p:cNvSpPr txBox="1"/>
          <p:nvPr/>
        </p:nvSpPr>
        <p:spPr>
          <a:xfrm>
            <a:off x="1376997" y="5029200"/>
            <a:ext cx="5018405" cy="1859483"/>
          </a:xfrm>
          <a:prstGeom prst="rect">
            <a:avLst/>
          </a:prstGeom>
        </p:spPr>
        <p:txBody>
          <a:bodyPr vert="horz" wrap="square" lIns="0" tIns="12700" rIns="0" bIns="0" rtlCol="0">
            <a:spAutoFit/>
          </a:bodyPr>
          <a:lstStyle/>
          <a:p>
            <a:pPr marL="12700" lvl="0" indent="0">
              <a:lnSpc>
                <a:spcPct val="100000"/>
              </a:lnSpc>
              <a:tabLst/>
            </a:pPr>
            <a:r>
              <a:rPr lang="en-US" sz="4000" spc="0" dirty="0">
                <a:solidFill>
                  <a:schemeClr val="bg1"/>
                </a:solidFill>
                <a:latin typeface="Arial Black"/>
                <a:cs typeface="Arial Black"/>
              </a:rPr>
              <a:t>Chapter Appreciation Days</a:t>
            </a:r>
          </a:p>
        </p:txBody>
      </p:sp>
      <p:sp>
        <p:nvSpPr>
          <p:cNvPr id="7" name="object 402">
            <a:extLst>
              <a:ext uri="{FF2B5EF4-FFF2-40B4-BE49-F238E27FC236}">
                <a16:creationId xmlns:a16="http://schemas.microsoft.com/office/drawing/2014/main" id="{5C52EE69-86A2-B233-0E46-64D347042578}"/>
              </a:ext>
            </a:extLst>
          </p:cNvPr>
          <p:cNvSpPr txBox="1"/>
          <p:nvPr/>
        </p:nvSpPr>
        <p:spPr>
          <a:xfrm>
            <a:off x="1380553" y="4530471"/>
            <a:ext cx="1458595" cy="353302"/>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lang="en-US" sz="1900" spc="-595" dirty="0">
                <a:solidFill>
                  <a:srgbClr val="FFFFFF"/>
                </a:solidFill>
                <a:latin typeface="Arial Black"/>
                <a:cs typeface="Arial Black"/>
              </a:rPr>
              <a:t>5</a:t>
            </a:r>
            <a:endParaRPr sz="1900" dirty="0">
              <a:latin typeface="Arial Black"/>
              <a:cs typeface="Arial Black"/>
            </a:endParaRPr>
          </a:p>
        </p:txBody>
      </p:sp>
    </p:spTree>
    <p:extLst>
      <p:ext uri="{BB962C8B-B14F-4D97-AF65-F5344CB8AC3E}">
        <p14:creationId xmlns:p14="http://schemas.microsoft.com/office/powerpoint/2010/main" val="17068685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5702B97-EFDE-507C-A62B-BFAE47E7C0D8}"/>
              </a:ext>
            </a:extLst>
          </p:cNvPr>
          <p:cNvSpPr txBox="1"/>
          <p:nvPr/>
        </p:nvSpPr>
        <p:spPr>
          <a:xfrm>
            <a:off x="1143007" y="2719831"/>
            <a:ext cx="5562591" cy="5563061"/>
          </a:xfrm>
          <a:prstGeom prst="rect">
            <a:avLst/>
          </a:prstGeom>
        </p:spPr>
        <p:txBody>
          <a:bodyPr vert="horz" wrap="square" lIns="0" tIns="12700" rIns="0" bIns="0" rtlCol="0">
            <a:spAutoFit/>
          </a:bodyPr>
          <a:lstStyle/>
          <a:p>
            <a:pPr marL="3175" algn="ctr">
              <a:lnSpc>
                <a:spcPct val="100000"/>
              </a:lnSpc>
              <a:spcBef>
                <a:spcPts val="100"/>
              </a:spcBef>
            </a:pPr>
            <a:r>
              <a:rPr sz="1200" spc="-80" dirty="0">
                <a:solidFill>
                  <a:srgbClr val="27539B"/>
                </a:solidFill>
                <a:latin typeface="Arial Black"/>
                <a:cs typeface="Arial Black"/>
              </a:rPr>
              <a:t>Fathers</a:t>
            </a:r>
            <a:r>
              <a:rPr sz="1200" spc="-50" dirty="0">
                <a:solidFill>
                  <a:srgbClr val="27539B"/>
                </a:solidFill>
                <a:latin typeface="Arial Black"/>
                <a:cs typeface="Arial Black"/>
              </a:rPr>
              <a:t> </a:t>
            </a:r>
            <a:r>
              <a:rPr sz="1200" spc="-70" dirty="0">
                <a:solidFill>
                  <a:srgbClr val="27539B"/>
                </a:solidFill>
                <a:latin typeface="Arial Black"/>
                <a:cs typeface="Arial Black"/>
              </a:rPr>
              <a:t>Auxiliary</a:t>
            </a:r>
            <a:r>
              <a:rPr sz="1200" spc="-50" dirty="0">
                <a:solidFill>
                  <a:srgbClr val="27539B"/>
                </a:solidFill>
                <a:latin typeface="Arial Black"/>
                <a:cs typeface="Arial Black"/>
              </a:rPr>
              <a:t> </a:t>
            </a:r>
            <a:r>
              <a:rPr sz="1200" spc="-10" dirty="0">
                <a:solidFill>
                  <a:srgbClr val="27539B"/>
                </a:solidFill>
                <a:latin typeface="Arial Black"/>
                <a:cs typeface="Arial Black"/>
              </a:rPr>
              <a:t>Appreciation</a:t>
            </a:r>
            <a:endParaRPr sz="1200" dirty="0">
              <a:latin typeface="Arial Black"/>
              <a:cs typeface="Arial Black"/>
            </a:endParaRPr>
          </a:p>
          <a:p>
            <a:pPr>
              <a:lnSpc>
                <a:spcPct val="100000"/>
              </a:lnSpc>
              <a:spcBef>
                <a:spcPts val="815"/>
              </a:spcBef>
            </a:pPr>
            <a:endParaRPr sz="1200" dirty="0">
              <a:latin typeface="Arial Black"/>
              <a:cs typeface="Arial Black"/>
            </a:endParaRPr>
          </a:p>
          <a:p>
            <a:pPr marL="12700">
              <a:lnSpc>
                <a:spcPct val="100000"/>
              </a:lnSpc>
            </a:pPr>
            <a:r>
              <a:rPr lang="en-US" sz="1000" dirty="0">
                <a:solidFill>
                  <a:srgbClr val="315B9F"/>
                </a:solidFill>
                <a:latin typeface="Arial Black"/>
                <a:cs typeface="Arial Black"/>
              </a:rPr>
              <a:t>Honoring Strength, Service, and Brotherhood: The JJMCMC Father’s Auxiliary Father’s Appreciation Event</a:t>
            </a:r>
          </a:p>
          <a:p>
            <a:pPr marL="12700" marR="48260">
              <a:lnSpc>
                <a:spcPct val="100000"/>
              </a:lnSpc>
              <a:spcBef>
                <a:spcPts val="900"/>
              </a:spcBef>
            </a:pPr>
            <a:r>
              <a:rPr lang="en-US" sz="1000" spc="-95" dirty="0">
                <a:solidFill>
                  <a:srgbClr val="27AAE1"/>
                </a:solidFill>
                <a:latin typeface="Arial Black"/>
                <a:cs typeface="Arial Black"/>
              </a:rPr>
              <a:t>Who:</a:t>
            </a:r>
            <a:r>
              <a:rPr lang="en-US" sz="1000" spc="-80" dirty="0">
                <a:solidFill>
                  <a:srgbClr val="27AAE1"/>
                </a:solidFill>
                <a:latin typeface="Arial Black"/>
                <a:cs typeface="Arial Black"/>
              </a:rPr>
              <a:t> </a:t>
            </a:r>
            <a:r>
              <a:rPr lang="en-US" sz="1000" dirty="0"/>
              <a:t>The JJMCMC Fathers Appreciation </a:t>
            </a:r>
            <a:endParaRPr lang="en-US" sz="1000" spc="-80" dirty="0">
              <a:solidFill>
                <a:srgbClr val="27AAE1"/>
              </a:solidFill>
              <a:latin typeface="Arial Black"/>
              <a:cs typeface="Arial Black"/>
            </a:endParaRPr>
          </a:p>
          <a:p>
            <a:pPr marL="12700" marR="48260">
              <a:lnSpc>
                <a:spcPct val="100000"/>
              </a:lnSpc>
              <a:spcBef>
                <a:spcPts val="900"/>
              </a:spcBef>
            </a:pPr>
            <a:r>
              <a:rPr lang="en-US" sz="1000" spc="-105" dirty="0">
                <a:solidFill>
                  <a:srgbClr val="27AAE1"/>
                </a:solidFill>
                <a:latin typeface="Arial Black"/>
                <a:cs typeface="Arial Black"/>
              </a:rPr>
              <a:t>What: </a:t>
            </a:r>
            <a:r>
              <a:rPr lang="en-US" sz="1000" dirty="0"/>
              <a:t>In April, the JJMCMC Father’s Auxiliary will host a Father’s Appreciation Event designed to uplift, celebrate, and recognize the vital role of fathers within our families and communities. More than just a gathering, this event will serve as a moment of reflection, connection, and affirmation—spotlighting the enduring strength, leadership, and love that African-American fathers bring to their homes and to the world around them.</a:t>
            </a:r>
          </a:p>
          <a:p>
            <a:pPr marL="12700" marR="48260">
              <a:lnSpc>
                <a:spcPct val="100000"/>
              </a:lnSpc>
              <a:spcBef>
                <a:spcPts val="900"/>
              </a:spcBef>
            </a:pPr>
            <a:r>
              <a:rPr lang="en-US" sz="1000" dirty="0"/>
              <a:t>The day will focus on four central themes: father bonding, family provision, community service, and brotherhood fellowship. Fathers will come together to share experiences, celebrate one another’s commitment, and reaffirm what it means to be a steadfast presence in the lives of their children. Through meaningful conversation and shared activities, the event will emphasize the importance of nurturing both family and community ties, while also creating space for fathers to recharge and connect in a spirit of joy and camaraderie.</a:t>
            </a:r>
          </a:p>
          <a:p>
            <a:pPr marL="12700" marR="48260">
              <a:lnSpc>
                <a:spcPct val="100000"/>
              </a:lnSpc>
              <a:spcBef>
                <a:spcPts val="900"/>
              </a:spcBef>
            </a:pPr>
            <a:r>
              <a:rPr lang="en-US" sz="1000" spc="-105" dirty="0">
                <a:solidFill>
                  <a:srgbClr val="27AAE1"/>
                </a:solidFill>
                <a:latin typeface="Arial Black"/>
                <a:cs typeface="Arial Black"/>
              </a:rPr>
              <a:t>Why: </a:t>
            </a:r>
            <a:r>
              <a:rPr lang="en-US" sz="1000" dirty="0"/>
              <a:t>In a society that too often overlooks or misrepresents the image of Black fatherhood, this event stands as a powerful counter-narrative—one rooted in pride, authenticity, and truth. African American fathers have long been pillars of resilience, guidance, and hope. The JJMCMC Father’s Auxiliary seeks to honor that legacy, highlighting the countless men who lead with compassion, work tirelessly to provide, and pour their hearts into shaping the next generation.</a:t>
            </a:r>
          </a:p>
          <a:p>
            <a:pPr marL="12700" marR="48260">
              <a:lnSpc>
                <a:spcPct val="100000"/>
              </a:lnSpc>
              <a:spcBef>
                <a:spcPts val="900"/>
              </a:spcBef>
            </a:pPr>
            <a:r>
              <a:rPr lang="en-US" sz="1000" dirty="0"/>
              <a:t>As the fathers come together in April, they not only celebrate fatherhood itself, but also the shared journey of brotherhood—standing shoulder to shoulder in purpose and pride. Through unity and positive example, the JJMCMC Father’s Auxiliary continues to redefine what it means to be a father, a role model, and a leader within our community.</a:t>
            </a:r>
          </a:p>
          <a:p>
            <a:pPr marL="12700">
              <a:spcBef>
                <a:spcPts val="900"/>
              </a:spcBef>
            </a:pPr>
            <a:r>
              <a:rPr lang="en-US" sz="1000" spc="-110" dirty="0">
                <a:solidFill>
                  <a:srgbClr val="30ADE2"/>
                </a:solidFill>
                <a:latin typeface="Arial Black"/>
                <a:cs typeface="Arial Black"/>
              </a:rPr>
              <a:t>When: </a:t>
            </a:r>
            <a:r>
              <a:rPr lang="en-US" sz="1000" spc="-20" dirty="0">
                <a:solidFill>
                  <a:srgbClr val="231F1F"/>
                </a:solidFill>
                <a:latin typeface="Arial"/>
                <a:cs typeface="Arial"/>
              </a:rPr>
              <a:t>TBD</a:t>
            </a:r>
            <a:endParaRPr sz="1000" dirty="0">
              <a:latin typeface="Arial"/>
              <a:cs typeface="Arial"/>
            </a:endParaRPr>
          </a:p>
          <a:p>
            <a:pPr marL="12700">
              <a:spcBef>
                <a:spcPts val="900"/>
              </a:spcBef>
            </a:pPr>
            <a:r>
              <a:rPr lang="en-US" sz="1000" spc="-114" dirty="0">
                <a:solidFill>
                  <a:srgbClr val="30ADE2"/>
                </a:solidFill>
                <a:latin typeface="Arial Black"/>
                <a:cs typeface="Arial Black"/>
              </a:rPr>
              <a:t>Where: </a:t>
            </a:r>
            <a:r>
              <a:rPr lang="en-US" sz="1000" dirty="0">
                <a:solidFill>
                  <a:schemeClr val="tx1"/>
                </a:solidFill>
                <a:latin typeface="Arial" panose="020B0604020202020204" pitchFamily="34" charset="0"/>
                <a:cs typeface="Arial" panose="020B0604020202020204" pitchFamily="34" charset="0"/>
              </a:rPr>
              <a:t>Montgomery County, MD</a:t>
            </a:r>
          </a:p>
          <a:p>
            <a:pPr marL="12700">
              <a:spcBef>
                <a:spcPts val="900"/>
              </a:spcBef>
            </a:pPr>
            <a:r>
              <a:rPr lang="en-US" sz="1000" spc="-114" dirty="0">
                <a:solidFill>
                  <a:srgbClr val="30ADE2"/>
                </a:solidFill>
                <a:latin typeface="Arial Black"/>
                <a:cs typeface="Arial Black"/>
              </a:rPr>
              <a:t>How:</a:t>
            </a:r>
            <a:r>
              <a:rPr lang="en-US" sz="1000" dirty="0">
                <a:solidFill>
                  <a:schemeClr val="tx1"/>
                </a:solidFill>
                <a:latin typeface="Arial" panose="020B0604020202020204" pitchFamily="34" charset="0"/>
                <a:cs typeface="Arial" panose="020B0604020202020204" pitchFamily="34" charset="0"/>
              </a:rPr>
              <a:t> The Father’s Auxiliary will take the lead in the coordination, securing the location and planning of the programming for this day event. </a:t>
            </a:r>
            <a:endParaRPr sz="1000" dirty="0">
              <a:solidFill>
                <a:schemeClr val="tx1"/>
              </a:solidFill>
              <a:latin typeface="Arial" panose="020B0604020202020204" pitchFamily="34" charset="0"/>
              <a:cs typeface="Arial" panose="020B0604020202020204" pitchFamily="34" charset="0"/>
            </a:endParaRPr>
          </a:p>
        </p:txBody>
      </p:sp>
      <p:sp>
        <p:nvSpPr>
          <p:cNvPr id="5" name="bg object 137">
            <a:extLst>
              <a:ext uri="{FF2B5EF4-FFF2-40B4-BE49-F238E27FC236}">
                <a16:creationId xmlns:a16="http://schemas.microsoft.com/office/drawing/2014/main" id="{45A6EB41-146B-F03B-E967-82479CC27ED7}"/>
              </a:ext>
            </a:extLst>
          </p:cNvPr>
          <p:cNvSpPr/>
          <p:nvPr/>
        </p:nvSpPr>
        <p:spPr>
          <a:xfrm>
            <a:off x="1485900" y="2311895"/>
            <a:ext cx="4921885" cy="0"/>
          </a:xfrm>
          <a:custGeom>
            <a:avLst/>
            <a:gdLst/>
            <a:ahLst/>
            <a:cxnLst/>
            <a:rect l="l" t="t" r="r" b="b"/>
            <a:pathLst>
              <a:path w="4921885">
                <a:moveTo>
                  <a:pt x="0" y="0"/>
                </a:moveTo>
                <a:lnTo>
                  <a:pt x="4921402" y="0"/>
                </a:lnTo>
              </a:path>
            </a:pathLst>
          </a:custGeom>
          <a:ln w="12700">
            <a:solidFill>
              <a:srgbClr val="F56AA8"/>
            </a:solidFill>
          </a:ln>
        </p:spPr>
        <p:txBody>
          <a:bodyPr wrap="square" lIns="0" tIns="0" rIns="0" bIns="0" rtlCol="0"/>
          <a:lstStyle/>
          <a:p>
            <a:endParaRPr/>
          </a:p>
        </p:txBody>
      </p:sp>
      <p:sp>
        <p:nvSpPr>
          <p:cNvPr id="7" name="Holder 4">
            <a:extLst>
              <a:ext uri="{FF2B5EF4-FFF2-40B4-BE49-F238E27FC236}">
                <a16:creationId xmlns:a16="http://schemas.microsoft.com/office/drawing/2014/main" id="{9AAC8940-229F-EC4A-CC9C-3B6E640A22F0}"/>
              </a:ext>
            </a:extLst>
          </p:cNvPr>
          <p:cNvSpPr>
            <a:spLocks noGrp="1"/>
          </p:cNvSpPr>
          <p:nvPr>
            <p:ph type="sldNum" sz="quarter" idx="7"/>
          </p:nvPr>
        </p:nvSpPr>
        <p:spPr>
          <a:xfrm>
            <a:off x="7067294" y="9529590"/>
            <a:ext cx="324105" cy="22400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123</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16719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89A79FB-00FF-1F11-610C-866CEE8EC1E4}"/>
              </a:ext>
            </a:extLst>
          </p:cNvPr>
          <p:cNvSpPr txBox="1"/>
          <p:nvPr/>
        </p:nvSpPr>
        <p:spPr>
          <a:xfrm>
            <a:off x="1473200" y="2570340"/>
            <a:ext cx="4909185" cy="3088025"/>
          </a:xfrm>
          <a:prstGeom prst="rect">
            <a:avLst/>
          </a:prstGeom>
        </p:spPr>
        <p:txBody>
          <a:bodyPr vert="horz" wrap="square" lIns="0" tIns="12700" rIns="0" bIns="0" rtlCol="0">
            <a:spAutoFit/>
          </a:bodyPr>
          <a:lstStyle/>
          <a:p>
            <a:pPr marL="37465" algn="ctr">
              <a:lnSpc>
                <a:spcPct val="100000"/>
              </a:lnSpc>
              <a:spcBef>
                <a:spcPts val="100"/>
              </a:spcBef>
            </a:pPr>
            <a:r>
              <a:rPr sz="1200" spc="-80" dirty="0">
                <a:solidFill>
                  <a:srgbClr val="27539B"/>
                </a:solidFill>
                <a:latin typeface="Arial Black"/>
                <a:cs typeface="Arial Black"/>
              </a:rPr>
              <a:t>Associate</a:t>
            </a:r>
            <a:r>
              <a:rPr sz="1200" spc="-55" dirty="0">
                <a:solidFill>
                  <a:srgbClr val="27539B"/>
                </a:solidFill>
                <a:latin typeface="Arial Black"/>
                <a:cs typeface="Arial Black"/>
              </a:rPr>
              <a:t> </a:t>
            </a:r>
            <a:r>
              <a:rPr sz="1200" spc="-10" dirty="0">
                <a:solidFill>
                  <a:srgbClr val="27539B"/>
                </a:solidFill>
                <a:latin typeface="Arial Black"/>
                <a:cs typeface="Arial Black"/>
              </a:rPr>
              <a:t>Appreciation</a:t>
            </a:r>
            <a:endParaRPr sz="1200" dirty="0">
              <a:latin typeface="Arial Black"/>
              <a:cs typeface="Arial Black"/>
            </a:endParaRPr>
          </a:p>
          <a:p>
            <a:pPr>
              <a:lnSpc>
                <a:spcPct val="100000"/>
              </a:lnSpc>
              <a:spcBef>
                <a:spcPts val="65"/>
              </a:spcBef>
            </a:pPr>
            <a:endParaRPr sz="1200" dirty="0">
              <a:latin typeface="Arial Black"/>
              <a:cs typeface="Arial Black"/>
            </a:endParaRPr>
          </a:p>
          <a:p>
            <a:pPr marL="12700" marR="48260">
              <a:spcBef>
                <a:spcPts val="900"/>
              </a:spcBef>
            </a:pPr>
            <a:r>
              <a:rPr lang="en-US" sz="1000" spc="-95" dirty="0">
                <a:solidFill>
                  <a:srgbClr val="27AAE1"/>
                </a:solidFill>
                <a:latin typeface="Arial Black"/>
                <a:cs typeface="Arial Black"/>
              </a:rPr>
              <a:t>Who:</a:t>
            </a:r>
            <a:r>
              <a:rPr lang="en-US" sz="1000" spc="-80" dirty="0">
                <a:solidFill>
                  <a:srgbClr val="27AAE1"/>
                </a:solidFill>
                <a:latin typeface="Arial Black"/>
                <a:cs typeface="Arial Black"/>
              </a:rPr>
              <a:t> </a:t>
            </a:r>
            <a:r>
              <a:rPr lang="en-US" sz="1000" dirty="0"/>
              <a:t>The Montgomery County, MD Chapter Associates Committee </a:t>
            </a:r>
            <a:endParaRPr lang="en-US" sz="1000" spc="-80" dirty="0">
              <a:solidFill>
                <a:srgbClr val="27AAE1"/>
              </a:solidFill>
              <a:latin typeface="Arial Black"/>
              <a:cs typeface="Arial Black"/>
            </a:endParaRPr>
          </a:p>
          <a:p>
            <a:pPr marL="12700" marR="48260">
              <a:lnSpc>
                <a:spcPct val="100000"/>
              </a:lnSpc>
              <a:spcBef>
                <a:spcPts val="900"/>
              </a:spcBef>
            </a:pPr>
            <a:r>
              <a:rPr lang="en-US" sz="1000" spc="-105" dirty="0">
                <a:solidFill>
                  <a:srgbClr val="27AAE1"/>
                </a:solidFill>
                <a:latin typeface="Arial Black"/>
                <a:cs typeface="Arial Black"/>
              </a:rPr>
              <a:t>What: </a:t>
            </a:r>
            <a:r>
              <a:rPr lang="en-US" sz="1000" dirty="0"/>
              <a:t>The loving and esteemed Mothers of JJMCMC will gather to recognize the amazing Associate Mothers who have been the cornerstone of our chapter's success. Members will express their heartfelt gratitude and appreciation to our Jewels for their invaluable support to our chapter during a ……….(TBD)</a:t>
            </a:r>
          </a:p>
          <a:p>
            <a:pPr marL="12700" marR="48260">
              <a:lnSpc>
                <a:spcPct val="100000"/>
              </a:lnSpc>
              <a:spcBef>
                <a:spcPts val="900"/>
              </a:spcBef>
            </a:pPr>
            <a:r>
              <a:rPr lang="en-US" sz="1000" spc="-105" dirty="0">
                <a:solidFill>
                  <a:srgbClr val="27AAE1"/>
                </a:solidFill>
                <a:latin typeface="Arial Black"/>
                <a:cs typeface="Arial Black"/>
              </a:rPr>
              <a:t>Why: </a:t>
            </a:r>
            <a:r>
              <a:rPr lang="en-US" sz="1000" dirty="0"/>
              <a:t>These incredible women have exemplified leadership, sisterhood, and unwavering commitment to our chapter’s mission. They continue to show up for our chapter through activities such as providing care packages to JJMCMC college freshmen, fundraising, and volunteering with us to support vulnerable populations in our county. They are crucial to helping JJMCMC make a difference in the community.</a:t>
            </a:r>
          </a:p>
          <a:p>
            <a:pPr marL="12700" marR="48260">
              <a:lnSpc>
                <a:spcPct val="100000"/>
              </a:lnSpc>
              <a:spcBef>
                <a:spcPts val="900"/>
              </a:spcBef>
            </a:pPr>
            <a:r>
              <a:rPr lang="en-US" sz="1000" spc="-110" dirty="0">
                <a:solidFill>
                  <a:srgbClr val="30ADE2"/>
                </a:solidFill>
                <a:latin typeface="Arial Black"/>
                <a:cs typeface="Arial Black"/>
              </a:rPr>
              <a:t>When: </a:t>
            </a:r>
            <a:r>
              <a:rPr lang="en-US" sz="1000" spc="-20" dirty="0">
                <a:solidFill>
                  <a:srgbClr val="231F1F"/>
                </a:solidFill>
                <a:latin typeface="Arial"/>
                <a:cs typeface="Arial"/>
              </a:rPr>
              <a:t>TBD</a:t>
            </a:r>
          </a:p>
          <a:p>
            <a:pPr marL="12700" marR="48260">
              <a:lnSpc>
                <a:spcPct val="100000"/>
              </a:lnSpc>
              <a:spcBef>
                <a:spcPts val="900"/>
              </a:spcBef>
            </a:pPr>
            <a:r>
              <a:rPr lang="en-US" sz="1000" spc="-114" dirty="0">
                <a:solidFill>
                  <a:srgbClr val="30ADE2"/>
                </a:solidFill>
                <a:latin typeface="Arial Black"/>
                <a:cs typeface="Arial Black"/>
              </a:rPr>
              <a:t>Where: </a:t>
            </a:r>
            <a:r>
              <a:rPr lang="en-US" sz="1000" spc="-114" dirty="0">
                <a:solidFill>
                  <a:schemeClr val="tx1"/>
                </a:solidFill>
                <a:latin typeface="Arial" panose="020B0604020202020204" pitchFamily="34" charset="0"/>
                <a:cs typeface="Arial" panose="020B0604020202020204" pitchFamily="34" charset="0"/>
              </a:rPr>
              <a:t>TBD</a:t>
            </a:r>
            <a:endParaRPr lang="en-US" sz="1000" dirty="0">
              <a:solidFill>
                <a:schemeClr val="tx1"/>
              </a:solidFill>
              <a:latin typeface="Arial" panose="020B0604020202020204" pitchFamily="34" charset="0"/>
              <a:cs typeface="Arial" panose="020B0604020202020204" pitchFamily="34" charset="0"/>
            </a:endParaRPr>
          </a:p>
          <a:p>
            <a:pPr marL="12700" marR="48260">
              <a:lnSpc>
                <a:spcPct val="100000"/>
              </a:lnSpc>
              <a:spcBef>
                <a:spcPts val="900"/>
              </a:spcBef>
            </a:pPr>
            <a:r>
              <a:rPr lang="en-US" sz="1000" spc="-114" dirty="0">
                <a:solidFill>
                  <a:srgbClr val="30ADE2"/>
                </a:solidFill>
                <a:latin typeface="Arial Black"/>
                <a:cs typeface="Arial Black"/>
              </a:rPr>
              <a:t>How:</a:t>
            </a:r>
            <a:r>
              <a:rPr lang="en-US" sz="1000" dirty="0">
                <a:solidFill>
                  <a:schemeClr val="tx1"/>
                </a:solidFill>
                <a:latin typeface="Arial" panose="020B0604020202020204" pitchFamily="34" charset="0"/>
                <a:cs typeface="Arial" panose="020B0604020202020204" pitchFamily="34" charset="0"/>
              </a:rPr>
              <a:t> </a:t>
            </a:r>
            <a:r>
              <a:rPr lang="en-US" sz="1000" dirty="0"/>
              <a:t>Planned and executed by the Montgomery County, MD Associates Committee</a:t>
            </a:r>
            <a:r>
              <a:rPr lang="en-US" sz="1000" dirty="0">
                <a:effectLst/>
              </a:rPr>
              <a:t> </a:t>
            </a:r>
            <a:endParaRPr sz="1000" dirty="0">
              <a:latin typeface="Arial"/>
              <a:cs typeface="Arial"/>
            </a:endParaRPr>
          </a:p>
        </p:txBody>
      </p:sp>
      <p:sp>
        <p:nvSpPr>
          <p:cNvPr id="3" name="bg object 137">
            <a:extLst>
              <a:ext uri="{FF2B5EF4-FFF2-40B4-BE49-F238E27FC236}">
                <a16:creationId xmlns:a16="http://schemas.microsoft.com/office/drawing/2014/main" id="{E97ADCF7-75B6-AC2D-EDA5-3A4EF5F59547}"/>
              </a:ext>
            </a:extLst>
          </p:cNvPr>
          <p:cNvSpPr/>
          <p:nvPr/>
        </p:nvSpPr>
        <p:spPr>
          <a:xfrm>
            <a:off x="1485900" y="2311895"/>
            <a:ext cx="4921885" cy="0"/>
          </a:xfrm>
          <a:custGeom>
            <a:avLst/>
            <a:gdLst/>
            <a:ahLst/>
            <a:cxnLst/>
            <a:rect l="l" t="t" r="r" b="b"/>
            <a:pathLst>
              <a:path w="4921885">
                <a:moveTo>
                  <a:pt x="0" y="0"/>
                </a:moveTo>
                <a:lnTo>
                  <a:pt x="4921402" y="0"/>
                </a:lnTo>
              </a:path>
            </a:pathLst>
          </a:custGeom>
          <a:ln w="12700">
            <a:solidFill>
              <a:srgbClr val="F56AA8"/>
            </a:solidFill>
          </a:ln>
        </p:spPr>
        <p:txBody>
          <a:bodyPr wrap="square" lIns="0" tIns="0" rIns="0" bIns="0" rtlCol="0"/>
          <a:lstStyle/>
          <a:p>
            <a:endParaRPr/>
          </a:p>
        </p:txBody>
      </p:sp>
      <p:sp>
        <p:nvSpPr>
          <p:cNvPr id="5" name="Holder 4">
            <a:extLst>
              <a:ext uri="{FF2B5EF4-FFF2-40B4-BE49-F238E27FC236}">
                <a16:creationId xmlns:a16="http://schemas.microsoft.com/office/drawing/2014/main" id="{DF458A87-7411-106B-9B6A-7D912A0E8134}"/>
              </a:ext>
            </a:extLst>
          </p:cNvPr>
          <p:cNvSpPr>
            <a:spLocks noGrp="1"/>
          </p:cNvSpPr>
          <p:nvPr>
            <p:ph type="sldNum" sz="quarter" idx="7"/>
          </p:nvPr>
        </p:nvSpPr>
        <p:spPr>
          <a:xfrm>
            <a:off x="7067294" y="9529590"/>
            <a:ext cx="324105" cy="22400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124</a:t>
            </a:fld>
            <a:endParaRPr lang="en-US"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78430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959CD3D-F763-F0F3-53D9-FF69CFEB2749}"/>
              </a:ext>
            </a:extLst>
          </p:cNvPr>
          <p:cNvGrpSpPr/>
          <p:nvPr/>
        </p:nvGrpSpPr>
        <p:grpSpPr>
          <a:xfrm>
            <a:off x="6019800" y="630364"/>
            <a:ext cx="1061085" cy="1061085"/>
            <a:chOff x="6215126" y="445262"/>
            <a:chExt cx="1061085" cy="1061085"/>
          </a:xfrm>
        </p:grpSpPr>
        <p:sp>
          <p:nvSpPr>
            <p:cNvPr id="3" name="object 400">
              <a:extLst>
                <a:ext uri="{FF2B5EF4-FFF2-40B4-BE49-F238E27FC236}">
                  <a16:creationId xmlns:a16="http://schemas.microsoft.com/office/drawing/2014/main" id="{14072FF7-BE82-B6C6-3E5E-64DFE181A8A7}"/>
                </a:ext>
              </a:extLst>
            </p:cNvPr>
            <p:cNvSpPr/>
            <p:nvPr/>
          </p:nvSpPr>
          <p:spPr>
            <a:xfrm>
              <a:off x="6215126" y="445262"/>
              <a:ext cx="1061085" cy="1061085"/>
            </a:xfrm>
            <a:custGeom>
              <a:avLst/>
              <a:gdLst/>
              <a:ahLst/>
              <a:cxnLst/>
              <a:rect l="l" t="t" r="r" b="b"/>
              <a:pathLst>
                <a:path w="1061084" h="1061085">
                  <a:moveTo>
                    <a:pt x="530351" y="0"/>
                  </a:moveTo>
                  <a:lnTo>
                    <a:pt x="482079" y="2167"/>
                  </a:lnTo>
                  <a:lnTo>
                    <a:pt x="435021" y="8544"/>
                  </a:lnTo>
                  <a:lnTo>
                    <a:pt x="389365" y="18945"/>
                  </a:lnTo>
                  <a:lnTo>
                    <a:pt x="345297" y="33180"/>
                  </a:lnTo>
                  <a:lnTo>
                    <a:pt x="303004" y="51064"/>
                  </a:lnTo>
                  <a:lnTo>
                    <a:pt x="262675" y="72409"/>
                  </a:lnTo>
                  <a:lnTo>
                    <a:pt x="224496" y="97028"/>
                  </a:lnTo>
                  <a:lnTo>
                    <a:pt x="188655" y="124733"/>
                  </a:lnTo>
                  <a:lnTo>
                    <a:pt x="155338" y="155338"/>
                  </a:lnTo>
                  <a:lnTo>
                    <a:pt x="124733" y="188655"/>
                  </a:lnTo>
                  <a:lnTo>
                    <a:pt x="97028" y="224496"/>
                  </a:lnTo>
                  <a:lnTo>
                    <a:pt x="72409" y="262675"/>
                  </a:lnTo>
                  <a:lnTo>
                    <a:pt x="51064" y="303004"/>
                  </a:lnTo>
                  <a:lnTo>
                    <a:pt x="33180" y="345297"/>
                  </a:lnTo>
                  <a:lnTo>
                    <a:pt x="18945" y="389365"/>
                  </a:lnTo>
                  <a:lnTo>
                    <a:pt x="8544" y="435021"/>
                  </a:lnTo>
                  <a:lnTo>
                    <a:pt x="2167" y="482079"/>
                  </a:lnTo>
                  <a:lnTo>
                    <a:pt x="0" y="530351"/>
                  </a:lnTo>
                  <a:lnTo>
                    <a:pt x="2167" y="578624"/>
                  </a:lnTo>
                  <a:lnTo>
                    <a:pt x="8544" y="625682"/>
                  </a:lnTo>
                  <a:lnTo>
                    <a:pt x="18945" y="671338"/>
                  </a:lnTo>
                  <a:lnTo>
                    <a:pt x="33180" y="715406"/>
                  </a:lnTo>
                  <a:lnTo>
                    <a:pt x="51064" y="757699"/>
                  </a:lnTo>
                  <a:lnTo>
                    <a:pt x="72409" y="798028"/>
                  </a:lnTo>
                  <a:lnTo>
                    <a:pt x="97028" y="836207"/>
                  </a:lnTo>
                  <a:lnTo>
                    <a:pt x="124733" y="872048"/>
                  </a:lnTo>
                  <a:lnTo>
                    <a:pt x="155338" y="905365"/>
                  </a:lnTo>
                  <a:lnTo>
                    <a:pt x="188655" y="935970"/>
                  </a:lnTo>
                  <a:lnTo>
                    <a:pt x="224496" y="963675"/>
                  </a:lnTo>
                  <a:lnTo>
                    <a:pt x="262675" y="988294"/>
                  </a:lnTo>
                  <a:lnTo>
                    <a:pt x="303004" y="1009639"/>
                  </a:lnTo>
                  <a:lnTo>
                    <a:pt x="345297" y="1027523"/>
                  </a:lnTo>
                  <a:lnTo>
                    <a:pt x="389365" y="1041758"/>
                  </a:lnTo>
                  <a:lnTo>
                    <a:pt x="435021" y="1052159"/>
                  </a:lnTo>
                  <a:lnTo>
                    <a:pt x="482079" y="1058536"/>
                  </a:lnTo>
                  <a:lnTo>
                    <a:pt x="530351" y="1060703"/>
                  </a:lnTo>
                  <a:lnTo>
                    <a:pt x="578624" y="1058536"/>
                  </a:lnTo>
                  <a:lnTo>
                    <a:pt x="625682" y="1052159"/>
                  </a:lnTo>
                  <a:lnTo>
                    <a:pt x="671338" y="1041758"/>
                  </a:lnTo>
                  <a:lnTo>
                    <a:pt x="715406" y="1027523"/>
                  </a:lnTo>
                  <a:lnTo>
                    <a:pt x="757699" y="1009639"/>
                  </a:lnTo>
                  <a:lnTo>
                    <a:pt x="798028" y="988294"/>
                  </a:lnTo>
                  <a:lnTo>
                    <a:pt x="836207" y="963675"/>
                  </a:lnTo>
                  <a:lnTo>
                    <a:pt x="872048" y="935970"/>
                  </a:lnTo>
                  <a:lnTo>
                    <a:pt x="905365" y="905365"/>
                  </a:lnTo>
                  <a:lnTo>
                    <a:pt x="935970" y="872048"/>
                  </a:lnTo>
                  <a:lnTo>
                    <a:pt x="963675" y="836207"/>
                  </a:lnTo>
                  <a:lnTo>
                    <a:pt x="988294" y="798028"/>
                  </a:lnTo>
                  <a:lnTo>
                    <a:pt x="1009639" y="757699"/>
                  </a:lnTo>
                  <a:lnTo>
                    <a:pt x="1027523" y="715406"/>
                  </a:lnTo>
                  <a:lnTo>
                    <a:pt x="1041758" y="671338"/>
                  </a:lnTo>
                  <a:lnTo>
                    <a:pt x="1052159" y="625682"/>
                  </a:lnTo>
                  <a:lnTo>
                    <a:pt x="1058536" y="578624"/>
                  </a:lnTo>
                  <a:lnTo>
                    <a:pt x="1060703" y="530351"/>
                  </a:lnTo>
                  <a:lnTo>
                    <a:pt x="1058536" y="482079"/>
                  </a:lnTo>
                  <a:lnTo>
                    <a:pt x="1052159" y="435021"/>
                  </a:lnTo>
                  <a:lnTo>
                    <a:pt x="1041758" y="389365"/>
                  </a:lnTo>
                  <a:lnTo>
                    <a:pt x="1027523" y="345297"/>
                  </a:lnTo>
                  <a:lnTo>
                    <a:pt x="1009639" y="303004"/>
                  </a:lnTo>
                  <a:lnTo>
                    <a:pt x="988294" y="262675"/>
                  </a:lnTo>
                  <a:lnTo>
                    <a:pt x="963675" y="224496"/>
                  </a:lnTo>
                  <a:lnTo>
                    <a:pt x="935970" y="188655"/>
                  </a:lnTo>
                  <a:lnTo>
                    <a:pt x="905365" y="155338"/>
                  </a:lnTo>
                  <a:lnTo>
                    <a:pt x="872048" y="124733"/>
                  </a:lnTo>
                  <a:lnTo>
                    <a:pt x="836207" y="97028"/>
                  </a:lnTo>
                  <a:lnTo>
                    <a:pt x="798028" y="72409"/>
                  </a:lnTo>
                  <a:lnTo>
                    <a:pt x="757699" y="51064"/>
                  </a:lnTo>
                  <a:lnTo>
                    <a:pt x="715406" y="33180"/>
                  </a:lnTo>
                  <a:lnTo>
                    <a:pt x="671338" y="18945"/>
                  </a:lnTo>
                  <a:lnTo>
                    <a:pt x="625682" y="8544"/>
                  </a:lnTo>
                  <a:lnTo>
                    <a:pt x="578624" y="2167"/>
                  </a:lnTo>
                  <a:lnTo>
                    <a:pt x="530351" y="0"/>
                  </a:lnTo>
                  <a:close/>
                </a:path>
              </a:pathLst>
            </a:custGeom>
            <a:solidFill>
              <a:srgbClr val="4365A1"/>
            </a:solidFill>
          </p:spPr>
          <p:txBody>
            <a:bodyPr wrap="square" lIns="0" tIns="0" rIns="0" bIns="0" rtlCol="0"/>
            <a:lstStyle/>
            <a:p>
              <a:endParaRPr/>
            </a:p>
          </p:txBody>
        </p:sp>
        <p:sp>
          <p:nvSpPr>
            <p:cNvPr id="4" name="object 403">
              <a:hlinkClick r:id="rId2" action="ppaction://hlinksldjump"/>
              <a:extLst>
                <a:ext uri="{FF2B5EF4-FFF2-40B4-BE49-F238E27FC236}">
                  <a16:creationId xmlns:a16="http://schemas.microsoft.com/office/drawing/2014/main" id="{548EA73A-AA86-2D19-5E6A-ECCBF713EA93}"/>
                </a:ext>
              </a:extLst>
            </p:cNvPr>
            <p:cNvSpPr txBox="1"/>
            <p:nvPr/>
          </p:nvSpPr>
          <p:spPr>
            <a:xfrm>
              <a:off x="6322059" y="787654"/>
              <a:ext cx="847090"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spc="-175" dirty="0">
                  <a:solidFill>
                    <a:srgbClr val="FFFFFF"/>
                  </a:solidFill>
                  <a:latin typeface="Arial Black"/>
                  <a:cs typeface="Arial Black"/>
                </a:rPr>
                <a:t>TABLE</a:t>
              </a:r>
              <a:r>
                <a:rPr sz="1200" spc="-114" dirty="0">
                  <a:solidFill>
                    <a:srgbClr val="FFFFFF"/>
                  </a:solidFill>
                  <a:latin typeface="Arial Black"/>
                  <a:cs typeface="Arial Black"/>
                </a:rPr>
                <a:t> </a:t>
              </a:r>
              <a:r>
                <a:rPr sz="1200" spc="-25" dirty="0">
                  <a:solidFill>
                    <a:srgbClr val="FFFFFF"/>
                  </a:solidFill>
                  <a:latin typeface="Arial Black"/>
                  <a:cs typeface="Arial Black"/>
                </a:rPr>
                <a:t>OF </a:t>
              </a:r>
              <a:r>
                <a:rPr sz="1200" spc="-125" dirty="0">
                  <a:solidFill>
                    <a:srgbClr val="FFFFFF"/>
                  </a:solidFill>
                  <a:latin typeface="Arial Black"/>
                  <a:cs typeface="Arial Black"/>
                </a:rPr>
                <a:t>CONTENTS</a:t>
              </a:r>
              <a:endParaRPr sz="1200" dirty="0">
                <a:latin typeface="Arial Black"/>
                <a:cs typeface="Arial Black"/>
              </a:endParaRPr>
            </a:p>
          </p:txBody>
        </p:sp>
        <p:sp>
          <p:nvSpPr>
            <p:cNvPr id="5" name="object 404">
              <a:extLst>
                <a:ext uri="{FF2B5EF4-FFF2-40B4-BE49-F238E27FC236}">
                  <a16:creationId xmlns:a16="http://schemas.microsoft.com/office/drawing/2014/main" id="{17EE0D8A-69C0-6E09-6784-9BB8A6155297}"/>
                </a:ext>
              </a:extLst>
            </p:cNvPr>
            <p:cNvSpPr/>
            <p:nvPr/>
          </p:nvSpPr>
          <p:spPr>
            <a:xfrm>
              <a:off x="6667754" y="638073"/>
              <a:ext cx="155575" cy="73660"/>
            </a:xfrm>
            <a:custGeom>
              <a:avLst/>
              <a:gdLst/>
              <a:ahLst/>
              <a:cxnLst/>
              <a:rect l="l" t="t" r="r" b="b"/>
              <a:pathLst>
                <a:path w="155575" h="73659">
                  <a:moveTo>
                    <a:pt x="155448" y="0"/>
                  </a:moveTo>
                  <a:lnTo>
                    <a:pt x="0" y="0"/>
                  </a:lnTo>
                  <a:lnTo>
                    <a:pt x="73152" y="73152"/>
                  </a:lnTo>
                  <a:lnTo>
                    <a:pt x="155448" y="0"/>
                  </a:lnTo>
                  <a:close/>
                </a:path>
              </a:pathLst>
            </a:custGeom>
            <a:solidFill>
              <a:srgbClr val="EE3990"/>
            </a:solidFill>
          </p:spPr>
          <p:txBody>
            <a:bodyPr wrap="square" lIns="0" tIns="0" rIns="0" bIns="0" rtlCol="0"/>
            <a:lstStyle/>
            <a:p>
              <a:endParaRPr/>
            </a:p>
          </p:txBody>
        </p:sp>
      </p:grpSp>
      <p:sp>
        <p:nvSpPr>
          <p:cNvPr id="6" name="object 397">
            <a:extLst>
              <a:ext uri="{FF2B5EF4-FFF2-40B4-BE49-F238E27FC236}">
                <a16:creationId xmlns:a16="http://schemas.microsoft.com/office/drawing/2014/main" id="{4F5B1A3F-FEF2-7DCC-5178-256B9A1FB1F8}"/>
              </a:ext>
            </a:extLst>
          </p:cNvPr>
          <p:cNvSpPr txBox="1"/>
          <p:nvPr/>
        </p:nvSpPr>
        <p:spPr>
          <a:xfrm>
            <a:off x="1376997" y="5029200"/>
            <a:ext cx="5018405" cy="1243930"/>
          </a:xfrm>
          <a:prstGeom prst="rect">
            <a:avLst/>
          </a:prstGeom>
        </p:spPr>
        <p:txBody>
          <a:bodyPr vert="horz" wrap="square" lIns="0" tIns="12700" rIns="0" bIns="0" rtlCol="0">
            <a:spAutoFit/>
          </a:bodyPr>
          <a:lstStyle/>
          <a:p>
            <a:pPr marL="12700" lvl="0" indent="0">
              <a:lnSpc>
                <a:spcPct val="100000"/>
              </a:lnSpc>
              <a:tabLst/>
            </a:pPr>
            <a:r>
              <a:rPr lang="en-US" sz="4000" spc="0" dirty="0">
                <a:solidFill>
                  <a:schemeClr val="bg1"/>
                </a:solidFill>
                <a:latin typeface="Arial Black"/>
                <a:cs typeface="Arial Black"/>
              </a:rPr>
              <a:t>Annual Program Planning Day </a:t>
            </a:r>
          </a:p>
        </p:txBody>
      </p:sp>
      <p:sp>
        <p:nvSpPr>
          <p:cNvPr id="7" name="object 402">
            <a:extLst>
              <a:ext uri="{FF2B5EF4-FFF2-40B4-BE49-F238E27FC236}">
                <a16:creationId xmlns:a16="http://schemas.microsoft.com/office/drawing/2014/main" id="{4ADD113C-5E48-5FBC-B211-6E96C766D31D}"/>
              </a:ext>
            </a:extLst>
          </p:cNvPr>
          <p:cNvSpPr txBox="1"/>
          <p:nvPr/>
        </p:nvSpPr>
        <p:spPr>
          <a:xfrm>
            <a:off x="1380553" y="4530471"/>
            <a:ext cx="1458595" cy="353302"/>
          </a:xfrm>
          <a:prstGeom prst="rect">
            <a:avLst/>
          </a:prstGeom>
          <a:solidFill>
            <a:srgbClr val="F06CA6"/>
          </a:solidFill>
        </p:spPr>
        <p:txBody>
          <a:bodyPr vert="horz" wrap="square" lIns="0" tIns="60325" rIns="0" bIns="0" rtlCol="0">
            <a:spAutoFit/>
          </a:bodyPr>
          <a:lstStyle/>
          <a:p>
            <a:pPr marL="144145">
              <a:lnSpc>
                <a:spcPct val="100000"/>
              </a:lnSpc>
              <a:spcBef>
                <a:spcPts val="475"/>
              </a:spcBef>
            </a:pPr>
            <a:r>
              <a:rPr sz="1900" spc="-185" dirty="0">
                <a:solidFill>
                  <a:srgbClr val="FFFFFF"/>
                </a:solidFill>
                <a:latin typeface="Arial Black"/>
                <a:cs typeface="Arial Black"/>
              </a:rPr>
              <a:t>SECTION</a:t>
            </a:r>
            <a:r>
              <a:rPr sz="1900" spc="-175" dirty="0">
                <a:solidFill>
                  <a:srgbClr val="FFFFFF"/>
                </a:solidFill>
                <a:latin typeface="Arial Black"/>
                <a:cs typeface="Arial Black"/>
              </a:rPr>
              <a:t> </a:t>
            </a:r>
            <a:r>
              <a:rPr lang="en-US" sz="1900" spc="-595" dirty="0">
                <a:solidFill>
                  <a:srgbClr val="FFFFFF"/>
                </a:solidFill>
                <a:latin typeface="Arial Black"/>
                <a:cs typeface="Arial Black"/>
              </a:rPr>
              <a:t>6</a:t>
            </a:r>
            <a:endParaRPr sz="1900" dirty="0">
              <a:latin typeface="Arial Black"/>
              <a:cs typeface="Arial Black"/>
            </a:endParaRPr>
          </a:p>
        </p:txBody>
      </p:sp>
    </p:spTree>
    <p:extLst>
      <p:ext uri="{BB962C8B-B14F-4D97-AF65-F5344CB8AC3E}">
        <p14:creationId xmlns:p14="http://schemas.microsoft.com/office/powerpoint/2010/main" val="1989261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3A26D373-923D-94BC-95B2-02B6F6036F86}"/>
              </a:ext>
            </a:extLst>
          </p:cNvPr>
          <p:cNvSpPr txBox="1"/>
          <p:nvPr/>
        </p:nvSpPr>
        <p:spPr>
          <a:xfrm>
            <a:off x="468801" y="2442685"/>
            <a:ext cx="4641660" cy="2487861"/>
          </a:xfrm>
          <a:prstGeom prst="rect">
            <a:avLst/>
          </a:prstGeom>
        </p:spPr>
        <p:txBody>
          <a:bodyPr vert="horz" wrap="square" lIns="0" tIns="12700" rIns="0" bIns="0" rtlCol="0">
            <a:spAutoFit/>
          </a:bodyPr>
          <a:lstStyle/>
          <a:p>
            <a:pPr marL="12700" marR="121920" algn="l">
              <a:lnSpc>
                <a:spcPct val="100000"/>
              </a:lnSpc>
              <a:spcBef>
                <a:spcPts val="1300"/>
              </a:spcBef>
            </a:pPr>
            <a:r>
              <a:rPr lang="en-US" sz="1000" spc="-10" dirty="0">
                <a:solidFill>
                  <a:srgbClr val="231F20"/>
                </a:solidFill>
                <a:latin typeface="Arial"/>
                <a:cs typeface="Arial"/>
              </a:rPr>
              <a:t>The Chapter’s Annual Program Planning meeting for the 2026-2027 Program Year took place on Saturday, June 13, 2026, at the Gaithersburg Public Library. </a:t>
            </a:r>
            <a:br>
              <a:rPr lang="en-US" sz="1000" spc="-10" dirty="0">
                <a:solidFill>
                  <a:srgbClr val="231F20"/>
                </a:solidFill>
                <a:latin typeface="Arial"/>
                <a:cs typeface="Arial"/>
              </a:rPr>
            </a:br>
            <a:r>
              <a:rPr lang="en-US" sz="1000" spc="-10" dirty="0">
                <a:solidFill>
                  <a:srgbClr val="231F20"/>
                </a:solidFill>
                <a:latin typeface="Arial"/>
                <a:cs typeface="Arial"/>
              </a:rPr>
              <a:t>The meeting took place in person with 68 mothers attending, representing more than 61% of chapter members participating. To accommodate maximum attendance, we utilized 2 meeting rooms.</a:t>
            </a:r>
            <a:endParaRPr lang="en-US" sz="800" spc="-10" dirty="0">
              <a:solidFill>
                <a:srgbClr val="231F20"/>
              </a:solidFill>
              <a:latin typeface="Arial"/>
              <a:cs typeface="Arial"/>
            </a:endParaRPr>
          </a:p>
          <a:p>
            <a:pPr marL="12700" marR="121920" algn="l">
              <a:lnSpc>
                <a:spcPct val="100000"/>
              </a:lnSpc>
              <a:spcBef>
                <a:spcPts val="1300"/>
              </a:spcBef>
            </a:pPr>
            <a:r>
              <a:rPr lang="en-US" sz="1000" spc="-10" dirty="0">
                <a:solidFill>
                  <a:srgbClr val="231F20"/>
                </a:solidFill>
                <a:latin typeface="Arial"/>
                <a:cs typeface="Arial"/>
              </a:rPr>
              <a:t>Before the planning day, the age-group mothers held significant pre-planning sessions to ensure their in-person time was productive. Each age group had its own planning session (Groups 1 and 2 had both a joint and separate session), and Program Director Torie Comeaux Plowden was present to answer mothers’ questions. PD Torie shared key updates and insights, particularly highlighting the importance of creating unique and memorable experiences for our children. </a:t>
            </a:r>
            <a:br>
              <a:rPr lang="en-US" sz="1000" spc="-10" dirty="0">
                <a:solidFill>
                  <a:srgbClr val="231F20"/>
                </a:solidFill>
                <a:latin typeface="Arial"/>
                <a:cs typeface="Arial"/>
              </a:rPr>
            </a:br>
            <a:r>
              <a:rPr lang="en-US" sz="1000" spc="-10" dirty="0">
                <a:solidFill>
                  <a:srgbClr val="231F20"/>
                </a:solidFill>
                <a:latin typeface="Arial"/>
                <a:cs typeface="Arial"/>
              </a:rPr>
              <a:t>She emphasized the criticality of each Programming Thrust and discussed her excitement about hosting an engaging Black Family Day event. Each of the age groups strategically ensured that their activity ideas aligned with the national thrusts. Light refreshments were served. </a:t>
            </a:r>
          </a:p>
        </p:txBody>
      </p:sp>
      <p:graphicFrame>
        <p:nvGraphicFramePr>
          <p:cNvPr id="3" name="object 4">
            <a:extLst>
              <a:ext uri="{FF2B5EF4-FFF2-40B4-BE49-F238E27FC236}">
                <a16:creationId xmlns:a16="http://schemas.microsoft.com/office/drawing/2014/main" id="{677193D7-CB97-0AB9-61BA-3EB229B7071C}"/>
              </a:ext>
            </a:extLst>
          </p:cNvPr>
          <p:cNvGraphicFramePr>
            <a:graphicFrameLocks noGrp="1"/>
          </p:cNvGraphicFramePr>
          <p:nvPr>
            <p:extLst>
              <p:ext uri="{D42A27DB-BD31-4B8C-83A1-F6EECF244321}">
                <p14:modId xmlns:p14="http://schemas.microsoft.com/office/powerpoint/2010/main" val="3187151419"/>
              </p:ext>
            </p:extLst>
          </p:nvPr>
        </p:nvGraphicFramePr>
        <p:xfrm>
          <a:off x="304800" y="5619689"/>
          <a:ext cx="4524630" cy="2457511"/>
        </p:xfrm>
        <a:graphic>
          <a:graphicData uri="http://schemas.openxmlformats.org/drawingml/2006/table">
            <a:tbl>
              <a:tblPr firstRow="1" bandRow="1">
                <a:tableStyleId>{2D5ABB26-0587-4C30-8999-92F81FD0307C}</a:tableStyleId>
              </a:tblPr>
              <a:tblGrid>
                <a:gridCol w="1454345">
                  <a:extLst>
                    <a:ext uri="{9D8B030D-6E8A-4147-A177-3AD203B41FA5}">
                      <a16:colId xmlns:a16="http://schemas.microsoft.com/office/drawing/2014/main" val="20000"/>
                    </a:ext>
                  </a:extLst>
                </a:gridCol>
                <a:gridCol w="3070285">
                  <a:extLst>
                    <a:ext uri="{9D8B030D-6E8A-4147-A177-3AD203B41FA5}">
                      <a16:colId xmlns:a16="http://schemas.microsoft.com/office/drawing/2014/main" val="20001"/>
                    </a:ext>
                  </a:extLst>
                </a:gridCol>
              </a:tblGrid>
              <a:tr h="714043">
                <a:tc>
                  <a:txBody>
                    <a:bodyPr/>
                    <a:lstStyle/>
                    <a:p>
                      <a:pPr>
                        <a:lnSpc>
                          <a:spcPct val="100000"/>
                        </a:lnSpc>
                        <a:spcBef>
                          <a:spcPts val="60"/>
                        </a:spcBef>
                      </a:pPr>
                      <a:endParaRPr sz="1100" dirty="0">
                        <a:latin typeface="Times New Roman"/>
                        <a:cs typeface="Times New Roman"/>
                      </a:endParaRPr>
                    </a:p>
                    <a:p>
                      <a:pPr algn="ctr">
                        <a:lnSpc>
                          <a:spcPct val="100000"/>
                        </a:lnSpc>
                        <a:spcBef>
                          <a:spcPts val="5"/>
                        </a:spcBef>
                      </a:pPr>
                      <a:r>
                        <a:rPr lang="en-US" sz="1100" spc="-180" dirty="0">
                          <a:solidFill>
                            <a:srgbClr val="FFFFFF"/>
                          </a:solidFill>
                          <a:latin typeface="Arial Black"/>
                          <a:cs typeface="Arial Black"/>
                        </a:rPr>
                        <a:t>10:30</a:t>
                      </a:r>
                      <a:r>
                        <a:rPr sz="1100" spc="-45" dirty="0">
                          <a:solidFill>
                            <a:srgbClr val="FFFFFF"/>
                          </a:solidFill>
                          <a:latin typeface="Arial Black"/>
                          <a:cs typeface="Arial Black"/>
                        </a:rPr>
                        <a:t> </a:t>
                      </a:r>
                      <a:r>
                        <a:rPr sz="1100" spc="-135" dirty="0">
                          <a:solidFill>
                            <a:srgbClr val="FFFFFF"/>
                          </a:solidFill>
                          <a:latin typeface="Arial Black"/>
                          <a:cs typeface="Arial Black"/>
                        </a:rPr>
                        <a:t>AM–11:30</a:t>
                      </a:r>
                      <a:r>
                        <a:rPr sz="1100" spc="-45" dirty="0">
                          <a:solidFill>
                            <a:srgbClr val="FFFFFF"/>
                          </a:solidFill>
                          <a:latin typeface="Arial Black"/>
                          <a:cs typeface="Arial Black"/>
                        </a:rPr>
                        <a:t> </a:t>
                      </a:r>
                      <a:r>
                        <a:rPr sz="1100" spc="-25" dirty="0">
                          <a:solidFill>
                            <a:srgbClr val="FFFFFF"/>
                          </a:solidFill>
                          <a:latin typeface="Arial Black"/>
                          <a:cs typeface="Arial Black"/>
                        </a:rPr>
                        <a:t>AM</a:t>
                      </a:r>
                      <a:endParaRPr sz="1100" dirty="0">
                        <a:latin typeface="Arial Black"/>
                        <a:cs typeface="Arial Black"/>
                      </a:endParaRPr>
                    </a:p>
                  </a:txBody>
                  <a:tcPr marL="0" marR="0" marT="762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1D5495"/>
                    </a:solidFill>
                  </a:tcPr>
                </a:tc>
                <a:tc>
                  <a:txBody>
                    <a:bodyPr/>
                    <a:lstStyle/>
                    <a:p>
                      <a:pPr marL="114300" marR="520700" lvl="0" indent="0" defTabSz="914400" eaLnBrk="1" fontAlgn="auto" latinLnBrk="0" hangingPunct="1">
                        <a:lnSpc>
                          <a:spcPct val="100000"/>
                        </a:lnSpc>
                        <a:spcBef>
                          <a:spcPts val="670"/>
                        </a:spcBef>
                        <a:spcAft>
                          <a:spcPts val="0"/>
                        </a:spcAft>
                        <a:buClrTx/>
                        <a:buSzTx/>
                        <a:buFontTx/>
                        <a:buNone/>
                        <a:tabLst/>
                        <a:defRPr/>
                      </a:pPr>
                      <a:r>
                        <a:rPr lang="en-US" sz="1100" dirty="0">
                          <a:solidFill>
                            <a:srgbClr val="1D5495"/>
                          </a:solidFill>
                          <a:latin typeface="Arial"/>
                          <a:cs typeface="Arial"/>
                        </a:rPr>
                        <a:t>Group 1 AKA </a:t>
                      </a:r>
                      <a:r>
                        <a:rPr lang="en-US" sz="1100" dirty="0" err="1">
                          <a:solidFill>
                            <a:srgbClr val="1D5495"/>
                          </a:solidFill>
                          <a:latin typeface="Arial"/>
                          <a:cs typeface="Arial"/>
                        </a:rPr>
                        <a:t>Poohs</a:t>
                      </a:r>
                      <a:r>
                        <a:rPr lang="en-US" sz="1100" dirty="0">
                          <a:solidFill>
                            <a:srgbClr val="1D5495"/>
                          </a:solidFill>
                          <a:latin typeface="Arial"/>
                          <a:cs typeface="Arial"/>
                        </a:rPr>
                        <a:t> (2 year old to Prek-4) and Group 2 (Kindergarten and 1</a:t>
                      </a:r>
                      <a:r>
                        <a:rPr lang="en-US" sz="1100" baseline="30000" dirty="0">
                          <a:solidFill>
                            <a:srgbClr val="1D5495"/>
                          </a:solidFill>
                          <a:latin typeface="Arial"/>
                          <a:cs typeface="Arial"/>
                        </a:rPr>
                        <a:t>st</a:t>
                      </a:r>
                      <a:r>
                        <a:rPr lang="en-US" sz="1100" dirty="0">
                          <a:solidFill>
                            <a:srgbClr val="1D5495"/>
                          </a:solidFill>
                          <a:latin typeface="Arial"/>
                          <a:cs typeface="Arial"/>
                        </a:rPr>
                        <a:t> Grade)</a:t>
                      </a:r>
                    </a:p>
                  </a:txBody>
                  <a:tcPr marL="0" marR="0" marT="85090" marB="0">
                    <a:lnL w="12700" cap="flat" cmpd="sng" algn="ctr">
                      <a:solidFill>
                        <a:srgbClr val="FFFFFF"/>
                      </a:solidFill>
                      <a:prstDash val="solid"/>
                      <a:round/>
                      <a:headEnd type="none" w="med" len="med"/>
                      <a:tailEnd type="none" w="med" len="med"/>
                    </a:lnL>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01"/>
                  </a:ext>
                </a:extLst>
              </a:tr>
              <a:tr h="410999">
                <a:tc>
                  <a:txBody>
                    <a:bodyPr/>
                    <a:lstStyle/>
                    <a:p>
                      <a:pPr algn="ctr">
                        <a:lnSpc>
                          <a:spcPct val="100000"/>
                        </a:lnSpc>
                        <a:spcBef>
                          <a:spcPts val="665"/>
                        </a:spcBef>
                      </a:pPr>
                      <a:r>
                        <a:rPr sz="1100" spc="-190" dirty="0">
                          <a:solidFill>
                            <a:srgbClr val="FFFFFF"/>
                          </a:solidFill>
                          <a:latin typeface="Arial Black"/>
                          <a:cs typeface="Arial Black"/>
                        </a:rPr>
                        <a:t>1</a:t>
                      </a:r>
                      <a:r>
                        <a:rPr lang="en-US" sz="1100" spc="-190" dirty="0">
                          <a:solidFill>
                            <a:srgbClr val="FFFFFF"/>
                          </a:solidFill>
                          <a:latin typeface="Arial Black"/>
                          <a:cs typeface="Arial Black"/>
                        </a:rPr>
                        <a:t>0</a:t>
                      </a:r>
                      <a:r>
                        <a:rPr sz="1100" spc="-190" dirty="0">
                          <a:solidFill>
                            <a:srgbClr val="FFFFFF"/>
                          </a:solidFill>
                          <a:latin typeface="Arial Black"/>
                          <a:cs typeface="Arial Black"/>
                        </a:rPr>
                        <a:t>:30</a:t>
                      </a:r>
                      <a:r>
                        <a:rPr sz="1100" spc="-45" dirty="0">
                          <a:solidFill>
                            <a:srgbClr val="FFFFFF"/>
                          </a:solidFill>
                          <a:latin typeface="Arial Black"/>
                          <a:cs typeface="Arial Black"/>
                        </a:rPr>
                        <a:t> </a:t>
                      </a:r>
                      <a:r>
                        <a:rPr sz="1100" spc="-100" dirty="0">
                          <a:solidFill>
                            <a:srgbClr val="FFFFFF"/>
                          </a:solidFill>
                          <a:latin typeface="Arial Black"/>
                          <a:cs typeface="Arial Black"/>
                        </a:rPr>
                        <a:t>AM–1</a:t>
                      </a:r>
                      <a:r>
                        <a:rPr lang="en-US" sz="1100" spc="-100" dirty="0">
                          <a:solidFill>
                            <a:srgbClr val="FFFFFF"/>
                          </a:solidFill>
                          <a:latin typeface="Arial Black"/>
                          <a:cs typeface="Arial Black"/>
                        </a:rPr>
                        <a:t>1</a:t>
                      </a:r>
                      <a:r>
                        <a:rPr sz="1100" spc="-100" dirty="0">
                          <a:solidFill>
                            <a:srgbClr val="FFFFFF"/>
                          </a:solidFill>
                          <a:latin typeface="Arial Black"/>
                          <a:cs typeface="Arial Black"/>
                        </a:rPr>
                        <a:t>:</a:t>
                      </a:r>
                      <a:r>
                        <a:rPr lang="en-US" sz="1100" spc="-100" dirty="0">
                          <a:solidFill>
                            <a:srgbClr val="FFFFFF"/>
                          </a:solidFill>
                          <a:latin typeface="Arial Black"/>
                          <a:cs typeface="Arial Black"/>
                        </a:rPr>
                        <a:t>30</a:t>
                      </a:r>
                      <a:r>
                        <a:rPr sz="1100" spc="-45" dirty="0">
                          <a:solidFill>
                            <a:srgbClr val="FFFFFF"/>
                          </a:solidFill>
                          <a:latin typeface="Arial Black"/>
                          <a:cs typeface="Arial Black"/>
                        </a:rPr>
                        <a:t> </a:t>
                      </a:r>
                      <a:r>
                        <a:rPr lang="en-US" sz="1100" spc="-25" dirty="0">
                          <a:solidFill>
                            <a:srgbClr val="FFFFFF"/>
                          </a:solidFill>
                          <a:latin typeface="Arial Black"/>
                          <a:cs typeface="Arial Black"/>
                        </a:rPr>
                        <a:t>A</a:t>
                      </a:r>
                      <a:r>
                        <a:rPr sz="1100" spc="-25" dirty="0">
                          <a:solidFill>
                            <a:srgbClr val="FFFFFF"/>
                          </a:solidFill>
                          <a:latin typeface="Arial Black"/>
                          <a:cs typeface="Arial Black"/>
                        </a:rPr>
                        <a:t>M</a:t>
                      </a:r>
                      <a:endParaRPr sz="1100" dirty="0">
                        <a:latin typeface="Arial Black"/>
                        <a:cs typeface="Arial Black"/>
                      </a:endParaRPr>
                    </a:p>
                  </a:txBody>
                  <a:tcPr marL="0" marR="0" marT="84455" marB="0">
                    <a:lnL w="12700">
                      <a:solidFill>
                        <a:srgbClr val="FFFFFF"/>
                      </a:solidFill>
                      <a:prstDash val="solid"/>
                    </a:lnL>
                    <a:lnR w="12700">
                      <a:solidFill>
                        <a:srgbClr val="FFFFFF"/>
                      </a:solidFill>
                      <a:prstDash val="solid"/>
                    </a:lnR>
                    <a:lnT w="12700">
                      <a:solidFill>
                        <a:srgbClr val="FFFFFF"/>
                      </a:solidFill>
                      <a:prstDash val="solid"/>
                    </a:lnT>
                    <a:lnB w="12700">
                      <a:solidFill>
                        <a:srgbClr val="F06CA6"/>
                      </a:solidFill>
                      <a:prstDash val="solid"/>
                    </a:lnB>
                    <a:solidFill>
                      <a:srgbClr val="1D5495"/>
                    </a:solidFill>
                  </a:tcPr>
                </a:tc>
                <a:tc>
                  <a:txBody>
                    <a:bodyPr/>
                    <a:lstStyle/>
                    <a:p>
                      <a:pPr marL="114300" marR="0" lvl="0" indent="0" defTabSz="914400" eaLnBrk="1" fontAlgn="auto" latinLnBrk="0" hangingPunct="1">
                        <a:lnSpc>
                          <a:spcPct val="100000"/>
                        </a:lnSpc>
                        <a:spcBef>
                          <a:spcPts val="665"/>
                        </a:spcBef>
                        <a:spcAft>
                          <a:spcPts val="0"/>
                        </a:spcAft>
                        <a:buClrTx/>
                        <a:buSzTx/>
                        <a:buFontTx/>
                        <a:buNone/>
                        <a:tabLst/>
                        <a:defRPr/>
                      </a:pPr>
                      <a:r>
                        <a:rPr lang="en-US" sz="1100" dirty="0">
                          <a:solidFill>
                            <a:srgbClr val="1D5495"/>
                          </a:solidFill>
                          <a:latin typeface="Arial"/>
                          <a:cs typeface="Arial"/>
                        </a:rPr>
                        <a:t>Group 3 (2nd Grade &amp; 3rd Grade) </a:t>
                      </a:r>
                      <a:endParaRPr lang="en-US" sz="1100" dirty="0">
                        <a:latin typeface="Arial"/>
                        <a:cs typeface="Arial"/>
                      </a:endParaRPr>
                    </a:p>
                  </a:txBody>
                  <a:tcPr marL="0" marR="0" marT="84455" marB="0">
                    <a:lnL w="12700">
                      <a:solidFill>
                        <a:srgbClr val="FFFFFF"/>
                      </a:solidFill>
                      <a:prstDash val="solid"/>
                    </a:lnL>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02"/>
                  </a:ext>
                </a:extLst>
              </a:tr>
              <a:tr h="410999">
                <a:tc>
                  <a:txBody>
                    <a:bodyPr/>
                    <a:lstStyle/>
                    <a:p>
                      <a:pPr algn="ctr">
                        <a:lnSpc>
                          <a:spcPct val="100000"/>
                        </a:lnSpc>
                        <a:spcBef>
                          <a:spcPts val="665"/>
                        </a:spcBef>
                      </a:pPr>
                      <a:r>
                        <a:rPr sz="1100" spc="-140" dirty="0">
                          <a:solidFill>
                            <a:srgbClr val="FFFFFF"/>
                          </a:solidFill>
                          <a:latin typeface="Arial Black"/>
                          <a:cs typeface="Arial Black"/>
                        </a:rPr>
                        <a:t>1</a:t>
                      </a:r>
                      <a:r>
                        <a:rPr lang="en-US" sz="1100" spc="-140" dirty="0">
                          <a:solidFill>
                            <a:srgbClr val="FFFFFF"/>
                          </a:solidFill>
                          <a:latin typeface="Arial Black"/>
                          <a:cs typeface="Arial Black"/>
                        </a:rPr>
                        <a:t>1</a:t>
                      </a:r>
                      <a:r>
                        <a:rPr sz="1100" spc="-140" dirty="0">
                          <a:solidFill>
                            <a:srgbClr val="FFFFFF"/>
                          </a:solidFill>
                          <a:latin typeface="Arial Black"/>
                          <a:cs typeface="Arial Black"/>
                        </a:rPr>
                        <a:t>:</a:t>
                      </a:r>
                      <a:r>
                        <a:rPr lang="en-US" sz="1100" spc="-140" dirty="0">
                          <a:solidFill>
                            <a:srgbClr val="FFFFFF"/>
                          </a:solidFill>
                          <a:latin typeface="Arial Black"/>
                          <a:cs typeface="Arial Black"/>
                        </a:rPr>
                        <a:t>30</a:t>
                      </a:r>
                      <a:r>
                        <a:rPr sz="1100" spc="-60" dirty="0">
                          <a:solidFill>
                            <a:srgbClr val="FFFFFF"/>
                          </a:solidFill>
                          <a:latin typeface="Arial Black"/>
                          <a:cs typeface="Arial Black"/>
                        </a:rPr>
                        <a:t> </a:t>
                      </a:r>
                      <a:r>
                        <a:rPr sz="1100" spc="-75" dirty="0">
                          <a:solidFill>
                            <a:srgbClr val="FFFFFF"/>
                          </a:solidFill>
                          <a:latin typeface="Arial Black"/>
                          <a:cs typeface="Arial Black"/>
                        </a:rPr>
                        <a:t>PM–</a:t>
                      </a:r>
                      <a:r>
                        <a:rPr lang="en-US" sz="1100" spc="-75" dirty="0">
                          <a:solidFill>
                            <a:srgbClr val="FFFFFF"/>
                          </a:solidFill>
                          <a:latin typeface="Arial Black"/>
                          <a:cs typeface="Arial Black"/>
                        </a:rPr>
                        <a:t>1</a:t>
                      </a:r>
                      <a:r>
                        <a:rPr sz="1100" spc="-75" dirty="0">
                          <a:solidFill>
                            <a:srgbClr val="FFFFFF"/>
                          </a:solidFill>
                          <a:latin typeface="Arial Black"/>
                          <a:cs typeface="Arial Black"/>
                        </a:rPr>
                        <a:t>2:</a:t>
                      </a:r>
                      <a:r>
                        <a:rPr lang="en-US" sz="1100" spc="-75" dirty="0">
                          <a:solidFill>
                            <a:srgbClr val="FFFFFF"/>
                          </a:solidFill>
                          <a:latin typeface="Arial Black"/>
                          <a:cs typeface="Arial Black"/>
                        </a:rPr>
                        <a:t>30</a:t>
                      </a:r>
                      <a:r>
                        <a:rPr sz="1100" spc="-60" dirty="0">
                          <a:solidFill>
                            <a:srgbClr val="FFFFFF"/>
                          </a:solidFill>
                          <a:latin typeface="Arial Black"/>
                          <a:cs typeface="Arial Black"/>
                        </a:rPr>
                        <a:t> </a:t>
                      </a:r>
                      <a:r>
                        <a:rPr sz="1100" spc="-25" dirty="0">
                          <a:solidFill>
                            <a:srgbClr val="FFFFFF"/>
                          </a:solidFill>
                          <a:latin typeface="Arial Black"/>
                          <a:cs typeface="Arial Black"/>
                        </a:rPr>
                        <a:t>PM</a:t>
                      </a:r>
                      <a:endParaRPr sz="1100" dirty="0">
                        <a:latin typeface="Arial Black"/>
                        <a:cs typeface="Arial Black"/>
                      </a:endParaRPr>
                    </a:p>
                  </a:txBody>
                  <a:tcPr marL="0" marR="0" marT="8445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06CA6"/>
                      </a:solidFill>
                      <a:prstDash val="solid"/>
                      <a:round/>
                      <a:headEnd type="none" w="med" len="med"/>
                      <a:tailEnd type="none" w="med" len="med"/>
                    </a:lnT>
                    <a:lnB w="12700">
                      <a:solidFill>
                        <a:srgbClr val="FFFFFF"/>
                      </a:solidFill>
                      <a:prstDash val="solid"/>
                    </a:lnB>
                    <a:solidFill>
                      <a:srgbClr val="1D5495"/>
                    </a:solidFill>
                  </a:tcPr>
                </a:tc>
                <a:tc>
                  <a:txBody>
                    <a:bodyPr/>
                    <a:lstStyle/>
                    <a:p>
                      <a:pPr marL="114300" marR="0" lvl="0" indent="0" defTabSz="914400" eaLnBrk="1" fontAlgn="auto" latinLnBrk="0" hangingPunct="1">
                        <a:lnSpc>
                          <a:spcPct val="100000"/>
                        </a:lnSpc>
                        <a:spcBef>
                          <a:spcPts val="665"/>
                        </a:spcBef>
                        <a:spcAft>
                          <a:spcPts val="0"/>
                        </a:spcAft>
                        <a:buClrTx/>
                        <a:buSzTx/>
                        <a:buFontTx/>
                        <a:buNone/>
                        <a:tabLst/>
                        <a:defRPr/>
                      </a:pPr>
                      <a:r>
                        <a:rPr lang="en-US" sz="1100" dirty="0">
                          <a:solidFill>
                            <a:srgbClr val="1D5495"/>
                          </a:solidFill>
                          <a:latin typeface="Arial"/>
                          <a:cs typeface="Arial"/>
                        </a:rPr>
                        <a:t>Group 4 (4th Grade &amp; 5th Grade)</a:t>
                      </a:r>
                    </a:p>
                  </a:txBody>
                  <a:tcPr marL="0" marR="0" marT="84455" marB="0">
                    <a:lnL w="12700" cap="flat" cmpd="sng" algn="ctr">
                      <a:solidFill>
                        <a:srgbClr val="FFFFFF"/>
                      </a:solidFill>
                      <a:prstDash val="solid"/>
                      <a:round/>
                      <a:headEnd type="none" w="med" len="med"/>
                      <a:tailEnd type="none" w="med" len="med"/>
                    </a:lnL>
                    <a:lnT w="12700" cap="flat" cmpd="sng" algn="ctr">
                      <a:solidFill>
                        <a:srgbClr val="F06CA6"/>
                      </a:solidFill>
                      <a:prstDash val="solid"/>
                      <a:round/>
                      <a:headEnd type="none" w="med" len="med"/>
                      <a:tailEnd type="none" w="med" len="med"/>
                    </a:lnT>
                    <a:lnB w="12700">
                      <a:solidFill>
                        <a:srgbClr val="F06CA6"/>
                      </a:solidFill>
                      <a:prstDash val="solid"/>
                    </a:lnB>
                  </a:tcPr>
                </a:tc>
                <a:extLst>
                  <a:ext uri="{0D108BD9-81ED-4DB2-BD59-A6C34878D82A}">
                    <a16:rowId xmlns:a16="http://schemas.microsoft.com/office/drawing/2014/main" val="10004"/>
                  </a:ext>
                </a:extLst>
              </a:tr>
              <a:tr h="410999">
                <a:tc>
                  <a:txBody>
                    <a:bodyPr/>
                    <a:lstStyle/>
                    <a:p>
                      <a:pPr algn="ctr">
                        <a:lnSpc>
                          <a:spcPct val="100000"/>
                        </a:lnSpc>
                        <a:spcBef>
                          <a:spcPts val="670"/>
                        </a:spcBef>
                      </a:pPr>
                      <a:r>
                        <a:rPr lang="en-US" sz="1100" spc="-80" dirty="0">
                          <a:solidFill>
                            <a:srgbClr val="FFFFFF"/>
                          </a:solidFill>
                          <a:latin typeface="Arial Black"/>
                          <a:cs typeface="Arial Black"/>
                        </a:rPr>
                        <a:t>1</a:t>
                      </a:r>
                      <a:r>
                        <a:rPr sz="1100" spc="-80" dirty="0">
                          <a:solidFill>
                            <a:srgbClr val="FFFFFF"/>
                          </a:solidFill>
                          <a:latin typeface="Arial Black"/>
                          <a:cs typeface="Arial Black"/>
                        </a:rPr>
                        <a:t>2:</a:t>
                      </a:r>
                      <a:r>
                        <a:rPr lang="en-US" sz="1100" spc="-80" dirty="0">
                          <a:solidFill>
                            <a:srgbClr val="FFFFFF"/>
                          </a:solidFill>
                          <a:latin typeface="Arial Black"/>
                          <a:cs typeface="Arial Black"/>
                        </a:rPr>
                        <a:t>00</a:t>
                      </a:r>
                      <a:r>
                        <a:rPr sz="1100" spc="-50" dirty="0">
                          <a:solidFill>
                            <a:srgbClr val="FFFFFF"/>
                          </a:solidFill>
                          <a:latin typeface="Arial Black"/>
                          <a:cs typeface="Arial Black"/>
                        </a:rPr>
                        <a:t> </a:t>
                      </a:r>
                      <a:r>
                        <a:rPr sz="1100" spc="-80" dirty="0">
                          <a:solidFill>
                            <a:srgbClr val="FFFFFF"/>
                          </a:solidFill>
                          <a:latin typeface="Arial Black"/>
                          <a:cs typeface="Arial Black"/>
                        </a:rPr>
                        <a:t>PM–</a:t>
                      </a:r>
                      <a:r>
                        <a:rPr lang="en-US" sz="1100" spc="-80" dirty="0">
                          <a:solidFill>
                            <a:srgbClr val="FFFFFF"/>
                          </a:solidFill>
                          <a:latin typeface="Arial Black"/>
                          <a:cs typeface="Arial Black"/>
                        </a:rPr>
                        <a:t>2</a:t>
                      </a:r>
                      <a:r>
                        <a:rPr sz="1100" spc="-80" dirty="0">
                          <a:solidFill>
                            <a:srgbClr val="FFFFFF"/>
                          </a:solidFill>
                          <a:latin typeface="Arial Black"/>
                          <a:cs typeface="Arial Black"/>
                        </a:rPr>
                        <a:t>:</a:t>
                      </a:r>
                      <a:r>
                        <a:rPr lang="en-US" sz="1100" spc="-80" dirty="0">
                          <a:solidFill>
                            <a:srgbClr val="FFFFFF"/>
                          </a:solidFill>
                          <a:latin typeface="Arial Black"/>
                          <a:cs typeface="Arial Black"/>
                        </a:rPr>
                        <a:t>00</a:t>
                      </a:r>
                      <a:r>
                        <a:rPr sz="1100" spc="-50" dirty="0">
                          <a:solidFill>
                            <a:srgbClr val="FFFFFF"/>
                          </a:solidFill>
                          <a:latin typeface="Arial Black"/>
                          <a:cs typeface="Arial Black"/>
                        </a:rPr>
                        <a:t> </a:t>
                      </a:r>
                      <a:r>
                        <a:rPr sz="1100" spc="-25" dirty="0">
                          <a:solidFill>
                            <a:srgbClr val="FFFFFF"/>
                          </a:solidFill>
                          <a:latin typeface="Arial Black"/>
                          <a:cs typeface="Arial Black"/>
                        </a:rPr>
                        <a:t>PM</a:t>
                      </a:r>
                      <a:endParaRPr sz="1100" dirty="0">
                        <a:latin typeface="Arial Black"/>
                        <a:cs typeface="Arial Black"/>
                      </a:endParaRPr>
                    </a:p>
                  </a:txBody>
                  <a:tcPr marL="0" marR="0" marT="85090" marB="0">
                    <a:lnL w="12700">
                      <a:solidFill>
                        <a:srgbClr val="FFFFFF"/>
                      </a:solidFill>
                      <a:prstDash val="solid"/>
                    </a:lnL>
                    <a:lnR w="12700">
                      <a:solidFill>
                        <a:srgbClr val="FFFFFF"/>
                      </a:solidFill>
                      <a:prstDash val="solid"/>
                    </a:lnR>
                    <a:lnT w="12700">
                      <a:solidFill>
                        <a:srgbClr val="FFFFFF"/>
                      </a:solidFill>
                      <a:prstDash val="solid"/>
                    </a:lnT>
                    <a:lnB w="12700">
                      <a:solidFill>
                        <a:srgbClr val="F06CA6"/>
                      </a:solidFill>
                      <a:prstDash val="solid"/>
                    </a:lnB>
                    <a:solidFill>
                      <a:srgbClr val="1D5495"/>
                    </a:solidFill>
                  </a:tcPr>
                </a:tc>
                <a:tc>
                  <a:txBody>
                    <a:bodyPr/>
                    <a:lstStyle/>
                    <a:p>
                      <a:pPr marL="114300" marR="0" lvl="0" indent="0" defTabSz="914400" eaLnBrk="1" fontAlgn="auto" latinLnBrk="0" hangingPunct="1">
                        <a:lnSpc>
                          <a:spcPct val="100000"/>
                        </a:lnSpc>
                        <a:spcBef>
                          <a:spcPts val="670"/>
                        </a:spcBef>
                        <a:spcAft>
                          <a:spcPts val="0"/>
                        </a:spcAft>
                        <a:buClrTx/>
                        <a:buSzTx/>
                        <a:buFontTx/>
                        <a:buNone/>
                        <a:tabLst/>
                        <a:defRPr/>
                      </a:pPr>
                      <a:r>
                        <a:rPr lang="en-US" sz="1100" dirty="0">
                          <a:solidFill>
                            <a:srgbClr val="1D5495"/>
                          </a:solidFill>
                          <a:latin typeface="Arial"/>
                          <a:cs typeface="Arial"/>
                        </a:rPr>
                        <a:t>Group 5 (6th Grade thru 8th Grade) </a:t>
                      </a:r>
                      <a:endParaRPr lang="en-US" sz="1100" dirty="0">
                        <a:latin typeface="Arial"/>
                        <a:cs typeface="Arial"/>
                      </a:endParaRPr>
                    </a:p>
                  </a:txBody>
                  <a:tcPr marL="0" marR="0" marT="85090" marB="0">
                    <a:lnL w="12700">
                      <a:solidFill>
                        <a:srgbClr val="FFFFFF"/>
                      </a:solidFill>
                      <a:prstDash val="solid"/>
                    </a:lnL>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05"/>
                  </a:ext>
                </a:extLst>
              </a:tr>
              <a:tr h="510471">
                <a:tc>
                  <a:txBody>
                    <a:bodyPr/>
                    <a:lstStyle/>
                    <a:p>
                      <a:pPr algn="ctr">
                        <a:lnSpc>
                          <a:spcPct val="100000"/>
                        </a:lnSpc>
                        <a:spcBef>
                          <a:spcPts val="670"/>
                        </a:spcBef>
                      </a:pPr>
                      <a:r>
                        <a:rPr lang="en-US" sz="1100" spc="-90" dirty="0">
                          <a:solidFill>
                            <a:srgbClr val="FFFFFF"/>
                          </a:solidFill>
                          <a:latin typeface="Arial Black"/>
                          <a:cs typeface="Arial Black"/>
                        </a:rPr>
                        <a:t>2</a:t>
                      </a:r>
                      <a:r>
                        <a:rPr sz="1100" spc="-90" dirty="0">
                          <a:solidFill>
                            <a:srgbClr val="FFFFFF"/>
                          </a:solidFill>
                          <a:latin typeface="Arial Black"/>
                          <a:cs typeface="Arial Black"/>
                        </a:rPr>
                        <a:t>:</a:t>
                      </a:r>
                      <a:r>
                        <a:rPr lang="en-US" sz="1100" spc="-90" dirty="0">
                          <a:solidFill>
                            <a:srgbClr val="FFFFFF"/>
                          </a:solidFill>
                          <a:latin typeface="Arial Black"/>
                          <a:cs typeface="Arial Black"/>
                        </a:rPr>
                        <a:t>00</a:t>
                      </a:r>
                      <a:r>
                        <a:rPr sz="1100" spc="-55" dirty="0">
                          <a:solidFill>
                            <a:srgbClr val="FFFFFF"/>
                          </a:solidFill>
                          <a:latin typeface="Arial Black"/>
                          <a:cs typeface="Arial Black"/>
                        </a:rPr>
                        <a:t> </a:t>
                      </a:r>
                      <a:r>
                        <a:rPr sz="1100" spc="-70" dirty="0">
                          <a:solidFill>
                            <a:srgbClr val="FFFFFF"/>
                          </a:solidFill>
                          <a:latin typeface="Arial Black"/>
                          <a:cs typeface="Arial Black"/>
                        </a:rPr>
                        <a:t>PM–4:</a:t>
                      </a:r>
                      <a:r>
                        <a:rPr lang="en-US" sz="1100" spc="-70" dirty="0">
                          <a:solidFill>
                            <a:srgbClr val="FFFFFF"/>
                          </a:solidFill>
                          <a:latin typeface="Arial Black"/>
                          <a:cs typeface="Arial Black"/>
                        </a:rPr>
                        <a:t>00</a:t>
                      </a:r>
                      <a:r>
                        <a:rPr sz="1100" spc="-50" dirty="0">
                          <a:solidFill>
                            <a:srgbClr val="FFFFFF"/>
                          </a:solidFill>
                          <a:latin typeface="Arial Black"/>
                          <a:cs typeface="Arial Black"/>
                        </a:rPr>
                        <a:t> </a:t>
                      </a:r>
                      <a:r>
                        <a:rPr sz="1100" spc="-25" dirty="0">
                          <a:solidFill>
                            <a:srgbClr val="FFFFFF"/>
                          </a:solidFill>
                          <a:latin typeface="Arial Black"/>
                          <a:cs typeface="Arial Black"/>
                        </a:rPr>
                        <a:t>PM</a:t>
                      </a:r>
                      <a:endParaRPr sz="1100" dirty="0">
                        <a:latin typeface="Arial Black"/>
                        <a:cs typeface="Arial Black"/>
                      </a:endParaRPr>
                    </a:p>
                  </a:txBody>
                  <a:tcPr marL="0" marR="0" marT="85090" marB="0">
                    <a:lnL w="12700">
                      <a:solidFill>
                        <a:srgbClr val="FFFFFF"/>
                      </a:solidFill>
                      <a:prstDash val="solid"/>
                    </a:lnL>
                    <a:lnR w="12700">
                      <a:solidFill>
                        <a:srgbClr val="FFFFFF"/>
                      </a:solidFill>
                      <a:prstDash val="solid"/>
                    </a:lnR>
                    <a:lnT w="12700">
                      <a:solidFill>
                        <a:srgbClr val="F06CA6"/>
                      </a:solidFill>
                      <a:prstDash val="solid"/>
                    </a:lnT>
                    <a:lnB w="12700">
                      <a:solidFill>
                        <a:srgbClr val="F06CA6"/>
                      </a:solidFill>
                      <a:prstDash val="solid"/>
                    </a:lnB>
                    <a:solidFill>
                      <a:srgbClr val="1D5495"/>
                    </a:solidFill>
                  </a:tcPr>
                </a:tc>
                <a:tc>
                  <a:txBody>
                    <a:bodyPr/>
                    <a:lstStyle/>
                    <a:p>
                      <a:pPr marL="114300" marR="0" lvl="0" indent="0" defTabSz="914400" eaLnBrk="1" fontAlgn="auto" latinLnBrk="0" hangingPunct="1">
                        <a:lnSpc>
                          <a:spcPct val="100000"/>
                        </a:lnSpc>
                        <a:spcBef>
                          <a:spcPts val="670"/>
                        </a:spcBef>
                        <a:spcAft>
                          <a:spcPts val="0"/>
                        </a:spcAft>
                        <a:buClrTx/>
                        <a:buSzTx/>
                        <a:buFontTx/>
                        <a:buNone/>
                        <a:tabLst/>
                        <a:defRPr/>
                      </a:pPr>
                      <a:r>
                        <a:rPr lang="en-US" sz="1100" dirty="0">
                          <a:solidFill>
                            <a:srgbClr val="1D5495"/>
                          </a:solidFill>
                          <a:latin typeface="Arial"/>
                          <a:cs typeface="Arial"/>
                        </a:rPr>
                        <a:t>Group 6 Sr. Teens (information session for mothers only, teens had a separate session) </a:t>
                      </a:r>
                      <a:endParaRPr lang="en-US" sz="1100" dirty="0">
                        <a:latin typeface="Arial"/>
                        <a:cs typeface="Arial"/>
                      </a:endParaRPr>
                    </a:p>
                  </a:txBody>
                  <a:tcPr marL="0" marR="0" marT="85090" marB="0">
                    <a:lnL w="12700">
                      <a:solidFill>
                        <a:srgbClr val="FFFFFF"/>
                      </a:solidFill>
                      <a:prstDash val="solid"/>
                    </a:lnL>
                    <a:lnT w="12700">
                      <a:solidFill>
                        <a:srgbClr val="F06CA6"/>
                      </a:solidFill>
                      <a:prstDash val="solid"/>
                    </a:lnT>
                    <a:lnB w="12700">
                      <a:solidFill>
                        <a:srgbClr val="F06CA6"/>
                      </a:solidFill>
                      <a:prstDash val="solid"/>
                    </a:lnB>
                  </a:tcPr>
                </a:tc>
                <a:extLst>
                  <a:ext uri="{0D108BD9-81ED-4DB2-BD59-A6C34878D82A}">
                    <a16:rowId xmlns:a16="http://schemas.microsoft.com/office/drawing/2014/main" val="10006"/>
                  </a:ext>
                </a:extLst>
              </a:tr>
            </a:tbl>
          </a:graphicData>
        </a:graphic>
      </p:graphicFrame>
      <p:sp>
        <p:nvSpPr>
          <p:cNvPr id="5" name="Holder 4">
            <a:extLst>
              <a:ext uri="{FF2B5EF4-FFF2-40B4-BE49-F238E27FC236}">
                <a16:creationId xmlns:a16="http://schemas.microsoft.com/office/drawing/2014/main" id="{2EC73839-BF0A-2B46-A6BF-330796DB4B00}"/>
              </a:ext>
            </a:extLst>
          </p:cNvPr>
          <p:cNvSpPr>
            <a:spLocks noGrp="1"/>
          </p:cNvSpPr>
          <p:nvPr>
            <p:ph type="sldNum" sz="quarter" idx="7"/>
          </p:nvPr>
        </p:nvSpPr>
        <p:spPr>
          <a:xfrm>
            <a:off x="7067294" y="9529590"/>
            <a:ext cx="275909" cy="224009"/>
          </a:xfrm>
        </p:spPr>
        <p:txBody>
          <a:bodyPr lIns="0" tIns="0" rIns="0" bIns="0"/>
          <a:lstStyle>
            <a:lvl1pPr>
              <a:defRPr sz="900" b="0" i="0">
                <a:solidFill>
                  <a:schemeClr val="bg1"/>
                </a:solidFill>
                <a:latin typeface="Arial" panose="020B0604020202020204" pitchFamily="34" charset="0"/>
                <a:cs typeface="Arial" panose="020B0604020202020204" pitchFamily="34" charset="0"/>
              </a:defRPr>
            </a:lvl1pPr>
          </a:lstStyle>
          <a:p>
            <a:pPr marL="38100">
              <a:spcBef>
                <a:spcPts val="145"/>
              </a:spcBef>
            </a:pPr>
            <a:fld id="{81D60167-4931-47E6-BA6A-407CBD079E47}" type="slidenum">
              <a:rPr lang="en-US" spc="-50" smtClean="0"/>
              <a:pPr marL="38100">
                <a:spcBef>
                  <a:spcPts val="145"/>
                </a:spcBef>
              </a:pPr>
              <a:t>126</a:t>
            </a:fld>
            <a:endParaRPr lang="en-US" spc="-5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B7C3542-3958-0491-6A19-9C269F1CA635}"/>
              </a:ext>
            </a:extLst>
          </p:cNvPr>
          <p:cNvSpPr txBox="1"/>
          <p:nvPr/>
        </p:nvSpPr>
        <p:spPr>
          <a:xfrm>
            <a:off x="468801" y="1776768"/>
            <a:ext cx="4641660" cy="923330"/>
          </a:xfrm>
          <a:prstGeom prst="rect">
            <a:avLst/>
          </a:prstGeom>
          <a:noFill/>
        </p:spPr>
        <p:txBody>
          <a:bodyPr wrap="square" rtlCol="0">
            <a:spAutoFit/>
          </a:bodyPr>
          <a:lstStyle/>
          <a:p>
            <a:pPr algn="l"/>
            <a:r>
              <a:rPr lang="en-US" sz="1800" spc="-80" dirty="0">
                <a:solidFill>
                  <a:srgbClr val="27539B"/>
                </a:solidFill>
                <a:latin typeface="Arial Black"/>
                <a:cs typeface="Arial Black"/>
              </a:rPr>
              <a:t>2026-2027 Annual Program Planning Meeting Summary</a:t>
            </a:r>
          </a:p>
          <a:p>
            <a:pPr algn="l"/>
            <a:endParaRPr lang="en-US" dirty="0"/>
          </a:p>
        </p:txBody>
      </p:sp>
      <p:sp>
        <p:nvSpPr>
          <p:cNvPr id="7" name="TextBox 6">
            <a:extLst>
              <a:ext uri="{FF2B5EF4-FFF2-40B4-BE49-F238E27FC236}">
                <a16:creationId xmlns:a16="http://schemas.microsoft.com/office/drawing/2014/main" id="{17DBDB81-20A6-C908-AF14-3DF6227574FE}"/>
              </a:ext>
            </a:extLst>
          </p:cNvPr>
          <p:cNvSpPr txBox="1"/>
          <p:nvPr/>
        </p:nvSpPr>
        <p:spPr>
          <a:xfrm>
            <a:off x="378911" y="5239947"/>
            <a:ext cx="4758054" cy="276999"/>
          </a:xfrm>
          <a:prstGeom prst="rect">
            <a:avLst/>
          </a:prstGeom>
          <a:noFill/>
        </p:spPr>
        <p:txBody>
          <a:bodyPr wrap="square" rtlCol="0">
            <a:spAutoFit/>
          </a:bodyPr>
          <a:lstStyle/>
          <a:p>
            <a:pPr algn="l"/>
            <a:r>
              <a:rPr lang="en-US" sz="1200" b="1" dirty="0">
                <a:solidFill>
                  <a:srgbClr val="1D5495"/>
                </a:solidFill>
              </a:rPr>
              <a:t>2026-2027 Annual Program Planning Meeting Agenda</a:t>
            </a:r>
          </a:p>
        </p:txBody>
      </p:sp>
      <p:pic>
        <p:nvPicPr>
          <p:cNvPr id="15" name="Picture 14">
            <a:extLst>
              <a:ext uri="{FF2B5EF4-FFF2-40B4-BE49-F238E27FC236}">
                <a16:creationId xmlns:a16="http://schemas.microsoft.com/office/drawing/2014/main" id="{B7B7F6BD-385C-DCD4-A6DC-B5FB6C7A4F69}"/>
              </a:ext>
            </a:extLst>
          </p:cNvPr>
          <p:cNvPicPr>
            <a:picLocks noChangeAspect="1"/>
          </p:cNvPicPr>
          <p:nvPr/>
        </p:nvPicPr>
        <p:blipFill>
          <a:blip r:embed="rId2"/>
          <a:stretch>
            <a:fillRect/>
          </a:stretch>
        </p:blipFill>
        <p:spPr>
          <a:xfrm>
            <a:off x="4829430" y="5127113"/>
            <a:ext cx="2923920" cy="4371997"/>
          </a:xfrm>
          <a:prstGeom prst="rect">
            <a:avLst/>
          </a:prstGeom>
        </p:spPr>
      </p:pic>
      <p:pic>
        <p:nvPicPr>
          <p:cNvPr id="11" name="Picture 10">
            <a:extLst>
              <a:ext uri="{FF2B5EF4-FFF2-40B4-BE49-F238E27FC236}">
                <a16:creationId xmlns:a16="http://schemas.microsoft.com/office/drawing/2014/main" id="{818E8023-C785-875E-7E00-F343F916AA00}"/>
              </a:ext>
            </a:extLst>
          </p:cNvPr>
          <p:cNvPicPr>
            <a:picLocks noChangeAspect="1"/>
          </p:cNvPicPr>
          <p:nvPr/>
        </p:nvPicPr>
        <p:blipFill>
          <a:blip r:embed="rId3"/>
          <a:stretch>
            <a:fillRect/>
          </a:stretch>
        </p:blipFill>
        <p:spPr>
          <a:xfrm>
            <a:off x="5161482" y="1810070"/>
            <a:ext cx="2537614" cy="3286563"/>
          </a:xfrm>
          <a:prstGeom prst="rect">
            <a:avLst/>
          </a:prstGeom>
        </p:spPr>
      </p:pic>
    </p:spTree>
    <p:extLst>
      <p:ext uri="{BB962C8B-B14F-4D97-AF65-F5344CB8AC3E}">
        <p14:creationId xmlns:p14="http://schemas.microsoft.com/office/powerpoint/2010/main" val="13477444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43">
            <a:extLst>
              <a:ext uri="{FF2B5EF4-FFF2-40B4-BE49-F238E27FC236}">
                <a16:creationId xmlns:a16="http://schemas.microsoft.com/office/drawing/2014/main" id="{77844BB2-9F47-CA74-7D7E-B40EFF4756EF}"/>
              </a:ext>
            </a:extLst>
          </p:cNvPr>
          <p:cNvSpPr txBox="1"/>
          <p:nvPr/>
        </p:nvSpPr>
        <p:spPr>
          <a:xfrm>
            <a:off x="1869758" y="8839200"/>
            <a:ext cx="4032885" cy="542456"/>
          </a:xfrm>
          <a:prstGeom prst="rect">
            <a:avLst/>
          </a:prstGeom>
        </p:spPr>
        <p:txBody>
          <a:bodyPr vert="horz" wrap="square" lIns="0" tIns="77470" rIns="0" bIns="0" rtlCol="0">
            <a:spAutoFit/>
          </a:bodyPr>
          <a:lstStyle/>
          <a:p>
            <a:pPr marL="3810" algn="ctr">
              <a:lnSpc>
                <a:spcPct val="100000"/>
              </a:lnSpc>
              <a:spcBef>
                <a:spcPts val="610"/>
              </a:spcBef>
            </a:pPr>
            <a:r>
              <a:rPr sz="1400" spc="-80" dirty="0">
                <a:solidFill>
                  <a:schemeClr val="bg1"/>
                </a:solidFill>
                <a:latin typeface="Arial Black"/>
                <a:cs typeface="Arial Black"/>
              </a:rPr>
              <a:t>Jack</a:t>
            </a:r>
            <a:r>
              <a:rPr sz="1400" spc="-225" dirty="0">
                <a:solidFill>
                  <a:schemeClr val="bg1"/>
                </a:solidFill>
                <a:latin typeface="Arial Black"/>
                <a:cs typeface="Arial Black"/>
              </a:rPr>
              <a:t> </a:t>
            </a:r>
            <a:r>
              <a:rPr sz="1400" dirty="0">
                <a:solidFill>
                  <a:schemeClr val="bg1"/>
                </a:solidFill>
                <a:latin typeface="Arial Black"/>
                <a:cs typeface="Arial Black"/>
              </a:rPr>
              <a:t>and</a:t>
            </a:r>
            <a:r>
              <a:rPr sz="1400" spc="-225" dirty="0">
                <a:solidFill>
                  <a:schemeClr val="bg1"/>
                </a:solidFill>
                <a:latin typeface="Arial Black"/>
                <a:cs typeface="Arial Black"/>
              </a:rPr>
              <a:t> </a:t>
            </a:r>
            <a:r>
              <a:rPr sz="1400" spc="-75" dirty="0">
                <a:solidFill>
                  <a:schemeClr val="bg1"/>
                </a:solidFill>
                <a:latin typeface="Arial Black"/>
                <a:cs typeface="Arial Black"/>
              </a:rPr>
              <a:t>Jill</a:t>
            </a:r>
            <a:r>
              <a:rPr sz="1400" spc="-225" dirty="0">
                <a:solidFill>
                  <a:schemeClr val="bg1"/>
                </a:solidFill>
                <a:latin typeface="Arial Black"/>
                <a:cs typeface="Arial Black"/>
              </a:rPr>
              <a:t> </a:t>
            </a:r>
            <a:r>
              <a:rPr sz="1400" spc="-55" dirty="0">
                <a:solidFill>
                  <a:schemeClr val="bg1"/>
                </a:solidFill>
                <a:latin typeface="Arial Black"/>
                <a:cs typeface="Arial Black"/>
              </a:rPr>
              <a:t>of</a:t>
            </a:r>
            <a:r>
              <a:rPr sz="1400" spc="-225" dirty="0">
                <a:solidFill>
                  <a:schemeClr val="bg1"/>
                </a:solidFill>
                <a:latin typeface="Arial Black"/>
                <a:cs typeface="Arial Black"/>
              </a:rPr>
              <a:t> </a:t>
            </a:r>
            <a:r>
              <a:rPr sz="1400" spc="-40" dirty="0">
                <a:solidFill>
                  <a:schemeClr val="bg1"/>
                </a:solidFill>
                <a:latin typeface="Arial Black"/>
                <a:cs typeface="Arial Black"/>
              </a:rPr>
              <a:t>America,</a:t>
            </a:r>
            <a:r>
              <a:rPr sz="1400" spc="-225" dirty="0">
                <a:solidFill>
                  <a:schemeClr val="bg1"/>
                </a:solidFill>
                <a:latin typeface="Arial Black"/>
                <a:cs typeface="Arial Black"/>
              </a:rPr>
              <a:t> </a:t>
            </a:r>
            <a:r>
              <a:rPr sz="1400" spc="-20" dirty="0">
                <a:solidFill>
                  <a:schemeClr val="bg1"/>
                </a:solidFill>
                <a:latin typeface="Arial Black"/>
                <a:cs typeface="Arial Black"/>
              </a:rPr>
              <a:t>Inc.</a:t>
            </a:r>
            <a:endParaRPr sz="1400" dirty="0">
              <a:solidFill>
                <a:schemeClr val="bg1"/>
              </a:solidFill>
              <a:latin typeface="Arial Black"/>
              <a:cs typeface="Arial Black"/>
            </a:endParaRPr>
          </a:p>
          <a:p>
            <a:pPr algn="ctr">
              <a:lnSpc>
                <a:spcPct val="100000"/>
              </a:lnSpc>
              <a:spcBef>
                <a:spcPts val="455"/>
              </a:spcBef>
            </a:pPr>
            <a:r>
              <a:rPr sz="1200" i="1" dirty="0">
                <a:solidFill>
                  <a:schemeClr val="bg1"/>
                </a:solidFill>
                <a:latin typeface="Century Gothic"/>
                <a:cs typeface="Century Gothic"/>
              </a:rPr>
              <a:t>Montgomery</a:t>
            </a:r>
            <a:r>
              <a:rPr sz="1200" i="1" spc="105" dirty="0">
                <a:solidFill>
                  <a:schemeClr val="bg1"/>
                </a:solidFill>
                <a:latin typeface="Century Gothic"/>
                <a:cs typeface="Century Gothic"/>
              </a:rPr>
              <a:t> </a:t>
            </a:r>
            <a:r>
              <a:rPr sz="1200" i="1" dirty="0">
                <a:solidFill>
                  <a:schemeClr val="bg1"/>
                </a:solidFill>
                <a:latin typeface="Century Gothic"/>
                <a:cs typeface="Century Gothic"/>
              </a:rPr>
              <a:t>County</a:t>
            </a:r>
            <a:r>
              <a:rPr sz="1200" i="1" spc="105" dirty="0">
                <a:solidFill>
                  <a:schemeClr val="bg1"/>
                </a:solidFill>
                <a:latin typeface="Century Gothic"/>
                <a:cs typeface="Century Gothic"/>
              </a:rPr>
              <a:t> </a:t>
            </a:r>
            <a:r>
              <a:rPr sz="1200" i="1" dirty="0">
                <a:solidFill>
                  <a:schemeClr val="bg1"/>
                </a:solidFill>
                <a:latin typeface="Century Gothic"/>
                <a:cs typeface="Century Gothic"/>
              </a:rPr>
              <a:t>Maryland</a:t>
            </a:r>
            <a:r>
              <a:rPr sz="1200" i="1" spc="110" dirty="0">
                <a:solidFill>
                  <a:schemeClr val="bg1"/>
                </a:solidFill>
                <a:latin typeface="Century Gothic"/>
                <a:cs typeface="Century Gothic"/>
              </a:rPr>
              <a:t> </a:t>
            </a:r>
            <a:r>
              <a:rPr sz="1200" i="1" spc="-10" dirty="0">
                <a:solidFill>
                  <a:schemeClr val="bg1"/>
                </a:solidFill>
                <a:latin typeface="Century Gothic"/>
                <a:cs typeface="Century Gothic"/>
              </a:rPr>
              <a:t>Chapter</a:t>
            </a:r>
            <a:endParaRPr sz="1200" dirty="0">
              <a:solidFill>
                <a:schemeClr val="bg1"/>
              </a:solidFill>
              <a:latin typeface="Century Gothic"/>
              <a:cs typeface="Century Gothic"/>
            </a:endParaRPr>
          </a:p>
        </p:txBody>
      </p:sp>
    </p:spTree>
    <p:extLst>
      <p:ext uri="{BB962C8B-B14F-4D97-AF65-F5344CB8AC3E}">
        <p14:creationId xmlns:p14="http://schemas.microsoft.com/office/powerpoint/2010/main" val="1644158609"/>
      </p:ext>
    </p:extLst>
  </p:cSld>
  <p:clrMapOvr>
    <a:masterClrMapping/>
  </p:clrMapOvr>
</p:sld>
</file>

<file path=ppt/theme/theme1.xml><?xml version="1.0" encoding="utf-8"?>
<a:theme xmlns:a="http://schemas.openxmlformats.org/drawingml/2006/main" name="Office Theme">
  <a:themeElements>
    <a:clrScheme name="Jack and Jill Color Palette">
      <a:dk1>
        <a:srgbClr val="000000"/>
      </a:dk1>
      <a:lt1>
        <a:srgbClr val="FFFFFF"/>
      </a:lt1>
      <a:dk2>
        <a:srgbClr val="1F497D"/>
      </a:dk2>
      <a:lt2>
        <a:srgbClr val="EAEBEC"/>
      </a:lt2>
      <a:accent1>
        <a:srgbClr val="4F81BD"/>
      </a:accent1>
      <a:accent2>
        <a:srgbClr val="F06BA6"/>
      </a:accent2>
      <a:accent3>
        <a:srgbClr val="1B5697"/>
      </a:accent3>
      <a:accent4>
        <a:srgbClr val="1D1851"/>
      </a:accent4>
      <a:accent5>
        <a:srgbClr val="1FA9E1"/>
      </a:accent5>
      <a:accent6>
        <a:srgbClr val="ED3890"/>
      </a:accent6>
      <a:hlink>
        <a:srgbClr val="1FA9E1"/>
      </a:hlink>
      <a:folHlink>
        <a:srgbClr val="1D539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5558</TotalTime>
  <Words>36687</Words>
  <Application>Microsoft Office PowerPoint</Application>
  <PresentationFormat>Custom</PresentationFormat>
  <Paragraphs>1311</Paragraphs>
  <Slides>127</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127</vt:i4>
      </vt:variant>
    </vt:vector>
  </HeadingPairs>
  <TitlesOfParts>
    <vt:vector size="136" baseType="lpstr">
      <vt:lpstr>Aptos</vt:lpstr>
      <vt:lpstr>Arial</vt:lpstr>
      <vt:lpstr>Arial Black</vt:lpstr>
      <vt:lpstr>Calibri</vt:lpstr>
      <vt:lpstr>Cambria</vt:lpstr>
      <vt:lpstr>Century Gothic</vt:lpstr>
      <vt:lpstr>Lucida Sans Unicode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torie comeaux</dc:creator>
  <cp:lastModifiedBy>torie comeaux</cp:lastModifiedBy>
  <cp:revision>42</cp:revision>
  <dcterms:created xsi:type="dcterms:W3CDTF">2025-10-28T04:31:37Z</dcterms:created>
  <dcterms:modified xsi:type="dcterms:W3CDTF">2026-09-01T02:45:49Z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2025-10-28T00:00:00Z</vt:filetime>
  </property>
  <property fmtid="{D5CDD505-2E9C-101B-9397-08002B2CF9AE}" pid="3" name="Creator">
    <vt:lpwstr>Adobe InDesign 19.1 (Macintosh)</vt:lpwstr>
  </property>
  <property fmtid="{D5CDD505-2E9C-101B-9397-08002B2CF9AE}" pid="4" name="LastSaved">
    <vt:filetime>2025-10-28T00:00:00Z</vt:filetime>
  </property>
  <property fmtid="{D5CDD505-2E9C-101B-9397-08002B2CF9AE}" pid="5" name="Producer">
    <vt:lpwstr>3-Heights(TM) PDF Security Shell 4.8.25.2 (http://www.pdf-tools.com)</vt:lpwstr>
  </property>
</Properties>
</file>